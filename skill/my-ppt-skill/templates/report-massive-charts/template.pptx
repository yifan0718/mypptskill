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39" r:id="rId53"/>
    <p:sldId id="340" r:id="rId54"/>
    <p:sldId id="341" r:id="rId55"/>
    <p:sldId id="342" r:id="rId56"/>
    <p:sldId id="343" r:id="rId57"/>
    <p:sldId id="273" r:id="rId58"/>
    <p:sldId id="274" r:id="rId59"/>
    <p:sldId id="275" r:id="rId60"/>
    <p:sldId id="276" r:id="rId61"/>
    <p:sldId id="277" r:id="rId62"/>
    <p:sldId id="278" r:id="rId63"/>
    <p:sldId id="279" r:id="rId64"/>
    <p:sldId id="280" r:id="rId65"/>
    <p:sldId id="281" r:id="rId66"/>
    <p:sldId id="282" r:id="rId67"/>
    <p:sldId id="283" r:id="rId68"/>
    <p:sldId id="284" r:id="rId69"/>
    <p:sldId id="285" r:id="rId70"/>
    <p:sldId id="286" r:id="rId71"/>
    <p:sldId id="287" r:id="rId72"/>
    <p:sldId id="288" r:id="rId73"/>
    <p:sldId id="289" r:id="rId74"/>
    <p:sldId id="290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1" Type="http://schemas.openxmlformats.org/officeDocument/2006/relationships/tableStyles" Target="tableStyles.xml"/><Relationship Id="rId9" Type="http://schemas.openxmlformats.org/officeDocument/2006/relationships/viewProps" Target="viewProps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1.xml"/><Relationship Id="rId3" Type="http://schemas.microsoft.com/office/2011/relationships/chartColorStyle" Target="colors11.xm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13.xml"/><Relationship Id="rId3" Type="http://schemas.microsoft.com/office/2011/relationships/chartColorStyle" Target="colors13.xm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4.xlsx"/><Relationship Id="rId2" Type="http://schemas.microsoft.com/office/2011/relationships/chartStyle" Target="style14.xml"/><Relationship Id="rId3" Type="http://schemas.microsoft.com/office/2011/relationships/chartColorStyle" Target="colors14.xm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5.xlsx"/><Relationship Id="rId2" Type="http://schemas.microsoft.com/office/2011/relationships/chartStyle" Target="style15.xml"/><Relationship Id="rId3" Type="http://schemas.microsoft.com/office/2011/relationships/chartColorStyle" Target="colors15.xml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6.xlsx"/><Relationship Id="rId2" Type="http://schemas.microsoft.com/office/2011/relationships/chartStyle" Target="style16.xml"/><Relationship Id="rId3" Type="http://schemas.microsoft.com/office/2011/relationships/chartColorStyle" Target="colors16.xm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7.xlsx"/><Relationship Id="rId2" Type="http://schemas.microsoft.com/office/2011/relationships/chartStyle" Target="style17.xml"/><Relationship Id="rId3" Type="http://schemas.microsoft.com/office/2011/relationships/chartColorStyle" Target="colors17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8.xlsx"/><Relationship Id="rId2" Type="http://schemas.microsoft.com/office/2011/relationships/chartStyle" Target="style18.xml"/><Relationship Id="rId3" Type="http://schemas.microsoft.com/office/2011/relationships/chartColorStyle" Target="colors18.xml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9.xlsx"/><Relationship Id="rId2" Type="http://schemas.microsoft.com/office/2011/relationships/chartStyle" Target="style19.xml"/><Relationship Id="rId3" Type="http://schemas.microsoft.com/office/2011/relationships/chartColorStyle" Target="colors19.xml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1.xlsx"/><Relationship Id="rId2" Type="http://schemas.microsoft.com/office/2011/relationships/chartStyle" Target="style20.xml"/><Relationship Id="rId3" Type="http://schemas.microsoft.com/office/2011/relationships/chartColorStyle" Target="colors20.xm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2.xlsx"/><Relationship Id="rId2" Type="http://schemas.microsoft.com/office/2011/relationships/chartStyle" Target="style21.xml"/><Relationship Id="rId3" Type="http://schemas.microsoft.com/office/2011/relationships/chartColorStyle" Target="colors21.xm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3.xlsx"/><Relationship Id="rId2" Type="http://schemas.microsoft.com/office/2011/relationships/chartStyle" Target="style22.xml"/><Relationship Id="rId3" Type="http://schemas.microsoft.com/office/2011/relationships/chartColorStyle" Target="colors22.xm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4.xlsx"/><Relationship Id="rId2" Type="http://schemas.microsoft.com/office/2011/relationships/chartStyle" Target="style23.xml"/><Relationship Id="rId3" Type="http://schemas.microsoft.com/office/2011/relationships/chartColorStyle" Target="colors23.xml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5.xlsx"/><Relationship Id="rId2" Type="http://schemas.microsoft.com/office/2011/relationships/chartStyle" Target="style24.xml"/><Relationship Id="rId3" Type="http://schemas.microsoft.com/office/2011/relationships/chartColorStyle" Target="colors24.xml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6.xlsx"/><Relationship Id="rId2" Type="http://schemas.microsoft.com/office/2011/relationships/chartStyle" Target="style25.xml"/><Relationship Id="rId3" Type="http://schemas.microsoft.com/office/2011/relationships/chartColorStyle" Target="colors25.xml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8.xlsx"/><Relationship Id="rId2" Type="http://schemas.microsoft.com/office/2011/relationships/chartStyle" Target="style26.xml"/><Relationship Id="rId3" Type="http://schemas.microsoft.com/office/2011/relationships/chartColorStyle" Target="colors26.xml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9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0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1.xlsx"/><Relationship Id="rId2" Type="http://schemas.microsoft.com/office/2011/relationships/chartStyle" Target="style29.xml"/><Relationship Id="rId3" Type="http://schemas.microsoft.com/office/2011/relationships/chartColorStyle" Target="colors29.xml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2.xlsx"/><Relationship Id="rId2" Type="http://schemas.microsoft.com/office/2011/relationships/chartStyle" Target="style30.xml"/><Relationship Id="rId3" Type="http://schemas.microsoft.com/office/2011/relationships/chartColorStyle" Target="colors30.xml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3.xlsx"/><Relationship Id="rId2" Type="http://schemas.openxmlformats.org/officeDocument/2006/relationships/themeOverride" Target="../theme/themeOverride1.xml"/><Relationship Id="rId3" Type="http://schemas.microsoft.com/office/2011/relationships/chartStyle" Target="style31.xml"/><Relationship Id="rId4" Type="http://schemas.microsoft.com/office/2011/relationships/chartColorStyle" Target="colors31.xml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4.xlsx"/><Relationship Id="rId2" Type="http://schemas.openxmlformats.org/officeDocument/2006/relationships/themeOverride" Target="../theme/themeOverride2.xml"/><Relationship Id="rId3" Type="http://schemas.microsoft.com/office/2011/relationships/chartStyle" Target="style32.xml"/><Relationship Id="rId4" Type="http://schemas.microsoft.com/office/2011/relationships/chartColorStyle" Target="colors32.xml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5.xlsx"/><Relationship Id="rId2" Type="http://schemas.microsoft.com/office/2011/relationships/chartStyle" Target="style33.xml"/><Relationship Id="rId3" Type="http://schemas.microsoft.com/office/2011/relationships/chartColorStyle" Target="colors33.xml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6.xlsx"/><Relationship Id="rId2" Type="http://schemas.microsoft.com/office/2011/relationships/chartStyle" Target="style34.xml"/><Relationship Id="rId3" Type="http://schemas.microsoft.com/office/2011/relationships/chartColorStyle" Target="colors34.xml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7.xlsx"/><Relationship Id="rId2" Type="http://schemas.microsoft.com/office/2011/relationships/chartStyle" Target="style35.xml"/><Relationship Id="rId3" Type="http://schemas.microsoft.com/office/2011/relationships/chartColorStyle" Target="colors35.xml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8.xlsx"/><Relationship Id="rId2" Type="http://schemas.microsoft.com/office/2011/relationships/chartStyle" Target="style36.xml"/><Relationship Id="rId3" Type="http://schemas.microsoft.com/office/2011/relationships/chartColorStyle" Target="colors36.xml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9.xlsx"/><Relationship Id="rId2" Type="http://schemas.microsoft.com/office/2011/relationships/chartStyle" Target="style37.xml"/><Relationship Id="rId3" Type="http://schemas.microsoft.com/office/2011/relationships/chartColorStyle" Target="colors37.xml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0.xlsx"/><Relationship Id="rId2" Type="http://schemas.microsoft.com/office/2011/relationships/chartStyle" Target="style38.xml"/><Relationship Id="rId3" Type="http://schemas.microsoft.com/office/2011/relationships/chartColorStyle" Target="colors38.xml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1"/>
          <c:y val="0.141098426505092"/>
          <c:w val="0.82268276961736"/>
          <c:h val="0.644390554788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目标</c:v>
                </c:pt>
                <c:pt idx="1">
                  <c:v>录用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185000000</c:v>
                </c:pt>
                <c:pt idx="1">
                  <c:v>225000000</c:v>
                </c:pt>
                <c:pt idx="2">
                  <c:v>268000000</c:v>
                </c:pt>
                <c:pt idx="3">
                  <c:v>342000000</c:v>
                </c:pt>
                <c:pt idx="4">
                  <c:v>385000000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0.032</c:v>
                </c:pt>
                <c:pt idx="1">
                  <c:v>0.028</c:v>
                </c:pt>
                <c:pt idx="2">
                  <c:v>0.035</c:v>
                </c:pt>
                <c:pt idx="3">
                  <c:v>0.038</c:v>
                </c:pt>
                <c:pt idx="4">
                  <c:v>0.041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8034256"/>
        <c:axId val="1058033776"/>
      </c:line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4432"/>
        <c:crosses val="autoZero"/>
        <c:crossBetween val="between"/>
        <c:dispUnits>
          <c:builtInUnit val="millions"/>
        </c:dispUnits>
      </c:valAx>
      <c:catAx>
        <c:axId val="1058034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058033776"/>
        <c:crosses val="autoZero"/>
        <c:auto val="1"/>
        <c:lblAlgn val="ctr"/>
        <c:lblOffset val="100"/>
        <c:noMultiLvlLbl val="0"/>
      </c:catAx>
      <c:valAx>
        <c:axId val="1058033776"/>
        <c:scaling>
          <c:orientation val="minMax"/>
          <c:min val="0.01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580342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205676855895196"/>
          <c:y val="0.107937868601565"/>
          <c:w val="0.28296943231441"/>
          <c:h val="0.08298691943781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西北</c:v>
                </c:pt>
                <c:pt idx="5">
                  <c:v>东北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1450000</c:v>
                </c:pt>
                <c:pt idx="1">
                  <c:v>980000</c:v>
                </c:pt>
                <c:pt idx="2">
                  <c:v>760000</c:v>
                </c:pt>
                <c:pt idx="3">
                  <c:v>650000</c:v>
                </c:pt>
                <c:pt idx="4">
                  <c:v>420000</c:v>
                </c:pt>
                <c:pt idx="5">
                  <c:v>340000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0.825</c:v>
                </c:pt>
                <c:pt idx="1">
                  <c:v>0.175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0.825</c:v>
                </c:pt>
                <c:pt idx="1">
                  <c:v>0.175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0.789</c:v>
                </c:pt>
                <c:pt idx="1">
                  <c:v>0.211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0.562</c:v>
                </c:pt>
                <c:pt idx="1">
                  <c:v>0.438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0.718</c:v>
                </c:pt>
                <c:pt idx="1">
                  <c:v>0.282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线上门店折线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线上门店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8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autoZero"/>
        <c:auto val="1"/>
        <c:lblAlgn val="ctr"/>
        <c:lblOffset val="100"/>
        <c:noMultiLvlLbl val="0"/>
      </c:catAx>
      <c:valAx>
        <c:axId val="19484131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电商平台2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电商平台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7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直销团队2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直销团队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经销商2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经销商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线下门店</c:v>
                </c:pt>
                <c:pt idx="1">
                  <c:v>电商平台</c:v>
                </c:pt>
                <c:pt idx="2">
                  <c:v>直销团队</c:v>
                </c:pt>
                <c:pt idx="3">
                  <c:v>经销商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3245</c:v>
                </c:pt>
                <c:pt idx="1">
                  <c:v>2865</c:v>
                </c:pt>
                <c:pt idx="2">
                  <c:v>1542</c:v>
                </c:pt>
                <c:pt idx="3">
                  <c:v>1619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78410902296184"/>
          <c:y val="0.0112733991079648"/>
          <c:w val="0.945967396111292"/>
          <c:h val="0.9632671313208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服务收入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0.36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3"/>
        <c:holeSize val="4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7429312560423"/>
          <c:y val="0.0668786617823039"/>
          <c:w val="0.92169335113919"/>
          <c:h val="0.66799207755066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0.48</c:v>
                </c:pt>
                <c:pt idx="2">
                  <c:v>0.52</c:v>
                </c:pt>
                <c:pt idx="3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新兴业务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</c:v>
                </c:pt>
                <c:pt idx="1">
                  <c:v>0.28</c:v>
                </c:pt>
                <c:pt idx="2">
                  <c:v>0.32</c:v>
                </c:pt>
                <c:pt idx="3">
                  <c:v>0.35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投资收入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其他收入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.00280703057276253"/>
                  <c:y val="-0.024659881587014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4"/>
        <c:overlap val="100"/>
        <c:axId val="1805540784"/>
        <c:axId val="1805516304"/>
      </c:barChart>
      <c:catAx>
        <c:axId val="180554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805516304"/>
        <c:crosses val="autoZero"/>
        <c:auto val="1"/>
        <c:lblAlgn val="ctr"/>
        <c:lblOffset val="100"/>
        <c:noMultiLvlLbl val="0"/>
      </c:catAx>
      <c:valAx>
        <c:axId val="180551630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8055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135261520208189"/>
          <c:y val="0.844596750948262"/>
          <c:w val="0.707020493975493"/>
          <c:h val="0.110555864788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bg1"/>
          </a:solidFill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59</c:v>
                </c:pt>
                <c:pt idx="2">
                  <c:v>80</c:v>
                </c:pt>
                <c:pt idx="3">
                  <c:v>81</c:v>
                </c:pt>
                <c:pt idx="4">
                  <c:v>78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00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3185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631630731481262"/>
          <c:y val="0.078663778557032"/>
          <c:w val="0.971502712197163"/>
          <c:h val="0.73952445876500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09889728"/>
        <c:axId val="90989068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营收金额（折现）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530233501670395"/>
                  <c:y val="-0.08571912164638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480633777412222"/>
                  <c:y val="-0.09890667882275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592613913631618"/>
                  <c:y val="-0.08571912164638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561423707651007"/>
                  <c:y val="-0.065937785881837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2543120"/>
        <c:axId val="892538320"/>
      </c:lineChart>
      <c:catAx>
        <c:axId val="90988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909890688"/>
        <c:crosses val="autoZero"/>
        <c:auto val="1"/>
        <c:lblAlgn val="ctr"/>
        <c:lblOffset val="100"/>
        <c:noMultiLvlLbl val="0"/>
      </c:catAx>
      <c:valAx>
        <c:axId val="909890688"/>
        <c:scaling>
          <c:orientation val="minMax"/>
          <c:max val="65"/>
          <c:min val="45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909889728"/>
        <c:crosses val="autoZero"/>
        <c:crossBetween val="between"/>
        <c:majorUnit val="5"/>
      </c:valAx>
      <c:catAx>
        <c:axId val="892543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892538320"/>
        <c:crosses val="autoZero"/>
        <c:auto val="1"/>
        <c:lblAlgn val="ctr"/>
        <c:lblOffset val="100"/>
        <c:noMultiLvlLbl val="0"/>
      </c:catAx>
      <c:valAx>
        <c:axId val="892538320"/>
        <c:scaling>
          <c:orientation val="minMax"/>
          <c:max val="65"/>
          <c:min val="45"/>
        </c:scaling>
        <c:delete val="1"/>
        <c:axPos val="r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892543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财务部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587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生产部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1256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市场部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632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研发部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623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7748847"/>
        <c:axId val="1627752687"/>
      </c:barChart>
      <c:catAx>
        <c:axId val="1627748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27752687"/>
        <c:crosses val="autoZero"/>
        <c:auto val="1"/>
        <c:lblAlgn val="ctr"/>
        <c:lblOffset val="100"/>
        <c:noMultiLvlLbl val="0"/>
      </c:catAx>
      <c:valAx>
        <c:axId val="162775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2774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1042</c:v>
                </c:pt>
                <c:pt idx="1">
                  <c:v>2150</c:v>
                </c:pt>
                <c:pt idx="2">
                  <c:v>1567</c:v>
                </c:pt>
                <c:pt idx="3">
                  <c:v>1300</c:v>
                </c:pt>
                <c:pt idx="4">
                  <c:v>987</c:v>
                </c:pt>
                <c:pt idx="5">
                  <c:v>801</c:v>
                </c:pt>
                <c:pt idx="6">
                  <c:v>654</c:v>
                </c:pt>
                <c:pt idx="7">
                  <c:v>345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7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</c:scaling>
        <c:delete val="1"/>
        <c:axPos val="l"/>
        <c:numFmt formatCode="_ * #,##0_ ;_ * \-#,##0_ ;_ * &quot;-&quot;??_ ;_ @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118122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1691117956312"/>
          <c:y val="0.0496275290408677"/>
          <c:w val="0.549698768971306"/>
          <c:h val="0.77796778859502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Lbls>
            <c:dLbl>
              <c:idx val="0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35a7e38e-247b-426c-b0e2-58a2e307e25b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0acfd0c9-d793-4b38-aa28-bfadccd57e4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cdca3486-0068-4c5b-9be0-57f8be145dcf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d4056553-d02e-4fe4-bf30-adef47569107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4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ceb0ca7b-6a6e-4011-b936-9aed508571c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5"/>
              <c:layout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a6fba508-3902-4364-88e1-3838644706fd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6"/>
              <c:layout>
                <c:manualLayout>
                  <c:x val="0"/>
                  <c:y val="-0.024338104176667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f0f37cb2-56c6-4d89-8546-87eb9a80e853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dLbl>
              <c:idx val="7"/>
              <c:layout>
                <c:manualLayout>
                  <c:x val="0.1657640810476"/>
                  <c:y val="-0.089728892192775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9411459e-a75f-4a3a-8078-6aecf1d5416a}" type="CELLRANGE">
                      <a:t>[CELLRANGE]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</c:v>
                </c:pt>
                <c:pt idx="1">
                  <c:v>167</c:v>
                </c:pt>
                <c:pt idx="2">
                  <c:v>98</c:v>
                </c:pt>
                <c:pt idx="3">
                  <c:v>75</c:v>
                </c:pt>
                <c:pt idx="4">
                  <c:v>45</c:v>
                </c:pt>
                <c:pt idx="5">
                  <c:v>31</c:v>
                </c:pt>
                <c:pt idx="6">
                  <c:v>24</c:v>
                </c:pt>
                <c:pt idx="7">
                  <c:v>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126</c:v>
                  </c:pt>
                  <c:pt idx="1">
                    <c:v>167</c:v>
                  </c:pt>
                  <c:pt idx="2">
                    <c:v>98</c:v>
                  </c:pt>
                  <c:pt idx="3">
                    <c:v>75</c:v>
                  </c:pt>
                  <c:pt idx="4">
                    <c:v>45</c:v>
                  </c:pt>
                  <c:pt idx="5">
                    <c:v>31</c:v>
                  </c:pt>
                  <c:pt idx="6">
                    <c:v>24</c:v>
                  </c:pt>
                  <c:pt idx="7">
                    <c:v>4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1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72566578543934"/>
          <c:y val="0.029836216057208"/>
          <c:w val="0.16062306094391"/>
          <c:h val="0.8446951716478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043046085472"/>
          <c:y val="0.040032975061725"/>
          <c:w val="0.535865922740658"/>
          <c:h val="0.81508844947037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Lbls>
            <c:dLbl>
              <c:idx val="5"/>
              <c:layout>
                <c:manualLayout>
                  <c:x val="0.0933878557236753"/>
                  <c:y val="0.10964116069066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762333550949266"/>
                  <c:y val="0.061784014525066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215993763055017"/>
                  <c:y val="0.0018722428643959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856</c:v>
                </c:pt>
                <c:pt idx="1" c:formatCode="_ * #,##0_ ;_ * \-#,##0_ ;_ * &quot;-&quot;??_ ;_ @_ ">
                  <c:v>1024</c:v>
                </c:pt>
                <c:pt idx="2">
                  <c:v>732</c:v>
                </c:pt>
                <c:pt idx="3">
                  <c:v>645</c:v>
                </c:pt>
                <c:pt idx="4">
                  <c:v>432</c:v>
                </c:pt>
                <c:pt idx="5">
                  <c:v>358</c:v>
                </c:pt>
                <c:pt idx="6">
                  <c:v>298</c:v>
                </c:pt>
                <c:pt idx="7">
                  <c:v>102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747426601144112"/>
          <c:y val="0.00317485215178199"/>
          <c:w val="0.157436339586302"/>
          <c:h val="0.88983369176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0.162</c:v>
                </c:pt>
                <c:pt idx="1">
                  <c:v>0.168</c:v>
                </c:pt>
                <c:pt idx="2">
                  <c:v>0.175</c:v>
                </c:pt>
                <c:pt idx="3">
                  <c:v>0.179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5347808"/>
        <c:axId val="1115333888"/>
      </c:lineChart>
      <c:catAx>
        <c:axId val="111534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115333888"/>
        <c:crosses val="autoZero"/>
        <c:auto val="1"/>
        <c:lblAlgn val="ctr"/>
        <c:lblOffset val="100"/>
        <c:noMultiLvlLbl val="0"/>
      </c:catAx>
      <c:valAx>
        <c:axId val="11153338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11534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11847374369405"/>
          <c:y val="0.0963049806961063"/>
          <c:w val="0.860149174578484"/>
          <c:h val="0.64305580428725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单位（万）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10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156</c:v>
                </c:pt>
                <c:pt idx="1">
                  <c:v>220</c:v>
                </c:pt>
                <c:pt idx="2">
                  <c:v>360</c:v>
                </c:pt>
                <c:pt idx="3">
                  <c:v>560</c:v>
                </c:pt>
                <c:pt idx="4">
                  <c:v>480</c:v>
                </c:pt>
                <c:pt idx="5">
                  <c:v>724</c:v>
                </c:pt>
                <c:pt idx="6">
                  <c:v>560</c:v>
                </c:pt>
                <c:pt idx="7">
                  <c:v>620</c:v>
                </c:pt>
                <c:pt idx="8">
                  <c:v>510</c:v>
                </c:pt>
                <c:pt idx="9">
                  <c:v>840</c:v>
                </c:pt>
                <c:pt idx="10">
                  <c:v>640</c:v>
                </c:pt>
                <c:pt idx="11">
                  <c:v>740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100"/>
        <c:axId val="74092863"/>
        <c:axId val="2080601984"/>
      </c:barChart>
      <c:catAx>
        <c:axId val="740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2080601984"/>
        <c:crosses val="autoZero"/>
        <c:auto val="1"/>
        <c:lblAlgn val="ctr"/>
        <c:lblOffset val="100"/>
        <c:noMultiLvlLbl val="0"/>
      </c:cat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0.0462313194516258"/>
              <c:y val="0.5510470976501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4092863"/>
        <c:crossesAt val="1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0654627539503"/>
          <c:y val="0.0708185053380783"/>
          <c:w val="0.922385633397401"/>
          <c:h val="0.3822658672510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503725164811447"/>
          <c:y val="0.0128700128700129"/>
          <c:w val="0.491065597473672"/>
          <c:h val="0.11058769832953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>
          <a:solidFill>
            <a:schemeClr val="tx1">
              <a:lumMod val="85000"/>
              <a:lumOff val="1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产品各平台售额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>
        <c:manualLayout>
          <c:xMode val="edge"/>
          <c:yMode val="edge"/>
          <c:x val="0.820062903492799"/>
          <c:y val="0.0090105406324379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0.0801785419077534"/>
              <c:y val="0.5920435226113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b="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销售额</a:t>
            </a:r>
            <a:endParaRPr lang="zh-CN" altLang="en-US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>
              <a:glow rad="228600">
                <a:schemeClr val="bg1">
                  <a:alpha val="40000"/>
                </a:schemeClr>
              </a:glo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accent1"/>
                    </a:solidFill>
                    <a:effectLst>
                      <a:glow rad="279400">
                        <a:schemeClr val="bg1"/>
                      </a:glow>
                    </a:effectLst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0.382</c:v>
                </c:pt>
                <c:pt idx="1">
                  <c:v>0.618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61412372"/>
        <c:axId val="982198268"/>
      </c:lineChart>
      <c:catAx>
        <c:axId val="561412372"/>
        <c:scaling>
          <c:orientation val="minMax"/>
        </c:scaling>
        <c:delete val="0"/>
        <c:axPos val="b"/>
        <c:min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prstDash val="dash"/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982198268"/>
        <c:crosses val="autoZero"/>
        <c:auto val="1"/>
        <c:lblAlgn val="ctr"/>
        <c:lblOffset val="100"/>
        <c:noMultiLvlLbl val="0"/>
      </c:catAx>
      <c:valAx>
        <c:axId val="9821982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prstDash val="dash"/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5614123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</a:p>
      </c:txPr>
    </c:legend>
    <c:plotVisOnly val="1"/>
    <c:dispBlanksAs val="gap"/>
    <c:showDLblsOverMax val="0"/>
  </c:chart>
  <c:spPr>
    <a:solidFill>
      <a:srgbClr val="5B9BD5">
        <a:alpha val="5000"/>
      </a:srgbClr>
    </a:solidFill>
    <a:ln w="6350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 altLang="en-US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  <a:endParaRPr lang="zh-CN" altLang="en-US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34</c:v>
                </c:pt>
                <c:pt idx="2">
                  <c:v>21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 lang="zh-CN"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关键指标完成情况</a:t>
            </a:r>
            <a:endParaRPr lang="zh-CN"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>
        <c:manualLayout>
          <c:xMode val="edge"/>
          <c:yMode val="edge"/>
          <c:x val="0.319776887252247"/>
          <c:y val="0.020673971469919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活动支出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核心产品营收</c:v>
                </c:pt>
                <c:pt idx="1">
                  <c:v>活跃用户数</c:v>
                </c:pt>
                <c:pt idx="2">
                  <c:v>项目成本增长</c:v>
                </c:pt>
                <c:pt idx="3">
                  <c:v>项目成交总额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48</c:v>
                </c:pt>
                <c:pt idx="2">
                  <c:v>32</c:v>
                </c:pt>
                <c:pt idx="3">
                  <c:v>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1410591"/>
        <c:axId val="6279696"/>
      </c:barChart>
      <c:catAx>
        <c:axId val="13314105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6279696"/>
        <c:crosses val="autoZero"/>
        <c:auto val="1"/>
        <c:lblAlgn val="ctr"/>
        <c:lblOffset val="100"/>
        <c:noMultiLvlLbl val="0"/>
      </c:catAx>
      <c:valAx>
        <c:axId val="627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133141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b="0" i="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0.64</c:v>
                </c:pt>
                <c:pt idx="1">
                  <c:v>0.82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</c:v>
                </c:pt>
                <c:pt idx="1">
                  <c:v>0.12</c:v>
                </c:pt>
                <c:pt idx="2">
                  <c:v>0.48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0.34</c:v>
                </c:pt>
                <c:pt idx="2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0.62</c:v>
                </c:pt>
                <c:pt idx="1">
                  <c:v>0.66</c:v>
                </c:pt>
                <c:pt idx="2">
                  <c:v>0.39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466812847812329"/>
          <c:w val="1"/>
          <c:h val="0.9066374304375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Heavy" panose="020B0A00000000000000" pitchFamily="3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</c:v>
                </c:pt>
                <c:pt idx="1">
                  <c:v>0.72</c:v>
                </c:pt>
                <c:pt idx="2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0.28</c:v>
                </c:pt>
                <c:pt idx="2">
                  <c:v>0.55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Heavy" panose="020B0A00000000000000" pitchFamily="34" charset="-122"/>
              </a:defRPr>
            </a:pPr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</a:p>
  </c:txPr>
  <c:externalData r:id="rId1">
    <c:autoUpdate val="0"/>
  </c:externalData>
</c:chartSpac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100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1011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188.xml"/><Relationship Id="rId2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189.xml"/><Relationship Id="rId2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192.xml"/><Relationship Id="rId2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193.xml"/><Relationship Id="rId2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94.xml"/><Relationship Id="rId3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tags" Target="../tags/tag196.xml"/><Relationship Id="rId2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tags" Target="../tags/tag197.xml"/><Relationship Id="rId2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tags" Target="../tags/tag198.xml"/><Relationship Id="rId2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tags" Target="../tags/tag199.xml"/><Relationship Id="rId2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tags" Target="../tags/tag200.xml"/><Relationship Id="rId2" Type="http://schemas.openxmlformats.org/officeDocument/2006/relationships/tags" Target="../tags/tag201.xml"/><Relationship Id="rId3" Type="http://schemas.openxmlformats.org/officeDocument/2006/relationships/tags" Target="../tags/tag202.xml"/><Relationship Id="rId4" Type="http://schemas.openxmlformats.org/officeDocument/2006/relationships/tags" Target="../tags/tag203.xml"/><Relationship Id="rId5" Type="http://schemas.openxmlformats.org/officeDocument/2006/relationships/tags" Target="../tags/tag204.xml"/><Relationship Id="rId6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tags" Target="../tags/tag205.xml"/><Relationship Id="rId2" Type="http://schemas.openxmlformats.org/officeDocument/2006/relationships/tags" Target="../tags/tag206.xml"/><Relationship Id="rId3" Type="http://schemas.openxmlformats.org/officeDocument/2006/relationships/tags" Target="../tags/tag207.xml"/><Relationship Id="rId4" Type="http://schemas.openxmlformats.org/officeDocument/2006/relationships/tags" Target="../tags/tag208.xml"/><Relationship Id="rId5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tags" Target="../tags/tag210.xml"/><Relationship Id="rId2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tags" Target="../tags/tag211.xml"/><Relationship Id="rId2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chart" Target="../charts/chart10.xml"/><Relationship Id="rId3" Type="http://schemas.openxmlformats.org/officeDocument/2006/relationships/image" Target="../media/image53.png"/><Relationship Id="rId4" Type="http://schemas.openxmlformats.org/officeDocument/2006/relationships/tags" Target="../tags/tag212.xml"/><Relationship Id="rId5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tags" Target="../tags/tag213.xml"/><Relationship Id="rId5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Relationship Id="rId6" Type="http://schemas.openxmlformats.org/officeDocument/2006/relationships/chart" Target="../charts/chart16.xml"/><Relationship Id="rId7" Type="http://schemas.openxmlformats.org/officeDocument/2006/relationships/chart" Target="../charts/chart17.xml"/><Relationship Id="rId8" Type="http://schemas.openxmlformats.org/officeDocument/2006/relationships/chart" Target="../charts/chart18.xml"/><Relationship Id="rId9" Type="http://schemas.openxmlformats.org/officeDocument/2006/relationships/chart" Target="../charts/chart19.xml"/><Relationship Id="rId10" Type="http://schemas.openxmlformats.org/officeDocument/2006/relationships/chart" Target="../charts/chart20.xml"/><Relationship Id="rId11" Type="http://schemas.openxmlformats.org/officeDocument/2006/relationships/tags" Target="../tags/tag214.xml"/><Relationship Id="rId12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image" Target="../media/image57.png"/><Relationship Id="rId6" Type="http://schemas.openxmlformats.org/officeDocument/2006/relationships/image" Target="../media/image18.svg"/><Relationship Id="rId7" Type="http://schemas.openxmlformats.org/officeDocument/2006/relationships/tags" Target="../tags/tag215.xml"/><Relationship Id="rId8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tags" Target="../tags/tag216.xml"/><Relationship Id="rId3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tags" Target="../tags/tag217.xml"/><Relationship Id="rId6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tags" Target="../tags/tag218.xml"/><Relationship Id="rId2" Type="http://schemas.openxmlformats.org/officeDocument/2006/relationships/tags" Target="../tags/tag219.xml"/><Relationship Id="rId3" Type="http://schemas.openxmlformats.org/officeDocument/2006/relationships/tags" Target="../tags/tag220.xml"/><Relationship Id="rId4" Type="http://schemas.openxmlformats.org/officeDocument/2006/relationships/tags" Target="../tags/tag221.xml"/><Relationship Id="rId5" Type="http://schemas.openxmlformats.org/officeDocument/2006/relationships/tags" Target="../tags/tag222.xml"/><Relationship Id="rId6" Type="http://schemas.openxmlformats.org/officeDocument/2006/relationships/tags" Target="../tags/tag223.xml"/><Relationship Id="rId7" Type="http://schemas.openxmlformats.org/officeDocument/2006/relationships/tags" Target="../tags/tag224.xml"/><Relationship Id="rId8" Type="http://schemas.openxmlformats.org/officeDocument/2006/relationships/tags" Target="../tags/tag225.xml"/><Relationship Id="rId9" Type="http://schemas.openxmlformats.org/officeDocument/2006/relationships/tags" Target="../tags/tag226.xml"/><Relationship Id="rId10" Type="http://schemas.openxmlformats.org/officeDocument/2006/relationships/tags" Target="../tags/tag227.xml"/><Relationship Id="rId11" Type="http://schemas.openxmlformats.org/officeDocument/2006/relationships/tags" Target="../tags/tag228.xml"/><Relationship Id="rId12" Type="http://schemas.openxmlformats.org/officeDocument/2006/relationships/tags" Target="../tags/tag229.xml"/><Relationship Id="rId13" Type="http://schemas.openxmlformats.org/officeDocument/2006/relationships/tags" Target="../tags/tag230.xml"/><Relationship Id="rId14" Type="http://schemas.openxmlformats.org/officeDocument/2006/relationships/tags" Target="../tags/tag231.xml"/><Relationship Id="rId15" Type="http://schemas.openxmlformats.org/officeDocument/2006/relationships/tags" Target="../tags/tag232.xml"/><Relationship Id="rId16" Type="http://schemas.openxmlformats.org/officeDocument/2006/relationships/tags" Target="../tags/tag233.xml"/><Relationship Id="rId17" Type="http://schemas.openxmlformats.org/officeDocument/2006/relationships/tags" Target="../tags/tag234.xml"/><Relationship Id="rId18" Type="http://schemas.openxmlformats.org/officeDocument/2006/relationships/tags" Target="../tags/tag235.xml"/><Relationship Id="rId19" Type="http://schemas.openxmlformats.org/officeDocument/2006/relationships/tags" Target="../tags/tag236.xml"/><Relationship Id="rId20" Type="http://schemas.openxmlformats.org/officeDocument/2006/relationships/tags" Target="../tags/tag237.xml"/><Relationship Id="rId21" Type="http://schemas.openxmlformats.org/officeDocument/2006/relationships/tags" Target="../tags/tag238.xml"/><Relationship Id="rId22" Type="http://schemas.openxmlformats.org/officeDocument/2006/relationships/tags" Target="../tags/tag239.xml"/><Relationship Id="rId23" Type="http://schemas.openxmlformats.org/officeDocument/2006/relationships/tags" Target="../tags/tag240.xml"/><Relationship Id="rId24" Type="http://schemas.openxmlformats.org/officeDocument/2006/relationships/tags" Target="../tags/tag241.xml"/><Relationship Id="rId25" Type="http://schemas.openxmlformats.org/officeDocument/2006/relationships/tags" Target="../tags/tag242.xml"/><Relationship Id="rId26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tags" Target="../tags/tag243.xml"/><Relationship Id="rId2" Type="http://schemas.openxmlformats.org/officeDocument/2006/relationships/tags" Target="../tags/tag244.xml"/><Relationship Id="rId3" Type="http://schemas.openxmlformats.org/officeDocument/2006/relationships/tags" Target="../tags/tag245.xml"/><Relationship Id="rId4" Type="http://schemas.openxmlformats.org/officeDocument/2006/relationships/tags" Target="../tags/tag246.xml"/><Relationship Id="rId5" Type="http://schemas.openxmlformats.org/officeDocument/2006/relationships/tags" Target="../tags/tag247.xml"/><Relationship Id="rId6" Type="http://schemas.openxmlformats.org/officeDocument/2006/relationships/tags" Target="../tags/tag248.xml"/><Relationship Id="rId7" Type="http://schemas.openxmlformats.org/officeDocument/2006/relationships/tags" Target="../tags/tag249.xml"/><Relationship Id="rId8" Type="http://schemas.openxmlformats.org/officeDocument/2006/relationships/tags" Target="../tags/tag250.xml"/><Relationship Id="rId9" Type="http://schemas.openxmlformats.org/officeDocument/2006/relationships/tags" Target="../tags/tag251.xml"/><Relationship Id="rId10" Type="http://schemas.openxmlformats.org/officeDocument/2006/relationships/tags" Target="../tags/tag252.xml"/><Relationship Id="rId11" Type="http://schemas.openxmlformats.org/officeDocument/2006/relationships/tags" Target="../tags/tag253.xml"/><Relationship Id="rId12" Type="http://schemas.openxmlformats.org/officeDocument/2006/relationships/tags" Target="../tags/tag254.xml"/><Relationship Id="rId13" Type="http://schemas.openxmlformats.org/officeDocument/2006/relationships/tags" Target="../tags/tag255.xml"/><Relationship Id="rId14" Type="http://schemas.openxmlformats.org/officeDocument/2006/relationships/tags" Target="../tags/tag256.xml"/><Relationship Id="rId15" Type="http://schemas.openxmlformats.org/officeDocument/2006/relationships/tags" Target="../tags/tag257.xml"/><Relationship Id="rId16" Type="http://schemas.openxmlformats.org/officeDocument/2006/relationships/tags" Target="../tags/tag258.xml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tags" Target="../tags/tag259.xml"/><Relationship Id="rId2" Type="http://schemas.openxmlformats.org/officeDocument/2006/relationships/tags" Target="../tags/tag260.xml"/><Relationship Id="rId3" Type="http://schemas.openxmlformats.org/officeDocument/2006/relationships/tags" Target="../tags/tag261.xml"/><Relationship Id="rId4" Type="http://schemas.openxmlformats.org/officeDocument/2006/relationships/tags" Target="../tags/tag262.xml"/><Relationship Id="rId5" Type="http://schemas.openxmlformats.org/officeDocument/2006/relationships/tags" Target="../tags/tag263.xml"/><Relationship Id="rId6" Type="http://schemas.openxmlformats.org/officeDocument/2006/relationships/tags" Target="../tags/tag264.xml"/><Relationship Id="rId7" Type="http://schemas.openxmlformats.org/officeDocument/2006/relationships/tags" Target="../tags/tag265.xml"/><Relationship Id="rId8" Type="http://schemas.openxmlformats.org/officeDocument/2006/relationships/tags" Target="../tags/tag266.xml"/><Relationship Id="rId9" Type="http://schemas.openxmlformats.org/officeDocument/2006/relationships/tags" Target="../tags/tag267.xml"/><Relationship Id="rId10" Type="http://schemas.openxmlformats.org/officeDocument/2006/relationships/tags" Target="../tags/tag268.xml"/><Relationship Id="rId11" Type="http://schemas.openxmlformats.org/officeDocument/2006/relationships/tags" Target="../tags/tag269.xml"/><Relationship Id="rId12" Type="http://schemas.openxmlformats.org/officeDocument/2006/relationships/tags" Target="../tags/tag270.xml"/><Relationship Id="rId13" Type="http://schemas.openxmlformats.org/officeDocument/2006/relationships/tags" Target="../tags/tag271.xml"/><Relationship Id="rId14" Type="http://schemas.openxmlformats.org/officeDocument/2006/relationships/tags" Target="../tags/tag272.xml"/><Relationship Id="rId15" Type="http://schemas.openxmlformats.org/officeDocument/2006/relationships/tags" Target="../tags/tag273.xml"/><Relationship Id="rId16" Type="http://schemas.openxmlformats.org/officeDocument/2006/relationships/tags" Target="../tags/tag274.xml"/><Relationship Id="rId17" Type="http://schemas.openxmlformats.org/officeDocument/2006/relationships/tags" Target="../tags/tag275.xml"/><Relationship Id="rId18" Type="http://schemas.openxmlformats.org/officeDocument/2006/relationships/slideLayout" Target="../slideLayouts/slideLayout5.xml"/><Relationship Id="rId19" Type="http://schemas.openxmlformats.org/officeDocument/2006/relationships/notesSlide" Target="../notesSlides/notesSlide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0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tags" Target="../tags/tag311.xml"/><Relationship Id="rId27" Type="http://schemas.openxmlformats.org/officeDocument/2006/relationships/tags" Target="../tags/tag312.xml"/><Relationship Id="rId28" Type="http://schemas.openxmlformats.org/officeDocument/2006/relationships/tags" Target="../tags/tag313.xml"/><Relationship Id="rId29" Type="http://schemas.openxmlformats.org/officeDocument/2006/relationships/tags" Target="../tags/tag314.xml"/><Relationship Id="rId30" Type="http://schemas.openxmlformats.org/officeDocument/2006/relationships/tags" Target="../tags/tag315.xml"/><Relationship Id="rId31" Type="http://schemas.openxmlformats.org/officeDocument/2006/relationships/tags" Target="../tags/tag316.xml"/><Relationship Id="rId32" Type="http://schemas.openxmlformats.org/officeDocument/2006/relationships/tags" Target="../tags/tag317.xml"/><Relationship Id="rId33" Type="http://schemas.openxmlformats.org/officeDocument/2006/relationships/tags" Target="../tags/tag318.xml"/><Relationship Id="rId34" Type="http://schemas.openxmlformats.org/officeDocument/2006/relationships/slideLayout" Target="../slideLayouts/slideLayout5.xml"/><Relationship Id="rId35" Type="http://schemas.openxmlformats.org/officeDocument/2006/relationships/notesSlide" Target="../notesSlides/notesSlide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tags" Target="../tags/tag336.xml"/><Relationship Id="rId19" Type="http://schemas.openxmlformats.org/officeDocument/2006/relationships/tags" Target="../tags/tag337.xml"/><Relationship Id="rId20" Type="http://schemas.openxmlformats.org/officeDocument/2006/relationships/tags" Target="../tags/tag338.xml"/><Relationship Id="rId21" Type="http://schemas.openxmlformats.org/officeDocument/2006/relationships/tags" Target="../tags/tag339.xml"/><Relationship Id="rId22" Type="http://schemas.openxmlformats.org/officeDocument/2006/relationships/tags" Target="../tags/tag340.xml"/><Relationship Id="rId23" Type="http://schemas.openxmlformats.org/officeDocument/2006/relationships/tags" Target="../tags/tag341.xml"/><Relationship Id="rId24" Type="http://schemas.openxmlformats.org/officeDocument/2006/relationships/tags" Target="../tags/tag342.xml"/><Relationship Id="rId25" Type="http://schemas.openxmlformats.org/officeDocument/2006/relationships/tags" Target="../tags/tag343.xml"/><Relationship Id="rId26" Type="http://schemas.openxmlformats.org/officeDocument/2006/relationships/tags" Target="../tags/tag344.xml"/><Relationship Id="rId27" Type="http://schemas.openxmlformats.org/officeDocument/2006/relationships/tags" Target="../tags/tag345.xml"/><Relationship Id="rId28" Type="http://schemas.openxmlformats.org/officeDocument/2006/relationships/tags" Target="../tags/tag346.xml"/><Relationship Id="rId29" Type="http://schemas.openxmlformats.org/officeDocument/2006/relationships/tags" Target="../tags/tag347.xml"/><Relationship Id="rId30" Type="http://schemas.openxmlformats.org/officeDocument/2006/relationships/tags" Target="../tags/tag348.xml"/><Relationship Id="rId31" Type="http://schemas.openxmlformats.org/officeDocument/2006/relationships/slideLayout" Target="../slideLayouts/slideLayout5.xml"/><Relationship Id="rId32" Type="http://schemas.openxmlformats.org/officeDocument/2006/relationships/notesSlide" Target="../notesSlides/notesSlide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1.xml"/><Relationship Id="rId2" Type="http://schemas.openxmlformats.org/officeDocument/2006/relationships/chart" Target="../charts/chart32.xml"/><Relationship Id="rId3" Type="http://schemas.openxmlformats.org/officeDocument/2006/relationships/chart" Target="../charts/chart33.xml"/><Relationship Id="rId4" Type="http://schemas.openxmlformats.org/officeDocument/2006/relationships/tags" Target="../tags/tag349.xml"/><Relationship Id="rId5" Type="http://schemas.openxmlformats.org/officeDocument/2006/relationships/tags" Target="../tags/tag350.xml"/><Relationship Id="rId6" Type="http://schemas.openxmlformats.org/officeDocument/2006/relationships/tags" Target="../tags/tag351.xml"/><Relationship Id="rId7" Type="http://schemas.openxmlformats.org/officeDocument/2006/relationships/tags" Target="../tags/tag352.xml"/><Relationship Id="rId8" Type="http://schemas.openxmlformats.org/officeDocument/2006/relationships/tags" Target="../tags/tag353.xml"/><Relationship Id="rId9" Type="http://schemas.openxmlformats.org/officeDocument/2006/relationships/tags" Target="../tags/tag354.xml"/><Relationship Id="rId10" Type="http://schemas.openxmlformats.org/officeDocument/2006/relationships/tags" Target="../tags/tag355.xml"/><Relationship Id="rId11" Type="http://schemas.openxmlformats.org/officeDocument/2006/relationships/tags" Target="../tags/tag356.xml"/><Relationship Id="rId12" Type="http://schemas.openxmlformats.org/officeDocument/2006/relationships/tags" Target="../tags/tag357.xml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4.xml"/><Relationship Id="rId2" Type="http://schemas.openxmlformats.org/officeDocument/2006/relationships/tags" Target="../tags/tag358.xml"/><Relationship Id="rId3" Type="http://schemas.openxmlformats.org/officeDocument/2006/relationships/tags" Target="../tags/tag359.xml"/><Relationship Id="rId4" Type="http://schemas.openxmlformats.org/officeDocument/2006/relationships/tags" Target="../tags/tag360.xml"/><Relationship Id="rId5" Type="http://schemas.openxmlformats.org/officeDocument/2006/relationships/tags" Target="../tags/tag361.xml"/><Relationship Id="rId6" Type="http://schemas.openxmlformats.org/officeDocument/2006/relationships/tags" Target="../tags/tag362.xml"/><Relationship Id="rId7" Type="http://schemas.openxmlformats.org/officeDocument/2006/relationships/tags" Target="../tags/tag363.xml"/><Relationship Id="rId8" Type="http://schemas.openxmlformats.org/officeDocument/2006/relationships/tags" Target="../tags/tag364.xml"/><Relationship Id="rId9" Type="http://schemas.openxmlformats.org/officeDocument/2006/relationships/tags" Target="../tags/tag365.xml"/><Relationship Id="rId10" Type="http://schemas.openxmlformats.org/officeDocument/2006/relationships/tags" Target="../tags/tag366.xml"/><Relationship Id="rId11" Type="http://schemas.openxmlformats.org/officeDocument/2006/relationships/tags" Target="../tags/tag367.xml"/><Relationship Id="rId12" Type="http://schemas.openxmlformats.org/officeDocument/2006/relationships/tags" Target="../tags/tag368.xml"/><Relationship Id="rId13" Type="http://schemas.openxmlformats.org/officeDocument/2006/relationships/tags" Target="../tags/tag369.xml"/><Relationship Id="rId14" Type="http://schemas.openxmlformats.org/officeDocument/2006/relationships/tags" Target="../tags/tag370.xml"/><Relationship Id="rId15" Type="http://schemas.openxmlformats.org/officeDocument/2006/relationships/tags" Target="../tags/tag371.xml"/><Relationship Id="rId16" Type="http://schemas.openxmlformats.org/officeDocument/2006/relationships/tags" Target="../tags/tag372.xml"/><Relationship Id="rId17" Type="http://schemas.openxmlformats.org/officeDocument/2006/relationships/tags" Target="../tags/tag373.xml"/><Relationship Id="rId18" Type="http://schemas.openxmlformats.org/officeDocument/2006/relationships/tags" Target="../tags/tag374.xml"/><Relationship Id="rId19" Type="http://schemas.openxmlformats.org/officeDocument/2006/relationships/tags" Target="../tags/tag375.xml"/><Relationship Id="rId20" Type="http://schemas.openxmlformats.org/officeDocument/2006/relationships/tags" Target="../tags/tag376.xml"/><Relationship Id="rId21" Type="http://schemas.openxmlformats.org/officeDocument/2006/relationships/tags" Target="../tags/tag377.xml"/><Relationship Id="rId22" Type="http://schemas.openxmlformats.org/officeDocument/2006/relationships/tags" Target="../tags/tag378.xml"/><Relationship Id="rId23" Type="http://schemas.openxmlformats.org/officeDocument/2006/relationships/tags" Target="../tags/tag379.xml"/><Relationship Id="rId24" Type="http://schemas.openxmlformats.org/officeDocument/2006/relationships/tags" Target="../tags/tag380.xml"/><Relationship Id="rId25" Type="http://schemas.openxmlformats.org/officeDocument/2006/relationships/tags" Target="../tags/tag381.xml"/><Relationship Id="rId26" Type="http://schemas.openxmlformats.org/officeDocument/2006/relationships/tags" Target="../tags/tag382.xml"/><Relationship Id="rId27" Type="http://schemas.openxmlformats.org/officeDocument/2006/relationships/tags" Target="../tags/tag383.xml"/><Relationship Id="rId28" Type="http://schemas.openxmlformats.org/officeDocument/2006/relationships/tags" Target="../tags/tag384.xml"/><Relationship Id="rId29" Type="http://schemas.openxmlformats.org/officeDocument/2006/relationships/tags" Target="../tags/tag385.xml"/><Relationship Id="rId30" Type="http://schemas.openxmlformats.org/officeDocument/2006/relationships/tags" Target="../tags/tag386.xml"/><Relationship Id="rId31" Type="http://schemas.openxmlformats.org/officeDocument/2006/relationships/tags" Target="../tags/tag387.xml"/><Relationship Id="rId32" Type="http://schemas.openxmlformats.org/officeDocument/2006/relationships/tags" Target="../tags/tag388.xml"/><Relationship Id="rId33" Type="http://schemas.openxmlformats.org/officeDocument/2006/relationships/tags" Target="../tags/tag389.xml"/><Relationship Id="rId34" Type="http://schemas.openxmlformats.org/officeDocument/2006/relationships/tags" Target="../tags/tag390.xml"/><Relationship Id="rId35" Type="http://schemas.openxmlformats.org/officeDocument/2006/relationships/tags" Target="../tags/tag391.xml"/><Relationship Id="rId36" Type="http://schemas.openxmlformats.org/officeDocument/2006/relationships/tags" Target="../tags/tag392.xml"/><Relationship Id="rId37" Type="http://schemas.openxmlformats.org/officeDocument/2006/relationships/tags" Target="../tags/tag393.xml"/><Relationship Id="rId38" Type="http://schemas.openxmlformats.org/officeDocument/2006/relationships/tags" Target="../tags/tag394.xml"/><Relationship Id="rId39" Type="http://schemas.openxmlformats.org/officeDocument/2006/relationships/tags" Target="../tags/tag395.xml"/><Relationship Id="rId40" Type="http://schemas.openxmlformats.org/officeDocument/2006/relationships/tags" Target="../tags/tag396.xml"/><Relationship Id="rId41" Type="http://schemas.openxmlformats.org/officeDocument/2006/relationships/tags" Target="../tags/tag397.xml"/><Relationship Id="rId42" Type="http://schemas.openxmlformats.org/officeDocument/2006/relationships/tags" Target="../tags/tag398.xml"/><Relationship Id="rId43" Type="http://schemas.openxmlformats.org/officeDocument/2006/relationships/slideLayout" Target="../slideLayouts/slideLayout5.xml"/><Relationship Id="rId44" Type="http://schemas.openxmlformats.org/officeDocument/2006/relationships/notesSlide" Target="../notesSlides/notesSlide1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tags" Target="../tags/tag399.xml"/><Relationship Id="rId2" Type="http://schemas.openxmlformats.org/officeDocument/2006/relationships/tags" Target="../tags/tag400.xml"/><Relationship Id="rId3" Type="http://schemas.openxmlformats.org/officeDocument/2006/relationships/tags" Target="../tags/tag401.xml"/><Relationship Id="rId4" Type="http://schemas.openxmlformats.org/officeDocument/2006/relationships/tags" Target="../tags/tag402.xml"/><Relationship Id="rId5" Type="http://schemas.openxmlformats.org/officeDocument/2006/relationships/tags" Target="../tags/tag403.xml"/><Relationship Id="rId6" Type="http://schemas.openxmlformats.org/officeDocument/2006/relationships/tags" Target="../tags/tag404.xml"/><Relationship Id="rId7" Type="http://schemas.openxmlformats.org/officeDocument/2006/relationships/tags" Target="../tags/tag405.xml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5.xml"/><Relationship Id="rId2" Type="http://schemas.openxmlformats.org/officeDocument/2006/relationships/tags" Target="../tags/tag406.xml"/><Relationship Id="rId3" Type="http://schemas.openxmlformats.org/officeDocument/2006/relationships/tags" Target="../tags/tag407.xml"/><Relationship Id="rId4" Type="http://schemas.openxmlformats.org/officeDocument/2006/relationships/tags" Target="../tags/tag408.xml"/><Relationship Id="rId5" Type="http://schemas.openxmlformats.org/officeDocument/2006/relationships/tags" Target="../tags/tag409.xml"/><Relationship Id="rId6" Type="http://schemas.openxmlformats.org/officeDocument/2006/relationships/tags" Target="../tags/tag410.xml"/><Relationship Id="rId7" Type="http://schemas.openxmlformats.org/officeDocument/2006/relationships/tags" Target="../tags/tag411.xml"/><Relationship Id="rId8" Type="http://schemas.openxmlformats.org/officeDocument/2006/relationships/tags" Target="../tags/tag412.xml"/><Relationship Id="rId9" Type="http://schemas.openxmlformats.org/officeDocument/2006/relationships/tags" Target="../tags/tag413.xml"/><Relationship Id="rId10" Type="http://schemas.openxmlformats.org/officeDocument/2006/relationships/tags" Target="../tags/tag414.xml"/><Relationship Id="rId11" Type="http://schemas.openxmlformats.org/officeDocument/2006/relationships/tags" Target="../tags/tag415.xml"/><Relationship Id="rId12" Type="http://schemas.openxmlformats.org/officeDocument/2006/relationships/tags" Target="../tags/tag416.xml"/><Relationship Id="rId13" Type="http://schemas.openxmlformats.org/officeDocument/2006/relationships/tags" Target="../tags/tag417.xml"/><Relationship Id="rId14" Type="http://schemas.openxmlformats.org/officeDocument/2006/relationships/tags" Target="../tags/tag418.xml"/><Relationship Id="rId15" Type="http://schemas.openxmlformats.org/officeDocument/2006/relationships/tags" Target="../tags/tag419.xml"/><Relationship Id="rId16" Type="http://schemas.openxmlformats.org/officeDocument/2006/relationships/tags" Target="../tags/tag420.xml"/><Relationship Id="rId17" Type="http://schemas.openxmlformats.org/officeDocument/2006/relationships/tags" Target="../tags/tag421.xml"/><Relationship Id="rId18" Type="http://schemas.openxmlformats.org/officeDocument/2006/relationships/tags" Target="../tags/tag422.xml"/><Relationship Id="rId19" Type="http://schemas.openxmlformats.org/officeDocument/2006/relationships/tags" Target="../tags/tag423.xml"/><Relationship Id="rId20" Type="http://schemas.openxmlformats.org/officeDocument/2006/relationships/tags" Target="../tags/tag424.xml"/><Relationship Id="rId21" Type="http://schemas.openxmlformats.org/officeDocument/2006/relationships/tags" Target="../tags/tag425.xml"/><Relationship Id="rId22" Type="http://schemas.openxmlformats.org/officeDocument/2006/relationships/tags" Target="../tags/tag426.xml"/><Relationship Id="rId23" Type="http://schemas.openxmlformats.org/officeDocument/2006/relationships/tags" Target="../tags/tag427.xml"/><Relationship Id="rId24" Type="http://schemas.openxmlformats.org/officeDocument/2006/relationships/tags" Target="../tags/tag428.xml"/><Relationship Id="rId25" Type="http://schemas.openxmlformats.org/officeDocument/2006/relationships/tags" Target="../tags/tag429.xml"/><Relationship Id="rId26" Type="http://schemas.openxmlformats.org/officeDocument/2006/relationships/tags" Target="../tags/tag430.xml"/><Relationship Id="rId27" Type="http://schemas.openxmlformats.org/officeDocument/2006/relationships/tags" Target="../tags/tag431.xml"/><Relationship Id="rId28" Type="http://schemas.openxmlformats.org/officeDocument/2006/relationships/tags" Target="../tags/tag432.xml"/><Relationship Id="rId29" Type="http://schemas.openxmlformats.org/officeDocument/2006/relationships/tags" Target="../tags/tag433.xml"/><Relationship Id="rId30" Type="http://schemas.openxmlformats.org/officeDocument/2006/relationships/tags" Target="../tags/tag434.xml"/><Relationship Id="rId31" Type="http://schemas.openxmlformats.org/officeDocument/2006/relationships/tags" Target="../tags/tag435.xml"/><Relationship Id="rId32" Type="http://schemas.openxmlformats.org/officeDocument/2006/relationships/tags" Target="../tags/tag436.xml"/><Relationship Id="rId33" Type="http://schemas.openxmlformats.org/officeDocument/2006/relationships/tags" Target="../tags/tag437.xml"/><Relationship Id="rId34" Type="http://schemas.openxmlformats.org/officeDocument/2006/relationships/tags" Target="../tags/tag438.xml"/><Relationship Id="rId35" Type="http://schemas.openxmlformats.org/officeDocument/2006/relationships/slideLayout" Target="../slideLayouts/slideLayout5.xml"/><Relationship Id="rId36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tags" Target="../tags/tag439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6.xml"/><Relationship Id="rId2" Type="http://schemas.openxmlformats.org/officeDocument/2006/relationships/tags" Target="../tags/tag440.xml"/><Relationship Id="rId3" Type="http://schemas.openxmlformats.org/officeDocument/2006/relationships/tags" Target="../tags/tag441.xml"/><Relationship Id="rId4" Type="http://schemas.openxmlformats.org/officeDocument/2006/relationships/tags" Target="../tags/tag442.xml"/><Relationship Id="rId5" Type="http://schemas.openxmlformats.org/officeDocument/2006/relationships/tags" Target="../tags/tag443.xml"/><Relationship Id="rId6" Type="http://schemas.openxmlformats.org/officeDocument/2006/relationships/tags" Target="../tags/tag444.xml"/><Relationship Id="rId7" Type="http://schemas.openxmlformats.org/officeDocument/2006/relationships/tags" Target="../tags/tag445.xml"/><Relationship Id="rId8" Type="http://schemas.openxmlformats.org/officeDocument/2006/relationships/tags" Target="../tags/tag446.xml"/><Relationship Id="rId9" Type="http://schemas.openxmlformats.org/officeDocument/2006/relationships/tags" Target="../tags/tag447.xml"/><Relationship Id="rId10" Type="http://schemas.openxmlformats.org/officeDocument/2006/relationships/tags" Target="../tags/tag448.xml"/><Relationship Id="rId11" Type="http://schemas.openxmlformats.org/officeDocument/2006/relationships/tags" Target="../tags/tag449.xml"/><Relationship Id="rId12" Type="http://schemas.openxmlformats.org/officeDocument/2006/relationships/tags" Target="../tags/tag450.xml"/><Relationship Id="rId13" Type="http://schemas.openxmlformats.org/officeDocument/2006/relationships/tags" Target="../tags/tag451.xml"/><Relationship Id="rId14" Type="http://schemas.openxmlformats.org/officeDocument/2006/relationships/tags" Target="../tags/tag452.xml"/><Relationship Id="rId15" Type="http://schemas.openxmlformats.org/officeDocument/2006/relationships/tags" Target="../tags/tag453.xml"/><Relationship Id="rId16" Type="http://schemas.openxmlformats.org/officeDocument/2006/relationships/tags" Target="../tags/tag454.xml"/><Relationship Id="rId17" Type="http://schemas.openxmlformats.org/officeDocument/2006/relationships/tags" Target="../tags/tag455.xml"/><Relationship Id="rId18" Type="http://schemas.openxmlformats.org/officeDocument/2006/relationships/slideLayout" Target="../slideLayouts/slideLayout5.xml"/><Relationship Id="rId19" Type="http://schemas.openxmlformats.org/officeDocument/2006/relationships/notesSlide" Target="../notesSlides/notesSlide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tags" Target="../tags/tag45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tags" Target="../tags/tag457.xml"/><Relationship Id="rId2" Type="http://schemas.openxmlformats.org/officeDocument/2006/relationships/tags" Target="../tags/tag458.xml"/><Relationship Id="rId3" Type="http://schemas.openxmlformats.org/officeDocument/2006/relationships/tags" Target="../tags/tag459.xml"/><Relationship Id="rId4" Type="http://schemas.openxmlformats.org/officeDocument/2006/relationships/tags" Target="../tags/tag460.xml"/><Relationship Id="rId5" Type="http://schemas.openxmlformats.org/officeDocument/2006/relationships/tags" Target="../tags/tag461.xml"/><Relationship Id="rId6" Type="http://schemas.openxmlformats.org/officeDocument/2006/relationships/tags" Target="../tags/tag462.xml"/><Relationship Id="rId7" Type="http://schemas.openxmlformats.org/officeDocument/2006/relationships/tags" Target="../tags/tag463.xml"/><Relationship Id="rId8" Type="http://schemas.openxmlformats.org/officeDocument/2006/relationships/tags" Target="../tags/tag464.xml"/><Relationship Id="rId9" Type="http://schemas.openxmlformats.org/officeDocument/2006/relationships/tags" Target="../tags/tag465.xml"/><Relationship Id="rId10" Type="http://schemas.openxmlformats.org/officeDocument/2006/relationships/tags" Target="../tags/tag466.xml"/><Relationship Id="rId11" Type="http://schemas.openxmlformats.org/officeDocument/2006/relationships/tags" Target="../tags/tag467.xml"/><Relationship Id="rId12" Type="http://schemas.openxmlformats.org/officeDocument/2006/relationships/tags" Target="../tags/tag468.xml"/><Relationship Id="rId13" Type="http://schemas.openxmlformats.org/officeDocument/2006/relationships/tags" Target="../tags/tag469.xml"/><Relationship Id="rId14" Type="http://schemas.openxmlformats.org/officeDocument/2006/relationships/tags" Target="../tags/tag470.xml"/><Relationship Id="rId15" Type="http://schemas.openxmlformats.org/officeDocument/2006/relationships/tags" Target="../tags/tag471.xml"/><Relationship Id="rId16" Type="http://schemas.openxmlformats.org/officeDocument/2006/relationships/tags" Target="../tags/tag472.xml"/><Relationship Id="rId17" Type="http://schemas.openxmlformats.org/officeDocument/2006/relationships/tags" Target="../tags/tag473.xml"/><Relationship Id="rId18" Type="http://schemas.openxmlformats.org/officeDocument/2006/relationships/tags" Target="../tags/tag474.xml"/><Relationship Id="rId19" Type="http://schemas.openxmlformats.org/officeDocument/2006/relationships/tags" Target="../tags/tag475.xml"/><Relationship Id="rId20" Type="http://schemas.openxmlformats.org/officeDocument/2006/relationships/tags" Target="../tags/tag476.xml"/><Relationship Id="rId21" Type="http://schemas.openxmlformats.org/officeDocument/2006/relationships/tags" Target="../tags/tag477.xml"/><Relationship Id="rId22" Type="http://schemas.openxmlformats.org/officeDocument/2006/relationships/tags" Target="../tags/tag478.xml"/><Relationship Id="rId23" Type="http://schemas.openxmlformats.org/officeDocument/2006/relationships/tags" Target="../tags/tag479.xml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7.xml"/><Relationship Id="rId2" Type="http://schemas.openxmlformats.org/officeDocument/2006/relationships/chart" Target="../charts/chart38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Relationship Id="rId5" Type="http://schemas.openxmlformats.org/officeDocument/2006/relationships/tags" Target="../tags/tag480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7.xml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9052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齿轮图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箭头: 五边形 1"/>
          <p:cNvSpPr/>
          <p:nvPr/>
        </p:nvSpPr>
        <p:spPr>
          <a:xfrm>
            <a:off x="4375230" y="4862945"/>
            <a:ext cx="7719788" cy="1842655"/>
          </a:xfrm>
          <a:prstGeom prst="homePlate">
            <a:avLst>
              <a:gd name="adj" fmla="val 2349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箭头: 五边形 6"/>
          <p:cNvSpPr/>
          <p:nvPr/>
        </p:nvSpPr>
        <p:spPr>
          <a:xfrm flipH="1">
            <a:off x="96982" y="4862945"/>
            <a:ext cx="4648638" cy="1842655"/>
          </a:xfrm>
          <a:prstGeom prst="homePlate">
            <a:avLst>
              <a:gd name="adj" fmla="val 234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867066" y="2211506"/>
            <a:ext cx="1674694" cy="1674695"/>
            <a:chOff x="3765138" y="1627854"/>
            <a:chExt cx="1629814" cy="1629814"/>
          </a:xfrm>
          <a:solidFill>
            <a:schemeClr val="accent1"/>
          </a:solidFill>
        </p:grpSpPr>
        <p:sp>
          <p:nvSpPr>
            <p:cNvPr id="37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30297" y="1386841"/>
            <a:ext cx="1516009" cy="1516009"/>
            <a:chOff x="3765138" y="1627854"/>
            <a:chExt cx="1629814" cy="1629814"/>
          </a:xfrm>
          <a:solidFill>
            <a:schemeClr val="accent2"/>
          </a:solidFill>
        </p:grpSpPr>
        <p:sp>
          <p:nvSpPr>
            <p:cNvPr id="64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352586" y="2525679"/>
            <a:ext cx="1357324" cy="1357324"/>
            <a:chOff x="3765138" y="1627854"/>
            <a:chExt cx="1629814" cy="1629814"/>
          </a:xfrm>
          <a:solidFill>
            <a:schemeClr val="accent3"/>
          </a:solidFill>
        </p:grpSpPr>
        <p:sp>
          <p:nvSpPr>
            <p:cNvPr id="67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311477" y="1453502"/>
            <a:ext cx="2004584" cy="2004584"/>
            <a:chOff x="3765138" y="1627854"/>
            <a:chExt cx="1629814" cy="1629814"/>
          </a:xfrm>
          <a:solidFill>
            <a:schemeClr val="accent4"/>
          </a:solidFill>
        </p:grpSpPr>
        <p:sp>
          <p:nvSpPr>
            <p:cNvPr id="70" name="Freeform 262"/>
            <p:cNvSpPr>
              <a:spLocks noEditPoints="1"/>
            </p:cNvSpPr>
            <p:nvPr/>
          </p:nvSpPr>
          <p:spPr bwMode="auto">
            <a:xfrm>
              <a:off x="3765138" y="1627854"/>
              <a:ext cx="1629814" cy="1629814"/>
            </a:xfrm>
            <a:custGeom>
              <a:avLst/>
              <a:gdLst>
                <a:gd name="T0" fmla="*/ 363 w 408"/>
                <a:gd name="T1" fmla="*/ 138 h 408"/>
                <a:gd name="T2" fmla="*/ 357 w 408"/>
                <a:gd name="T3" fmla="*/ 127 h 408"/>
                <a:gd name="T4" fmla="*/ 368 w 408"/>
                <a:gd name="T5" fmla="*/ 80 h 408"/>
                <a:gd name="T6" fmla="*/ 316 w 408"/>
                <a:gd name="T7" fmla="*/ 74 h 408"/>
                <a:gd name="T8" fmla="*/ 308 w 408"/>
                <a:gd name="T9" fmla="*/ 26 h 408"/>
                <a:gd name="T10" fmla="*/ 258 w 408"/>
                <a:gd name="T11" fmla="*/ 41 h 408"/>
                <a:gd name="T12" fmla="*/ 256 w 408"/>
                <a:gd name="T13" fmla="*/ 5 h 408"/>
                <a:gd name="T14" fmla="*/ 217 w 408"/>
                <a:gd name="T15" fmla="*/ 33 h 408"/>
                <a:gd name="T16" fmla="*/ 191 w 408"/>
                <a:gd name="T17" fmla="*/ 33 h 408"/>
                <a:gd name="T18" fmla="*/ 152 w 408"/>
                <a:gd name="T19" fmla="*/ 5 h 408"/>
                <a:gd name="T20" fmla="*/ 138 w 408"/>
                <a:gd name="T21" fmla="*/ 45 h 408"/>
                <a:gd name="T22" fmla="*/ 100 w 408"/>
                <a:gd name="T23" fmla="*/ 26 h 408"/>
                <a:gd name="T24" fmla="*/ 92 w 408"/>
                <a:gd name="T25" fmla="*/ 74 h 408"/>
                <a:gd name="T26" fmla="*/ 74 w 408"/>
                <a:gd name="T27" fmla="*/ 92 h 408"/>
                <a:gd name="T28" fmla="*/ 26 w 408"/>
                <a:gd name="T29" fmla="*/ 100 h 408"/>
                <a:gd name="T30" fmla="*/ 51 w 408"/>
                <a:gd name="T31" fmla="*/ 127 h 408"/>
                <a:gd name="T32" fmla="*/ 5 w 408"/>
                <a:gd name="T33" fmla="*/ 152 h 408"/>
                <a:gd name="T34" fmla="*/ 33 w 408"/>
                <a:gd name="T35" fmla="*/ 191 h 408"/>
                <a:gd name="T36" fmla="*/ 0 w 408"/>
                <a:gd name="T37" fmla="*/ 232 h 408"/>
                <a:gd name="T38" fmla="*/ 41 w 408"/>
                <a:gd name="T39" fmla="*/ 258 h 408"/>
                <a:gd name="T40" fmla="*/ 45 w 408"/>
                <a:gd name="T41" fmla="*/ 270 h 408"/>
                <a:gd name="T42" fmla="*/ 51 w 408"/>
                <a:gd name="T43" fmla="*/ 281 h 408"/>
                <a:gd name="T44" fmla="*/ 40 w 408"/>
                <a:gd name="T45" fmla="*/ 328 h 408"/>
                <a:gd name="T46" fmla="*/ 92 w 408"/>
                <a:gd name="T47" fmla="*/ 334 h 408"/>
                <a:gd name="T48" fmla="*/ 100 w 408"/>
                <a:gd name="T49" fmla="*/ 382 h 408"/>
                <a:gd name="T50" fmla="*/ 150 w 408"/>
                <a:gd name="T51" fmla="*/ 367 h 408"/>
                <a:gd name="T52" fmla="*/ 152 w 408"/>
                <a:gd name="T53" fmla="*/ 403 h 408"/>
                <a:gd name="T54" fmla="*/ 191 w 408"/>
                <a:gd name="T55" fmla="*/ 375 h 408"/>
                <a:gd name="T56" fmla="*/ 217 w 408"/>
                <a:gd name="T57" fmla="*/ 375 h 408"/>
                <a:gd name="T58" fmla="*/ 256 w 408"/>
                <a:gd name="T59" fmla="*/ 403 h 408"/>
                <a:gd name="T60" fmla="*/ 270 w 408"/>
                <a:gd name="T61" fmla="*/ 363 h 408"/>
                <a:gd name="T62" fmla="*/ 308 w 408"/>
                <a:gd name="T63" fmla="*/ 382 h 408"/>
                <a:gd name="T64" fmla="*/ 316 w 408"/>
                <a:gd name="T65" fmla="*/ 334 h 408"/>
                <a:gd name="T66" fmla="*/ 334 w 408"/>
                <a:gd name="T67" fmla="*/ 316 h 408"/>
                <a:gd name="T68" fmla="*/ 382 w 408"/>
                <a:gd name="T69" fmla="*/ 308 h 408"/>
                <a:gd name="T70" fmla="*/ 357 w 408"/>
                <a:gd name="T71" fmla="*/ 281 h 408"/>
                <a:gd name="T72" fmla="*/ 403 w 408"/>
                <a:gd name="T73" fmla="*/ 256 h 408"/>
                <a:gd name="T74" fmla="*/ 375 w 408"/>
                <a:gd name="T75" fmla="*/ 217 h 408"/>
                <a:gd name="T76" fmla="*/ 408 w 408"/>
                <a:gd name="T77" fmla="*/ 176 h 408"/>
                <a:gd name="T78" fmla="*/ 367 w 408"/>
                <a:gd name="T79" fmla="*/ 150 h 408"/>
                <a:gd name="T80" fmla="*/ 256 w 408"/>
                <a:gd name="T81" fmla="*/ 329 h 408"/>
                <a:gd name="T82" fmla="*/ 152 w 408"/>
                <a:gd name="T83" fmla="*/ 80 h 408"/>
                <a:gd name="T84" fmla="*/ 256 w 408"/>
                <a:gd name="T85" fmla="*/ 32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8" h="408">
                  <a:moveTo>
                    <a:pt x="367" y="150"/>
                  </a:moveTo>
                  <a:cubicBezTo>
                    <a:pt x="366" y="146"/>
                    <a:pt x="364" y="142"/>
                    <a:pt x="363" y="138"/>
                  </a:cubicBezTo>
                  <a:cubicBezTo>
                    <a:pt x="361" y="134"/>
                    <a:pt x="359" y="131"/>
                    <a:pt x="357" y="127"/>
                  </a:cubicBezTo>
                  <a:cubicBezTo>
                    <a:pt x="357" y="127"/>
                    <a:pt x="357" y="127"/>
                    <a:pt x="357" y="127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8" y="93"/>
                    <a:pt x="373" y="86"/>
                    <a:pt x="368" y="80"/>
                  </a:cubicBezTo>
                  <a:cubicBezTo>
                    <a:pt x="334" y="92"/>
                    <a:pt x="334" y="92"/>
                    <a:pt x="334" y="92"/>
                  </a:cubicBezTo>
                  <a:cubicBezTo>
                    <a:pt x="329" y="86"/>
                    <a:pt x="322" y="80"/>
                    <a:pt x="316" y="74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22" y="35"/>
                    <a:pt x="315" y="30"/>
                    <a:pt x="308" y="26"/>
                  </a:cubicBezTo>
                  <a:cubicBezTo>
                    <a:pt x="281" y="51"/>
                    <a:pt x="281" y="51"/>
                    <a:pt x="281" y="51"/>
                  </a:cubicBezTo>
                  <a:cubicBezTo>
                    <a:pt x="274" y="47"/>
                    <a:pt x="266" y="44"/>
                    <a:pt x="258" y="41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8" y="3"/>
                    <a:pt x="240" y="1"/>
                    <a:pt x="232" y="0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08" y="32"/>
                    <a:pt x="200" y="32"/>
                    <a:pt x="191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8" y="1"/>
                    <a:pt x="160" y="3"/>
                    <a:pt x="152" y="5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46" y="42"/>
                    <a:pt x="142" y="44"/>
                    <a:pt x="138" y="45"/>
                  </a:cubicBezTo>
                  <a:cubicBezTo>
                    <a:pt x="134" y="47"/>
                    <a:pt x="130" y="49"/>
                    <a:pt x="127" y="51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3" y="30"/>
                    <a:pt x="86" y="35"/>
                    <a:pt x="80" y="40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85" y="80"/>
                    <a:pt x="79" y="86"/>
                    <a:pt x="74" y="92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5" y="86"/>
                    <a:pt x="30" y="93"/>
                    <a:pt x="26" y="100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47" y="134"/>
                    <a:pt x="44" y="142"/>
                    <a:pt x="41" y="150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3" y="160"/>
                    <a:pt x="1" y="168"/>
                    <a:pt x="0" y="176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200"/>
                    <a:pt x="32" y="208"/>
                    <a:pt x="33" y="21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1" y="240"/>
                    <a:pt x="3" y="248"/>
                    <a:pt x="5" y="256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1" y="258"/>
                    <a:pt x="41" y="258"/>
                    <a:pt x="41" y="258"/>
                  </a:cubicBezTo>
                  <a:cubicBezTo>
                    <a:pt x="42" y="262"/>
                    <a:pt x="44" y="266"/>
                    <a:pt x="45" y="270"/>
                  </a:cubicBezTo>
                  <a:cubicBezTo>
                    <a:pt x="47" y="274"/>
                    <a:pt x="49" y="278"/>
                    <a:pt x="51" y="281"/>
                  </a:cubicBezTo>
                  <a:cubicBezTo>
                    <a:pt x="51" y="281"/>
                    <a:pt x="51" y="281"/>
                    <a:pt x="51" y="281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30" y="315"/>
                    <a:pt x="35" y="322"/>
                    <a:pt x="40" y="328"/>
                  </a:cubicBezTo>
                  <a:cubicBezTo>
                    <a:pt x="74" y="316"/>
                    <a:pt x="74" y="316"/>
                    <a:pt x="74" y="316"/>
                  </a:cubicBezTo>
                  <a:cubicBezTo>
                    <a:pt x="79" y="323"/>
                    <a:pt x="86" y="329"/>
                    <a:pt x="92" y="334"/>
                  </a:cubicBezTo>
                  <a:cubicBezTo>
                    <a:pt x="80" y="368"/>
                    <a:pt x="80" y="368"/>
                    <a:pt x="80" y="368"/>
                  </a:cubicBezTo>
                  <a:cubicBezTo>
                    <a:pt x="86" y="373"/>
                    <a:pt x="93" y="378"/>
                    <a:pt x="100" y="382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34" y="361"/>
                    <a:pt x="142" y="364"/>
                    <a:pt x="150" y="367"/>
                  </a:cubicBezTo>
                  <a:cubicBezTo>
                    <a:pt x="150" y="367"/>
                    <a:pt x="150" y="367"/>
                    <a:pt x="150" y="367"/>
                  </a:cubicBezTo>
                  <a:cubicBezTo>
                    <a:pt x="152" y="403"/>
                    <a:pt x="152" y="403"/>
                    <a:pt x="152" y="403"/>
                  </a:cubicBezTo>
                  <a:cubicBezTo>
                    <a:pt x="160" y="406"/>
                    <a:pt x="168" y="407"/>
                    <a:pt x="176" y="408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200" y="376"/>
                    <a:pt x="208" y="376"/>
                    <a:pt x="217" y="375"/>
                  </a:cubicBezTo>
                  <a:cubicBezTo>
                    <a:pt x="217" y="375"/>
                    <a:pt x="217" y="375"/>
                    <a:pt x="217" y="375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40" y="407"/>
                    <a:pt x="248" y="406"/>
                    <a:pt x="256" y="403"/>
                  </a:cubicBezTo>
                  <a:cubicBezTo>
                    <a:pt x="258" y="367"/>
                    <a:pt x="258" y="367"/>
                    <a:pt x="258" y="367"/>
                  </a:cubicBezTo>
                  <a:cubicBezTo>
                    <a:pt x="262" y="366"/>
                    <a:pt x="266" y="364"/>
                    <a:pt x="270" y="363"/>
                  </a:cubicBezTo>
                  <a:cubicBezTo>
                    <a:pt x="274" y="361"/>
                    <a:pt x="278" y="359"/>
                    <a:pt x="281" y="357"/>
                  </a:cubicBezTo>
                  <a:cubicBezTo>
                    <a:pt x="308" y="382"/>
                    <a:pt x="308" y="382"/>
                    <a:pt x="308" y="382"/>
                  </a:cubicBezTo>
                  <a:cubicBezTo>
                    <a:pt x="315" y="378"/>
                    <a:pt x="322" y="373"/>
                    <a:pt x="328" y="368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23" y="329"/>
                    <a:pt x="329" y="323"/>
                    <a:pt x="334" y="316"/>
                  </a:cubicBezTo>
                  <a:cubicBezTo>
                    <a:pt x="334" y="316"/>
                    <a:pt x="334" y="316"/>
                    <a:pt x="334" y="316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73" y="322"/>
                    <a:pt x="378" y="315"/>
                    <a:pt x="382" y="308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57" y="281"/>
                    <a:pt x="357" y="281"/>
                    <a:pt x="357" y="281"/>
                  </a:cubicBezTo>
                  <a:cubicBezTo>
                    <a:pt x="361" y="274"/>
                    <a:pt x="364" y="266"/>
                    <a:pt x="367" y="258"/>
                  </a:cubicBezTo>
                  <a:cubicBezTo>
                    <a:pt x="403" y="256"/>
                    <a:pt x="403" y="256"/>
                    <a:pt x="403" y="256"/>
                  </a:cubicBezTo>
                  <a:cubicBezTo>
                    <a:pt x="405" y="248"/>
                    <a:pt x="407" y="240"/>
                    <a:pt x="408" y="232"/>
                  </a:cubicBezTo>
                  <a:cubicBezTo>
                    <a:pt x="375" y="217"/>
                    <a:pt x="375" y="217"/>
                    <a:pt x="375" y="217"/>
                  </a:cubicBezTo>
                  <a:cubicBezTo>
                    <a:pt x="376" y="208"/>
                    <a:pt x="376" y="200"/>
                    <a:pt x="375" y="191"/>
                  </a:cubicBezTo>
                  <a:cubicBezTo>
                    <a:pt x="408" y="176"/>
                    <a:pt x="408" y="176"/>
                    <a:pt x="408" y="176"/>
                  </a:cubicBezTo>
                  <a:cubicBezTo>
                    <a:pt x="407" y="168"/>
                    <a:pt x="405" y="160"/>
                    <a:pt x="403" y="152"/>
                  </a:cubicBezTo>
                  <a:cubicBezTo>
                    <a:pt x="367" y="150"/>
                    <a:pt x="367" y="150"/>
                    <a:pt x="367" y="150"/>
                  </a:cubicBezTo>
                  <a:cubicBezTo>
                    <a:pt x="367" y="150"/>
                    <a:pt x="367" y="150"/>
                    <a:pt x="367" y="150"/>
                  </a:cubicBezTo>
                  <a:close/>
                  <a:moveTo>
                    <a:pt x="256" y="329"/>
                  </a:moveTo>
                  <a:cubicBezTo>
                    <a:pt x="187" y="357"/>
                    <a:pt x="108" y="324"/>
                    <a:pt x="79" y="256"/>
                  </a:cubicBezTo>
                  <a:cubicBezTo>
                    <a:pt x="51" y="187"/>
                    <a:pt x="84" y="108"/>
                    <a:pt x="152" y="80"/>
                  </a:cubicBezTo>
                  <a:cubicBezTo>
                    <a:pt x="221" y="51"/>
                    <a:pt x="300" y="84"/>
                    <a:pt x="329" y="153"/>
                  </a:cubicBezTo>
                  <a:cubicBezTo>
                    <a:pt x="357" y="221"/>
                    <a:pt x="324" y="300"/>
                    <a:pt x="256" y="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4017596" y="1880312"/>
              <a:ext cx="1124899" cy="11248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4" name="任意多边形: 形状 73"/>
          <p:cNvSpPr/>
          <p:nvPr/>
        </p:nvSpPr>
        <p:spPr>
          <a:xfrm>
            <a:off x="548640" y="1082040"/>
            <a:ext cx="5349240" cy="371462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78236" y="1203137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招聘人员指标​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85296" y="1520132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本季度计划招聘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人，实际到岗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人，招聘完成率达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89.4%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。技术岗因市场人才稀缺完成率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，运营、行政岗完成率超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V="1">
            <a:off x="548640" y="3730518"/>
            <a:ext cx="4114800" cy="824129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78236" y="3150794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人员效率指标​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85296" y="3467789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本季度人均产值为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12.8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万元，较上季度增长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。研发部门人均产值，因核心项目落地；行政部门人均产值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万元，需通过流程优化提升效率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任意多边形: 形状 84"/>
          <p:cNvSpPr/>
          <p:nvPr/>
        </p:nvSpPr>
        <p:spPr>
          <a:xfrm flipH="1">
            <a:off x="7294948" y="1082039"/>
            <a:ext cx="4418816" cy="539631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684116" y="1203137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员工流失率​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064703" y="1520132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本季度员工整体流失率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，处于行业合理区间。较上季度下降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，因薪酬调整政策落地，员工稳定性有所提升，后续需留意核心人才留存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 flipV="1">
            <a:off x="6096000" y="3730517"/>
            <a:ext cx="5617764" cy="824129"/>
          </a:xfrm>
          <a:custGeom>
            <a:avLst/>
            <a:gdLst>
              <a:gd name="connsiteX0" fmla="*/ 0 w 5181600"/>
              <a:gd name="connsiteY0" fmla="*/ 0 h 426720"/>
              <a:gd name="connsiteX1" fmla="*/ 5181600 w 5181600"/>
              <a:gd name="connsiteY1" fmla="*/ 0 h 426720"/>
              <a:gd name="connsiteX2" fmla="*/ 5181600 w 5181600"/>
              <a:gd name="connsiteY2" fmla="*/ 42672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0" h="426720">
                <a:moveTo>
                  <a:pt x="0" y="0"/>
                </a:moveTo>
                <a:lnTo>
                  <a:pt x="5181600" y="0"/>
                </a:lnTo>
                <a:lnTo>
                  <a:pt x="5181600" y="42672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684116" y="3150794"/>
            <a:ext cx="215583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员工满意度​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064703" y="3467789"/>
            <a:ext cx="2775246" cy="96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季度薪酬福利满意度评分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分，较上季度提升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员工认可薪酬调整幅度，仍有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员工认为福利多样性不足，后续将新增套餐等项目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060569" y="1880621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89.4%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984867" y="2828675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92.4%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323826" y="2979497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72.3%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608218" y="2237721"/>
            <a:ext cx="1439092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12.9%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90432" y="5273940"/>
            <a:ext cx="1348528" cy="1020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%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872919" y="5215254"/>
            <a:ext cx="2583334" cy="118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人力资源指标是企业衡量人力资源管理成效、优化管理策略的量化工具，涵盖招聘、效率、流失、满意度四大核心维度，直接反映人力管理与业务发展的匹配度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5199912" y="5269192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673833" y="5214984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招聘指标聚焦企业人才引进的全流程，核心能否招到合适的人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5199912" y="5953597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673833" y="5899389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员工流失率是判断企业人才稳定性的关键指标关系到团队连续性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8590782" y="5269192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064703" y="5214984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人员效率指标是评估员工在岗期间能否创造有效价值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8590782" y="5953597"/>
            <a:ext cx="431206" cy="43120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064703" y="5899389"/>
            <a:ext cx="233172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员工满意度指标是企业了解员工需求、提升归属感的晴雨表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>
            <a:off x="8224621" y="5269192"/>
            <a:ext cx="0" cy="1115611"/>
          </a:xfrm>
          <a:prstGeom prst="line">
            <a:avLst/>
          </a:prstGeom>
          <a:ln>
            <a:solidFill>
              <a:schemeClr val="bg1">
                <a:lumMod val="9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reeform: Shape 60"/>
          <p:cNvSpPr>
            <a:spLocks noChangeAspect="1"/>
          </p:cNvSpPr>
          <p:nvPr/>
        </p:nvSpPr>
        <p:spPr>
          <a:xfrm>
            <a:off x="5303423" y="5352845"/>
            <a:ext cx="241072" cy="239189"/>
          </a:xfrm>
          <a:custGeom>
            <a:avLst/>
            <a:gdLst>
              <a:gd name="connsiteX0" fmla="*/ 190500 w 4876800"/>
              <a:gd name="connsiteY0" fmla="*/ 4457707 h 4838707"/>
              <a:gd name="connsiteX1" fmla="*/ 4686300 w 4876800"/>
              <a:gd name="connsiteY1" fmla="*/ 4457707 h 4838707"/>
              <a:gd name="connsiteX2" fmla="*/ 4876800 w 4876800"/>
              <a:gd name="connsiteY2" fmla="*/ 4648207 h 4838707"/>
              <a:gd name="connsiteX3" fmla="*/ 4686300 w 4876800"/>
              <a:gd name="connsiteY3" fmla="*/ 4838707 h 4838707"/>
              <a:gd name="connsiteX4" fmla="*/ 190500 w 4876800"/>
              <a:gd name="connsiteY4" fmla="*/ 4838707 h 4838707"/>
              <a:gd name="connsiteX5" fmla="*/ 0 w 4876800"/>
              <a:gd name="connsiteY5" fmla="*/ 4648207 h 4838707"/>
              <a:gd name="connsiteX6" fmla="*/ 190500 w 4876800"/>
              <a:gd name="connsiteY6" fmla="*/ 4457707 h 4838707"/>
              <a:gd name="connsiteX7" fmla="*/ 3209925 w 4876800"/>
              <a:gd name="connsiteY7" fmla="*/ 1895482 h 4838707"/>
              <a:gd name="connsiteX8" fmla="*/ 3019425 w 4876800"/>
              <a:gd name="connsiteY8" fmla="*/ 2085982 h 4838707"/>
              <a:gd name="connsiteX9" fmla="*/ 3019425 w 4876800"/>
              <a:gd name="connsiteY9" fmla="*/ 3695707 h 4838707"/>
              <a:gd name="connsiteX10" fmla="*/ 3400425 w 4876800"/>
              <a:gd name="connsiteY10" fmla="*/ 3695707 h 4838707"/>
              <a:gd name="connsiteX11" fmla="*/ 3400425 w 4876800"/>
              <a:gd name="connsiteY11" fmla="*/ 2085982 h 4838707"/>
              <a:gd name="connsiteX12" fmla="*/ 3209925 w 4876800"/>
              <a:gd name="connsiteY12" fmla="*/ 1895482 h 4838707"/>
              <a:gd name="connsiteX13" fmla="*/ 2447925 w 4876800"/>
              <a:gd name="connsiteY13" fmla="*/ 1895482 h 4838707"/>
              <a:gd name="connsiteX14" fmla="*/ 2257425 w 4876800"/>
              <a:gd name="connsiteY14" fmla="*/ 2085982 h 4838707"/>
              <a:gd name="connsiteX15" fmla="*/ 2257425 w 4876800"/>
              <a:gd name="connsiteY15" fmla="*/ 3695707 h 4838707"/>
              <a:gd name="connsiteX16" fmla="*/ 2638425 w 4876800"/>
              <a:gd name="connsiteY16" fmla="*/ 3695707 h 4838707"/>
              <a:gd name="connsiteX17" fmla="*/ 2638425 w 4876800"/>
              <a:gd name="connsiteY17" fmla="*/ 2085982 h 4838707"/>
              <a:gd name="connsiteX18" fmla="*/ 2447925 w 4876800"/>
              <a:gd name="connsiteY18" fmla="*/ 1895482 h 4838707"/>
              <a:gd name="connsiteX19" fmla="*/ 1685925 w 4876800"/>
              <a:gd name="connsiteY19" fmla="*/ 1895482 h 4838707"/>
              <a:gd name="connsiteX20" fmla="*/ 1495425 w 4876800"/>
              <a:gd name="connsiteY20" fmla="*/ 2085982 h 4838707"/>
              <a:gd name="connsiteX21" fmla="*/ 1495425 w 4876800"/>
              <a:gd name="connsiteY21" fmla="*/ 3695707 h 4838707"/>
              <a:gd name="connsiteX22" fmla="*/ 1876425 w 4876800"/>
              <a:gd name="connsiteY22" fmla="*/ 3695707 h 4838707"/>
              <a:gd name="connsiteX23" fmla="*/ 1876425 w 4876800"/>
              <a:gd name="connsiteY23" fmla="*/ 2085982 h 4838707"/>
              <a:gd name="connsiteX24" fmla="*/ 1685925 w 4876800"/>
              <a:gd name="connsiteY24" fmla="*/ 1895482 h 4838707"/>
              <a:gd name="connsiteX25" fmla="*/ 923925 w 4876800"/>
              <a:gd name="connsiteY25" fmla="*/ 1895482 h 4838707"/>
              <a:gd name="connsiteX26" fmla="*/ 733425 w 4876800"/>
              <a:gd name="connsiteY26" fmla="*/ 2085982 h 4838707"/>
              <a:gd name="connsiteX27" fmla="*/ 733425 w 4876800"/>
              <a:gd name="connsiteY27" fmla="*/ 3695707 h 4838707"/>
              <a:gd name="connsiteX28" fmla="*/ 1114425 w 4876800"/>
              <a:gd name="connsiteY28" fmla="*/ 3695707 h 4838707"/>
              <a:gd name="connsiteX29" fmla="*/ 1114425 w 4876800"/>
              <a:gd name="connsiteY29" fmla="*/ 2085982 h 4838707"/>
              <a:gd name="connsiteX30" fmla="*/ 923925 w 4876800"/>
              <a:gd name="connsiteY30" fmla="*/ 1895482 h 4838707"/>
              <a:gd name="connsiteX31" fmla="*/ 2438400 w 4876800"/>
              <a:gd name="connsiteY31" fmla="*/ 819157 h 4838707"/>
              <a:gd name="connsiteX32" fmla="*/ 2628900 w 4876800"/>
              <a:gd name="connsiteY32" fmla="*/ 1009657 h 4838707"/>
              <a:gd name="connsiteX33" fmla="*/ 2438400 w 4876800"/>
              <a:gd name="connsiteY33" fmla="*/ 1200157 h 4838707"/>
              <a:gd name="connsiteX34" fmla="*/ 2247900 w 4876800"/>
              <a:gd name="connsiteY34" fmla="*/ 1009657 h 4838707"/>
              <a:gd name="connsiteX35" fmla="*/ 2438400 w 4876800"/>
              <a:gd name="connsiteY35" fmla="*/ 819157 h 4838707"/>
              <a:gd name="connsiteX36" fmla="*/ 2433809 w 4876800"/>
              <a:gd name="connsiteY36" fmla="*/ 399009 h 4838707"/>
              <a:gd name="connsiteX37" fmla="*/ 381000 w 4876800"/>
              <a:gd name="connsiteY37" fmla="*/ 1314276 h 4838707"/>
              <a:gd name="connsiteX38" fmla="*/ 381000 w 4876800"/>
              <a:gd name="connsiteY38" fmla="*/ 1504957 h 4838707"/>
              <a:gd name="connsiteX39" fmla="*/ 4495800 w 4876800"/>
              <a:gd name="connsiteY39" fmla="*/ 1504957 h 4838707"/>
              <a:gd name="connsiteX40" fmla="*/ 4495800 w 4876800"/>
              <a:gd name="connsiteY40" fmla="*/ 1314486 h 4838707"/>
              <a:gd name="connsiteX41" fmla="*/ 2433473 w 4876800"/>
              <a:gd name="connsiteY41" fmla="*/ 0 h 4838707"/>
              <a:gd name="connsiteX42" fmla="*/ 2510933 w 4876800"/>
              <a:gd name="connsiteY42" fmla="*/ 16390 h 4838707"/>
              <a:gd name="connsiteX43" fmla="*/ 4763595 w 4876800"/>
              <a:gd name="connsiteY43" fmla="*/ 1016515 h 4838707"/>
              <a:gd name="connsiteX44" fmla="*/ 4876800 w 4876800"/>
              <a:gd name="connsiteY44" fmla="*/ 1190632 h 4838707"/>
              <a:gd name="connsiteX45" fmla="*/ 4876800 w 4876800"/>
              <a:gd name="connsiteY45" fmla="*/ 1695457 h 4838707"/>
              <a:gd name="connsiteX46" fmla="*/ 4876562 w 4876800"/>
              <a:gd name="connsiteY46" fmla="*/ 1700220 h 4838707"/>
              <a:gd name="connsiteX47" fmla="*/ 4876800 w 4876800"/>
              <a:gd name="connsiteY47" fmla="*/ 1704982 h 4838707"/>
              <a:gd name="connsiteX48" fmla="*/ 4686300 w 4876800"/>
              <a:gd name="connsiteY48" fmla="*/ 1895482 h 4838707"/>
              <a:gd name="connsiteX49" fmla="*/ 4543425 w 4876800"/>
              <a:gd name="connsiteY49" fmla="*/ 2085982 h 4838707"/>
              <a:gd name="connsiteX50" fmla="*/ 4543425 w 4876800"/>
              <a:gd name="connsiteY50" fmla="*/ 2929107 h 4838707"/>
              <a:gd name="connsiteX51" fmla="*/ 4352925 w 4876800"/>
              <a:gd name="connsiteY51" fmla="*/ 3119607 h 4838707"/>
              <a:gd name="connsiteX52" fmla="*/ 4162425 w 4876800"/>
              <a:gd name="connsiteY52" fmla="*/ 2929107 h 4838707"/>
              <a:gd name="connsiteX53" fmla="*/ 4162425 w 4876800"/>
              <a:gd name="connsiteY53" fmla="*/ 2085982 h 4838707"/>
              <a:gd name="connsiteX54" fmla="*/ 3971925 w 4876800"/>
              <a:gd name="connsiteY54" fmla="*/ 1895482 h 4838707"/>
              <a:gd name="connsiteX55" fmla="*/ 3781425 w 4876800"/>
              <a:gd name="connsiteY55" fmla="*/ 2085982 h 4838707"/>
              <a:gd name="connsiteX56" fmla="*/ 3781425 w 4876800"/>
              <a:gd name="connsiteY56" fmla="*/ 3695707 h 4838707"/>
              <a:gd name="connsiteX57" fmla="*/ 4352925 w 4876800"/>
              <a:gd name="connsiteY57" fmla="*/ 3695707 h 4838707"/>
              <a:gd name="connsiteX58" fmla="*/ 4543425 w 4876800"/>
              <a:gd name="connsiteY58" fmla="*/ 3886207 h 4838707"/>
              <a:gd name="connsiteX59" fmla="*/ 4352925 w 4876800"/>
              <a:gd name="connsiteY59" fmla="*/ 4076707 h 4838707"/>
              <a:gd name="connsiteX60" fmla="*/ 542925 w 4876800"/>
              <a:gd name="connsiteY60" fmla="*/ 4076707 h 4838707"/>
              <a:gd name="connsiteX61" fmla="*/ 352425 w 4876800"/>
              <a:gd name="connsiteY61" fmla="*/ 3886207 h 4838707"/>
              <a:gd name="connsiteX62" fmla="*/ 353025 w 4876800"/>
              <a:gd name="connsiteY62" fmla="*/ 3874377 h 4838707"/>
              <a:gd name="connsiteX63" fmla="*/ 352425 w 4876800"/>
              <a:gd name="connsiteY63" fmla="*/ 3862547 h 4838707"/>
              <a:gd name="connsiteX64" fmla="*/ 352425 w 4876800"/>
              <a:gd name="connsiteY64" fmla="*/ 2085982 h 4838707"/>
              <a:gd name="connsiteX65" fmla="*/ 190500 w 4876800"/>
              <a:gd name="connsiteY65" fmla="*/ 1895482 h 4838707"/>
              <a:gd name="connsiteX66" fmla="*/ 0 w 4876800"/>
              <a:gd name="connsiteY66" fmla="*/ 1704982 h 4838707"/>
              <a:gd name="connsiteX67" fmla="*/ 238 w 4876800"/>
              <a:gd name="connsiteY67" fmla="*/ 1700220 h 4838707"/>
              <a:gd name="connsiteX68" fmla="*/ 0 w 4876800"/>
              <a:gd name="connsiteY68" fmla="*/ 1695457 h 4838707"/>
              <a:gd name="connsiteX69" fmla="*/ 0 w 4876800"/>
              <a:gd name="connsiteY69" fmla="*/ 1190632 h 4838707"/>
              <a:gd name="connsiteX70" fmla="*/ 112919 w 4876800"/>
              <a:gd name="connsiteY70" fmla="*/ 1016639 h 4838707"/>
              <a:gd name="connsiteX71" fmla="*/ 2356056 w 4876800"/>
              <a:gd name="connsiteY71" fmla="*/ 16514 h 4838707"/>
              <a:gd name="connsiteX72" fmla="*/ 2433473 w 4876800"/>
              <a:gd name="connsiteY72" fmla="*/ 0 h 483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876800" h="4838707">
                <a:moveTo>
                  <a:pt x="190500" y="4457707"/>
                </a:moveTo>
                <a:lnTo>
                  <a:pt x="4686300" y="4457707"/>
                </a:lnTo>
                <a:cubicBezTo>
                  <a:pt x="4791513" y="4457707"/>
                  <a:pt x="4876800" y="4542994"/>
                  <a:pt x="4876800" y="4648207"/>
                </a:cubicBezTo>
                <a:cubicBezTo>
                  <a:pt x="4876800" y="4753420"/>
                  <a:pt x="4791513" y="4838707"/>
                  <a:pt x="4686300" y="4838707"/>
                </a:cubicBezTo>
                <a:lnTo>
                  <a:pt x="190500" y="4838707"/>
                </a:lnTo>
                <a:cubicBezTo>
                  <a:pt x="85287" y="4838707"/>
                  <a:pt x="0" y="4753420"/>
                  <a:pt x="0" y="4648207"/>
                </a:cubicBezTo>
                <a:cubicBezTo>
                  <a:pt x="0" y="4542994"/>
                  <a:pt x="85287" y="4457707"/>
                  <a:pt x="190500" y="4457707"/>
                </a:cubicBezTo>
                <a:close/>
                <a:moveTo>
                  <a:pt x="3209925" y="1895482"/>
                </a:moveTo>
                <a:cubicBezTo>
                  <a:pt x="3104883" y="1895482"/>
                  <a:pt x="3019425" y="1980940"/>
                  <a:pt x="3019425" y="2085982"/>
                </a:cubicBezTo>
                <a:lnTo>
                  <a:pt x="3019425" y="3695707"/>
                </a:lnTo>
                <a:lnTo>
                  <a:pt x="3400425" y="3695707"/>
                </a:lnTo>
                <a:lnTo>
                  <a:pt x="3400425" y="2085982"/>
                </a:lnTo>
                <a:cubicBezTo>
                  <a:pt x="3400425" y="1980940"/>
                  <a:pt x="3314967" y="1895482"/>
                  <a:pt x="3209925" y="1895482"/>
                </a:cubicBezTo>
                <a:close/>
                <a:moveTo>
                  <a:pt x="2447925" y="1895482"/>
                </a:moveTo>
                <a:cubicBezTo>
                  <a:pt x="2342883" y="1895482"/>
                  <a:pt x="2257425" y="1980940"/>
                  <a:pt x="2257425" y="2085982"/>
                </a:cubicBezTo>
                <a:lnTo>
                  <a:pt x="2257425" y="3695707"/>
                </a:lnTo>
                <a:lnTo>
                  <a:pt x="2638425" y="3695707"/>
                </a:lnTo>
                <a:lnTo>
                  <a:pt x="2638425" y="2085982"/>
                </a:lnTo>
                <a:cubicBezTo>
                  <a:pt x="2638425" y="1980940"/>
                  <a:pt x="2552967" y="1895482"/>
                  <a:pt x="2447925" y="1895482"/>
                </a:cubicBezTo>
                <a:close/>
                <a:moveTo>
                  <a:pt x="1685925" y="1895482"/>
                </a:moveTo>
                <a:cubicBezTo>
                  <a:pt x="1580883" y="1895482"/>
                  <a:pt x="1495425" y="1980940"/>
                  <a:pt x="1495425" y="2085982"/>
                </a:cubicBezTo>
                <a:lnTo>
                  <a:pt x="1495425" y="3695707"/>
                </a:lnTo>
                <a:lnTo>
                  <a:pt x="1876425" y="3695707"/>
                </a:lnTo>
                <a:lnTo>
                  <a:pt x="1876425" y="2085982"/>
                </a:lnTo>
                <a:cubicBezTo>
                  <a:pt x="1876425" y="1980940"/>
                  <a:pt x="1790967" y="1895482"/>
                  <a:pt x="1685925" y="1895482"/>
                </a:cubicBezTo>
                <a:close/>
                <a:moveTo>
                  <a:pt x="923925" y="1895482"/>
                </a:moveTo>
                <a:cubicBezTo>
                  <a:pt x="818883" y="1895482"/>
                  <a:pt x="733425" y="1980940"/>
                  <a:pt x="733425" y="2085982"/>
                </a:cubicBezTo>
                <a:lnTo>
                  <a:pt x="733425" y="3695707"/>
                </a:lnTo>
                <a:lnTo>
                  <a:pt x="1114425" y="3695707"/>
                </a:lnTo>
                <a:lnTo>
                  <a:pt x="1114425" y="2085982"/>
                </a:lnTo>
                <a:cubicBezTo>
                  <a:pt x="1114425" y="1980940"/>
                  <a:pt x="1028966" y="1895482"/>
                  <a:pt x="923925" y="1895482"/>
                </a:cubicBezTo>
                <a:close/>
                <a:moveTo>
                  <a:pt x="2438400" y="819157"/>
                </a:moveTo>
                <a:cubicBezTo>
                  <a:pt x="2543610" y="819157"/>
                  <a:pt x="2628900" y="904447"/>
                  <a:pt x="2628900" y="1009657"/>
                </a:cubicBezTo>
                <a:cubicBezTo>
                  <a:pt x="2628900" y="1114867"/>
                  <a:pt x="2543610" y="1200157"/>
                  <a:pt x="2438400" y="1200157"/>
                </a:cubicBezTo>
                <a:cubicBezTo>
                  <a:pt x="2333189" y="1200157"/>
                  <a:pt x="2247900" y="1114867"/>
                  <a:pt x="2247900" y="1009657"/>
                </a:cubicBezTo>
                <a:cubicBezTo>
                  <a:pt x="2247900" y="904447"/>
                  <a:pt x="2333189" y="819157"/>
                  <a:pt x="2438400" y="819157"/>
                </a:cubicBezTo>
                <a:close/>
                <a:moveTo>
                  <a:pt x="2433809" y="399009"/>
                </a:moveTo>
                <a:lnTo>
                  <a:pt x="381000" y="1314276"/>
                </a:lnTo>
                <a:lnTo>
                  <a:pt x="381000" y="1504957"/>
                </a:lnTo>
                <a:lnTo>
                  <a:pt x="4495800" y="1504957"/>
                </a:lnTo>
                <a:lnTo>
                  <a:pt x="4495800" y="1314486"/>
                </a:lnTo>
                <a:close/>
                <a:moveTo>
                  <a:pt x="2433473" y="0"/>
                </a:moveTo>
                <a:cubicBezTo>
                  <a:pt x="2459867" y="-24"/>
                  <a:pt x="2486268" y="5436"/>
                  <a:pt x="2510933" y="16390"/>
                </a:cubicBezTo>
                <a:lnTo>
                  <a:pt x="4763595" y="1016515"/>
                </a:lnTo>
                <a:cubicBezTo>
                  <a:pt x="4832433" y="1047081"/>
                  <a:pt x="4876800" y="1115318"/>
                  <a:pt x="4876800" y="1190632"/>
                </a:cubicBezTo>
                <a:lnTo>
                  <a:pt x="4876800" y="1695457"/>
                </a:lnTo>
                <a:cubicBezTo>
                  <a:pt x="4876800" y="1697067"/>
                  <a:pt x="4876600" y="1698619"/>
                  <a:pt x="4876562" y="1700220"/>
                </a:cubicBezTo>
                <a:cubicBezTo>
                  <a:pt x="4876600" y="1701820"/>
                  <a:pt x="4876800" y="1703372"/>
                  <a:pt x="4876800" y="1704982"/>
                </a:cubicBezTo>
                <a:cubicBezTo>
                  <a:pt x="4876800" y="1810195"/>
                  <a:pt x="4791513" y="1895482"/>
                  <a:pt x="4686300" y="1895482"/>
                </a:cubicBezTo>
                <a:cubicBezTo>
                  <a:pt x="4553731" y="1895482"/>
                  <a:pt x="4543425" y="2041291"/>
                  <a:pt x="4543425" y="2085982"/>
                </a:cubicBezTo>
                <a:lnTo>
                  <a:pt x="4543425" y="2929107"/>
                </a:lnTo>
                <a:cubicBezTo>
                  <a:pt x="4543425" y="3034320"/>
                  <a:pt x="4458138" y="3119607"/>
                  <a:pt x="4352925" y="3119607"/>
                </a:cubicBezTo>
                <a:cubicBezTo>
                  <a:pt x="4247712" y="3119607"/>
                  <a:pt x="4162425" y="3034320"/>
                  <a:pt x="4162425" y="2929107"/>
                </a:cubicBezTo>
                <a:lnTo>
                  <a:pt x="4162425" y="2085982"/>
                </a:lnTo>
                <a:cubicBezTo>
                  <a:pt x="4162425" y="1980940"/>
                  <a:pt x="4076967" y="1895482"/>
                  <a:pt x="3971925" y="1895482"/>
                </a:cubicBezTo>
                <a:cubicBezTo>
                  <a:pt x="3866883" y="1895482"/>
                  <a:pt x="3781425" y="1980940"/>
                  <a:pt x="3781425" y="2085982"/>
                </a:cubicBezTo>
                <a:lnTo>
                  <a:pt x="3781425" y="3695707"/>
                </a:lnTo>
                <a:lnTo>
                  <a:pt x="4352925" y="3695707"/>
                </a:lnTo>
                <a:cubicBezTo>
                  <a:pt x="4458138" y="3695707"/>
                  <a:pt x="4543425" y="3780994"/>
                  <a:pt x="4543425" y="3886207"/>
                </a:cubicBezTo>
                <a:cubicBezTo>
                  <a:pt x="4543425" y="3991420"/>
                  <a:pt x="4458138" y="4076707"/>
                  <a:pt x="4352925" y="4076707"/>
                </a:cubicBezTo>
                <a:lnTo>
                  <a:pt x="542925" y="4076707"/>
                </a:lnTo>
                <a:cubicBezTo>
                  <a:pt x="437712" y="4076707"/>
                  <a:pt x="352425" y="3991420"/>
                  <a:pt x="352425" y="3886207"/>
                </a:cubicBezTo>
                <a:cubicBezTo>
                  <a:pt x="352425" y="3882216"/>
                  <a:pt x="352777" y="3878311"/>
                  <a:pt x="353025" y="3874377"/>
                </a:cubicBezTo>
                <a:cubicBezTo>
                  <a:pt x="352787" y="3870443"/>
                  <a:pt x="352425" y="3866538"/>
                  <a:pt x="352425" y="3862547"/>
                </a:cubicBezTo>
                <a:lnTo>
                  <a:pt x="352425" y="2085982"/>
                </a:lnTo>
                <a:cubicBezTo>
                  <a:pt x="352425" y="1991161"/>
                  <a:pt x="302352" y="1895482"/>
                  <a:pt x="190500" y="1895482"/>
                </a:cubicBezTo>
                <a:cubicBezTo>
                  <a:pt x="85287" y="1895482"/>
                  <a:pt x="0" y="1810195"/>
                  <a:pt x="0" y="1704982"/>
                </a:cubicBezTo>
                <a:cubicBezTo>
                  <a:pt x="0" y="1703372"/>
                  <a:pt x="200" y="1701820"/>
                  <a:pt x="238" y="1700220"/>
                </a:cubicBezTo>
                <a:cubicBezTo>
                  <a:pt x="200" y="1698619"/>
                  <a:pt x="0" y="1697067"/>
                  <a:pt x="0" y="1695457"/>
                </a:cubicBezTo>
                <a:lnTo>
                  <a:pt x="0" y="1190632"/>
                </a:lnTo>
                <a:cubicBezTo>
                  <a:pt x="0" y="1115432"/>
                  <a:pt x="44243" y="1047262"/>
                  <a:pt x="112919" y="1016639"/>
                </a:cubicBezTo>
                <a:lnTo>
                  <a:pt x="2356056" y="16514"/>
                </a:lnTo>
                <a:cubicBezTo>
                  <a:pt x="2380693" y="5531"/>
                  <a:pt x="2407079" y="23"/>
                  <a:pt x="243347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Freeform: Shape 64"/>
          <p:cNvSpPr>
            <a:spLocks noChangeAspect="1"/>
          </p:cNvSpPr>
          <p:nvPr/>
        </p:nvSpPr>
        <p:spPr>
          <a:xfrm>
            <a:off x="8692694" y="6036255"/>
            <a:ext cx="241072" cy="241073"/>
          </a:xfrm>
          <a:custGeom>
            <a:avLst/>
            <a:gdLst>
              <a:gd name="connsiteX0" fmla="*/ 4677479 w 4876791"/>
              <a:gd name="connsiteY0" fmla="*/ 4027129 h 4876800"/>
              <a:gd name="connsiteX1" fmla="*/ 4864432 w 4876791"/>
              <a:gd name="connsiteY1" fmla="*/ 4178827 h 4876800"/>
              <a:gd name="connsiteX2" fmla="*/ 4746675 w 4876791"/>
              <a:gd name="connsiteY2" fmla="*/ 4663736 h 4876800"/>
              <a:gd name="connsiteX3" fmla="*/ 4298695 w 4876791"/>
              <a:gd name="connsiteY3" fmla="*/ 4876800 h 4876800"/>
              <a:gd name="connsiteX4" fmla="*/ 3438521 w 4876791"/>
              <a:gd name="connsiteY4" fmla="*/ 4876800 h 4876800"/>
              <a:gd name="connsiteX5" fmla="*/ 3248021 w 4876791"/>
              <a:gd name="connsiteY5" fmla="*/ 4686300 h 4876800"/>
              <a:gd name="connsiteX6" fmla="*/ 3438521 w 4876791"/>
              <a:gd name="connsiteY6" fmla="*/ 4495800 h 4876800"/>
              <a:gd name="connsiteX7" fmla="*/ 4298695 w 4876791"/>
              <a:gd name="connsiteY7" fmla="*/ 4495800 h 4876800"/>
              <a:gd name="connsiteX8" fmla="*/ 4451085 w 4876791"/>
              <a:gd name="connsiteY8" fmla="*/ 4423353 h 4876800"/>
              <a:gd name="connsiteX9" fmla="*/ 4491433 w 4876791"/>
              <a:gd name="connsiteY9" fmla="*/ 4256494 h 4876800"/>
              <a:gd name="connsiteX10" fmla="*/ 4639109 w 4876791"/>
              <a:gd name="connsiteY10" fmla="*/ 4031161 h 4876800"/>
              <a:gd name="connsiteX11" fmla="*/ 4677479 w 4876791"/>
              <a:gd name="connsiteY11" fmla="*/ 4027129 h 4876800"/>
              <a:gd name="connsiteX12" fmla="*/ 2428862 w 4876791"/>
              <a:gd name="connsiteY12" fmla="*/ 3449650 h 4876800"/>
              <a:gd name="connsiteX13" fmla="*/ 2256297 w 4876791"/>
              <a:gd name="connsiteY13" fmla="*/ 4234748 h 4876800"/>
              <a:gd name="connsiteX14" fmla="*/ 2428862 w 4876791"/>
              <a:gd name="connsiteY14" fmla="*/ 4407341 h 4876800"/>
              <a:gd name="connsiteX15" fmla="*/ 2601407 w 4876791"/>
              <a:gd name="connsiteY15" fmla="*/ 4234758 h 4876800"/>
              <a:gd name="connsiteX16" fmla="*/ 2438396 w 4876791"/>
              <a:gd name="connsiteY16" fmla="*/ 381000 h 4876800"/>
              <a:gd name="connsiteX17" fmla="*/ 1523996 w 4876791"/>
              <a:gd name="connsiteY17" fmla="*/ 1295400 h 4876800"/>
              <a:gd name="connsiteX18" fmla="*/ 2393829 w 4876791"/>
              <a:gd name="connsiteY18" fmla="*/ 2208704 h 4876800"/>
              <a:gd name="connsiteX19" fmla="*/ 2438396 w 4876791"/>
              <a:gd name="connsiteY19" fmla="*/ 2208219 h 4876800"/>
              <a:gd name="connsiteX20" fmla="*/ 2483783 w 4876791"/>
              <a:gd name="connsiteY20" fmla="*/ 2208676 h 4876800"/>
              <a:gd name="connsiteX21" fmla="*/ 3352796 w 4876791"/>
              <a:gd name="connsiteY21" fmla="*/ 1295400 h 4876800"/>
              <a:gd name="connsiteX22" fmla="*/ 2438396 w 4876791"/>
              <a:gd name="connsiteY22" fmla="*/ 381000 h 4876800"/>
              <a:gd name="connsiteX23" fmla="*/ 2438396 w 4876791"/>
              <a:gd name="connsiteY23" fmla="*/ 0 h 4876800"/>
              <a:gd name="connsiteX24" fmla="*/ 3733796 w 4876791"/>
              <a:gd name="connsiteY24" fmla="*/ 1295400 h 4876800"/>
              <a:gd name="connsiteX25" fmla="*/ 3213922 w 4876791"/>
              <a:gd name="connsiteY25" fmla="*/ 2332377 h 4876800"/>
              <a:gd name="connsiteX26" fmla="*/ 4498006 w 4876791"/>
              <a:gd name="connsiteY26" fmla="*/ 3307851 h 4876800"/>
              <a:gd name="connsiteX27" fmla="*/ 4445866 w 4876791"/>
              <a:gd name="connsiteY27" fmla="*/ 3572170 h 4876800"/>
              <a:gd name="connsiteX28" fmla="*/ 4181557 w 4876791"/>
              <a:gd name="connsiteY28" fmla="*/ 3520030 h 4876800"/>
              <a:gd name="connsiteX29" fmla="*/ 2631811 w 4876791"/>
              <a:gd name="connsiteY29" fmla="*/ 2598125 h 4876800"/>
              <a:gd name="connsiteX30" fmla="*/ 2995914 w 4876791"/>
              <a:gd name="connsiteY30" fmla="*/ 4254818 h 4876800"/>
              <a:gd name="connsiteX31" fmla="*/ 2944564 w 4876791"/>
              <a:gd name="connsiteY31" fmla="*/ 4430401 h 4876800"/>
              <a:gd name="connsiteX32" fmla="*/ 2563583 w 4876791"/>
              <a:gd name="connsiteY32" fmla="*/ 4811468 h 4876800"/>
              <a:gd name="connsiteX33" fmla="*/ 2428871 w 4876791"/>
              <a:gd name="connsiteY33" fmla="*/ 4867275 h 4876800"/>
              <a:gd name="connsiteX34" fmla="*/ 2294150 w 4876791"/>
              <a:gd name="connsiteY34" fmla="*/ 4811468 h 4876800"/>
              <a:gd name="connsiteX35" fmla="*/ 1913131 w 4876791"/>
              <a:gd name="connsiteY35" fmla="*/ 4430401 h 4876800"/>
              <a:gd name="connsiteX36" fmla="*/ 1861772 w 4876791"/>
              <a:gd name="connsiteY36" fmla="*/ 4254808 h 4876800"/>
              <a:gd name="connsiteX37" fmla="*/ 2225446 w 4876791"/>
              <a:gd name="connsiteY37" fmla="*/ 2600230 h 4876800"/>
              <a:gd name="connsiteX38" fmla="*/ 385340 w 4876791"/>
              <a:gd name="connsiteY38" fmla="*/ 4256484 h 4876800"/>
              <a:gd name="connsiteX39" fmla="*/ 425687 w 4876791"/>
              <a:gd name="connsiteY39" fmla="*/ 4423353 h 4876800"/>
              <a:gd name="connsiteX40" fmla="*/ 578078 w 4876791"/>
              <a:gd name="connsiteY40" fmla="*/ 4495800 h 4876800"/>
              <a:gd name="connsiteX41" fmla="*/ 1409696 w 4876791"/>
              <a:gd name="connsiteY41" fmla="*/ 4495800 h 4876800"/>
              <a:gd name="connsiteX42" fmla="*/ 1600196 w 4876791"/>
              <a:gd name="connsiteY42" fmla="*/ 4686300 h 4876800"/>
              <a:gd name="connsiteX43" fmla="*/ 1409696 w 4876791"/>
              <a:gd name="connsiteY43" fmla="*/ 4876800 h 4876800"/>
              <a:gd name="connsiteX44" fmla="*/ 578097 w 4876791"/>
              <a:gd name="connsiteY44" fmla="*/ 4876800 h 4876800"/>
              <a:gd name="connsiteX45" fmla="*/ 130117 w 4876791"/>
              <a:gd name="connsiteY45" fmla="*/ 4663735 h 4876800"/>
              <a:gd name="connsiteX46" fmla="*/ 12360 w 4876791"/>
              <a:gd name="connsiteY46" fmla="*/ 4178827 h 4876800"/>
              <a:gd name="connsiteX47" fmla="*/ 865152 w 4876791"/>
              <a:gd name="connsiteY47" fmla="*/ 2771575 h 4876800"/>
              <a:gd name="connsiteX48" fmla="*/ 1663471 w 4876791"/>
              <a:gd name="connsiteY48" fmla="*/ 2332834 h 4876800"/>
              <a:gd name="connsiteX49" fmla="*/ 1142996 w 4876791"/>
              <a:gd name="connsiteY49" fmla="*/ 1295400 h 4876800"/>
              <a:gd name="connsiteX50" fmla="*/ 2438396 w 4876791"/>
              <a:gd name="connsiteY50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76791" h="4876800">
                <a:moveTo>
                  <a:pt x="4677479" y="4027129"/>
                </a:moveTo>
                <a:cubicBezTo>
                  <a:pt x="4766076" y="4026833"/>
                  <a:pt x="4845671" y="4088708"/>
                  <a:pt x="4864432" y="4178827"/>
                </a:cubicBezTo>
                <a:cubicBezTo>
                  <a:pt x="4900265" y="4350916"/>
                  <a:pt x="4857336" y="4527652"/>
                  <a:pt x="4746675" y="4663736"/>
                </a:cubicBezTo>
                <a:cubicBezTo>
                  <a:pt x="4636556" y="4799143"/>
                  <a:pt x="4473279" y="4876800"/>
                  <a:pt x="4298695" y="4876800"/>
                </a:cubicBezTo>
                <a:lnTo>
                  <a:pt x="3438521" y="4876800"/>
                </a:lnTo>
                <a:cubicBezTo>
                  <a:pt x="3333308" y="4876800"/>
                  <a:pt x="3248021" y="4791513"/>
                  <a:pt x="3248021" y="4686300"/>
                </a:cubicBezTo>
                <a:cubicBezTo>
                  <a:pt x="3248021" y="4581087"/>
                  <a:pt x="3333308" y="4495800"/>
                  <a:pt x="3438521" y="4495800"/>
                </a:cubicBezTo>
                <a:lnTo>
                  <a:pt x="4298695" y="4495800"/>
                </a:lnTo>
                <a:cubicBezTo>
                  <a:pt x="4380019" y="4495800"/>
                  <a:pt x="4429073" y="4450404"/>
                  <a:pt x="4451085" y="4423353"/>
                </a:cubicBezTo>
                <a:cubicBezTo>
                  <a:pt x="4489081" y="4376633"/>
                  <a:pt x="4503787" y="4315816"/>
                  <a:pt x="4491433" y="4256494"/>
                </a:cubicBezTo>
                <a:cubicBezTo>
                  <a:pt x="4469983" y="4153491"/>
                  <a:pt x="4536096" y="4052612"/>
                  <a:pt x="4639109" y="4031161"/>
                </a:cubicBezTo>
                <a:cubicBezTo>
                  <a:pt x="4651982" y="4028482"/>
                  <a:pt x="4664822" y="4027171"/>
                  <a:pt x="4677479" y="4027129"/>
                </a:cubicBezTo>
                <a:close/>
                <a:moveTo>
                  <a:pt x="2428862" y="3449650"/>
                </a:moveTo>
                <a:lnTo>
                  <a:pt x="2256297" y="4234748"/>
                </a:lnTo>
                <a:lnTo>
                  <a:pt x="2428862" y="4407341"/>
                </a:lnTo>
                <a:lnTo>
                  <a:pt x="2601407" y="4234758"/>
                </a:lnTo>
                <a:close/>
                <a:moveTo>
                  <a:pt x="2438396" y="381000"/>
                </a:moveTo>
                <a:cubicBezTo>
                  <a:pt x="1934190" y="381000"/>
                  <a:pt x="1523996" y="791194"/>
                  <a:pt x="1523996" y="1295400"/>
                </a:cubicBezTo>
                <a:cubicBezTo>
                  <a:pt x="1523996" y="1784661"/>
                  <a:pt x="1910244" y="2185378"/>
                  <a:pt x="2393829" y="2208704"/>
                </a:cubicBezTo>
                <a:cubicBezTo>
                  <a:pt x="2408678" y="2208438"/>
                  <a:pt x="2423528" y="2208219"/>
                  <a:pt x="2438396" y="2208219"/>
                </a:cubicBezTo>
                <a:cubicBezTo>
                  <a:pt x="2453551" y="2208219"/>
                  <a:pt x="2468676" y="2208400"/>
                  <a:pt x="2483783" y="2208676"/>
                </a:cubicBezTo>
                <a:cubicBezTo>
                  <a:pt x="2966986" y="2184930"/>
                  <a:pt x="3352796" y="1784385"/>
                  <a:pt x="3352796" y="1295400"/>
                </a:cubicBezTo>
                <a:cubicBezTo>
                  <a:pt x="3352796" y="791194"/>
                  <a:pt x="2942602" y="381000"/>
                  <a:pt x="2438396" y="381000"/>
                </a:cubicBezTo>
                <a:close/>
                <a:moveTo>
                  <a:pt x="2438396" y="0"/>
                </a:moveTo>
                <a:cubicBezTo>
                  <a:pt x="3152676" y="0"/>
                  <a:pt x="3733796" y="581110"/>
                  <a:pt x="3733796" y="1295400"/>
                </a:cubicBezTo>
                <a:cubicBezTo>
                  <a:pt x="3733796" y="1719072"/>
                  <a:pt x="3529342" y="2095881"/>
                  <a:pt x="3213922" y="2332377"/>
                </a:cubicBezTo>
                <a:cubicBezTo>
                  <a:pt x="3731482" y="2502703"/>
                  <a:pt x="4185415" y="2841641"/>
                  <a:pt x="4498006" y="3307851"/>
                </a:cubicBezTo>
                <a:cubicBezTo>
                  <a:pt x="4556594" y="3395234"/>
                  <a:pt x="4533258" y="3513572"/>
                  <a:pt x="4445866" y="3572170"/>
                </a:cubicBezTo>
                <a:cubicBezTo>
                  <a:pt x="4358493" y="3630768"/>
                  <a:pt x="4240136" y="3607413"/>
                  <a:pt x="4181557" y="3520030"/>
                </a:cubicBezTo>
                <a:cubicBezTo>
                  <a:pt x="3826979" y="2991212"/>
                  <a:pt x="3257670" y="2655770"/>
                  <a:pt x="2631811" y="2598125"/>
                </a:cubicBezTo>
                <a:lnTo>
                  <a:pt x="2995914" y="4254818"/>
                </a:lnTo>
                <a:cubicBezTo>
                  <a:pt x="3009858" y="4318273"/>
                  <a:pt x="2990503" y="4384453"/>
                  <a:pt x="2944564" y="4430401"/>
                </a:cubicBezTo>
                <a:lnTo>
                  <a:pt x="2563583" y="4811468"/>
                </a:lnTo>
                <a:cubicBezTo>
                  <a:pt x="2527855" y="4847196"/>
                  <a:pt x="2479401" y="4867275"/>
                  <a:pt x="2428871" y="4867275"/>
                </a:cubicBezTo>
                <a:cubicBezTo>
                  <a:pt x="2378332" y="4867275"/>
                  <a:pt x="2329868" y="4847206"/>
                  <a:pt x="2294150" y="4811468"/>
                </a:cubicBezTo>
                <a:lnTo>
                  <a:pt x="1913131" y="4430401"/>
                </a:lnTo>
                <a:cubicBezTo>
                  <a:pt x="1867191" y="4384462"/>
                  <a:pt x="1847837" y="4318273"/>
                  <a:pt x="1861772" y="4254808"/>
                </a:cubicBezTo>
                <a:lnTo>
                  <a:pt x="2225446" y="2600230"/>
                </a:lnTo>
                <a:cubicBezTo>
                  <a:pt x="1328124" y="2692460"/>
                  <a:pt x="571877" y="3360487"/>
                  <a:pt x="385340" y="4256484"/>
                </a:cubicBezTo>
                <a:cubicBezTo>
                  <a:pt x="372986" y="4315816"/>
                  <a:pt x="387692" y="4376623"/>
                  <a:pt x="425687" y="4423353"/>
                </a:cubicBezTo>
                <a:cubicBezTo>
                  <a:pt x="447700" y="4450413"/>
                  <a:pt x="496753" y="4495800"/>
                  <a:pt x="578078" y="4495800"/>
                </a:cubicBezTo>
                <a:lnTo>
                  <a:pt x="1409696" y="4495800"/>
                </a:lnTo>
                <a:cubicBezTo>
                  <a:pt x="1514909" y="4495800"/>
                  <a:pt x="1600196" y="4581087"/>
                  <a:pt x="1600196" y="4686300"/>
                </a:cubicBezTo>
                <a:cubicBezTo>
                  <a:pt x="1600196" y="4791513"/>
                  <a:pt x="1514909" y="4876800"/>
                  <a:pt x="1409696" y="4876800"/>
                </a:cubicBezTo>
                <a:lnTo>
                  <a:pt x="578097" y="4876800"/>
                </a:lnTo>
                <a:cubicBezTo>
                  <a:pt x="403513" y="4876800"/>
                  <a:pt x="240226" y="4799143"/>
                  <a:pt x="130117" y="4663735"/>
                </a:cubicBezTo>
                <a:cubicBezTo>
                  <a:pt x="19456" y="4527652"/>
                  <a:pt x="-23474" y="4350915"/>
                  <a:pt x="12360" y="4178827"/>
                </a:cubicBezTo>
                <a:cubicBezTo>
                  <a:pt x="126688" y="3629654"/>
                  <a:pt x="429555" y="3129877"/>
                  <a:pt x="865152" y="2771575"/>
                </a:cubicBezTo>
                <a:cubicBezTo>
                  <a:pt x="1102724" y="2576169"/>
                  <a:pt x="1374187" y="2428065"/>
                  <a:pt x="1663471" y="2332834"/>
                </a:cubicBezTo>
                <a:cubicBezTo>
                  <a:pt x="1347707" y="2096376"/>
                  <a:pt x="1142996" y="1719348"/>
                  <a:pt x="1142996" y="1295400"/>
                </a:cubicBezTo>
                <a:cubicBezTo>
                  <a:pt x="1142996" y="581110"/>
                  <a:pt x="1724116" y="0"/>
                  <a:pt x="2438396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Freeform: Shape 69"/>
          <p:cNvSpPr>
            <a:spLocks noChangeAspect="1"/>
          </p:cNvSpPr>
          <p:nvPr/>
        </p:nvSpPr>
        <p:spPr>
          <a:xfrm>
            <a:off x="8692694" y="5365044"/>
            <a:ext cx="240991" cy="241072"/>
          </a:xfrm>
          <a:custGeom>
            <a:avLst/>
            <a:gdLst>
              <a:gd name="connsiteX0" fmla="*/ 4218156 w 4875162"/>
              <a:gd name="connsiteY0" fmla="*/ 4113409 h 4876800"/>
              <a:gd name="connsiteX1" fmla="*/ 4218156 w 4875162"/>
              <a:gd name="connsiteY1" fmla="*/ 4495695 h 4876800"/>
              <a:gd name="connsiteX2" fmla="*/ 4304357 w 4875162"/>
              <a:gd name="connsiteY2" fmla="*/ 4495924 h 4876800"/>
              <a:gd name="connsiteX3" fmla="*/ 4494286 w 4875162"/>
              <a:gd name="connsiteY3" fmla="*/ 4305490 h 4876800"/>
              <a:gd name="connsiteX4" fmla="*/ 4303852 w 4875162"/>
              <a:gd name="connsiteY4" fmla="*/ 4113409 h 4876800"/>
              <a:gd name="connsiteX5" fmla="*/ 741626 w 4875162"/>
              <a:gd name="connsiteY5" fmla="*/ 3732543 h 4876800"/>
              <a:gd name="connsiteX6" fmla="*/ 4303852 w 4875162"/>
              <a:gd name="connsiteY6" fmla="*/ 3732543 h 4876800"/>
              <a:gd name="connsiteX7" fmla="*/ 4875162 w 4875162"/>
              <a:gd name="connsiteY7" fmla="*/ 4305500 h 4876800"/>
              <a:gd name="connsiteX8" fmla="*/ 4303852 w 4875162"/>
              <a:gd name="connsiteY8" fmla="*/ 4876800 h 4876800"/>
              <a:gd name="connsiteX9" fmla="*/ 4027208 w 4875162"/>
              <a:gd name="connsiteY9" fmla="*/ 4876057 h 4876800"/>
              <a:gd name="connsiteX10" fmla="*/ 3837280 w 4875162"/>
              <a:gd name="connsiteY10" fmla="*/ 4685624 h 4876800"/>
              <a:gd name="connsiteX11" fmla="*/ 3837280 w 4875162"/>
              <a:gd name="connsiteY11" fmla="*/ 4113409 h 4876800"/>
              <a:gd name="connsiteX12" fmla="*/ 799481 w 4875162"/>
              <a:gd name="connsiteY12" fmla="*/ 4113409 h 4876800"/>
              <a:gd name="connsiteX13" fmla="*/ 526008 w 4875162"/>
              <a:gd name="connsiteY13" fmla="*/ 4296528 h 4876800"/>
              <a:gd name="connsiteX14" fmla="*/ 805320 w 4875162"/>
              <a:gd name="connsiteY14" fmla="*/ 4494571 h 4876800"/>
              <a:gd name="connsiteX15" fmla="*/ 3075537 w 4875162"/>
              <a:gd name="connsiteY15" fmla="*/ 4494571 h 4876800"/>
              <a:gd name="connsiteX16" fmla="*/ 3265970 w 4875162"/>
              <a:gd name="connsiteY16" fmla="*/ 4685005 h 4876800"/>
              <a:gd name="connsiteX17" fmla="*/ 3075537 w 4875162"/>
              <a:gd name="connsiteY17" fmla="*/ 4875438 h 4876800"/>
              <a:gd name="connsiteX18" fmla="*/ 744645 w 4875162"/>
              <a:gd name="connsiteY18" fmla="*/ 4875438 h 4876800"/>
              <a:gd name="connsiteX19" fmla="*/ 634498 w 4875162"/>
              <a:gd name="connsiteY19" fmla="*/ 4840348 h 4876800"/>
              <a:gd name="connsiteX20" fmla="*/ 80286 w 4875162"/>
              <a:gd name="connsiteY20" fmla="*/ 4447384 h 4876800"/>
              <a:gd name="connsiteX21" fmla="*/ 19 w 4875162"/>
              <a:gd name="connsiteY21" fmla="*/ 4289479 h 4876800"/>
              <a:gd name="connsiteX22" fmla="*/ 84487 w 4875162"/>
              <a:gd name="connsiteY22" fmla="*/ 4133783 h 4876800"/>
              <a:gd name="connsiteX23" fmla="*/ 635679 w 4875162"/>
              <a:gd name="connsiteY23" fmla="*/ 3764737 h 4876800"/>
              <a:gd name="connsiteX24" fmla="*/ 741626 w 4875162"/>
              <a:gd name="connsiteY24" fmla="*/ 3732543 h 4876800"/>
              <a:gd name="connsiteX25" fmla="*/ 3922986 w 4875162"/>
              <a:gd name="connsiteY25" fmla="*/ 2218582 h 4876800"/>
              <a:gd name="connsiteX26" fmla="*/ 4113420 w 4875162"/>
              <a:gd name="connsiteY26" fmla="*/ 2409015 h 4876800"/>
              <a:gd name="connsiteX27" fmla="*/ 3922986 w 4875162"/>
              <a:gd name="connsiteY27" fmla="*/ 2599448 h 4876800"/>
              <a:gd name="connsiteX28" fmla="*/ 3732553 w 4875162"/>
              <a:gd name="connsiteY28" fmla="*/ 2409015 h 4876800"/>
              <a:gd name="connsiteX29" fmla="*/ 3922986 w 4875162"/>
              <a:gd name="connsiteY29" fmla="*/ 2218582 h 4876800"/>
              <a:gd name="connsiteX30" fmla="*/ 3351676 w 4875162"/>
              <a:gd name="connsiteY30" fmla="*/ 2218582 h 4876800"/>
              <a:gd name="connsiteX31" fmla="*/ 3542109 w 4875162"/>
              <a:gd name="connsiteY31" fmla="*/ 2409015 h 4876800"/>
              <a:gd name="connsiteX32" fmla="*/ 3351676 w 4875162"/>
              <a:gd name="connsiteY32" fmla="*/ 2599448 h 4876800"/>
              <a:gd name="connsiteX33" fmla="*/ 3161243 w 4875162"/>
              <a:gd name="connsiteY33" fmla="*/ 2409015 h 4876800"/>
              <a:gd name="connsiteX34" fmla="*/ 3351676 w 4875162"/>
              <a:gd name="connsiteY34" fmla="*/ 2218582 h 4876800"/>
              <a:gd name="connsiteX35" fmla="*/ 2780367 w 4875162"/>
              <a:gd name="connsiteY35" fmla="*/ 2218582 h 4876800"/>
              <a:gd name="connsiteX36" fmla="*/ 2970800 w 4875162"/>
              <a:gd name="connsiteY36" fmla="*/ 2409015 h 4876800"/>
              <a:gd name="connsiteX37" fmla="*/ 2780367 w 4875162"/>
              <a:gd name="connsiteY37" fmla="*/ 2599448 h 4876800"/>
              <a:gd name="connsiteX38" fmla="*/ 2589933 w 4875162"/>
              <a:gd name="connsiteY38" fmla="*/ 2409015 h 4876800"/>
              <a:gd name="connsiteX39" fmla="*/ 2780367 w 4875162"/>
              <a:gd name="connsiteY39" fmla="*/ 2218582 h 4876800"/>
              <a:gd name="connsiteX40" fmla="*/ 952176 w 4875162"/>
              <a:gd name="connsiteY40" fmla="*/ 2218582 h 4876800"/>
              <a:gd name="connsiteX41" fmla="*/ 2018614 w 4875162"/>
              <a:gd name="connsiteY41" fmla="*/ 2218582 h 4876800"/>
              <a:gd name="connsiteX42" fmla="*/ 2209048 w 4875162"/>
              <a:gd name="connsiteY42" fmla="*/ 2409015 h 4876800"/>
              <a:gd name="connsiteX43" fmla="*/ 2018614 w 4875162"/>
              <a:gd name="connsiteY43" fmla="*/ 2599448 h 4876800"/>
              <a:gd name="connsiteX44" fmla="*/ 952176 w 4875162"/>
              <a:gd name="connsiteY44" fmla="*/ 2599448 h 4876800"/>
              <a:gd name="connsiteX45" fmla="*/ 761743 w 4875162"/>
              <a:gd name="connsiteY45" fmla="*/ 2409015 h 4876800"/>
              <a:gd name="connsiteX46" fmla="*/ 952176 w 4875162"/>
              <a:gd name="connsiteY46" fmla="*/ 2218582 h 4876800"/>
              <a:gd name="connsiteX47" fmla="*/ 3922986 w 4875162"/>
              <a:gd name="connsiteY47" fmla="*/ 1533011 h 4876800"/>
              <a:gd name="connsiteX48" fmla="*/ 4113420 w 4875162"/>
              <a:gd name="connsiteY48" fmla="*/ 1723444 h 4876800"/>
              <a:gd name="connsiteX49" fmla="*/ 3922986 w 4875162"/>
              <a:gd name="connsiteY49" fmla="*/ 1913877 h 4876800"/>
              <a:gd name="connsiteX50" fmla="*/ 3732553 w 4875162"/>
              <a:gd name="connsiteY50" fmla="*/ 1723444 h 4876800"/>
              <a:gd name="connsiteX51" fmla="*/ 3922986 w 4875162"/>
              <a:gd name="connsiteY51" fmla="*/ 1533011 h 4876800"/>
              <a:gd name="connsiteX52" fmla="*/ 3351676 w 4875162"/>
              <a:gd name="connsiteY52" fmla="*/ 1533011 h 4876800"/>
              <a:gd name="connsiteX53" fmla="*/ 3542109 w 4875162"/>
              <a:gd name="connsiteY53" fmla="*/ 1723444 h 4876800"/>
              <a:gd name="connsiteX54" fmla="*/ 3351676 w 4875162"/>
              <a:gd name="connsiteY54" fmla="*/ 1913877 h 4876800"/>
              <a:gd name="connsiteX55" fmla="*/ 3161243 w 4875162"/>
              <a:gd name="connsiteY55" fmla="*/ 1723444 h 4876800"/>
              <a:gd name="connsiteX56" fmla="*/ 3351676 w 4875162"/>
              <a:gd name="connsiteY56" fmla="*/ 1533011 h 4876800"/>
              <a:gd name="connsiteX57" fmla="*/ 952176 w 4875162"/>
              <a:gd name="connsiteY57" fmla="*/ 1533011 h 4876800"/>
              <a:gd name="connsiteX58" fmla="*/ 2580408 w 4875162"/>
              <a:gd name="connsiteY58" fmla="*/ 1533011 h 4876800"/>
              <a:gd name="connsiteX59" fmla="*/ 2770842 w 4875162"/>
              <a:gd name="connsiteY59" fmla="*/ 1723444 h 4876800"/>
              <a:gd name="connsiteX60" fmla="*/ 2580408 w 4875162"/>
              <a:gd name="connsiteY60" fmla="*/ 1913877 h 4876800"/>
              <a:gd name="connsiteX61" fmla="*/ 952176 w 4875162"/>
              <a:gd name="connsiteY61" fmla="*/ 1913877 h 4876800"/>
              <a:gd name="connsiteX62" fmla="*/ 761743 w 4875162"/>
              <a:gd name="connsiteY62" fmla="*/ 1723444 h 4876800"/>
              <a:gd name="connsiteX63" fmla="*/ 952176 w 4875162"/>
              <a:gd name="connsiteY63" fmla="*/ 1533011 h 4876800"/>
              <a:gd name="connsiteX64" fmla="*/ 761752 w 4875162"/>
              <a:gd name="connsiteY64" fmla="*/ 380866 h 4876800"/>
              <a:gd name="connsiteX65" fmla="*/ 380876 w 4875162"/>
              <a:gd name="connsiteY65" fmla="*/ 761743 h 4876800"/>
              <a:gd name="connsiteX66" fmla="*/ 380876 w 4875162"/>
              <a:gd name="connsiteY66" fmla="*/ 771268 h 4876800"/>
              <a:gd name="connsiteX67" fmla="*/ 4494304 w 4875162"/>
              <a:gd name="connsiteY67" fmla="*/ 771268 h 4876800"/>
              <a:gd name="connsiteX68" fmla="*/ 4494304 w 4875162"/>
              <a:gd name="connsiteY68" fmla="*/ 761743 h 4876800"/>
              <a:gd name="connsiteX69" fmla="*/ 4113428 w 4875162"/>
              <a:gd name="connsiteY69" fmla="*/ 380866 h 4876800"/>
              <a:gd name="connsiteX70" fmla="*/ 761743 w 4875162"/>
              <a:gd name="connsiteY70" fmla="*/ 0 h 4876800"/>
              <a:gd name="connsiteX71" fmla="*/ 4113419 w 4875162"/>
              <a:gd name="connsiteY71" fmla="*/ 0 h 4876800"/>
              <a:gd name="connsiteX72" fmla="*/ 4875162 w 4875162"/>
              <a:gd name="connsiteY72" fmla="*/ 761743 h 4876800"/>
              <a:gd name="connsiteX73" fmla="*/ 4875162 w 4875162"/>
              <a:gd name="connsiteY73" fmla="*/ 1647272 h 4876800"/>
              <a:gd name="connsiteX74" fmla="*/ 4684728 w 4875162"/>
              <a:gd name="connsiteY74" fmla="*/ 1837706 h 4876800"/>
              <a:gd name="connsiteX75" fmla="*/ 4494286 w 4875162"/>
              <a:gd name="connsiteY75" fmla="*/ 1647272 h 4876800"/>
              <a:gd name="connsiteX76" fmla="*/ 4494286 w 4875162"/>
              <a:gd name="connsiteY76" fmla="*/ 1152134 h 4876800"/>
              <a:gd name="connsiteX77" fmla="*/ 380866 w 4875162"/>
              <a:gd name="connsiteY77" fmla="*/ 1152134 h 4876800"/>
              <a:gd name="connsiteX78" fmla="*/ 380866 w 4875162"/>
              <a:gd name="connsiteY78" fmla="*/ 2599448 h 4876800"/>
              <a:gd name="connsiteX79" fmla="*/ 761743 w 4875162"/>
              <a:gd name="connsiteY79" fmla="*/ 2980325 h 4876800"/>
              <a:gd name="connsiteX80" fmla="*/ 4113419 w 4875162"/>
              <a:gd name="connsiteY80" fmla="*/ 2980325 h 4876800"/>
              <a:gd name="connsiteX81" fmla="*/ 4494295 w 4875162"/>
              <a:gd name="connsiteY81" fmla="*/ 2599448 h 4876800"/>
              <a:gd name="connsiteX82" fmla="*/ 4684728 w 4875162"/>
              <a:gd name="connsiteY82" fmla="*/ 2409015 h 4876800"/>
              <a:gd name="connsiteX83" fmla="*/ 4875162 w 4875162"/>
              <a:gd name="connsiteY83" fmla="*/ 2599448 h 4876800"/>
              <a:gd name="connsiteX84" fmla="*/ 4113419 w 4875162"/>
              <a:gd name="connsiteY84" fmla="*/ 3361192 h 4876800"/>
              <a:gd name="connsiteX85" fmla="*/ 761743 w 4875162"/>
              <a:gd name="connsiteY85" fmla="*/ 3361192 h 4876800"/>
              <a:gd name="connsiteX86" fmla="*/ 0 w 4875162"/>
              <a:gd name="connsiteY86" fmla="*/ 2599448 h 4876800"/>
              <a:gd name="connsiteX87" fmla="*/ 0 w 4875162"/>
              <a:gd name="connsiteY87" fmla="*/ 761743 h 4876800"/>
              <a:gd name="connsiteX88" fmla="*/ 761743 w 4875162"/>
              <a:gd name="connsiteY88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875162" h="4876800">
                <a:moveTo>
                  <a:pt x="4218156" y="4113409"/>
                </a:moveTo>
                <a:lnTo>
                  <a:pt x="4218156" y="4495695"/>
                </a:lnTo>
                <a:lnTo>
                  <a:pt x="4304357" y="4495924"/>
                </a:lnTo>
                <a:cubicBezTo>
                  <a:pt x="4408856" y="4495924"/>
                  <a:pt x="4494286" y="4410494"/>
                  <a:pt x="4494286" y="4305490"/>
                </a:cubicBezTo>
                <a:cubicBezTo>
                  <a:pt x="4494286" y="4199582"/>
                  <a:pt x="4408856" y="4113409"/>
                  <a:pt x="4303852" y="4113409"/>
                </a:cubicBezTo>
                <a:close/>
                <a:moveTo>
                  <a:pt x="741626" y="3732543"/>
                </a:moveTo>
                <a:lnTo>
                  <a:pt x="4303852" y="3732543"/>
                </a:lnTo>
                <a:cubicBezTo>
                  <a:pt x="4618872" y="3732543"/>
                  <a:pt x="4875162" y="3989565"/>
                  <a:pt x="4875162" y="4305500"/>
                </a:cubicBezTo>
                <a:cubicBezTo>
                  <a:pt x="4875162" y="4620520"/>
                  <a:pt x="4618872" y="4876800"/>
                  <a:pt x="4303852" y="4876800"/>
                </a:cubicBezTo>
                <a:lnTo>
                  <a:pt x="4027208" y="4876057"/>
                </a:lnTo>
                <a:cubicBezTo>
                  <a:pt x="3922233" y="4875781"/>
                  <a:pt x="3837280" y="4790589"/>
                  <a:pt x="3837280" y="4685624"/>
                </a:cubicBezTo>
                <a:lnTo>
                  <a:pt x="3837280" y="4113409"/>
                </a:lnTo>
                <a:lnTo>
                  <a:pt x="799481" y="4113409"/>
                </a:lnTo>
                <a:lnTo>
                  <a:pt x="526008" y="4296528"/>
                </a:lnTo>
                <a:lnTo>
                  <a:pt x="805320" y="4494571"/>
                </a:lnTo>
                <a:lnTo>
                  <a:pt x="3075537" y="4494571"/>
                </a:lnTo>
                <a:cubicBezTo>
                  <a:pt x="3180712" y="4494571"/>
                  <a:pt x="3265970" y="4579829"/>
                  <a:pt x="3265970" y="4685005"/>
                </a:cubicBezTo>
                <a:cubicBezTo>
                  <a:pt x="3265970" y="4790180"/>
                  <a:pt x="3180712" y="4875438"/>
                  <a:pt x="3075537" y="4875438"/>
                </a:cubicBezTo>
                <a:lnTo>
                  <a:pt x="744645" y="4875438"/>
                </a:lnTo>
                <a:cubicBezTo>
                  <a:pt x="705193" y="4875438"/>
                  <a:pt x="666702" y="4863160"/>
                  <a:pt x="634498" y="4840348"/>
                </a:cubicBezTo>
                <a:lnTo>
                  <a:pt x="80286" y="4447384"/>
                </a:lnTo>
                <a:cubicBezTo>
                  <a:pt x="29184" y="4411142"/>
                  <a:pt x="-819" y="4352106"/>
                  <a:pt x="19" y="4289479"/>
                </a:cubicBezTo>
                <a:cubicBezTo>
                  <a:pt x="857" y="4226843"/>
                  <a:pt x="32442" y="4168635"/>
                  <a:pt x="84487" y="4133783"/>
                </a:cubicBezTo>
                <a:lnTo>
                  <a:pt x="635679" y="3764737"/>
                </a:lnTo>
                <a:cubicBezTo>
                  <a:pt x="667026" y="3743754"/>
                  <a:pt x="703897" y="3732543"/>
                  <a:pt x="741626" y="3732543"/>
                </a:cubicBezTo>
                <a:close/>
                <a:moveTo>
                  <a:pt x="3922986" y="2218582"/>
                </a:moveTo>
                <a:cubicBezTo>
                  <a:pt x="4028160" y="2218582"/>
                  <a:pt x="4113420" y="2303842"/>
                  <a:pt x="4113420" y="2409015"/>
                </a:cubicBezTo>
                <a:cubicBezTo>
                  <a:pt x="4113420" y="2514188"/>
                  <a:pt x="4028160" y="2599448"/>
                  <a:pt x="3922986" y="2599448"/>
                </a:cubicBezTo>
                <a:cubicBezTo>
                  <a:pt x="3817813" y="2599448"/>
                  <a:pt x="3732553" y="2514188"/>
                  <a:pt x="3732553" y="2409015"/>
                </a:cubicBezTo>
                <a:cubicBezTo>
                  <a:pt x="3732553" y="2303842"/>
                  <a:pt x="3817813" y="2218582"/>
                  <a:pt x="3922986" y="2218582"/>
                </a:cubicBezTo>
                <a:close/>
                <a:moveTo>
                  <a:pt x="3351676" y="2218582"/>
                </a:moveTo>
                <a:cubicBezTo>
                  <a:pt x="3456849" y="2218582"/>
                  <a:pt x="3542109" y="2303842"/>
                  <a:pt x="3542109" y="2409015"/>
                </a:cubicBezTo>
                <a:cubicBezTo>
                  <a:pt x="3542109" y="2514188"/>
                  <a:pt x="3456849" y="2599448"/>
                  <a:pt x="3351676" y="2599448"/>
                </a:cubicBezTo>
                <a:cubicBezTo>
                  <a:pt x="3246502" y="2599448"/>
                  <a:pt x="3161243" y="2514188"/>
                  <a:pt x="3161243" y="2409015"/>
                </a:cubicBezTo>
                <a:cubicBezTo>
                  <a:pt x="3161243" y="2303842"/>
                  <a:pt x="3246502" y="2218582"/>
                  <a:pt x="3351676" y="2218582"/>
                </a:cubicBezTo>
                <a:close/>
                <a:moveTo>
                  <a:pt x="2780367" y="2218582"/>
                </a:moveTo>
                <a:cubicBezTo>
                  <a:pt x="2885540" y="2218582"/>
                  <a:pt x="2970800" y="2303842"/>
                  <a:pt x="2970800" y="2409015"/>
                </a:cubicBezTo>
                <a:cubicBezTo>
                  <a:pt x="2970800" y="2514188"/>
                  <a:pt x="2885540" y="2599448"/>
                  <a:pt x="2780367" y="2599448"/>
                </a:cubicBezTo>
                <a:cubicBezTo>
                  <a:pt x="2675193" y="2599448"/>
                  <a:pt x="2589933" y="2514188"/>
                  <a:pt x="2589933" y="2409015"/>
                </a:cubicBezTo>
                <a:cubicBezTo>
                  <a:pt x="2589933" y="2303842"/>
                  <a:pt x="2675193" y="2218582"/>
                  <a:pt x="2780367" y="2218582"/>
                </a:cubicBezTo>
                <a:close/>
                <a:moveTo>
                  <a:pt x="952176" y="2218582"/>
                </a:moveTo>
                <a:lnTo>
                  <a:pt x="2018614" y="2218582"/>
                </a:lnTo>
                <a:cubicBezTo>
                  <a:pt x="2123789" y="2218582"/>
                  <a:pt x="2209048" y="2303840"/>
                  <a:pt x="2209048" y="2409015"/>
                </a:cubicBezTo>
                <a:cubicBezTo>
                  <a:pt x="2209048" y="2514190"/>
                  <a:pt x="2123789" y="2599448"/>
                  <a:pt x="2018614" y="2599448"/>
                </a:cubicBezTo>
                <a:lnTo>
                  <a:pt x="952176" y="2599448"/>
                </a:lnTo>
                <a:cubicBezTo>
                  <a:pt x="847001" y="2599448"/>
                  <a:pt x="761743" y="2514190"/>
                  <a:pt x="761743" y="2409015"/>
                </a:cubicBezTo>
                <a:cubicBezTo>
                  <a:pt x="761743" y="2303840"/>
                  <a:pt x="847001" y="2218582"/>
                  <a:pt x="952176" y="2218582"/>
                </a:cubicBezTo>
                <a:close/>
                <a:moveTo>
                  <a:pt x="3922986" y="1533011"/>
                </a:moveTo>
                <a:cubicBezTo>
                  <a:pt x="4028160" y="1533011"/>
                  <a:pt x="4113420" y="1618271"/>
                  <a:pt x="4113420" y="1723444"/>
                </a:cubicBezTo>
                <a:cubicBezTo>
                  <a:pt x="4113420" y="1828617"/>
                  <a:pt x="4028160" y="1913877"/>
                  <a:pt x="3922986" y="1913877"/>
                </a:cubicBezTo>
                <a:cubicBezTo>
                  <a:pt x="3817813" y="1913877"/>
                  <a:pt x="3732553" y="1828617"/>
                  <a:pt x="3732553" y="1723444"/>
                </a:cubicBezTo>
                <a:cubicBezTo>
                  <a:pt x="3732553" y="1618271"/>
                  <a:pt x="3817813" y="1533011"/>
                  <a:pt x="3922986" y="1533011"/>
                </a:cubicBezTo>
                <a:close/>
                <a:moveTo>
                  <a:pt x="3351676" y="1533011"/>
                </a:moveTo>
                <a:cubicBezTo>
                  <a:pt x="3456849" y="1533011"/>
                  <a:pt x="3542109" y="1618271"/>
                  <a:pt x="3542109" y="1723444"/>
                </a:cubicBezTo>
                <a:cubicBezTo>
                  <a:pt x="3542109" y="1828617"/>
                  <a:pt x="3456849" y="1913877"/>
                  <a:pt x="3351676" y="1913877"/>
                </a:cubicBezTo>
                <a:cubicBezTo>
                  <a:pt x="3246502" y="1913877"/>
                  <a:pt x="3161243" y="1828617"/>
                  <a:pt x="3161243" y="1723444"/>
                </a:cubicBezTo>
                <a:cubicBezTo>
                  <a:pt x="3161243" y="1618271"/>
                  <a:pt x="3246502" y="1533011"/>
                  <a:pt x="3351676" y="1533011"/>
                </a:cubicBezTo>
                <a:close/>
                <a:moveTo>
                  <a:pt x="952176" y="1533011"/>
                </a:moveTo>
                <a:lnTo>
                  <a:pt x="2580408" y="1533011"/>
                </a:lnTo>
                <a:cubicBezTo>
                  <a:pt x="2685583" y="1533011"/>
                  <a:pt x="2770842" y="1618269"/>
                  <a:pt x="2770842" y="1723444"/>
                </a:cubicBezTo>
                <a:cubicBezTo>
                  <a:pt x="2770842" y="1828629"/>
                  <a:pt x="2685583" y="1913877"/>
                  <a:pt x="2580408" y="1913877"/>
                </a:cubicBezTo>
                <a:lnTo>
                  <a:pt x="952176" y="1913877"/>
                </a:lnTo>
                <a:cubicBezTo>
                  <a:pt x="847001" y="1913877"/>
                  <a:pt x="761743" y="1828619"/>
                  <a:pt x="761743" y="1723444"/>
                </a:cubicBezTo>
                <a:cubicBezTo>
                  <a:pt x="761743" y="1618269"/>
                  <a:pt x="847001" y="1533011"/>
                  <a:pt x="952176" y="1533011"/>
                </a:cubicBezTo>
                <a:close/>
                <a:moveTo>
                  <a:pt x="761752" y="380866"/>
                </a:moveTo>
                <a:cubicBezTo>
                  <a:pt x="551735" y="380866"/>
                  <a:pt x="380876" y="551726"/>
                  <a:pt x="380876" y="761743"/>
                </a:cubicBezTo>
                <a:lnTo>
                  <a:pt x="380876" y="771268"/>
                </a:lnTo>
                <a:lnTo>
                  <a:pt x="4494304" y="771268"/>
                </a:lnTo>
                <a:lnTo>
                  <a:pt x="4494304" y="761743"/>
                </a:lnTo>
                <a:cubicBezTo>
                  <a:pt x="4494304" y="551726"/>
                  <a:pt x="4323445" y="380866"/>
                  <a:pt x="4113428" y="380866"/>
                </a:cubicBezTo>
                <a:close/>
                <a:moveTo>
                  <a:pt x="761743" y="0"/>
                </a:moveTo>
                <a:lnTo>
                  <a:pt x="4113419" y="0"/>
                </a:lnTo>
                <a:cubicBezTo>
                  <a:pt x="4533443" y="0"/>
                  <a:pt x="4875162" y="341719"/>
                  <a:pt x="4875162" y="761743"/>
                </a:cubicBezTo>
                <a:lnTo>
                  <a:pt x="4875162" y="1647272"/>
                </a:lnTo>
                <a:cubicBezTo>
                  <a:pt x="4875162" y="1752447"/>
                  <a:pt x="4789904" y="1837706"/>
                  <a:pt x="4684728" y="1837706"/>
                </a:cubicBezTo>
                <a:cubicBezTo>
                  <a:pt x="4579544" y="1837706"/>
                  <a:pt x="4494286" y="1752447"/>
                  <a:pt x="4494286" y="1647272"/>
                </a:cubicBezTo>
                <a:lnTo>
                  <a:pt x="4494286" y="1152134"/>
                </a:lnTo>
                <a:lnTo>
                  <a:pt x="380866" y="1152134"/>
                </a:lnTo>
                <a:lnTo>
                  <a:pt x="380866" y="2599448"/>
                </a:lnTo>
                <a:cubicBezTo>
                  <a:pt x="380866" y="2809465"/>
                  <a:pt x="551726" y="2980325"/>
                  <a:pt x="761743" y="2980325"/>
                </a:cubicBezTo>
                <a:lnTo>
                  <a:pt x="4113419" y="2980325"/>
                </a:lnTo>
                <a:cubicBezTo>
                  <a:pt x="4323436" y="2980325"/>
                  <a:pt x="4494295" y="2809465"/>
                  <a:pt x="4494295" y="2599448"/>
                </a:cubicBezTo>
                <a:cubicBezTo>
                  <a:pt x="4494295" y="2494273"/>
                  <a:pt x="4579553" y="2409015"/>
                  <a:pt x="4684728" y="2409015"/>
                </a:cubicBezTo>
                <a:cubicBezTo>
                  <a:pt x="4789904" y="2409015"/>
                  <a:pt x="4875162" y="2494273"/>
                  <a:pt x="4875162" y="2599448"/>
                </a:cubicBezTo>
                <a:cubicBezTo>
                  <a:pt x="4875162" y="3019473"/>
                  <a:pt x="4533443" y="3361192"/>
                  <a:pt x="4113419" y="3361192"/>
                </a:cubicBezTo>
                <a:lnTo>
                  <a:pt x="761743" y="3361192"/>
                </a:lnTo>
                <a:cubicBezTo>
                  <a:pt x="341719" y="3361192"/>
                  <a:pt x="0" y="3019473"/>
                  <a:pt x="0" y="2599448"/>
                </a:cubicBezTo>
                <a:lnTo>
                  <a:pt x="0" y="761743"/>
                </a:lnTo>
                <a:cubicBezTo>
                  <a:pt x="0" y="341719"/>
                  <a:pt x="341719" y="0"/>
                  <a:pt x="76174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Freeform: Shape 78"/>
          <p:cNvSpPr>
            <a:spLocks noChangeAspect="1"/>
          </p:cNvSpPr>
          <p:nvPr/>
        </p:nvSpPr>
        <p:spPr>
          <a:xfrm>
            <a:off x="5325196" y="6066045"/>
            <a:ext cx="241072" cy="240134"/>
          </a:xfrm>
          <a:custGeom>
            <a:avLst/>
            <a:gdLst>
              <a:gd name="connsiteX0" fmla="*/ 1679362 w 4876800"/>
              <a:gd name="connsiteY0" fmla="*/ 3805819 h 4857826"/>
              <a:gd name="connsiteX1" fmla="*/ 1869119 w 4876800"/>
              <a:gd name="connsiteY1" fmla="*/ 3995576 h 4857826"/>
              <a:gd name="connsiteX2" fmla="*/ 1679362 w 4876800"/>
              <a:gd name="connsiteY2" fmla="*/ 4185333 h 4857826"/>
              <a:gd name="connsiteX3" fmla="*/ 1489605 w 4876800"/>
              <a:gd name="connsiteY3" fmla="*/ 3995576 h 4857826"/>
              <a:gd name="connsiteX4" fmla="*/ 1679362 w 4876800"/>
              <a:gd name="connsiteY4" fmla="*/ 3805819 h 4857826"/>
              <a:gd name="connsiteX5" fmla="*/ 3292316 w 4876800"/>
              <a:gd name="connsiteY5" fmla="*/ 1500264 h 4857826"/>
              <a:gd name="connsiteX6" fmla="*/ 3482073 w 4876800"/>
              <a:gd name="connsiteY6" fmla="*/ 1690021 h 4857826"/>
              <a:gd name="connsiteX7" fmla="*/ 3482073 w 4876800"/>
              <a:gd name="connsiteY7" fmla="*/ 1718482 h 4857826"/>
              <a:gd name="connsiteX8" fmla="*/ 3671830 w 4876800"/>
              <a:gd name="connsiteY8" fmla="*/ 1908239 h 4857826"/>
              <a:gd name="connsiteX9" fmla="*/ 3482073 w 4876800"/>
              <a:gd name="connsiteY9" fmla="*/ 2097996 h 4857826"/>
              <a:gd name="connsiteX10" fmla="*/ 3247644 w 4876800"/>
              <a:gd name="connsiteY10" fmla="*/ 2097996 h 4857826"/>
              <a:gd name="connsiteX11" fmla="*/ 3187665 w 4876800"/>
              <a:gd name="connsiteY11" fmla="*/ 2156403 h 4857826"/>
              <a:gd name="connsiteX12" fmla="*/ 3187665 w 4876800"/>
              <a:gd name="connsiteY12" fmla="*/ 2164414 h 4857826"/>
              <a:gd name="connsiteX13" fmla="*/ 3247644 w 4876800"/>
              <a:gd name="connsiteY13" fmla="*/ 2229726 h 4857826"/>
              <a:gd name="connsiteX14" fmla="*/ 3373898 w 4876800"/>
              <a:gd name="connsiteY14" fmla="*/ 2229726 h 4857826"/>
              <a:gd name="connsiteX15" fmla="*/ 3814153 w 4876800"/>
              <a:gd name="connsiteY15" fmla="*/ 2666171 h 4857826"/>
              <a:gd name="connsiteX16" fmla="*/ 3814153 w 4876800"/>
              <a:gd name="connsiteY16" fmla="*/ 2742238 h 4857826"/>
              <a:gd name="connsiteX17" fmla="*/ 3482073 w 4876800"/>
              <a:gd name="connsiteY17" fmla="*/ 3166224 h 4857826"/>
              <a:gd name="connsiteX18" fmla="*/ 3482073 w 4876800"/>
              <a:gd name="connsiteY18" fmla="*/ 3198600 h 4857826"/>
              <a:gd name="connsiteX19" fmla="*/ 3292316 w 4876800"/>
              <a:gd name="connsiteY19" fmla="*/ 3388357 h 4857826"/>
              <a:gd name="connsiteX20" fmla="*/ 3102559 w 4876800"/>
              <a:gd name="connsiteY20" fmla="*/ 3198619 h 4857826"/>
              <a:gd name="connsiteX21" fmla="*/ 3102559 w 4876800"/>
              <a:gd name="connsiteY21" fmla="*/ 3179645 h 4857826"/>
              <a:gd name="connsiteX22" fmla="*/ 2988707 w 4876800"/>
              <a:gd name="connsiteY22" fmla="*/ 3179645 h 4857826"/>
              <a:gd name="connsiteX23" fmla="*/ 2798950 w 4876800"/>
              <a:gd name="connsiteY23" fmla="*/ 2989888 h 4857826"/>
              <a:gd name="connsiteX24" fmla="*/ 2988707 w 4876800"/>
              <a:gd name="connsiteY24" fmla="*/ 2800131 h 4857826"/>
              <a:gd name="connsiteX25" fmla="*/ 3373898 w 4876800"/>
              <a:gd name="connsiteY25" fmla="*/ 2800131 h 4857826"/>
              <a:gd name="connsiteX26" fmla="*/ 3434639 w 4876800"/>
              <a:gd name="connsiteY26" fmla="*/ 2742257 h 4857826"/>
              <a:gd name="connsiteX27" fmla="*/ 3434639 w 4876800"/>
              <a:gd name="connsiteY27" fmla="*/ 2666191 h 4857826"/>
              <a:gd name="connsiteX28" fmla="*/ 3373898 w 4876800"/>
              <a:gd name="connsiteY28" fmla="*/ 2609259 h 4857826"/>
              <a:gd name="connsiteX29" fmla="*/ 3247653 w 4876800"/>
              <a:gd name="connsiteY29" fmla="*/ 2609259 h 4857826"/>
              <a:gd name="connsiteX30" fmla="*/ 2808151 w 4876800"/>
              <a:gd name="connsiteY30" fmla="*/ 2164423 h 4857826"/>
              <a:gd name="connsiteX31" fmla="*/ 2808151 w 4876800"/>
              <a:gd name="connsiteY31" fmla="*/ 2156413 h 4857826"/>
              <a:gd name="connsiteX32" fmla="*/ 3102559 w 4876800"/>
              <a:gd name="connsiteY32" fmla="*/ 1743113 h 4857826"/>
              <a:gd name="connsiteX33" fmla="*/ 3102559 w 4876800"/>
              <a:gd name="connsiteY33" fmla="*/ 1690021 h 4857826"/>
              <a:gd name="connsiteX34" fmla="*/ 3292316 w 4876800"/>
              <a:gd name="connsiteY34" fmla="*/ 1500264 h 4857826"/>
              <a:gd name="connsiteX35" fmla="*/ 1489605 w 4876800"/>
              <a:gd name="connsiteY35" fmla="*/ 674799 h 4857826"/>
              <a:gd name="connsiteX36" fmla="*/ 1869119 w 4876800"/>
              <a:gd name="connsiteY36" fmla="*/ 674799 h 4857826"/>
              <a:gd name="connsiteX37" fmla="*/ 2058876 w 4876800"/>
              <a:gd name="connsiteY37" fmla="*/ 864556 h 4857826"/>
              <a:gd name="connsiteX38" fmla="*/ 1869119 w 4876800"/>
              <a:gd name="connsiteY38" fmla="*/ 1054313 h 4857826"/>
              <a:gd name="connsiteX39" fmla="*/ 1489605 w 4876800"/>
              <a:gd name="connsiteY39" fmla="*/ 1054313 h 4857826"/>
              <a:gd name="connsiteX40" fmla="*/ 1299848 w 4876800"/>
              <a:gd name="connsiteY40" fmla="*/ 864556 h 4857826"/>
              <a:gd name="connsiteX41" fmla="*/ 1489605 w 4876800"/>
              <a:gd name="connsiteY41" fmla="*/ 674799 h 4857826"/>
              <a:gd name="connsiteX42" fmla="*/ 759038 w 4876800"/>
              <a:gd name="connsiteY42" fmla="*/ 379523 h 4857826"/>
              <a:gd name="connsiteX43" fmla="*/ 379523 w 4876800"/>
              <a:gd name="connsiteY43" fmla="*/ 759037 h 4857826"/>
              <a:gd name="connsiteX44" fmla="*/ 379523 w 4876800"/>
              <a:gd name="connsiteY44" fmla="*/ 4098798 h 4857826"/>
              <a:gd name="connsiteX45" fmla="*/ 759038 w 4876800"/>
              <a:gd name="connsiteY45" fmla="*/ 4478312 h 4857826"/>
              <a:gd name="connsiteX46" fmla="*/ 2599696 w 4876800"/>
              <a:gd name="connsiteY46" fmla="*/ 4478312 h 4857826"/>
              <a:gd name="connsiteX47" fmla="*/ 2979210 w 4876800"/>
              <a:gd name="connsiteY47" fmla="*/ 4098798 h 4857826"/>
              <a:gd name="connsiteX48" fmla="*/ 2979210 w 4876800"/>
              <a:gd name="connsiteY48" fmla="*/ 3992918 h 4857826"/>
              <a:gd name="connsiteX49" fmla="*/ 1707832 w 4876800"/>
              <a:gd name="connsiteY49" fmla="*/ 2439562 h 4857826"/>
              <a:gd name="connsiteX50" fmla="*/ 2979210 w 4876800"/>
              <a:gd name="connsiteY50" fmla="*/ 886206 h 4857826"/>
              <a:gd name="connsiteX51" fmla="*/ 2979210 w 4876800"/>
              <a:gd name="connsiteY51" fmla="*/ 759037 h 4857826"/>
              <a:gd name="connsiteX52" fmla="*/ 2599696 w 4876800"/>
              <a:gd name="connsiteY52" fmla="*/ 379523 h 4857826"/>
              <a:gd name="connsiteX53" fmla="*/ 759038 w 4876800"/>
              <a:gd name="connsiteY53" fmla="*/ 0 h 4857826"/>
              <a:gd name="connsiteX54" fmla="*/ 2599696 w 4876800"/>
              <a:gd name="connsiteY54" fmla="*/ 0 h 4857826"/>
              <a:gd name="connsiteX55" fmla="*/ 3358734 w 4876800"/>
              <a:gd name="connsiteY55" fmla="*/ 759037 h 4857826"/>
              <a:gd name="connsiteX56" fmla="*/ 3358734 w 4876800"/>
              <a:gd name="connsiteY56" fmla="*/ 856564 h 4857826"/>
              <a:gd name="connsiteX57" fmla="*/ 4876800 w 4876800"/>
              <a:gd name="connsiteY57" fmla="*/ 2439562 h 4857826"/>
              <a:gd name="connsiteX58" fmla="*/ 4741336 w 4876800"/>
              <a:gd name="connsiteY58" fmla="*/ 3081452 h 4857826"/>
              <a:gd name="connsiteX59" fmla="*/ 4490923 w 4876800"/>
              <a:gd name="connsiteY59" fmla="*/ 3177959 h 4857826"/>
              <a:gd name="connsiteX60" fmla="*/ 4394416 w 4876800"/>
              <a:gd name="connsiteY60" fmla="*/ 2927547 h 4857826"/>
              <a:gd name="connsiteX61" fmla="*/ 4497286 w 4876800"/>
              <a:gd name="connsiteY61" fmla="*/ 2439552 h 4857826"/>
              <a:gd name="connsiteX62" fmla="*/ 3292316 w 4876800"/>
              <a:gd name="connsiteY62" fmla="*/ 1234583 h 4857826"/>
              <a:gd name="connsiteX63" fmla="*/ 2087346 w 4876800"/>
              <a:gd name="connsiteY63" fmla="*/ 2439552 h 4857826"/>
              <a:gd name="connsiteX64" fmla="*/ 3292316 w 4876800"/>
              <a:gd name="connsiteY64" fmla="*/ 3644522 h 4857826"/>
              <a:gd name="connsiteX65" fmla="*/ 3856558 w 4876800"/>
              <a:gd name="connsiteY65" fmla="*/ 3504562 h 4857826"/>
              <a:gd name="connsiteX66" fmla="*/ 4113152 w 4876800"/>
              <a:gd name="connsiteY66" fmla="*/ 3583162 h 4857826"/>
              <a:gd name="connsiteX67" fmla="*/ 4034552 w 4876800"/>
              <a:gd name="connsiteY67" fmla="*/ 3839756 h 4857826"/>
              <a:gd name="connsiteX68" fmla="*/ 3358734 w 4876800"/>
              <a:gd name="connsiteY68" fmla="*/ 4022465 h 4857826"/>
              <a:gd name="connsiteX69" fmla="*/ 3358734 w 4876800"/>
              <a:gd name="connsiteY69" fmla="*/ 4098788 h 4857826"/>
              <a:gd name="connsiteX70" fmla="*/ 2599696 w 4876800"/>
              <a:gd name="connsiteY70" fmla="*/ 4857826 h 4857826"/>
              <a:gd name="connsiteX71" fmla="*/ 759038 w 4876800"/>
              <a:gd name="connsiteY71" fmla="*/ 4857826 h 4857826"/>
              <a:gd name="connsiteX72" fmla="*/ 0 w 4876800"/>
              <a:gd name="connsiteY72" fmla="*/ 4098788 h 4857826"/>
              <a:gd name="connsiteX73" fmla="*/ 0 w 4876800"/>
              <a:gd name="connsiteY73" fmla="*/ 759037 h 4857826"/>
              <a:gd name="connsiteX74" fmla="*/ 759038 w 4876800"/>
              <a:gd name="connsiteY74" fmla="*/ 0 h 4857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876800" h="4857826">
                <a:moveTo>
                  <a:pt x="1679362" y="3805819"/>
                </a:moveTo>
                <a:cubicBezTo>
                  <a:pt x="1784162" y="3805819"/>
                  <a:pt x="1869119" y="3890776"/>
                  <a:pt x="1869119" y="3995576"/>
                </a:cubicBezTo>
                <a:cubicBezTo>
                  <a:pt x="1869119" y="4100376"/>
                  <a:pt x="1784162" y="4185333"/>
                  <a:pt x="1679362" y="4185333"/>
                </a:cubicBezTo>
                <a:cubicBezTo>
                  <a:pt x="1574562" y="4185333"/>
                  <a:pt x="1489605" y="4100376"/>
                  <a:pt x="1489605" y="3995576"/>
                </a:cubicBezTo>
                <a:cubicBezTo>
                  <a:pt x="1489605" y="3890776"/>
                  <a:pt x="1574562" y="3805819"/>
                  <a:pt x="1679362" y="3805819"/>
                </a:cubicBezTo>
                <a:close/>
                <a:moveTo>
                  <a:pt x="3292316" y="1500264"/>
                </a:moveTo>
                <a:cubicBezTo>
                  <a:pt x="3397120" y="1500264"/>
                  <a:pt x="3482073" y="1585217"/>
                  <a:pt x="3482073" y="1690021"/>
                </a:cubicBezTo>
                <a:lnTo>
                  <a:pt x="3482073" y="1718482"/>
                </a:lnTo>
                <a:cubicBezTo>
                  <a:pt x="3586877" y="1718482"/>
                  <a:pt x="3671830" y="1803435"/>
                  <a:pt x="3671830" y="1908239"/>
                </a:cubicBezTo>
                <a:cubicBezTo>
                  <a:pt x="3671830" y="2013042"/>
                  <a:pt x="3586877" y="2097996"/>
                  <a:pt x="3482073" y="2097996"/>
                </a:cubicBezTo>
                <a:lnTo>
                  <a:pt x="3247644" y="2097996"/>
                </a:lnTo>
                <a:cubicBezTo>
                  <a:pt x="3213449" y="2097996"/>
                  <a:pt x="3187665" y="2123104"/>
                  <a:pt x="3187665" y="2156403"/>
                </a:cubicBezTo>
                <a:lnTo>
                  <a:pt x="3187665" y="2164414"/>
                </a:lnTo>
                <a:cubicBezTo>
                  <a:pt x="3187665" y="2199208"/>
                  <a:pt x="3215688" y="2229726"/>
                  <a:pt x="3247644" y="2229726"/>
                </a:cubicBezTo>
                <a:lnTo>
                  <a:pt x="3373898" y="2229726"/>
                </a:lnTo>
                <a:cubicBezTo>
                  <a:pt x="3616652" y="2229726"/>
                  <a:pt x="3814153" y="2425522"/>
                  <a:pt x="3814153" y="2666171"/>
                </a:cubicBezTo>
                <a:lnTo>
                  <a:pt x="3814153" y="2742238"/>
                </a:lnTo>
                <a:cubicBezTo>
                  <a:pt x="3814153" y="2946330"/>
                  <a:pt x="3672697" y="3118199"/>
                  <a:pt x="3482073" y="3166224"/>
                </a:cubicBezTo>
                <a:lnTo>
                  <a:pt x="3482073" y="3198600"/>
                </a:lnTo>
                <a:cubicBezTo>
                  <a:pt x="3482073" y="3303403"/>
                  <a:pt x="3397120" y="3388357"/>
                  <a:pt x="3292316" y="3388357"/>
                </a:cubicBezTo>
                <a:cubicBezTo>
                  <a:pt x="3187513" y="3388357"/>
                  <a:pt x="3102559" y="3303394"/>
                  <a:pt x="3102559" y="3198619"/>
                </a:cubicBezTo>
                <a:lnTo>
                  <a:pt x="3102559" y="3179645"/>
                </a:lnTo>
                <a:lnTo>
                  <a:pt x="2988707" y="3179645"/>
                </a:lnTo>
                <a:cubicBezTo>
                  <a:pt x="2883903" y="3179645"/>
                  <a:pt x="2798950" y="3094692"/>
                  <a:pt x="2798950" y="2989888"/>
                </a:cubicBezTo>
                <a:cubicBezTo>
                  <a:pt x="2798950" y="2885085"/>
                  <a:pt x="2883903" y="2800131"/>
                  <a:pt x="2988707" y="2800131"/>
                </a:cubicBezTo>
                <a:lnTo>
                  <a:pt x="3373898" y="2800131"/>
                </a:lnTo>
                <a:cubicBezTo>
                  <a:pt x="3408531" y="2800131"/>
                  <a:pt x="3434639" y="2775252"/>
                  <a:pt x="3434639" y="2742257"/>
                </a:cubicBezTo>
                <a:lnTo>
                  <a:pt x="3434639" y="2666191"/>
                </a:lnTo>
                <a:cubicBezTo>
                  <a:pt x="3434639" y="2633739"/>
                  <a:pt x="3408531" y="2609259"/>
                  <a:pt x="3373898" y="2609259"/>
                </a:cubicBezTo>
                <a:lnTo>
                  <a:pt x="3247653" y="2609259"/>
                </a:lnTo>
                <a:cubicBezTo>
                  <a:pt x="3005309" y="2609259"/>
                  <a:pt x="2808151" y="2409701"/>
                  <a:pt x="2808151" y="2164423"/>
                </a:cubicBezTo>
                <a:lnTo>
                  <a:pt x="2808151" y="2156413"/>
                </a:lnTo>
                <a:cubicBezTo>
                  <a:pt x="2808151" y="1965589"/>
                  <a:pt x="2931309" y="1802978"/>
                  <a:pt x="3102559" y="1743113"/>
                </a:cubicBezTo>
                <a:lnTo>
                  <a:pt x="3102559" y="1690021"/>
                </a:lnTo>
                <a:cubicBezTo>
                  <a:pt x="3102559" y="1585217"/>
                  <a:pt x="3187513" y="1500264"/>
                  <a:pt x="3292316" y="1500264"/>
                </a:cubicBezTo>
                <a:close/>
                <a:moveTo>
                  <a:pt x="1489605" y="674799"/>
                </a:moveTo>
                <a:lnTo>
                  <a:pt x="1869119" y="674799"/>
                </a:lnTo>
                <a:cubicBezTo>
                  <a:pt x="1973932" y="674799"/>
                  <a:pt x="2058876" y="759752"/>
                  <a:pt x="2058876" y="864556"/>
                </a:cubicBezTo>
                <a:cubicBezTo>
                  <a:pt x="2058876" y="969359"/>
                  <a:pt x="1973922" y="1054313"/>
                  <a:pt x="1869119" y="1054313"/>
                </a:cubicBezTo>
                <a:lnTo>
                  <a:pt x="1489605" y="1054313"/>
                </a:lnTo>
                <a:cubicBezTo>
                  <a:pt x="1384801" y="1054313"/>
                  <a:pt x="1299848" y="969359"/>
                  <a:pt x="1299848" y="864556"/>
                </a:cubicBezTo>
                <a:cubicBezTo>
                  <a:pt x="1299848" y="759752"/>
                  <a:pt x="1384801" y="674799"/>
                  <a:pt x="1489605" y="674799"/>
                </a:cubicBezTo>
                <a:close/>
                <a:moveTo>
                  <a:pt x="759038" y="379523"/>
                </a:moveTo>
                <a:cubicBezTo>
                  <a:pt x="549773" y="379523"/>
                  <a:pt x="379523" y="549773"/>
                  <a:pt x="379523" y="759037"/>
                </a:cubicBezTo>
                <a:lnTo>
                  <a:pt x="379523" y="4098798"/>
                </a:lnTo>
                <a:cubicBezTo>
                  <a:pt x="379523" y="4308062"/>
                  <a:pt x="549773" y="4478312"/>
                  <a:pt x="759038" y="4478312"/>
                </a:cubicBezTo>
                <a:lnTo>
                  <a:pt x="2599696" y="4478312"/>
                </a:lnTo>
                <a:cubicBezTo>
                  <a:pt x="2808960" y="4478312"/>
                  <a:pt x="2979210" y="4308062"/>
                  <a:pt x="2979210" y="4098798"/>
                </a:cubicBezTo>
                <a:lnTo>
                  <a:pt x="2979210" y="3992918"/>
                </a:lnTo>
                <a:cubicBezTo>
                  <a:pt x="2254977" y="3847167"/>
                  <a:pt x="1707832" y="3206096"/>
                  <a:pt x="1707832" y="2439562"/>
                </a:cubicBezTo>
                <a:cubicBezTo>
                  <a:pt x="1707832" y="1673028"/>
                  <a:pt x="2254977" y="1031948"/>
                  <a:pt x="2979210" y="886206"/>
                </a:cubicBezTo>
                <a:lnTo>
                  <a:pt x="2979210" y="759037"/>
                </a:lnTo>
                <a:cubicBezTo>
                  <a:pt x="2979210" y="549773"/>
                  <a:pt x="2808960" y="379523"/>
                  <a:pt x="2599696" y="379523"/>
                </a:cubicBezTo>
                <a:close/>
                <a:moveTo>
                  <a:pt x="759038" y="0"/>
                </a:moveTo>
                <a:lnTo>
                  <a:pt x="2599696" y="0"/>
                </a:lnTo>
                <a:cubicBezTo>
                  <a:pt x="3018234" y="0"/>
                  <a:pt x="3358734" y="340509"/>
                  <a:pt x="3358734" y="759037"/>
                </a:cubicBezTo>
                <a:lnTo>
                  <a:pt x="3358734" y="856564"/>
                </a:lnTo>
                <a:cubicBezTo>
                  <a:pt x="4201725" y="891502"/>
                  <a:pt x="4876800" y="1588132"/>
                  <a:pt x="4876800" y="2439562"/>
                </a:cubicBezTo>
                <a:cubicBezTo>
                  <a:pt x="4876800" y="2662857"/>
                  <a:pt x="4831223" y="2878826"/>
                  <a:pt x="4741336" y="3081452"/>
                </a:cubicBezTo>
                <a:cubicBezTo>
                  <a:pt x="4698844" y="3177245"/>
                  <a:pt x="4586745" y="3220431"/>
                  <a:pt x="4490923" y="3177959"/>
                </a:cubicBezTo>
                <a:cubicBezTo>
                  <a:pt x="4395130" y="3135468"/>
                  <a:pt x="4351925" y="3023349"/>
                  <a:pt x="4394416" y="2927547"/>
                </a:cubicBezTo>
                <a:cubicBezTo>
                  <a:pt x="4462682" y="2773689"/>
                  <a:pt x="4497286" y="2609498"/>
                  <a:pt x="4497286" y="2439552"/>
                </a:cubicBezTo>
                <a:cubicBezTo>
                  <a:pt x="4497286" y="1775126"/>
                  <a:pt x="3956742" y="1234583"/>
                  <a:pt x="3292316" y="1234583"/>
                </a:cubicBezTo>
                <a:cubicBezTo>
                  <a:pt x="2627890" y="1234583"/>
                  <a:pt x="2087346" y="1775126"/>
                  <a:pt x="2087346" y="2439552"/>
                </a:cubicBezTo>
                <a:cubicBezTo>
                  <a:pt x="2087346" y="3103978"/>
                  <a:pt x="2627900" y="3644522"/>
                  <a:pt x="3292316" y="3644522"/>
                </a:cubicBezTo>
                <a:cubicBezTo>
                  <a:pt x="3489026" y="3644522"/>
                  <a:pt x="3684146" y="3596116"/>
                  <a:pt x="3856558" y="3504562"/>
                </a:cubicBezTo>
                <a:cubicBezTo>
                  <a:pt x="3949113" y="3455413"/>
                  <a:pt x="4063993" y="3490607"/>
                  <a:pt x="4113152" y="3583162"/>
                </a:cubicBezTo>
                <a:cubicBezTo>
                  <a:pt x="4162311" y="3675717"/>
                  <a:pt x="4127116" y="3790598"/>
                  <a:pt x="4034552" y="3839756"/>
                </a:cubicBezTo>
                <a:cubicBezTo>
                  <a:pt x="3826992" y="3949979"/>
                  <a:pt x="3594640" y="4012520"/>
                  <a:pt x="3358734" y="4022465"/>
                </a:cubicBezTo>
                <a:lnTo>
                  <a:pt x="3358734" y="4098788"/>
                </a:lnTo>
                <a:cubicBezTo>
                  <a:pt x="3358734" y="4517327"/>
                  <a:pt x="3018225" y="4857826"/>
                  <a:pt x="2599696" y="4857826"/>
                </a:cubicBezTo>
                <a:lnTo>
                  <a:pt x="759038" y="4857826"/>
                </a:lnTo>
                <a:cubicBezTo>
                  <a:pt x="340499" y="4857826"/>
                  <a:pt x="0" y="4517317"/>
                  <a:pt x="0" y="4098788"/>
                </a:cubicBezTo>
                <a:lnTo>
                  <a:pt x="0" y="759037"/>
                </a:lnTo>
                <a:cubicBezTo>
                  <a:pt x="0" y="340499"/>
                  <a:pt x="340499" y="0"/>
                  <a:pt x="759038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2688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任意多边形: 形状 41"/>
          <p:cNvSpPr/>
          <p:nvPr/>
        </p:nvSpPr>
        <p:spPr>
          <a:xfrm flipV="1">
            <a:off x="3978007" y="1828798"/>
            <a:ext cx="4235988" cy="1419603"/>
          </a:xfrm>
          <a:custGeom>
            <a:avLst/>
            <a:gdLst>
              <a:gd name="connsiteX0" fmla="*/ 0 w 4235988"/>
              <a:gd name="connsiteY0" fmla="*/ 1419603 h 1419603"/>
              <a:gd name="connsiteX1" fmla="*/ 4235988 w 4235988"/>
              <a:gd name="connsiteY1" fmla="*/ 1419603 h 1419603"/>
              <a:gd name="connsiteX2" fmla="*/ 4147065 w 4235988"/>
              <a:gd name="connsiteY2" fmla="*/ 1310715 h 1419603"/>
              <a:gd name="connsiteX3" fmla="*/ 3819785 w 4235988"/>
              <a:gd name="connsiteY3" fmla="*/ 808623 h 1419603"/>
              <a:gd name="connsiteX4" fmla="*/ 3765515 w 4235988"/>
              <a:gd name="connsiteY4" fmla="*/ 707011 h 1419603"/>
              <a:gd name="connsiteX5" fmla="*/ 3661668 w 4235988"/>
              <a:gd name="connsiteY5" fmla="*/ 512578 h 1419603"/>
              <a:gd name="connsiteX6" fmla="*/ 3509284 w 4235988"/>
              <a:gd name="connsiteY6" fmla="*/ 189633 h 1419603"/>
              <a:gd name="connsiteX7" fmla="*/ 3472046 w 4235988"/>
              <a:gd name="connsiteY7" fmla="*/ 100453 h 1419603"/>
              <a:gd name="connsiteX8" fmla="*/ 3465235 w 4235988"/>
              <a:gd name="connsiteY8" fmla="*/ 99183 h 1419603"/>
              <a:gd name="connsiteX9" fmla="*/ 2117994 w 4235988"/>
              <a:gd name="connsiteY9" fmla="*/ 0 h 1419603"/>
              <a:gd name="connsiteX10" fmla="*/ 770753 w 4235988"/>
              <a:gd name="connsiteY10" fmla="*/ 99183 h 1419603"/>
              <a:gd name="connsiteX11" fmla="*/ 763943 w 4235988"/>
              <a:gd name="connsiteY11" fmla="*/ 100452 h 1419603"/>
              <a:gd name="connsiteX12" fmla="*/ 726705 w 4235988"/>
              <a:gd name="connsiteY12" fmla="*/ 189633 h 1419603"/>
              <a:gd name="connsiteX13" fmla="*/ 574321 w 4235988"/>
              <a:gd name="connsiteY13" fmla="*/ 512578 h 1419603"/>
              <a:gd name="connsiteX14" fmla="*/ 470475 w 4235988"/>
              <a:gd name="connsiteY14" fmla="*/ 707012 h 1419603"/>
              <a:gd name="connsiteX15" fmla="*/ 416204 w 4235988"/>
              <a:gd name="connsiteY15" fmla="*/ 808623 h 1419603"/>
              <a:gd name="connsiteX16" fmla="*/ 88924 w 4235988"/>
              <a:gd name="connsiteY16" fmla="*/ 1310715 h 141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35988" h="1419603">
                <a:moveTo>
                  <a:pt x="0" y="1419603"/>
                </a:moveTo>
                <a:lnTo>
                  <a:pt x="4235988" y="1419603"/>
                </a:lnTo>
                <a:lnTo>
                  <a:pt x="4147065" y="1310715"/>
                </a:lnTo>
                <a:cubicBezTo>
                  <a:pt x="4036544" y="1164900"/>
                  <a:pt x="3926766" y="996503"/>
                  <a:pt x="3819785" y="808623"/>
                </a:cubicBezTo>
                <a:lnTo>
                  <a:pt x="3765515" y="707011"/>
                </a:lnTo>
                <a:lnTo>
                  <a:pt x="3661668" y="512578"/>
                </a:lnTo>
                <a:cubicBezTo>
                  <a:pt x="3609833" y="409284"/>
                  <a:pt x="3558953" y="301507"/>
                  <a:pt x="3509284" y="189633"/>
                </a:cubicBezTo>
                <a:lnTo>
                  <a:pt x="3472046" y="100453"/>
                </a:lnTo>
                <a:lnTo>
                  <a:pt x="3465235" y="99183"/>
                </a:lnTo>
                <a:cubicBezTo>
                  <a:pt x="3099121" y="37221"/>
                  <a:pt x="2629754" y="0"/>
                  <a:pt x="2117994" y="0"/>
                </a:cubicBezTo>
                <a:cubicBezTo>
                  <a:pt x="1606235" y="0"/>
                  <a:pt x="1136868" y="37221"/>
                  <a:pt x="770753" y="99183"/>
                </a:cubicBezTo>
                <a:lnTo>
                  <a:pt x="763943" y="100452"/>
                </a:lnTo>
                <a:lnTo>
                  <a:pt x="726705" y="189633"/>
                </a:lnTo>
                <a:cubicBezTo>
                  <a:pt x="677037" y="301507"/>
                  <a:pt x="626157" y="409284"/>
                  <a:pt x="574321" y="512578"/>
                </a:cubicBezTo>
                <a:lnTo>
                  <a:pt x="470475" y="707012"/>
                </a:lnTo>
                <a:lnTo>
                  <a:pt x="416204" y="808623"/>
                </a:lnTo>
                <a:cubicBezTo>
                  <a:pt x="309223" y="996503"/>
                  <a:pt x="199446" y="1164900"/>
                  <a:pt x="88924" y="13107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flipV="1">
            <a:off x="4741951" y="3147948"/>
            <a:ext cx="2708103" cy="1248792"/>
          </a:xfrm>
          <a:custGeom>
            <a:avLst/>
            <a:gdLst>
              <a:gd name="connsiteX0" fmla="*/ 2708103 w 2708103"/>
              <a:gd name="connsiteY0" fmla="*/ 1248792 h 1248792"/>
              <a:gd name="connsiteX1" fmla="*/ 2600231 w 2708103"/>
              <a:gd name="connsiteY1" fmla="*/ 990451 h 1248792"/>
              <a:gd name="connsiteX2" fmla="*/ 2532618 w 2708103"/>
              <a:gd name="connsiteY2" fmla="*/ 807019 h 1248792"/>
              <a:gd name="connsiteX3" fmla="*/ 2512505 w 2708103"/>
              <a:gd name="connsiteY3" fmla="*/ 813455 h 1248792"/>
              <a:gd name="connsiteX4" fmla="*/ 2512484 w 2708103"/>
              <a:gd name="connsiteY4" fmla="*/ 813460 h 1248792"/>
              <a:gd name="connsiteX5" fmla="*/ 2486288 w 2708103"/>
              <a:gd name="connsiteY5" fmla="*/ 820059 h 1248792"/>
              <a:gd name="connsiteX6" fmla="*/ 2485958 w 2708103"/>
              <a:gd name="connsiteY6" fmla="*/ 819826 h 1248792"/>
              <a:gd name="connsiteX7" fmla="*/ 2512484 w 2708103"/>
              <a:gd name="connsiteY7" fmla="*/ 813460 h 1248792"/>
              <a:gd name="connsiteX8" fmla="*/ 2512504 w 2708103"/>
              <a:gd name="connsiteY8" fmla="*/ 813455 h 1248792"/>
              <a:gd name="connsiteX9" fmla="*/ 2532617 w 2708103"/>
              <a:gd name="connsiteY9" fmla="*/ 807019 h 1248792"/>
              <a:gd name="connsiteX10" fmla="*/ 2463931 w 2708103"/>
              <a:gd name="connsiteY10" fmla="*/ 620678 h 1248792"/>
              <a:gd name="connsiteX11" fmla="*/ 2337983 w 2708103"/>
              <a:gd name="connsiteY11" fmla="*/ 230976 h 1248792"/>
              <a:gd name="connsiteX12" fmla="*/ 2297782 w 2708103"/>
              <a:gd name="connsiteY12" fmla="*/ 87415 h 1248792"/>
              <a:gd name="connsiteX13" fmla="*/ 2270040 w 2708103"/>
              <a:gd name="connsiteY13" fmla="*/ 81381 h 1248792"/>
              <a:gd name="connsiteX14" fmla="*/ 1354050 w 2708103"/>
              <a:gd name="connsiteY14" fmla="*/ 0 h 1248792"/>
              <a:gd name="connsiteX15" fmla="*/ 438060 w 2708103"/>
              <a:gd name="connsiteY15" fmla="*/ 81381 h 1248792"/>
              <a:gd name="connsiteX16" fmla="*/ 410320 w 2708103"/>
              <a:gd name="connsiteY16" fmla="*/ 87415 h 1248792"/>
              <a:gd name="connsiteX17" fmla="*/ 370118 w 2708103"/>
              <a:gd name="connsiteY17" fmla="*/ 230976 h 1248792"/>
              <a:gd name="connsiteX18" fmla="*/ 244170 w 2708103"/>
              <a:gd name="connsiteY18" fmla="*/ 620678 h 1248792"/>
              <a:gd name="connsiteX19" fmla="*/ 175485 w 2708103"/>
              <a:gd name="connsiteY19" fmla="*/ 807019 h 1248792"/>
              <a:gd name="connsiteX20" fmla="*/ 175486 w 2708103"/>
              <a:gd name="connsiteY20" fmla="*/ 807019 h 1248792"/>
              <a:gd name="connsiteX21" fmla="*/ 107872 w 2708103"/>
              <a:gd name="connsiteY21" fmla="*/ 990451 h 1248792"/>
              <a:gd name="connsiteX22" fmla="*/ 0 w 2708103"/>
              <a:gd name="connsiteY22" fmla="*/ 1248791 h 1248792"/>
              <a:gd name="connsiteX23" fmla="*/ 6810 w 2708103"/>
              <a:gd name="connsiteY23" fmla="*/ 1247522 h 1248792"/>
              <a:gd name="connsiteX24" fmla="*/ 1354051 w 2708103"/>
              <a:gd name="connsiteY24" fmla="*/ 1148339 h 1248792"/>
              <a:gd name="connsiteX25" fmla="*/ 2701292 w 2708103"/>
              <a:gd name="connsiteY25" fmla="*/ 1247522 h 124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708103" h="1248792">
                <a:moveTo>
                  <a:pt x="2708103" y="1248792"/>
                </a:moveTo>
                <a:lnTo>
                  <a:pt x="2600231" y="990451"/>
                </a:lnTo>
                <a:lnTo>
                  <a:pt x="2532618" y="807019"/>
                </a:lnTo>
                <a:lnTo>
                  <a:pt x="2512505" y="813455"/>
                </a:lnTo>
                <a:lnTo>
                  <a:pt x="2512484" y="813460"/>
                </a:lnTo>
                <a:lnTo>
                  <a:pt x="2486288" y="820059"/>
                </a:lnTo>
                <a:lnTo>
                  <a:pt x="2485958" y="819826"/>
                </a:lnTo>
                <a:lnTo>
                  <a:pt x="2512484" y="813460"/>
                </a:lnTo>
                <a:lnTo>
                  <a:pt x="2512504" y="813455"/>
                </a:lnTo>
                <a:lnTo>
                  <a:pt x="2532617" y="807019"/>
                </a:lnTo>
                <a:lnTo>
                  <a:pt x="2463931" y="620678"/>
                </a:lnTo>
                <a:cubicBezTo>
                  <a:pt x="2420138" y="493970"/>
                  <a:pt x="2378070" y="363940"/>
                  <a:pt x="2337983" y="230976"/>
                </a:cubicBezTo>
                <a:lnTo>
                  <a:pt x="2297782" y="87415"/>
                </a:lnTo>
                <a:lnTo>
                  <a:pt x="2270040" y="81381"/>
                </a:lnTo>
                <a:cubicBezTo>
                  <a:pt x="2008566" y="30001"/>
                  <a:pt x="1693354" y="0"/>
                  <a:pt x="1354050" y="0"/>
                </a:cubicBezTo>
                <a:cubicBezTo>
                  <a:pt x="1014747" y="0"/>
                  <a:pt x="699535" y="30001"/>
                  <a:pt x="438060" y="81381"/>
                </a:cubicBezTo>
                <a:lnTo>
                  <a:pt x="410320" y="87415"/>
                </a:lnTo>
                <a:lnTo>
                  <a:pt x="370118" y="230976"/>
                </a:lnTo>
                <a:cubicBezTo>
                  <a:pt x="330032" y="363940"/>
                  <a:pt x="287964" y="493970"/>
                  <a:pt x="244170" y="620678"/>
                </a:cubicBezTo>
                <a:lnTo>
                  <a:pt x="175485" y="807019"/>
                </a:lnTo>
                <a:lnTo>
                  <a:pt x="175486" y="807019"/>
                </a:lnTo>
                <a:lnTo>
                  <a:pt x="107872" y="990451"/>
                </a:lnTo>
                <a:lnTo>
                  <a:pt x="0" y="1248791"/>
                </a:lnTo>
                <a:lnTo>
                  <a:pt x="6810" y="1247522"/>
                </a:lnTo>
                <a:cubicBezTo>
                  <a:pt x="372925" y="1185560"/>
                  <a:pt x="842292" y="1148339"/>
                  <a:pt x="1354051" y="1148339"/>
                </a:cubicBezTo>
                <a:cubicBezTo>
                  <a:pt x="1865811" y="1148339"/>
                  <a:pt x="2335178" y="1185560"/>
                  <a:pt x="2701292" y="12475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 flipV="1">
            <a:off x="5152270" y="4309325"/>
            <a:ext cx="1887462" cy="1144185"/>
          </a:xfrm>
          <a:custGeom>
            <a:avLst/>
            <a:gdLst>
              <a:gd name="connsiteX0" fmla="*/ 943730 w 1887462"/>
              <a:gd name="connsiteY0" fmla="*/ 953022 h 1144185"/>
              <a:gd name="connsiteX1" fmla="*/ 934078 w 1887462"/>
              <a:gd name="connsiteY1" fmla="*/ 952845 h 1144185"/>
              <a:gd name="connsiteX2" fmla="*/ 912756 w 1887462"/>
              <a:gd name="connsiteY2" fmla="*/ 952454 h 1144185"/>
              <a:gd name="connsiteX3" fmla="*/ 912756 w 1887462"/>
              <a:gd name="connsiteY3" fmla="*/ 952454 h 1144185"/>
              <a:gd name="connsiteX4" fmla="*/ 934078 w 1887462"/>
              <a:gd name="connsiteY4" fmla="*/ 952845 h 1144185"/>
              <a:gd name="connsiteX5" fmla="*/ 943731 w 1887462"/>
              <a:gd name="connsiteY5" fmla="*/ 953022 h 1144185"/>
              <a:gd name="connsiteX6" fmla="*/ 0 w 1887462"/>
              <a:gd name="connsiteY6" fmla="*/ 1144185 h 1144185"/>
              <a:gd name="connsiteX7" fmla="*/ 27740 w 1887462"/>
              <a:gd name="connsiteY7" fmla="*/ 1138151 h 1144185"/>
              <a:gd name="connsiteX8" fmla="*/ 943730 w 1887462"/>
              <a:gd name="connsiteY8" fmla="*/ 1056770 h 1144185"/>
              <a:gd name="connsiteX9" fmla="*/ 1859720 w 1887462"/>
              <a:gd name="connsiteY9" fmla="*/ 1138151 h 1144185"/>
              <a:gd name="connsiteX10" fmla="*/ 1887462 w 1887462"/>
              <a:gd name="connsiteY10" fmla="*/ 1144185 h 1144185"/>
              <a:gd name="connsiteX11" fmla="*/ 1813606 w 1887462"/>
              <a:gd name="connsiteY11" fmla="*/ 880441 h 1144185"/>
              <a:gd name="connsiteX12" fmla="*/ 1813453 w 1887462"/>
              <a:gd name="connsiteY12" fmla="*/ 879817 h 1144185"/>
              <a:gd name="connsiteX13" fmla="*/ 1813454 w 1887462"/>
              <a:gd name="connsiteY13" fmla="*/ 879817 h 1144185"/>
              <a:gd name="connsiteX14" fmla="*/ 1746121 w 1887462"/>
              <a:gd name="connsiteY14" fmla="*/ 605209 h 1144185"/>
              <a:gd name="connsiteX15" fmla="*/ 1636437 w 1887462"/>
              <a:gd name="connsiteY15" fmla="*/ 67156 h 1144185"/>
              <a:gd name="connsiteX16" fmla="*/ 1632789 w 1887462"/>
              <a:gd name="connsiteY16" fmla="*/ 44643 h 1144185"/>
              <a:gd name="connsiteX17" fmla="*/ 1581432 w 1887462"/>
              <a:gd name="connsiteY17" fmla="*/ 37447 h 1144185"/>
              <a:gd name="connsiteX18" fmla="*/ 943731 w 1887462"/>
              <a:gd name="connsiteY18" fmla="*/ 0 h 1144185"/>
              <a:gd name="connsiteX19" fmla="*/ 306030 w 1887462"/>
              <a:gd name="connsiteY19" fmla="*/ 37447 h 1144185"/>
              <a:gd name="connsiteX20" fmla="*/ 254674 w 1887462"/>
              <a:gd name="connsiteY20" fmla="*/ 44643 h 1144185"/>
              <a:gd name="connsiteX21" fmla="*/ 251025 w 1887462"/>
              <a:gd name="connsiteY21" fmla="*/ 67156 h 1144185"/>
              <a:gd name="connsiteX22" fmla="*/ 141342 w 1887462"/>
              <a:gd name="connsiteY22" fmla="*/ 605209 h 1144185"/>
              <a:gd name="connsiteX23" fmla="*/ 74009 w 1887462"/>
              <a:gd name="connsiteY23" fmla="*/ 879817 h 1144185"/>
              <a:gd name="connsiteX24" fmla="*/ 162819 w 1887462"/>
              <a:gd name="connsiteY24" fmla="*/ 895510 h 1144185"/>
              <a:gd name="connsiteX25" fmla="*/ 314606 w 1887462"/>
              <a:gd name="connsiteY25" fmla="*/ 914482 h 1144185"/>
              <a:gd name="connsiteX26" fmla="*/ 309973 w 1887462"/>
              <a:gd name="connsiteY26" fmla="*/ 915486 h 1144185"/>
              <a:gd name="connsiteX27" fmla="*/ 162818 w 1887462"/>
              <a:gd name="connsiteY27" fmla="*/ 895510 h 1144185"/>
              <a:gd name="connsiteX28" fmla="*/ 74008 w 1887462"/>
              <a:gd name="connsiteY28" fmla="*/ 879817 h 1144185"/>
              <a:gd name="connsiteX29" fmla="*/ 73855 w 1887462"/>
              <a:gd name="connsiteY29" fmla="*/ 880441 h 1144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87462" h="1144185">
                <a:moveTo>
                  <a:pt x="943730" y="953022"/>
                </a:moveTo>
                <a:lnTo>
                  <a:pt x="934078" y="952845"/>
                </a:lnTo>
                <a:lnTo>
                  <a:pt x="912756" y="952454"/>
                </a:lnTo>
                <a:lnTo>
                  <a:pt x="912756" y="952454"/>
                </a:lnTo>
                <a:lnTo>
                  <a:pt x="934078" y="952845"/>
                </a:lnTo>
                <a:lnTo>
                  <a:pt x="943731" y="953022"/>
                </a:lnTo>
                <a:close/>
                <a:moveTo>
                  <a:pt x="0" y="1144185"/>
                </a:moveTo>
                <a:lnTo>
                  <a:pt x="27740" y="1138151"/>
                </a:lnTo>
                <a:cubicBezTo>
                  <a:pt x="289215" y="1086771"/>
                  <a:pt x="604427" y="1056770"/>
                  <a:pt x="943730" y="1056770"/>
                </a:cubicBezTo>
                <a:cubicBezTo>
                  <a:pt x="1283034" y="1056770"/>
                  <a:pt x="1598246" y="1086771"/>
                  <a:pt x="1859720" y="1138151"/>
                </a:cubicBezTo>
                <a:lnTo>
                  <a:pt x="1887462" y="1144185"/>
                </a:lnTo>
                <a:lnTo>
                  <a:pt x="1813606" y="880441"/>
                </a:lnTo>
                <a:lnTo>
                  <a:pt x="1813453" y="879817"/>
                </a:lnTo>
                <a:lnTo>
                  <a:pt x="1813454" y="879817"/>
                </a:lnTo>
                <a:lnTo>
                  <a:pt x="1746121" y="605209"/>
                </a:lnTo>
                <a:cubicBezTo>
                  <a:pt x="1703955" y="422918"/>
                  <a:pt x="1667422" y="243200"/>
                  <a:pt x="1636437" y="67156"/>
                </a:cubicBezTo>
                <a:lnTo>
                  <a:pt x="1632789" y="44643"/>
                </a:lnTo>
                <a:lnTo>
                  <a:pt x="1581432" y="37447"/>
                </a:lnTo>
                <a:cubicBezTo>
                  <a:pt x="1385428" y="13334"/>
                  <a:pt x="1169933" y="0"/>
                  <a:pt x="943731" y="0"/>
                </a:cubicBezTo>
                <a:cubicBezTo>
                  <a:pt x="717529" y="0"/>
                  <a:pt x="502034" y="13334"/>
                  <a:pt x="306030" y="37447"/>
                </a:cubicBezTo>
                <a:lnTo>
                  <a:pt x="254674" y="44643"/>
                </a:lnTo>
                <a:lnTo>
                  <a:pt x="251025" y="67156"/>
                </a:lnTo>
                <a:cubicBezTo>
                  <a:pt x="220041" y="243200"/>
                  <a:pt x="183508" y="422918"/>
                  <a:pt x="141342" y="605209"/>
                </a:cubicBezTo>
                <a:lnTo>
                  <a:pt x="74009" y="879817"/>
                </a:lnTo>
                <a:lnTo>
                  <a:pt x="162819" y="895510"/>
                </a:lnTo>
                <a:lnTo>
                  <a:pt x="314606" y="914482"/>
                </a:lnTo>
                <a:lnTo>
                  <a:pt x="309973" y="915486"/>
                </a:lnTo>
                <a:lnTo>
                  <a:pt x="162818" y="895510"/>
                </a:lnTo>
                <a:lnTo>
                  <a:pt x="74008" y="879817"/>
                </a:lnTo>
                <a:lnTo>
                  <a:pt x="73855" y="8804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任意多边形: 形状 44"/>
          <p:cNvSpPr/>
          <p:nvPr/>
        </p:nvSpPr>
        <p:spPr>
          <a:xfrm flipV="1">
            <a:off x="5406945" y="5408867"/>
            <a:ext cx="1378115" cy="1178815"/>
          </a:xfrm>
          <a:custGeom>
            <a:avLst/>
            <a:gdLst>
              <a:gd name="connsiteX0" fmla="*/ 0 w 1378115"/>
              <a:gd name="connsiteY0" fmla="*/ 1178815 h 1178815"/>
              <a:gd name="connsiteX1" fmla="*/ 51356 w 1378115"/>
              <a:gd name="connsiteY1" fmla="*/ 1171619 h 1178815"/>
              <a:gd name="connsiteX2" fmla="*/ 689057 w 1378115"/>
              <a:gd name="connsiteY2" fmla="*/ 1134172 h 1178815"/>
              <a:gd name="connsiteX3" fmla="*/ 1326758 w 1378115"/>
              <a:gd name="connsiteY3" fmla="*/ 1171619 h 1178815"/>
              <a:gd name="connsiteX4" fmla="*/ 1378115 w 1378115"/>
              <a:gd name="connsiteY4" fmla="*/ 1178815 h 1178815"/>
              <a:gd name="connsiteX5" fmla="*/ 1347008 w 1378115"/>
              <a:gd name="connsiteY5" fmla="*/ 986869 h 1178815"/>
              <a:gd name="connsiteX6" fmla="*/ 1339437 w 1378115"/>
              <a:gd name="connsiteY6" fmla="*/ 940153 h 1178815"/>
              <a:gd name="connsiteX7" fmla="*/ 1261748 w 1378115"/>
              <a:gd name="connsiteY7" fmla="*/ 197916 h 1178815"/>
              <a:gd name="connsiteX8" fmla="*/ 1254854 w 1378115"/>
              <a:gd name="connsiteY8" fmla="*/ 33469 h 1178815"/>
              <a:gd name="connsiteX9" fmla="*/ 1019232 w 1378115"/>
              <a:gd name="connsiteY9" fmla="*/ 10467 h 1178815"/>
              <a:gd name="connsiteX10" fmla="*/ 689057 w 1378115"/>
              <a:gd name="connsiteY10" fmla="*/ 0 h 1178815"/>
              <a:gd name="connsiteX11" fmla="*/ 358882 w 1378115"/>
              <a:gd name="connsiteY11" fmla="*/ 10467 h 1178815"/>
              <a:gd name="connsiteX12" fmla="*/ 123260 w 1378115"/>
              <a:gd name="connsiteY12" fmla="*/ 33469 h 1178815"/>
              <a:gd name="connsiteX13" fmla="*/ 116366 w 1378115"/>
              <a:gd name="connsiteY13" fmla="*/ 197916 h 1178815"/>
              <a:gd name="connsiteX14" fmla="*/ 38677 w 1378115"/>
              <a:gd name="connsiteY14" fmla="*/ 940153 h 1178815"/>
              <a:gd name="connsiteX15" fmla="*/ 31107 w 1378115"/>
              <a:gd name="connsiteY15" fmla="*/ 986869 h 117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78115" h="1178815">
                <a:moveTo>
                  <a:pt x="0" y="1178815"/>
                </a:moveTo>
                <a:lnTo>
                  <a:pt x="51356" y="1171619"/>
                </a:lnTo>
                <a:cubicBezTo>
                  <a:pt x="247360" y="1147506"/>
                  <a:pt x="462855" y="1134172"/>
                  <a:pt x="689057" y="1134172"/>
                </a:cubicBezTo>
                <a:cubicBezTo>
                  <a:pt x="915259" y="1134172"/>
                  <a:pt x="1130754" y="1147506"/>
                  <a:pt x="1326758" y="1171619"/>
                </a:cubicBezTo>
                <a:lnTo>
                  <a:pt x="1378115" y="1178815"/>
                </a:lnTo>
                <a:lnTo>
                  <a:pt x="1347008" y="986869"/>
                </a:lnTo>
                <a:lnTo>
                  <a:pt x="1339437" y="940153"/>
                </a:lnTo>
                <a:cubicBezTo>
                  <a:pt x="1301250" y="682007"/>
                  <a:pt x="1275451" y="433360"/>
                  <a:pt x="1261748" y="197916"/>
                </a:cubicBezTo>
                <a:lnTo>
                  <a:pt x="1254854" y="33469"/>
                </a:lnTo>
                <a:lnTo>
                  <a:pt x="1019232" y="10467"/>
                </a:lnTo>
                <a:cubicBezTo>
                  <a:pt x="912583" y="3604"/>
                  <a:pt x="802158" y="0"/>
                  <a:pt x="689057" y="0"/>
                </a:cubicBezTo>
                <a:cubicBezTo>
                  <a:pt x="575956" y="0"/>
                  <a:pt x="465532" y="3604"/>
                  <a:pt x="358882" y="10467"/>
                </a:cubicBezTo>
                <a:lnTo>
                  <a:pt x="123260" y="33469"/>
                </a:lnTo>
                <a:lnTo>
                  <a:pt x="116366" y="197916"/>
                </a:lnTo>
                <a:cubicBezTo>
                  <a:pt x="102664" y="433360"/>
                  <a:pt x="76864" y="682007"/>
                  <a:pt x="38677" y="940153"/>
                </a:cubicBezTo>
                <a:lnTo>
                  <a:pt x="31107" y="98686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978007" y="1473196"/>
            <a:ext cx="4235988" cy="7112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932680" y="1633481"/>
            <a:ext cx="2326642" cy="390634"/>
          </a:xfrm>
          <a:prstGeom prst="ellipse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6929091" y="2002982"/>
            <a:ext cx="1412240" cy="4521200"/>
          </a:xfrm>
          <a:custGeom>
            <a:avLst/>
            <a:gdLst>
              <a:gd name="connsiteX0" fmla="*/ 0 w 1412240"/>
              <a:gd name="connsiteY0" fmla="*/ 4521200 h 4521200"/>
              <a:gd name="connsiteX1" fmla="*/ 111760 w 1412240"/>
              <a:gd name="connsiteY1" fmla="*/ 3464560 h 4521200"/>
              <a:gd name="connsiteX2" fmla="*/ 436880 w 1412240"/>
              <a:gd name="connsiteY2" fmla="*/ 2103120 h 4521200"/>
              <a:gd name="connsiteX3" fmla="*/ 853440 w 1412240"/>
              <a:gd name="connsiteY3" fmla="*/ 1005840 h 4521200"/>
              <a:gd name="connsiteX4" fmla="*/ 1412240 w 1412240"/>
              <a:gd name="connsiteY4" fmla="*/ 0 h 452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240" h="4521200">
                <a:moveTo>
                  <a:pt x="0" y="4521200"/>
                </a:moveTo>
                <a:cubicBezTo>
                  <a:pt x="19473" y="4194386"/>
                  <a:pt x="38947" y="3867573"/>
                  <a:pt x="111760" y="3464560"/>
                </a:cubicBezTo>
                <a:cubicBezTo>
                  <a:pt x="184573" y="3061547"/>
                  <a:pt x="313267" y="2512907"/>
                  <a:pt x="436880" y="2103120"/>
                </a:cubicBezTo>
                <a:cubicBezTo>
                  <a:pt x="560493" y="1693333"/>
                  <a:pt x="690880" y="1356360"/>
                  <a:pt x="853440" y="1005840"/>
                </a:cubicBezTo>
                <a:cubicBezTo>
                  <a:pt x="1016000" y="655320"/>
                  <a:pt x="1214120" y="327660"/>
                  <a:pt x="1412240" y="0"/>
                </a:cubicBezTo>
              </a:path>
            </a:pathLst>
          </a:custGeom>
          <a:noFill/>
          <a:ln w="38100">
            <a:gradFill>
              <a:gsLst>
                <a:gs pos="0">
                  <a:schemeClr val="accent1"/>
                </a:gs>
                <a:gs pos="64000">
                  <a:schemeClr val="accent1">
                    <a:alpha val="0"/>
                  </a:schemeClr>
                </a:gs>
              </a:gsLst>
              <a:lin ang="5400000" scaled="1"/>
            </a:gra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 flipH="1">
            <a:off x="3844588" y="2002982"/>
            <a:ext cx="1412240" cy="4521200"/>
          </a:xfrm>
          <a:custGeom>
            <a:avLst/>
            <a:gdLst>
              <a:gd name="connsiteX0" fmla="*/ 0 w 1412240"/>
              <a:gd name="connsiteY0" fmla="*/ 4521200 h 4521200"/>
              <a:gd name="connsiteX1" fmla="*/ 111760 w 1412240"/>
              <a:gd name="connsiteY1" fmla="*/ 3464560 h 4521200"/>
              <a:gd name="connsiteX2" fmla="*/ 436880 w 1412240"/>
              <a:gd name="connsiteY2" fmla="*/ 2103120 h 4521200"/>
              <a:gd name="connsiteX3" fmla="*/ 853440 w 1412240"/>
              <a:gd name="connsiteY3" fmla="*/ 1005840 h 4521200"/>
              <a:gd name="connsiteX4" fmla="*/ 1412240 w 1412240"/>
              <a:gd name="connsiteY4" fmla="*/ 0 h 452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2240" h="4521200">
                <a:moveTo>
                  <a:pt x="0" y="4521200"/>
                </a:moveTo>
                <a:cubicBezTo>
                  <a:pt x="19473" y="4194386"/>
                  <a:pt x="38947" y="3867573"/>
                  <a:pt x="111760" y="3464560"/>
                </a:cubicBezTo>
                <a:cubicBezTo>
                  <a:pt x="184573" y="3061547"/>
                  <a:pt x="313267" y="2512907"/>
                  <a:pt x="436880" y="2103120"/>
                </a:cubicBezTo>
                <a:cubicBezTo>
                  <a:pt x="560493" y="1693333"/>
                  <a:pt x="690880" y="1356360"/>
                  <a:pt x="853440" y="1005840"/>
                </a:cubicBezTo>
                <a:cubicBezTo>
                  <a:pt x="1016000" y="655320"/>
                  <a:pt x="1214120" y="327660"/>
                  <a:pt x="1412240" y="0"/>
                </a:cubicBezTo>
              </a:path>
            </a:pathLst>
          </a:custGeom>
          <a:noFill/>
          <a:ln w="38100">
            <a:gradFill>
              <a:gsLst>
                <a:gs pos="0">
                  <a:schemeClr val="accent1"/>
                </a:gs>
                <a:gs pos="64000">
                  <a:schemeClr val="accent1">
                    <a:alpha val="0"/>
                  </a:schemeClr>
                </a:gs>
              </a:gsLst>
              <a:lin ang="5400000" scaled="1"/>
            </a:gradFill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1675" y="829204"/>
            <a:ext cx="2155833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岗位技能培养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8735" y="1230849"/>
            <a:ext cx="3735853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聚焦精准识人能力，通过简历解析技巧实训、结构化面试场景模拟，提升招聘到岗周期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任意多边形: 形状 128"/>
          <p:cNvSpPr/>
          <p:nvPr/>
        </p:nvSpPr>
        <p:spPr>
          <a:xfrm flipH="1">
            <a:off x="7987238" y="2024114"/>
            <a:ext cx="4012676" cy="1123833"/>
          </a:xfrm>
          <a:custGeom>
            <a:avLst/>
            <a:gdLst>
              <a:gd name="connsiteX0" fmla="*/ 0 w 4012676"/>
              <a:gd name="connsiteY0" fmla="*/ 0 h 1360934"/>
              <a:gd name="connsiteX1" fmla="*/ 3289735 w 4012676"/>
              <a:gd name="connsiteY1" fmla="*/ 0 h 1360934"/>
              <a:gd name="connsiteX2" fmla="*/ 3337407 w 4012676"/>
              <a:gd name="connsiteY2" fmla="*/ 73568 h 1360934"/>
              <a:gd name="connsiteX3" fmla="*/ 3868612 w 4012676"/>
              <a:gd name="connsiteY3" fmla="*/ 1039044 h 1360934"/>
              <a:gd name="connsiteX4" fmla="*/ 4012676 w 4012676"/>
              <a:gd name="connsiteY4" fmla="*/ 1360934 h 1360934"/>
              <a:gd name="connsiteX5" fmla="*/ 0 w 4012676"/>
              <a:gd name="connsiteY5" fmla="*/ 1360934 h 1360934"/>
              <a:gd name="connsiteX6" fmla="*/ 0 w 4012676"/>
              <a:gd name="connsiteY6" fmla="*/ 0 h 136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2676" h="1360934">
                <a:moveTo>
                  <a:pt x="0" y="0"/>
                </a:moveTo>
                <a:lnTo>
                  <a:pt x="3289735" y="0"/>
                </a:lnTo>
                <a:lnTo>
                  <a:pt x="3337407" y="73568"/>
                </a:lnTo>
                <a:cubicBezTo>
                  <a:pt x="3526134" y="374361"/>
                  <a:pt x="3704280" y="697177"/>
                  <a:pt x="3868612" y="1039044"/>
                </a:cubicBezTo>
                <a:lnTo>
                  <a:pt x="4012676" y="1360934"/>
                </a:lnTo>
                <a:lnTo>
                  <a:pt x="0" y="136093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 flipH="1">
            <a:off x="7547611" y="3288589"/>
            <a:ext cx="4452303" cy="1076451"/>
          </a:xfrm>
          <a:custGeom>
            <a:avLst/>
            <a:gdLst>
              <a:gd name="connsiteX0" fmla="*/ 0 w 4452303"/>
              <a:gd name="connsiteY0" fmla="*/ 0 h 1076451"/>
              <a:gd name="connsiteX1" fmla="*/ 4056920 w 4452303"/>
              <a:gd name="connsiteY1" fmla="*/ 0 h 1076451"/>
              <a:gd name="connsiteX2" fmla="*/ 4104348 w 4452303"/>
              <a:gd name="connsiteY2" fmla="*/ 105971 h 1076451"/>
              <a:gd name="connsiteX3" fmla="*/ 4316941 w 4452303"/>
              <a:gd name="connsiteY3" fmla="*/ 659031 h 1076451"/>
              <a:gd name="connsiteX4" fmla="*/ 4452303 w 4452303"/>
              <a:gd name="connsiteY4" fmla="*/ 1076451 h 1076451"/>
              <a:gd name="connsiteX5" fmla="*/ 0 w 4452303"/>
              <a:gd name="connsiteY5" fmla="*/ 1076451 h 1076451"/>
              <a:gd name="connsiteX6" fmla="*/ 0 w 4452303"/>
              <a:gd name="connsiteY6" fmla="*/ 0 h 107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2303" h="1076451">
                <a:moveTo>
                  <a:pt x="0" y="0"/>
                </a:moveTo>
                <a:lnTo>
                  <a:pt x="4056920" y="0"/>
                </a:lnTo>
                <a:lnTo>
                  <a:pt x="4104348" y="105971"/>
                </a:lnTo>
                <a:cubicBezTo>
                  <a:pt x="4179204" y="286057"/>
                  <a:pt x="4250203" y="470535"/>
                  <a:pt x="4316941" y="659031"/>
                </a:cubicBezTo>
                <a:lnTo>
                  <a:pt x="4452303" y="1076451"/>
                </a:lnTo>
                <a:lnTo>
                  <a:pt x="0" y="107645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任意多边形: 形状 130"/>
          <p:cNvSpPr/>
          <p:nvPr/>
        </p:nvSpPr>
        <p:spPr>
          <a:xfrm flipH="1">
            <a:off x="7267228" y="4463896"/>
            <a:ext cx="4732686" cy="1012465"/>
          </a:xfrm>
          <a:custGeom>
            <a:avLst/>
            <a:gdLst>
              <a:gd name="connsiteX0" fmla="*/ 0 w 4732686"/>
              <a:gd name="connsiteY0" fmla="*/ 0 h 1012465"/>
              <a:gd name="connsiteX1" fmla="*/ 4484360 w 4732686"/>
              <a:gd name="connsiteY1" fmla="*/ 0 h 1012465"/>
              <a:gd name="connsiteX2" fmla="*/ 4499712 w 4732686"/>
              <a:gd name="connsiteY2" fmla="*/ 47342 h 1012465"/>
              <a:gd name="connsiteX3" fmla="*/ 4647921 w 4732686"/>
              <a:gd name="connsiteY3" fmla="*/ 605048 h 1012465"/>
              <a:gd name="connsiteX4" fmla="*/ 4732686 w 4732686"/>
              <a:gd name="connsiteY4" fmla="*/ 1012465 h 1012465"/>
              <a:gd name="connsiteX5" fmla="*/ 0 w 4732686"/>
              <a:gd name="connsiteY5" fmla="*/ 1012465 h 1012465"/>
              <a:gd name="connsiteX6" fmla="*/ 0 w 4732686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2686" h="1012465">
                <a:moveTo>
                  <a:pt x="0" y="0"/>
                </a:moveTo>
                <a:lnTo>
                  <a:pt x="4484360" y="0"/>
                </a:lnTo>
                <a:lnTo>
                  <a:pt x="4499712" y="47342"/>
                </a:lnTo>
                <a:cubicBezTo>
                  <a:pt x="4554849" y="234411"/>
                  <a:pt x="4604225" y="420494"/>
                  <a:pt x="4647921" y="605048"/>
                </a:cubicBezTo>
                <a:lnTo>
                  <a:pt x="4732686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任意多边形: 形状 131"/>
          <p:cNvSpPr/>
          <p:nvPr/>
        </p:nvSpPr>
        <p:spPr>
          <a:xfrm flipH="1">
            <a:off x="7117811" y="5575218"/>
            <a:ext cx="4882103" cy="1012465"/>
          </a:xfrm>
          <a:custGeom>
            <a:avLst/>
            <a:gdLst>
              <a:gd name="connsiteX0" fmla="*/ 0 w 4882103"/>
              <a:gd name="connsiteY0" fmla="*/ 0 h 1012465"/>
              <a:gd name="connsiteX1" fmla="*/ 4753253 w 4882103"/>
              <a:gd name="connsiteY1" fmla="*/ 0 h 1012465"/>
              <a:gd name="connsiteX2" fmla="*/ 4762046 w 4882103"/>
              <a:gd name="connsiteY2" fmla="*/ 42259 h 1012465"/>
              <a:gd name="connsiteX3" fmla="*/ 4842566 w 4882103"/>
              <a:gd name="connsiteY3" fmla="*/ 578362 h 1012465"/>
              <a:gd name="connsiteX4" fmla="*/ 4882103 w 4882103"/>
              <a:gd name="connsiteY4" fmla="*/ 1012465 h 1012465"/>
              <a:gd name="connsiteX5" fmla="*/ 0 w 4882103"/>
              <a:gd name="connsiteY5" fmla="*/ 1012465 h 1012465"/>
              <a:gd name="connsiteX6" fmla="*/ 0 w 4882103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2103" h="1012465">
                <a:moveTo>
                  <a:pt x="0" y="0"/>
                </a:moveTo>
                <a:lnTo>
                  <a:pt x="4753253" y="0"/>
                </a:lnTo>
                <a:lnTo>
                  <a:pt x="4762046" y="42259"/>
                </a:lnTo>
                <a:cubicBezTo>
                  <a:pt x="4794460" y="223213"/>
                  <a:pt x="4821274" y="402095"/>
                  <a:pt x="4842566" y="578362"/>
                </a:cubicBezTo>
                <a:lnTo>
                  <a:pt x="4882103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rot="16200000" flipH="1">
            <a:off x="11394360" y="228239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 flipH="1">
            <a:off x="11474268" y="235865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 flipH="1">
            <a:off x="9166298" y="217259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 flipH="1">
            <a:off x="8504591" y="2487513"/>
            <a:ext cx="281754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搭建“跨部门项目小组”机制，每季度组织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2-3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个跨部门协作项目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: 圆顶角 136"/>
          <p:cNvSpPr/>
          <p:nvPr/>
        </p:nvSpPr>
        <p:spPr>
          <a:xfrm rot="16200000" flipH="1">
            <a:off x="11394360" y="3520874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 flipH="1">
            <a:off x="11474268" y="3597129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 flipH="1">
            <a:off x="9166298" y="3411071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问题改进思维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 flipH="1">
            <a:off x="7867434" y="3725990"/>
            <a:ext cx="3454697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 “问题改进工作坊”，每月选取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1-2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个工作中的实际难题如员工流失率高、部门效率低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: 圆顶角 140"/>
          <p:cNvSpPr/>
          <p:nvPr/>
        </p:nvSpPr>
        <p:spPr>
          <a:xfrm rot="16200000" flipH="1">
            <a:off x="11394360" y="467136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文本框 141"/>
          <p:cNvSpPr txBox="1"/>
          <p:nvPr/>
        </p:nvSpPr>
        <p:spPr>
          <a:xfrm flipH="1">
            <a:off x="11474268" y="474762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 flipH="1">
            <a:off x="9166298" y="456156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沟通表达技巧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 flipH="1">
            <a:off x="7554672" y="4876483"/>
            <a:ext cx="3767459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开设 “沟通能力提升营”，涵盖职场汇报、客户沟通、跨级沟通等场景。通过技巧帮助员工掌握清晰表达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顶角 144"/>
          <p:cNvSpPr/>
          <p:nvPr/>
        </p:nvSpPr>
        <p:spPr>
          <a:xfrm rot="16200000" flipH="1">
            <a:off x="11394360" y="579534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 flipH="1">
            <a:off x="11474268" y="587160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 flipH="1">
            <a:off x="9166298" y="568554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数据化分析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 flipH="1">
            <a:off x="7274289" y="6000463"/>
            <a:ext cx="404784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针对非数据岗员工，开展基础数据分析培训，包括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Excel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函数应用、数据可视化工具应用、数据解读逻辑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192088" y="2024114"/>
            <a:ext cx="4012676" cy="1123833"/>
          </a:xfrm>
          <a:custGeom>
            <a:avLst/>
            <a:gdLst>
              <a:gd name="connsiteX0" fmla="*/ 0 w 4012676"/>
              <a:gd name="connsiteY0" fmla="*/ 0 h 1360934"/>
              <a:gd name="connsiteX1" fmla="*/ 3289735 w 4012676"/>
              <a:gd name="connsiteY1" fmla="*/ 0 h 1360934"/>
              <a:gd name="connsiteX2" fmla="*/ 3337407 w 4012676"/>
              <a:gd name="connsiteY2" fmla="*/ 73568 h 1360934"/>
              <a:gd name="connsiteX3" fmla="*/ 3868612 w 4012676"/>
              <a:gd name="connsiteY3" fmla="*/ 1039044 h 1360934"/>
              <a:gd name="connsiteX4" fmla="*/ 4012676 w 4012676"/>
              <a:gd name="connsiteY4" fmla="*/ 1360934 h 1360934"/>
              <a:gd name="connsiteX5" fmla="*/ 0 w 4012676"/>
              <a:gd name="connsiteY5" fmla="*/ 1360934 h 1360934"/>
              <a:gd name="connsiteX6" fmla="*/ 0 w 4012676"/>
              <a:gd name="connsiteY6" fmla="*/ 0 h 136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2676" h="1360934">
                <a:moveTo>
                  <a:pt x="0" y="0"/>
                </a:moveTo>
                <a:lnTo>
                  <a:pt x="3289735" y="0"/>
                </a:lnTo>
                <a:lnTo>
                  <a:pt x="3337407" y="73568"/>
                </a:lnTo>
                <a:cubicBezTo>
                  <a:pt x="3526134" y="374361"/>
                  <a:pt x="3704280" y="697177"/>
                  <a:pt x="3868612" y="1039044"/>
                </a:cubicBezTo>
                <a:lnTo>
                  <a:pt x="4012676" y="1360934"/>
                </a:lnTo>
                <a:lnTo>
                  <a:pt x="0" y="136093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192088" y="3288589"/>
            <a:ext cx="4452303" cy="1076451"/>
          </a:xfrm>
          <a:custGeom>
            <a:avLst/>
            <a:gdLst>
              <a:gd name="connsiteX0" fmla="*/ 0 w 4452303"/>
              <a:gd name="connsiteY0" fmla="*/ 0 h 1076451"/>
              <a:gd name="connsiteX1" fmla="*/ 4056920 w 4452303"/>
              <a:gd name="connsiteY1" fmla="*/ 0 h 1076451"/>
              <a:gd name="connsiteX2" fmla="*/ 4104348 w 4452303"/>
              <a:gd name="connsiteY2" fmla="*/ 105971 h 1076451"/>
              <a:gd name="connsiteX3" fmla="*/ 4316941 w 4452303"/>
              <a:gd name="connsiteY3" fmla="*/ 659031 h 1076451"/>
              <a:gd name="connsiteX4" fmla="*/ 4452303 w 4452303"/>
              <a:gd name="connsiteY4" fmla="*/ 1076451 h 1076451"/>
              <a:gd name="connsiteX5" fmla="*/ 0 w 4452303"/>
              <a:gd name="connsiteY5" fmla="*/ 1076451 h 1076451"/>
              <a:gd name="connsiteX6" fmla="*/ 0 w 4452303"/>
              <a:gd name="connsiteY6" fmla="*/ 0 h 107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2303" h="1076451">
                <a:moveTo>
                  <a:pt x="0" y="0"/>
                </a:moveTo>
                <a:lnTo>
                  <a:pt x="4056920" y="0"/>
                </a:lnTo>
                <a:lnTo>
                  <a:pt x="4104348" y="105971"/>
                </a:lnTo>
                <a:cubicBezTo>
                  <a:pt x="4179204" y="286057"/>
                  <a:pt x="4250203" y="470535"/>
                  <a:pt x="4316941" y="659031"/>
                </a:cubicBezTo>
                <a:lnTo>
                  <a:pt x="4452303" y="1076451"/>
                </a:lnTo>
                <a:lnTo>
                  <a:pt x="0" y="107645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192088" y="4463896"/>
            <a:ext cx="4732686" cy="1012465"/>
          </a:xfrm>
          <a:custGeom>
            <a:avLst/>
            <a:gdLst>
              <a:gd name="connsiteX0" fmla="*/ 0 w 4732686"/>
              <a:gd name="connsiteY0" fmla="*/ 0 h 1012465"/>
              <a:gd name="connsiteX1" fmla="*/ 4484360 w 4732686"/>
              <a:gd name="connsiteY1" fmla="*/ 0 h 1012465"/>
              <a:gd name="connsiteX2" fmla="*/ 4499712 w 4732686"/>
              <a:gd name="connsiteY2" fmla="*/ 47342 h 1012465"/>
              <a:gd name="connsiteX3" fmla="*/ 4647921 w 4732686"/>
              <a:gd name="connsiteY3" fmla="*/ 605048 h 1012465"/>
              <a:gd name="connsiteX4" fmla="*/ 4732686 w 4732686"/>
              <a:gd name="connsiteY4" fmla="*/ 1012465 h 1012465"/>
              <a:gd name="connsiteX5" fmla="*/ 0 w 4732686"/>
              <a:gd name="connsiteY5" fmla="*/ 1012465 h 1012465"/>
              <a:gd name="connsiteX6" fmla="*/ 0 w 4732686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2686" h="1012465">
                <a:moveTo>
                  <a:pt x="0" y="0"/>
                </a:moveTo>
                <a:lnTo>
                  <a:pt x="4484360" y="0"/>
                </a:lnTo>
                <a:lnTo>
                  <a:pt x="4499712" y="47342"/>
                </a:lnTo>
                <a:cubicBezTo>
                  <a:pt x="4554849" y="234411"/>
                  <a:pt x="4604225" y="420494"/>
                  <a:pt x="4647921" y="605048"/>
                </a:cubicBezTo>
                <a:lnTo>
                  <a:pt x="4732686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任意多边形: 形状 56"/>
          <p:cNvSpPr/>
          <p:nvPr/>
        </p:nvSpPr>
        <p:spPr>
          <a:xfrm>
            <a:off x="192088" y="5575218"/>
            <a:ext cx="4882103" cy="1012465"/>
          </a:xfrm>
          <a:custGeom>
            <a:avLst/>
            <a:gdLst>
              <a:gd name="connsiteX0" fmla="*/ 0 w 4882103"/>
              <a:gd name="connsiteY0" fmla="*/ 0 h 1012465"/>
              <a:gd name="connsiteX1" fmla="*/ 4753253 w 4882103"/>
              <a:gd name="connsiteY1" fmla="*/ 0 h 1012465"/>
              <a:gd name="connsiteX2" fmla="*/ 4762046 w 4882103"/>
              <a:gd name="connsiteY2" fmla="*/ 42259 h 1012465"/>
              <a:gd name="connsiteX3" fmla="*/ 4842566 w 4882103"/>
              <a:gd name="connsiteY3" fmla="*/ 578362 h 1012465"/>
              <a:gd name="connsiteX4" fmla="*/ 4882103 w 4882103"/>
              <a:gd name="connsiteY4" fmla="*/ 1012465 h 1012465"/>
              <a:gd name="connsiteX5" fmla="*/ 0 w 4882103"/>
              <a:gd name="connsiteY5" fmla="*/ 1012465 h 1012465"/>
              <a:gd name="connsiteX6" fmla="*/ 0 w 4882103"/>
              <a:gd name="connsiteY6" fmla="*/ 0 h 101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2103" h="1012465">
                <a:moveTo>
                  <a:pt x="0" y="0"/>
                </a:moveTo>
                <a:lnTo>
                  <a:pt x="4753253" y="0"/>
                </a:lnTo>
                <a:lnTo>
                  <a:pt x="4762046" y="42259"/>
                </a:lnTo>
                <a:cubicBezTo>
                  <a:pt x="4794460" y="223213"/>
                  <a:pt x="4821274" y="402095"/>
                  <a:pt x="4842566" y="578362"/>
                </a:cubicBezTo>
                <a:lnTo>
                  <a:pt x="4882103" y="1012465"/>
                </a:lnTo>
                <a:lnTo>
                  <a:pt x="0" y="10124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 rot="5400000">
            <a:off x="193800" y="228239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2088" y="235865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69871" y="217259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核心业务精通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76932" y="2487513"/>
            <a:ext cx="2817540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围绕各岗位核心业务模块，开展“理论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实践”双轨培训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 rot="5400000">
            <a:off x="193800" y="3520874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92088" y="3597129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869871" y="3411071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工具应用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876931" y="3725990"/>
            <a:ext cx="3454697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岗深化薪酬核算系统、招聘管理平台财务岗强化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ERP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财务模块与数据分析工具使用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顶角 112"/>
          <p:cNvSpPr/>
          <p:nvPr/>
        </p:nvSpPr>
        <p:spPr>
          <a:xfrm rot="5400000">
            <a:off x="193800" y="467136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92088" y="474762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69871" y="456156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流程规范落地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76931" y="4876483"/>
            <a:ext cx="3767459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梳理各岗位标准化作业流程（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），制作图文手册与视频教程，减少因流程不规范导致的工作失误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: 圆顶角 120"/>
          <p:cNvSpPr/>
          <p:nvPr/>
        </p:nvSpPr>
        <p:spPr>
          <a:xfrm rot="5400000">
            <a:off x="193800" y="5795347"/>
            <a:ext cx="603842" cy="60726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92088" y="5871602"/>
            <a:ext cx="525646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869871" y="5685544"/>
            <a:ext cx="2155833" cy="33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专业认证考取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876932" y="6000463"/>
            <a:ext cx="404784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鼓励员工考取岗位相关专业认证，如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HR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岗考取人力资源管理师、薪酬管理师认证，技术岗考取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PMP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9921351" y="829204"/>
            <a:ext cx="2155833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横向能力提升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341331" y="1230849"/>
            <a:ext cx="3735853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开展内外部演讲训练、公文写作实训，涵盖制度宣贯、跨层级沟通场景，半年内完成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场部门内训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图形 149"/>
          <p:cNvSpPr/>
          <p:nvPr/>
        </p:nvSpPr>
        <p:spPr>
          <a:xfrm>
            <a:off x="5647058" y="927957"/>
            <a:ext cx="899564" cy="860653"/>
          </a:xfrm>
          <a:custGeom>
            <a:avLst/>
            <a:gdLst>
              <a:gd name="connsiteX0" fmla="*/ 0 w 1001182"/>
              <a:gd name="connsiteY0" fmla="*/ 447999 h 957876"/>
              <a:gd name="connsiteX1" fmla="*/ 0 w 1001182"/>
              <a:gd name="connsiteY1" fmla="*/ 882610 h 957876"/>
              <a:gd name="connsiteX2" fmla="*/ 75266 w 1001182"/>
              <a:gd name="connsiteY2" fmla="*/ 957876 h 957876"/>
              <a:gd name="connsiteX3" fmla="*/ 143023 w 1001182"/>
              <a:gd name="connsiteY3" fmla="*/ 957876 h 957876"/>
              <a:gd name="connsiteX4" fmla="*/ 143023 w 1001182"/>
              <a:gd name="connsiteY4" fmla="*/ 373448 h 957876"/>
              <a:gd name="connsiteX5" fmla="*/ 75266 w 1001182"/>
              <a:gd name="connsiteY5" fmla="*/ 372733 h 957876"/>
              <a:gd name="connsiteX6" fmla="*/ 0 w 1001182"/>
              <a:gd name="connsiteY6" fmla="*/ 447999 h 957876"/>
              <a:gd name="connsiteX7" fmla="*/ 886386 w 1001182"/>
              <a:gd name="connsiteY7" fmla="*/ 293748 h 957876"/>
              <a:gd name="connsiteX8" fmla="*/ 587146 w 1001182"/>
              <a:gd name="connsiteY8" fmla="*/ 295643 h 957876"/>
              <a:gd name="connsiteX9" fmla="*/ 608313 w 1001182"/>
              <a:gd name="connsiteY9" fmla="*/ 163562 h 957876"/>
              <a:gd name="connsiteX10" fmla="*/ 454599 w 1001182"/>
              <a:gd name="connsiteY10" fmla="*/ 980 h 957876"/>
              <a:gd name="connsiteX11" fmla="*/ 379440 w 1001182"/>
              <a:gd name="connsiteY11" fmla="*/ 142680 h 957876"/>
              <a:gd name="connsiteX12" fmla="*/ 379440 w 1001182"/>
              <a:gd name="connsiteY12" fmla="*/ 208900 h 957876"/>
              <a:gd name="connsiteX13" fmla="*/ 225404 w 1001182"/>
              <a:gd name="connsiteY13" fmla="*/ 374270 h 957876"/>
              <a:gd name="connsiteX14" fmla="*/ 214535 w 1001182"/>
              <a:gd name="connsiteY14" fmla="*/ 374163 h 957876"/>
              <a:gd name="connsiteX15" fmla="*/ 214535 w 1001182"/>
              <a:gd name="connsiteY15" fmla="*/ 957876 h 957876"/>
              <a:gd name="connsiteX16" fmla="*/ 804005 w 1001182"/>
              <a:gd name="connsiteY16" fmla="*/ 957876 h 957876"/>
              <a:gd name="connsiteX17" fmla="*/ 916778 w 1001182"/>
              <a:gd name="connsiteY17" fmla="*/ 864482 h 957876"/>
              <a:gd name="connsiteX18" fmla="*/ 999160 w 1001182"/>
              <a:gd name="connsiteY18" fmla="*/ 429871 h 957876"/>
              <a:gd name="connsiteX19" fmla="*/ 907732 w 1001182"/>
              <a:gd name="connsiteY19" fmla="*/ 295751 h 957876"/>
              <a:gd name="connsiteX20" fmla="*/ 886386 w 1001182"/>
              <a:gd name="connsiteY20" fmla="*/ 293748 h 95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01182" h="957876">
                <a:moveTo>
                  <a:pt x="0" y="447999"/>
                </a:moveTo>
                <a:lnTo>
                  <a:pt x="0" y="882610"/>
                </a:lnTo>
                <a:cubicBezTo>
                  <a:pt x="0" y="924194"/>
                  <a:pt x="33682" y="957876"/>
                  <a:pt x="75266" y="957876"/>
                </a:cubicBezTo>
                <a:lnTo>
                  <a:pt x="143023" y="957876"/>
                </a:lnTo>
                <a:lnTo>
                  <a:pt x="143023" y="373448"/>
                </a:lnTo>
                <a:lnTo>
                  <a:pt x="75266" y="372733"/>
                </a:lnTo>
                <a:cubicBezTo>
                  <a:pt x="33698" y="372733"/>
                  <a:pt x="0" y="406431"/>
                  <a:pt x="0" y="447999"/>
                </a:cubicBezTo>
                <a:close/>
                <a:moveTo>
                  <a:pt x="886386" y="293748"/>
                </a:moveTo>
                <a:lnTo>
                  <a:pt x="587146" y="295643"/>
                </a:lnTo>
                <a:cubicBezTo>
                  <a:pt x="601198" y="246193"/>
                  <a:pt x="608313" y="202249"/>
                  <a:pt x="608313" y="163562"/>
                </a:cubicBezTo>
                <a:cubicBezTo>
                  <a:pt x="608313" y="75781"/>
                  <a:pt x="531402" y="-10176"/>
                  <a:pt x="454599" y="980"/>
                </a:cubicBezTo>
                <a:cubicBezTo>
                  <a:pt x="386878" y="10813"/>
                  <a:pt x="379440" y="69345"/>
                  <a:pt x="379440" y="142680"/>
                </a:cubicBezTo>
                <a:lnTo>
                  <a:pt x="379440" y="208900"/>
                </a:lnTo>
                <a:cubicBezTo>
                  <a:pt x="379440" y="293891"/>
                  <a:pt x="308108" y="366297"/>
                  <a:pt x="225404" y="374270"/>
                </a:cubicBezTo>
                <a:lnTo>
                  <a:pt x="214535" y="374163"/>
                </a:lnTo>
                <a:lnTo>
                  <a:pt x="214535" y="957876"/>
                </a:lnTo>
                <a:lnTo>
                  <a:pt x="804005" y="957876"/>
                </a:lnTo>
                <a:cubicBezTo>
                  <a:pt x="859151" y="957880"/>
                  <a:pt x="906505" y="918663"/>
                  <a:pt x="916778" y="864482"/>
                </a:cubicBezTo>
                <a:lnTo>
                  <a:pt x="999160" y="429871"/>
                </a:lnTo>
                <a:cubicBezTo>
                  <a:pt x="1010949" y="367587"/>
                  <a:pt x="970015" y="307540"/>
                  <a:pt x="907732" y="295751"/>
                </a:cubicBezTo>
                <a:cubicBezTo>
                  <a:pt x="900695" y="294419"/>
                  <a:pt x="893548" y="293748"/>
                  <a:pt x="886386" y="293748"/>
                </a:cubicBezTo>
                <a:close/>
              </a:path>
            </a:pathLst>
          </a:custGeom>
          <a:solidFill>
            <a:schemeClr val="accent2"/>
          </a:solidFill>
          <a:ln w="1116" cap="flat">
            <a:noFill/>
            <a:prstDash val="solid"/>
            <a:miter/>
          </a:ln>
          <a:effectLst>
            <a:reflection blurRad="6350" stA="52000" endA="300" endPos="28000" dist="25400" dir="5400000" sy="-100000" algn="bl" rotWithShape="0"/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Freeform: Shape 39"/>
          <p:cNvSpPr>
            <a:spLocks noChangeAspect="1"/>
          </p:cNvSpPr>
          <p:nvPr/>
        </p:nvSpPr>
        <p:spPr>
          <a:xfrm>
            <a:off x="5893075" y="5849961"/>
            <a:ext cx="426720" cy="394215"/>
          </a:xfrm>
          <a:custGeom>
            <a:avLst/>
            <a:gdLst>
              <a:gd name="connsiteX0" fmla="*/ 2184369 w 4876809"/>
              <a:gd name="connsiteY0" fmla="*/ 4048125 h 4505325"/>
              <a:gd name="connsiteX1" fmla="*/ 2692451 w 4876809"/>
              <a:gd name="connsiteY1" fmla="*/ 4048125 h 4505325"/>
              <a:gd name="connsiteX2" fmla="*/ 2787701 w 4876809"/>
              <a:gd name="connsiteY2" fmla="*/ 4143375 h 4505325"/>
              <a:gd name="connsiteX3" fmla="*/ 2692451 w 4876809"/>
              <a:gd name="connsiteY3" fmla="*/ 4238625 h 4505325"/>
              <a:gd name="connsiteX4" fmla="*/ 2184369 w 4876809"/>
              <a:gd name="connsiteY4" fmla="*/ 4238625 h 4505325"/>
              <a:gd name="connsiteX5" fmla="*/ 2089119 w 4876809"/>
              <a:gd name="connsiteY5" fmla="*/ 4143375 h 4505325"/>
              <a:gd name="connsiteX6" fmla="*/ 2184369 w 4876809"/>
              <a:gd name="connsiteY6" fmla="*/ 4048125 h 4505325"/>
              <a:gd name="connsiteX7" fmla="*/ 190509 w 4876809"/>
              <a:gd name="connsiteY7" fmla="*/ 3971925 h 4505325"/>
              <a:gd name="connsiteX8" fmla="*/ 190509 w 4876809"/>
              <a:gd name="connsiteY8" fmla="*/ 4038600 h 4505325"/>
              <a:gd name="connsiteX9" fmla="*/ 466734 w 4876809"/>
              <a:gd name="connsiteY9" fmla="*/ 4314825 h 4505325"/>
              <a:gd name="connsiteX10" fmla="*/ 4410085 w 4876809"/>
              <a:gd name="connsiteY10" fmla="*/ 4314825 h 4505325"/>
              <a:gd name="connsiteX11" fmla="*/ 4686310 w 4876809"/>
              <a:gd name="connsiteY11" fmla="*/ 4038600 h 4505325"/>
              <a:gd name="connsiteX12" fmla="*/ 4686310 w 4876809"/>
              <a:gd name="connsiteY12" fmla="*/ 3971925 h 4505325"/>
              <a:gd name="connsiteX13" fmla="*/ 2952560 w 4876809"/>
              <a:gd name="connsiteY13" fmla="*/ 2848270 h 4505325"/>
              <a:gd name="connsiteX14" fmla="*/ 2952560 w 4876809"/>
              <a:gd name="connsiteY14" fmla="*/ 3191170 h 4505325"/>
              <a:gd name="connsiteX15" fmla="*/ 3956619 w 4876809"/>
              <a:gd name="connsiteY15" fmla="*/ 3191170 h 4505325"/>
              <a:gd name="connsiteX16" fmla="*/ 3956619 w 4876809"/>
              <a:gd name="connsiteY16" fmla="*/ 2848270 h 4505325"/>
              <a:gd name="connsiteX17" fmla="*/ 2857310 w 4876809"/>
              <a:gd name="connsiteY17" fmla="*/ 2657770 h 4505325"/>
              <a:gd name="connsiteX18" fmla="*/ 4051878 w 4876809"/>
              <a:gd name="connsiteY18" fmla="*/ 2657770 h 4505325"/>
              <a:gd name="connsiteX19" fmla="*/ 4147119 w 4876809"/>
              <a:gd name="connsiteY19" fmla="*/ 2753020 h 4505325"/>
              <a:gd name="connsiteX20" fmla="*/ 4147119 w 4876809"/>
              <a:gd name="connsiteY20" fmla="*/ 3286420 h 4505325"/>
              <a:gd name="connsiteX21" fmla="*/ 4051869 w 4876809"/>
              <a:gd name="connsiteY21" fmla="*/ 3381670 h 4505325"/>
              <a:gd name="connsiteX22" fmla="*/ 2857310 w 4876809"/>
              <a:gd name="connsiteY22" fmla="*/ 3381670 h 4505325"/>
              <a:gd name="connsiteX23" fmla="*/ 2762060 w 4876809"/>
              <a:gd name="connsiteY23" fmla="*/ 3286420 h 4505325"/>
              <a:gd name="connsiteX24" fmla="*/ 2762060 w 4876809"/>
              <a:gd name="connsiteY24" fmla="*/ 2753020 h 4505325"/>
              <a:gd name="connsiteX25" fmla="*/ 2857310 w 4876809"/>
              <a:gd name="connsiteY25" fmla="*/ 2657770 h 4505325"/>
              <a:gd name="connsiteX26" fmla="*/ 819160 w 4876809"/>
              <a:gd name="connsiteY26" fmla="*/ 2352379 h 4505325"/>
              <a:gd name="connsiteX27" fmla="*/ 819160 w 4876809"/>
              <a:gd name="connsiteY27" fmla="*/ 3381079 h 4505325"/>
              <a:gd name="connsiteX28" fmla="*/ 2000260 w 4876809"/>
              <a:gd name="connsiteY28" fmla="*/ 3381079 h 4505325"/>
              <a:gd name="connsiteX29" fmla="*/ 2000260 w 4876809"/>
              <a:gd name="connsiteY29" fmla="*/ 2352379 h 4505325"/>
              <a:gd name="connsiteX30" fmla="*/ 4051849 w 4876809"/>
              <a:gd name="connsiteY30" fmla="*/ 2161889 h 4505325"/>
              <a:gd name="connsiteX31" fmla="*/ 4119191 w 4876809"/>
              <a:gd name="connsiteY31" fmla="*/ 2189797 h 4505325"/>
              <a:gd name="connsiteX32" fmla="*/ 4147099 w 4876809"/>
              <a:gd name="connsiteY32" fmla="*/ 2257139 h 4505325"/>
              <a:gd name="connsiteX33" fmla="*/ 4119191 w 4876809"/>
              <a:gd name="connsiteY33" fmla="*/ 2324481 h 4505325"/>
              <a:gd name="connsiteX34" fmla="*/ 4051849 w 4876809"/>
              <a:gd name="connsiteY34" fmla="*/ 2352389 h 4505325"/>
              <a:gd name="connsiteX35" fmla="*/ 3984507 w 4876809"/>
              <a:gd name="connsiteY35" fmla="*/ 2324481 h 4505325"/>
              <a:gd name="connsiteX36" fmla="*/ 3956599 w 4876809"/>
              <a:gd name="connsiteY36" fmla="*/ 2257139 h 4505325"/>
              <a:gd name="connsiteX37" fmla="*/ 3984507 w 4876809"/>
              <a:gd name="connsiteY37" fmla="*/ 2189797 h 4505325"/>
              <a:gd name="connsiteX38" fmla="*/ 4051849 w 4876809"/>
              <a:gd name="connsiteY38" fmla="*/ 2161889 h 4505325"/>
              <a:gd name="connsiteX39" fmla="*/ 2857310 w 4876809"/>
              <a:gd name="connsiteY39" fmla="*/ 2161879 h 4505325"/>
              <a:gd name="connsiteX40" fmla="*/ 3678479 w 4876809"/>
              <a:gd name="connsiteY40" fmla="*/ 2161879 h 4505325"/>
              <a:gd name="connsiteX41" fmla="*/ 3773729 w 4876809"/>
              <a:gd name="connsiteY41" fmla="*/ 2257129 h 4505325"/>
              <a:gd name="connsiteX42" fmla="*/ 3678479 w 4876809"/>
              <a:gd name="connsiteY42" fmla="*/ 2352379 h 4505325"/>
              <a:gd name="connsiteX43" fmla="*/ 2857310 w 4876809"/>
              <a:gd name="connsiteY43" fmla="*/ 2352379 h 4505325"/>
              <a:gd name="connsiteX44" fmla="*/ 2762060 w 4876809"/>
              <a:gd name="connsiteY44" fmla="*/ 2257129 h 4505325"/>
              <a:gd name="connsiteX45" fmla="*/ 2857310 w 4876809"/>
              <a:gd name="connsiteY45" fmla="*/ 2161879 h 4505325"/>
              <a:gd name="connsiteX46" fmla="*/ 723910 w 4876809"/>
              <a:gd name="connsiteY46" fmla="*/ 2161879 h 4505325"/>
              <a:gd name="connsiteX47" fmla="*/ 2095510 w 4876809"/>
              <a:gd name="connsiteY47" fmla="*/ 2161879 h 4505325"/>
              <a:gd name="connsiteX48" fmla="*/ 2190760 w 4876809"/>
              <a:gd name="connsiteY48" fmla="*/ 2257129 h 4505325"/>
              <a:gd name="connsiteX49" fmla="*/ 2190760 w 4876809"/>
              <a:gd name="connsiteY49" fmla="*/ 3476329 h 4505325"/>
              <a:gd name="connsiteX50" fmla="*/ 2095510 w 4876809"/>
              <a:gd name="connsiteY50" fmla="*/ 3571579 h 4505325"/>
              <a:gd name="connsiteX51" fmla="*/ 723910 w 4876809"/>
              <a:gd name="connsiteY51" fmla="*/ 3571579 h 4505325"/>
              <a:gd name="connsiteX52" fmla="*/ 628660 w 4876809"/>
              <a:gd name="connsiteY52" fmla="*/ 3476329 h 4505325"/>
              <a:gd name="connsiteX53" fmla="*/ 628660 w 4876809"/>
              <a:gd name="connsiteY53" fmla="*/ 2257129 h 4505325"/>
              <a:gd name="connsiteX54" fmla="*/ 723910 w 4876809"/>
              <a:gd name="connsiteY54" fmla="*/ 2161879 h 4505325"/>
              <a:gd name="connsiteX55" fmla="*/ 876309 w 4876809"/>
              <a:gd name="connsiteY55" fmla="*/ 1678391 h 4505325"/>
              <a:gd name="connsiteX56" fmla="*/ 485784 w 4876809"/>
              <a:gd name="connsiteY56" fmla="*/ 1856984 h 4505325"/>
              <a:gd name="connsiteX57" fmla="*/ 400031 w 4876809"/>
              <a:gd name="connsiteY57" fmla="*/ 1850355 h 4505325"/>
              <a:gd name="connsiteX58" fmla="*/ 400031 w 4876809"/>
              <a:gd name="connsiteY58" fmla="*/ 3781425 h 4505325"/>
              <a:gd name="connsiteX59" fmla="*/ 4476731 w 4876809"/>
              <a:gd name="connsiteY59" fmla="*/ 3781425 h 4505325"/>
              <a:gd name="connsiteX60" fmla="*/ 4476731 w 4876809"/>
              <a:gd name="connsiteY60" fmla="*/ 1850364 h 4505325"/>
              <a:gd name="connsiteX61" fmla="*/ 4391035 w 4876809"/>
              <a:gd name="connsiteY61" fmla="*/ 1856984 h 4505325"/>
              <a:gd name="connsiteX62" fmla="*/ 4000509 w 4876809"/>
              <a:gd name="connsiteY62" fmla="*/ 1678391 h 4505325"/>
              <a:gd name="connsiteX63" fmla="*/ 3609984 w 4876809"/>
              <a:gd name="connsiteY63" fmla="*/ 1856984 h 4505325"/>
              <a:gd name="connsiteX64" fmla="*/ 3219459 w 4876809"/>
              <a:gd name="connsiteY64" fmla="*/ 1678391 h 4505325"/>
              <a:gd name="connsiteX65" fmla="*/ 2828934 w 4876809"/>
              <a:gd name="connsiteY65" fmla="*/ 1856984 h 4505325"/>
              <a:gd name="connsiteX66" fmla="*/ 2438409 w 4876809"/>
              <a:gd name="connsiteY66" fmla="*/ 1678391 h 4505325"/>
              <a:gd name="connsiteX67" fmla="*/ 2047884 w 4876809"/>
              <a:gd name="connsiteY67" fmla="*/ 1856984 h 4505325"/>
              <a:gd name="connsiteX68" fmla="*/ 1657359 w 4876809"/>
              <a:gd name="connsiteY68" fmla="*/ 1678391 h 4505325"/>
              <a:gd name="connsiteX69" fmla="*/ 1266834 w 4876809"/>
              <a:gd name="connsiteY69" fmla="*/ 1856984 h 4505325"/>
              <a:gd name="connsiteX70" fmla="*/ 876309 w 4876809"/>
              <a:gd name="connsiteY70" fmla="*/ 1678391 h 4505325"/>
              <a:gd name="connsiteX71" fmla="*/ 4095759 w 4876809"/>
              <a:gd name="connsiteY71" fmla="*/ 1257300 h 4505325"/>
              <a:gd name="connsiteX72" fmla="*/ 4095759 w 4876809"/>
              <a:gd name="connsiteY72" fmla="*/ 1399775 h 4505325"/>
              <a:gd name="connsiteX73" fmla="*/ 4391035 w 4876809"/>
              <a:gd name="connsiteY73" fmla="*/ 1666475 h 4505325"/>
              <a:gd name="connsiteX74" fmla="*/ 4686310 w 4876809"/>
              <a:gd name="connsiteY74" fmla="*/ 1399775 h 4505325"/>
              <a:gd name="connsiteX75" fmla="*/ 4686310 w 4876809"/>
              <a:gd name="connsiteY75" fmla="*/ 1257300 h 4505325"/>
              <a:gd name="connsiteX76" fmla="*/ 3314709 w 4876809"/>
              <a:gd name="connsiteY76" fmla="*/ 1257300 h 4505325"/>
              <a:gd name="connsiteX77" fmla="*/ 3314709 w 4876809"/>
              <a:gd name="connsiteY77" fmla="*/ 1399775 h 4505325"/>
              <a:gd name="connsiteX78" fmla="*/ 3609984 w 4876809"/>
              <a:gd name="connsiteY78" fmla="*/ 1666475 h 4505325"/>
              <a:gd name="connsiteX79" fmla="*/ 3905259 w 4876809"/>
              <a:gd name="connsiteY79" fmla="*/ 1399775 h 4505325"/>
              <a:gd name="connsiteX80" fmla="*/ 3905259 w 4876809"/>
              <a:gd name="connsiteY80" fmla="*/ 1257300 h 4505325"/>
              <a:gd name="connsiteX81" fmla="*/ 2533659 w 4876809"/>
              <a:gd name="connsiteY81" fmla="*/ 1257300 h 4505325"/>
              <a:gd name="connsiteX82" fmla="*/ 2533659 w 4876809"/>
              <a:gd name="connsiteY82" fmla="*/ 1399775 h 4505325"/>
              <a:gd name="connsiteX83" fmla="*/ 2828934 w 4876809"/>
              <a:gd name="connsiteY83" fmla="*/ 1666475 h 4505325"/>
              <a:gd name="connsiteX84" fmla="*/ 3124209 w 4876809"/>
              <a:gd name="connsiteY84" fmla="*/ 1399775 h 4505325"/>
              <a:gd name="connsiteX85" fmla="*/ 3124209 w 4876809"/>
              <a:gd name="connsiteY85" fmla="*/ 1257300 h 4505325"/>
              <a:gd name="connsiteX86" fmla="*/ 1752609 w 4876809"/>
              <a:gd name="connsiteY86" fmla="*/ 1257300 h 4505325"/>
              <a:gd name="connsiteX87" fmla="*/ 1752609 w 4876809"/>
              <a:gd name="connsiteY87" fmla="*/ 1399775 h 4505325"/>
              <a:gd name="connsiteX88" fmla="*/ 2047884 w 4876809"/>
              <a:gd name="connsiteY88" fmla="*/ 1666475 h 4505325"/>
              <a:gd name="connsiteX89" fmla="*/ 2343159 w 4876809"/>
              <a:gd name="connsiteY89" fmla="*/ 1399775 h 4505325"/>
              <a:gd name="connsiteX90" fmla="*/ 2343159 w 4876809"/>
              <a:gd name="connsiteY90" fmla="*/ 1257300 h 4505325"/>
              <a:gd name="connsiteX91" fmla="*/ 971559 w 4876809"/>
              <a:gd name="connsiteY91" fmla="*/ 1257300 h 4505325"/>
              <a:gd name="connsiteX92" fmla="*/ 971559 w 4876809"/>
              <a:gd name="connsiteY92" fmla="*/ 1399775 h 4505325"/>
              <a:gd name="connsiteX93" fmla="*/ 1266834 w 4876809"/>
              <a:gd name="connsiteY93" fmla="*/ 1666475 h 4505325"/>
              <a:gd name="connsiteX94" fmla="*/ 1562109 w 4876809"/>
              <a:gd name="connsiteY94" fmla="*/ 1399775 h 4505325"/>
              <a:gd name="connsiteX95" fmla="*/ 1562109 w 4876809"/>
              <a:gd name="connsiteY95" fmla="*/ 1257300 h 4505325"/>
              <a:gd name="connsiteX96" fmla="*/ 190509 w 4876809"/>
              <a:gd name="connsiteY96" fmla="*/ 1257300 h 4505325"/>
              <a:gd name="connsiteX97" fmla="*/ 190509 w 4876809"/>
              <a:gd name="connsiteY97" fmla="*/ 1399775 h 4505325"/>
              <a:gd name="connsiteX98" fmla="*/ 485784 w 4876809"/>
              <a:gd name="connsiteY98" fmla="*/ 1666475 h 4505325"/>
              <a:gd name="connsiteX99" fmla="*/ 781059 w 4876809"/>
              <a:gd name="connsiteY99" fmla="*/ 1399775 h 4505325"/>
              <a:gd name="connsiteX100" fmla="*/ 781059 w 4876809"/>
              <a:gd name="connsiteY100" fmla="*/ 1257300 h 4505325"/>
              <a:gd name="connsiteX101" fmla="*/ 369703 w 4876809"/>
              <a:gd name="connsiteY101" fmla="*/ 723900 h 4505325"/>
              <a:gd name="connsiteX102" fmla="*/ 235010 w 4876809"/>
              <a:gd name="connsiteY102" fmla="*/ 1066800 h 4505325"/>
              <a:gd name="connsiteX103" fmla="*/ 876309 w 4876809"/>
              <a:gd name="connsiteY103" fmla="*/ 1066800 h 4505325"/>
              <a:gd name="connsiteX104" fmla="*/ 1657359 w 4876809"/>
              <a:gd name="connsiteY104" fmla="*/ 1066800 h 4505325"/>
              <a:gd name="connsiteX105" fmla="*/ 2438409 w 4876809"/>
              <a:gd name="connsiteY105" fmla="*/ 1066800 h 4505325"/>
              <a:gd name="connsiteX106" fmla="*/ 3219459 w 4876809"/>
              <a:gd name="connsiteY106" fmla="*/ 1066800 h 4505325"/>
              <a:gd name="connsiteX107" fmla="*/ 4000509 w 4876809"/>
              <a:gd name="connsiteY107" fmla="*/ 1066800 h 4505325"/>
              <a:gd name="connsiteX108" fmla="*/ 4641809 w 4876809"/>
              <a:gd name="connsiteY108" fmla="*/ 1066800 h 4505325"/>
              <a:gd name="connsiteX109" fmla="*/ 4507068 w 4876809"/>
              <a:gd name="connsiteY109" fmla="*/ 723900 h 4505325"/>
              <a:gd name="connsiteX110" fmla="*/ 533381 w 4876809"/>
              <a:gd name="connsiteY110" fmla="*/ 190500 h 4505325"/>
              <a:gd name="connsiteX111" fmla="*/ 400031 w 4876809"/>
              <a:gd name="connsiteY111" fmla="*/ 323850 h 4505325"/>
              <a:gd name="connsiteX112" fmla="*/ 400031 w 4876809"/>
              <a:gd name="connsiteY112" fmla="*/ 533400 h 4505325"/>
              <a:gd name="connsiteX113" fmla="*/ 4476731 w 4876809"/>
              <a:gd name="connsiteY113" fmla="*/ 533400 h 4505325"/>
              <a:gd name="connsiteX114" fmla="*/ 4476731 w 4876809"/>
              <a:gd name="connsiteY114" fmla="*/ 323850 h 4505325"/>
              <a:gd name="connsiteX115" fmla="*/ 4343381 w 4876809"/>
              <a:gd name="connsiteY115" fmla="*/ 190500 h 4505325"/>
              <a:gd name="connsiteX116" fmla="*/ 533371 w 4876809"/>
              <a:gd name="connsiteY116" fmla="*/ 0 h 4505325"/>
              <a:gd name="connsiteX117" fmla="*/ 4343372 w 4876809"/>
              <a:gd name="connsiteY117" fmla="*/ 0 h 4505325"/>
              <a:gd name="connsiteX118" fmla="*/ 4667222 w 4876809"/>
              <a:gd name="connsiteY118" fmla="*/ 323850 h 4505325"/>
              <a:gd name="connsiteX119" fmla="*/ 4667222 w 4876809"/>
              <a:gd name="connsiteY119" fmla="*/ 610600 h 4505325"/>
              <a:gd name="connsiteX120" fmla="*/ 4870209 w 4876809"/>
              <a:gd name="connsiteY120" fmla="*/ 1127217 h 4505325"/>
              <a:gd name="connsiteX121" fmla="*/ 4876762 w 4876809"/>
              <a:gd name="connsiteY121" fmla="*/ 1162021 h 4505325"/>
              <a:gd name="connsiteX122" fmla="*/ 4876809 w 4876809"/>
              <a:gd name="connsiteY122" fmla="*/ 1162050 h 4505325"/>
              <a:gd name="connsiteX123" fmla="*/ 4876809 w 4876809"/>
              <a:gd name="connsiteY123" fmla="*/ 1399775 h 4505325"/>
              <a:gd name="connsiteX124" fmla="*/ 4667231 w 4876809"/>
              <a:gd name="connsiteY124" fmla="*/ 1780518 h 4505325"/>
              <a:gd name="connsiteX125" fmla="*/ 4667231 w 4876809"/>
              <a:gd name="connsiteY125" fmla="*/ 3781425 h 4505325"/>
              <a:gd name="connsiteX126" fmla="*/ 4781560 w 4876809"/>
              <a:gd name="connsiteY126" fmla="*/ 3781425 h 4505325"/>
              <a:gd name="connsiteX127" fmla="*/ 4876809 w 4876809"/>
              <a:gd name="connsiteY127" fmla="*/ 3876675 h 4505325"/>
              <a:gd name="connsiteX128" fmla="*/ 4876809 w 4876809"/>
              <a:gd name="connsiteY128" fmla="*/ 4038600 h 4505325"/>
              <a:gd name="connsiteX129" fmla="*/ 4410085 w 4876809"/>
              <a:gd name="connsiteY129" fmla="*/ 4505325 h 4505325"/>
              <a:gd name="connsiteX130" fmla="*/ 466734 w 4876809"/>
              <a:gd name="connsiteY130" fmla="*/ 4505325 h 4505325"/>
              <a:gd name="connsiteX131" fmla="*/ 9 w 4876809"/>
              <a:gd name="connsiteY131" fmla="*/ 4038600 h 4505325"/>
              <a:gd name="connsiteX132" fmla="*/ 9 w 4876809"/>
              <a:gd name="connsiteY132" fmla="*/ 3876675 h 4505325"/>
              <a:gd name="connsiteX133" fmla="*/ 95259 w 4876809"/>
              <a:gd name="connsiteY133" fmla="*/ 3781425 h 4505325"/>
              <a:gd name="connsiteX134" fmla="*/ 209521 w 4876809"/>
              <a:gd name="connsiteY134" fmla="*/ 3781425 h 4505325"/>
              <a:gd name="connsiteX135" fmla="*/ 209521 w 4876809"/>
              <a:gd name="connsiteY135" fmla="*/ 1780480 h 4505325"/>
              <a:gd name="connsiteX136" fmla="*/ 0 w 4876809"/>
              <a:gd name="connsiteY136" fmla="*/ 1399775 h 4505325"/>
              <a:gd name="connsiteX137" fmla="*/ 0 w 4876809"/>
              <a:gd name="connsiteY137" fmla="*/ 1162050 h 4505325"/>
              <a:gd name="connsiteX138" fmla="*/ 47 w 4876809"/>
              <a:gd name="connsiteY138" fmla="*/ 1162050 h 4505325"/>
              <a:gd name="connsiteX139" fmla="*/ 6601 w 4876809"/>
              <a:gd name="connsiteY139" fmla="*/ 1127226 h 4505325"/>
              <a:gd name="connsiteX140" fmla="*/ 209521 w 4876809"/>
              <a:gd name="connsiteY140" fmla="*/ 610609 h 4505325"/>
              <a:gd name="connsiteX141" fmla="*/ 209521 w 4876809"/>
              <a:gd name="connsiteY141" fmla="*/ 323850 h 4505325"/>
              <a:gd name="connsiteX142" fmla="*/ 533371 w 4876809"/>
              <a:gd name="connsiteY142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4876809" h="4505325">
                <a:moveTo>
                  <a:pt x="2184369" y="4048125"/>
                </a:moveTo>
                <a:lnTo>
                  <a:pt x="2692451" y="4048125"/>
                </a:lnTo>
                <a:cubicBezTo>
                  <a:pt x="2745048" y="4048125"/>
                  <a:pt x="2787701" y="4090768"/>
                  <a:pt x="2787701" y="4143375"/>
                </a:cubicBezTo>
                <a:cubicBezTo>
                  <a:pt x="2787701" y="4195981"/>
                  <a:pt x="2745048" y="4238625"/>
                  <a:pt x="2692451" y="4238625"/>
                </a:cubicBezTo>
                <a:lnTo>
                  <a:pt x="2184369" y="4238625"/>
                </a:lnTo>
                <a:cubicBezTo>
                  <a:pt x="2131772" y="4238625"/>
                  <a:pt x="2089119" y="4195981"/>
                  <a:pt x="2089119" y="4143375"/>
                </a:cubicBezTo>
                <a:cubicBezTo>
                  <a:pt x="2089119" y="4090768"/>
                  <a:pt x="2131772" y="4048125"/>
                  <a:pt x="2184369" y="4048125"/>
                </a:cubicBezTo>
                <a:close/>
                <a:moveTo>
                  <a:pt x="190509" y="3971925"/>
                </a:moveTo>
                <a:lnTo>
                  <a:pt x="190509" y="4038600"/>
                </a:lnTo>
                <a:cubicBezTo>
                  <a:pt x="190509" y="4190914"/>
                  <a:pt x="314430" y="4314825"/>
                  <a:pt x="466734" y="4314825"/>
                </a:cubicBezTo>
                <a:lnTo>
                  <a:pt x="4410085" y="4314825"/>
                </a:lnTo>
                <a:cubicBezTo>
                  <a:pt x="4562389" y="4314825"/>
                  <a:pt x="4686310" y="4190914"/>
                  <a:pt x="4686310" y="4038600"/>
                </a:cubicBezTo>
                <a:lnTo>
                  <a:pt x="4686310" y="3971925"/>
                </a:lnTo>
                <a:close/>
                <a:moveTo>
                  <a:pt x="2952560" y="2848270"/>
                </a:moveTo>
                <a:lnTo>
                  <a:pt x="2952560" y="3191170"/>
                </a:lnTo>
                <a:lnTo>
                  <a:pt x="3956619" y="3191170"/>
                </a:lnTo>
                <a:lnTo>
                  <a:pt x="3956619" y="2848270"/>
                </a:lnTo>
                <a:close/>
                <a:moveTo>
                  <a:pt x="2857310" y="2657770"/>
                </a:moveTo>
                <a:lnTo>
                  <a:pt x="4051878" y="2657770"/>
                </a:lnTo>
                <a:cubicBezTo>
                  <a:pt x="4104475" y="2657770"/>
                  <a:pt x="4147128" y="2700413"/>
                  <a:pt x="4147119" y="2753020"/>
                </a:cubicBezTo>
                <a:lnTo>
                  <a:pt x="4147119" y="3286420"/>
                </a:lnTo>
                <a:cubicBezTo>
                  <a:pt x="4147119" y="3339026"/>
                  <a:pt x="4104466" y="3381670"/>
                  <a:pt x="4051869" y="3381670"/>
                </a:cubicBezTo>
                <a:lnTo>
                  <a:pt x="2857310" y="3381670"/>
                </a:lnTo>
                <a:cubicBezTo>
                  <a:pt x="2804713" y="3381670"/>
                  <a:pt x="2762060" y="3339026"/>
                  <a:pt x="2762060" y="3286420"/>
                </a:cubicBezTo>
                <a:lnTo>
                  <a:pt x="2762060" y="2753020"/>
                </a:lnTo>
                <a:cubicBezTo>
                  <a:pt x="2762060" y="2700413"/>
                  <a:pt x="2804713" y="2657770"/>
                  <a:pt x="2857310" y="2657770"/>
                </a:cubicBezTo>
                <a:close/>
                <a:moveTo>
                  <a:pt x="819160" y="2352379"/>
                </a:moveTo>
                <a:lnTo>
                  <a:pt x="819160" y="3381079"/>
                </a:lnTo>
                <a:lnTo>
                  <a:pt x="2000260" y="3381079"/>
                </a:lnTo>
                <a:lnTo>
                  <a:pt x="2000260" y="2352379"/>
                </a:lnTo>
                <a:close/>
                <a:moveTo>
                  <a:pt x="4051849" y="2161889"/>
                </a:moveTo>
                <a:cubicBezTo>
                  <a:pt x="4076900" y="2161889"/>
                  <a:pt x="4101474" y="2172080"/>
                  <a:pt x="4119191" y="2189797"/>
                </a:cubicBezTo>
                <a:cubicBezTo>
                  <a:pt x="4137002" y="2207513"/>
                  <a:pt x="4147099" y="2232088"/>
                  <a:pt x="4147099" y="2257139"/>
                </a:cubicBezTo>
                <a:cubicBezTo>
                  <a:pt x="4147099" y="2282190"/>
                  <a:pt x="4137002" y="2306764"/>
                  <a:pt x="4119191" y="2324481"/>
                </a:cubicBezTo>
                <a:cubicBezTo>
                  <a:pt x="4101474" y="2342197"/>
                  <a:pt x="4076900" y="2352389"/>
                  <a:pt x="4051849" y="2352389"/>
                </a:cubicBezTo>
                <a:cubicBezTo>
                  <a:pt x="4026798" y="2352389"/>
                  <a:pt x="4002224" y="2342197"/>
                  <a:pt x="3984507" y="2324481"/>
                </a:cubicBezTo>
                <a:cubicBezTo>
                  <a:pt x="3966791" y="2306764"/>
                  <a:pt x="3956599" y="2282190"/>
                  <a:pt x="3956599" y="2257139"/>
                </a:cubicBezTo>
                <a:cubicBezTo>
                  <a:pt x="3956599" y="2231993"/>
                  <a:pt x="3966800" y="2207513"/>
                  <a:pt x="3984507" y="2189797"/>
                </a:cubicBezTo>
                <a:cubicBezTo>
                  <a:pt x="4002224" y="2172080"/>
                  <a:pt x="4026798" y="2161889"/>
                  <a:pt x="4051849" y="2161889"/>
                </a:cubicBezTo>
                <a:close/>
                <a:moveTo>
                  <a:pt x="2857310" y="2161879"/>
                </a:moveTo>
                <a:lnTo>
                  <a:pt x="3678479" y="2161879"/>
                </a:lnTo>
                <a:cubicBezTo>
                  <a:pt x="3731076" y="2161879"/>
                  <a:pt x="3773729" y="2204522"/>
                  <a:pt x="3773729" y="2257129"/>
                </a:cubicBezTo>
                <a:cubicBezTo>
                  <a:pt x="3773729" y="2309735"/>
                  <a:pt x="3731076" y="2352379"/>
                  <a:pt x="3678479" y="2352379"/>
                </a:cubicBezTo>
                <a:lnTo>
                  <a:pt x="2857310" y="2352379"/>
                </a:lnTo>
                <a:cubicBezTo>
                  <a:pt x="2804713" y="2352379"/>
                  <a:pt x="2762060" y="2309735"/>
                  <a:pt x="2762060" y="2257129"/>
                </a:cubicBezTo>
                <a:cubicBezTo>
                  <a:pt x="2762060" y="2204522"/>
                  <a:pt x="2804713" y="2161879"/>
                  <a:pt x="2857310" y="2161879"/>
                </a:cubicBezTo>
                <a:close/>
                <a:moveTo>
                  <a:pt x="723910" y="2161879"/>
                </a:moveTo>
                <a:lnTo>
                  <a:pt x="2095510" y="2161879"/>
                </a:lnTo>
                <a:cubicBezTo>
                  <a:pt x="2148107" y="2161879"/>
                  <a:pt x="2190760" y="2204522"/>
                  <a:pt x="2190760" y="2257129"/>
                </a:cubicBezTo>
                <a:lnTo>
                  <a:pt x="2190760" y="3476329"/>
                </a:lnTo>
                <a:cubicBezTo>
                  <a:pt x="2190760" y="3528935"/>
                  <a:pt x="2148107" y="3571579"/>
                  <a:pt x="2095510" y="3571579"/>
                </a:cubicBezTo>
                <a:lnTo>
                  <a:pt x="723910" y="3571579"/>
                </a:lnTo>
                <a:cubicBezTo>
                  <a:pt x="671313" y="3571579"/>
                  <a:pt x="628660" y="3528935"/>
                  <a:pt x="628660" y="3476329"/>
                </a:cubicBezTo>
                <a:lnTo>
                  <a:pt x="628660" y="2257129"/>
                </a:lnTo>
                <a:cubicBezTo>
                  <a:pt x="628660" y="2204522"/>
                  <a:pt x="671313" y="2161879"/>
                  <a:pt x="723910" y="2161879"/>
                </a:cubicBezTo>
                <a:close/>
                <a:moveTo>
                  <a:pt x="876309" y="1678391"/>
                </a:moveTo>
                <a:cubicBezTo>
                  <a:pt x="789260" y="1788328"/>
                  <a:pt x="649433" y="1856984"/>
                  <a:pt x="485784" y="1856984"/>
                </a:cubicBezTo>
                <a:cubicBezTo>
                  <a:pt x="456352" y="1856984"/>
                  <a:pt x="427748" y="1854632"/>
                  <a:pt x="400031" y="1850355"/>
                </a:cubicBezTo>
                <a:lnTo>
                  <a:pt x="400031" y="3781425"/>
                </a:lnTo>
                <a:lnTo>
                  <a:pt x="4476731" y="3781425"/>
                </a:lnTo>
                <a:lnTo>
                  <a:pt x="4476731" y="1850364"/>
                </a:lnTo>
                <a:cubicBezTo>
                  <a:pt x="4449023" y="1854641"/>
                  <a:pt x="4420448" y="1856984"/>
                  <a:pt x="4391035" y="1856984"/>
                </a:cubicBezTo>
                <a:cubicBezTo>
                  <a:pt x="4227386" y="1856984"/>
                  <a:pt x="4087559" y="1788319"/>
                  <a:pt x="4000509" y="1678391"/>
                </a:cubicBezTo>
                <a:cubicBezTo>
                  <a:pt x="3913460" y="1788328"/>
                  <a:pt x="3773633" y="1856984"/>
                  <a:pt x="3609984" y="1856984"/>
                </a:cubicBezTo>
                <a:cubicBezTo>
                  <a:pt x="3446335" y="1856984"/>
                  <a:pt x="3306509" y="1788319"/>
                  <a:pt x="3219459" y="1678391"/>
                </a:cubicBezTo>
                <a:cubicBezTo>
                  <a:pt x="3132410" y="1788328"/>
                  <a:pt x="2992583" y="1856984"/>
                  <a:pt x="2828934" y="1856984"/>
                </a:cubicBezTo>
                <a:cubicBezTo>
                  <a:pt x="2665285" y="1856984"/>
                  <a:pt x="2525459" y="1788319"/>
                  <a:pt x="2438409" y="1678391"/>
                </a:cubicBezTo>
                <a:cubicBezTo>
                  <a:pt x="2351360" y="1788328"/>
                  <a:pt x="2211533" y="1856984"/>
                  <a:pt x="2047884" y="1856984"/>
                </a:cubicBezTo>
                <a:cubicBezTo>
                  <a:pt x="1884235" y="1856984"/>
                  <a:pt x="1744408" y="1788319"/>
                  <a:pt x="1657359" y="1678391"/>
                </a:cubicBezTo>
                <a:cubicBezTo>
                  <a:pt x="1570310" y="1788328"/>
                  <a:pt x="1430483" y="1856984"/>
                  <a:pt x="1266834" y="1856984"/>
                </a:cubicBezTo>
                <a:cubicBezTo>
                  <a:pt x="1103185" y="1856984"/>
                  <a:pt x="963358" y="1788319"/>
                  <a:pt x="876309" y="1678391"/>
                </a:cubicBezTo>
                <a:close/>
                <a:moveTo>
                  <a:pt x="4095759" y="1257300"/>
                </a:moveTo>
                <a:lnTo>
                  <a:pt x="4095759" y="1399775"/>
                </a:lnTo>
                <a:cubicBezTo>
                  <a:pt x="4095759" y="1554308"/>
                  <a:pt x="4219937" y="1666475"/>
                  <a:pt x="4391035" y="1666475"/>
                </a:cubicBezTo>
                <a:cubicBezTo>
                  <a:pt x="4562132" y="1666475"/>
                  <a:pt x="4686310" y="1554308"/>
                  <a:pt x="4686310" y="1399775"/>
                </a:cubicBezTo>
                <a:lnTo>
                  <a:pt x="4686310" y="1257300"/>
                </a:lnTo>
                <a:close/>
                <a:moveTo>
                  <a:pt x="3314709" y="1257300"/>
                </a:moveTo>
                <a:lnTo>
                  <a:pt x="3314709" y="1399775"/>
                </a:lnTo>
                <a:cubicBezTo>
                  <a:pt x="3314709" y="1554308"/>
                  <a:pt x="3438887" y="1666475"/>
                  <a:pt x="3609984" y="1666475"/>
                </a:cubicBezTo>
                <a:cubicBezTo>
                  <a:pt x="3781082" y="1666475"/>
                  <a:pt x="3905259" y="1554308"/>
                  <a:pt x="3905259" y="1399775"/>
                </a:cubicBezTo>
                <a:lnTo>
                  <a:pt x="3905259" y="1257300"/>
                </a:lnTo>
                <a:close/>
                <a:moveTo>
                  <a:pt x="2533659" y="1257300"/>
                </a:moveTo>
                <a:lnTo>
                  <a:pt x="2533659" y="1399775"/>
                </a:lnTo>
                <a:cubicBezTo>
                  <a:pt x="2533659" y="1554308"/>
                  <a:pt x="2657837" y="1666475"/>
                  <a:pt x="2828934" y="1666475"/>
                </a:cubicBezTo>
                <a:cubicBezTo>
                  <a:pt x="3000032" y="1666475"/>
                  <a:pt x="3124209" y="1554308"/>
                  <a:pt x="3124209" y="1399775"/>
                </a:cubicBezTo>
                <a:lnTo>
                  <a:pt x="3124209" y="1257300"/>
                </a:lnTo>
                <a:close/>
                <a:moveTo>
                  <a:pt x="1752609" y="1257300"/>
                </a:moveTo>
                <a:lnTo>
                  <a:pt x="1752609" y="1399775"/>
                </a:lnTo>
                <a:cubicBezTo>
                  <a:pt x="1752609" y="1554308"/>
                  <a:pt x="1876787" y="1666475"/>
                  <a:pt x="2047884" y="1666475"/>
                </a:cubicBezTo>
                <a:cubicBezTo>
                  <a:pt x="2218982" y="1666475"/>
                  <a:pt x="2343159" y="1554308"/>
                  <a:pt x="2343159" y="1399775"/>
                </a:cubicBezTo>
                <a:lnTo>
                  <a:pt x="2343159" y="1257300"/>
                </a:lnTo>
                <a:close/>
                <a:moveTo>
                  <a:pt x="971559" y="1257300"/>
                </a:moveTo>
                <a:lnTo>
                  <a:pt x="971559" y="1399775"/>
                </a:lnTo>
                <a:cubicBezTo>
                  <a:pt x="971559" y="1554308"/>
                  <a:pt x="1095737" y="1666475"/>
                  <a:pt x="1266834" y="1666475"/>
                </a:cubicBezTo>
                <a:cubicBezTo>
                  <a:pt x="1437932" y="1666475"/>
                  <a:pt x="1562109" y="1554308"/>
                  <a:pt x="1562109" y="1399775"/>
                </a:cubicBezTo>
                <a:lnTo>
                  <a:pt x="1562109" y="1257300"/>
                </a:lnTo>
                <a:close/>
                <a:moveTo>
                  <a:pt x="190509" y="1257300"/>
                </a:moveTo>
                <a:lnTo>
                  <a:pt x="190509" y="1399775"/>
                </a:lnTo>
                <a:cubicBezTo>
                  <a:pt x="190509" y="1554308"/>
                  <a:pt x="314687" y="1666475"/>
                  <a:pt x="485784" y="1666475"/>
                </a:cubicBezTo>
                <a:cubicBezTo>
                  <a:pt x="656882" y="1666475"/>
                  <a:pt x="781059" y="1554308"/>
                  <a:pt x="781059" y="1399775"/>
                </a:cubicBezTo>
                <a:lnTo>
                  <a:pt x="781059" y="1257300"/>
                </a:lnTo>
                <a:close/>
                <a:moveTo>
                  <a:pt x="369703" y="723900"/>
                </a:moveTo>
                <a:lnTo>
                  <a:pt x="235010" y="1066800"/>
                </a:lnTo>
                <a:lnTo>
                  <a:pt x="876309" y="1066800"/>
                </a:lnTo>
                <a:lnTo>
                  <a:pt x="1657359" y="1066800"/>
                </a:lnTo>
                <a:lnTo>
                  <a:pt x="2438409" y="1066800"/>
                </a:lnTo>
                <a:lnTo>
                  <a:pt x="3219459" y="1066800"/>
                </a:lnTo>
                <a:lnTo>
                  <a:pt x="4000509" y="1066800"/>
                </a:lnTo>
                <a:lnTo>
                  <a:pt x="4641809" y="1066800"/>
                </a:lnTo>
                <a:lnTo>
                  <a:pt x="4507068" y="723900"/>
                </a:lnTo>
                <a:close/>
                <a:moveTo>
                  <a:pt x="533381" y="190500"/>
                </a:moveTo>
                <a:cubicBezTo>
                  <a:pt x="459848" y="190500"/>
                  <a:pt x="400031" y="250317"/>
                  <a:pt x="400031" y="323850"/>
                </a:cubicBezTo>
                <a:lnTo>
                  <a:pt x="400031" y="533400"/>
                </a:lnTo>
                <a:lnTo>
                  <a:pt x="4476731" y="533400"/>
                </a:lnTo>
                <a:lnTo>
                  <a:pt x="4476731" y="323850"/>
                </a:lnTo>
                <a:cubicBezTo>
                  <a:pt x="4476731" y="250317"/>
                  <a:pt x="4416914" y="190500"/>
                  <a:pt x="4343381" y="190500"/>
                </a:cubicBezTo>
                <a:close/>
                <a:moveTo>
                  <a:pt x="533371" y="0"/>
                </a:moveTo>
                <a:lnTo>
                  <a:pt x="4343372" y="0"/>
                </a:lnTo>
                <a:cubicBezTo>
                  <a:pt x="4521946" y="0"/>
                  <a:pt x="4667222" y="145275"/>
                  <a:pt x="4667222" y="323850"/>
                </a:cubicBezTo>
                <a:lnTo>
                  <a:pt x="4667222" y="610600"/>
                </a:lnTo>
                <a:lnTo>
                  <a:pt x="4870209" y="1127217"/>
                </a:lnTo>
                <a:cubicBezTo>
                  <a:pt x="4874628" y="1138466"/>
                  <a:pt x="4876762" y="1150267"/>
                  <a:pt x="4876762" y="1162021"/>
                </a:cubicBezTo>
                <a:cubicBezTo>
                  <a:pt x="4876781" y="1162031"/>
                  <a:pt x="4876790" y="1162040"/>
                  <a:pt x="4876809" y="1162050"/>
                </a:cubicBezTo>
                <a:lnTo>
                  <a:pt x="4876809" y="1399775"/>
                </a:lnTo>
                <a:cubicBezTo>
                  <a:pt x="4876809" y="1562338"/>
                  <a:pt x="4795561" y="1699965"/>
                  <a:pt x="4667231" y="1780518"/>
                </a:cubicBezTo>
                <a:lnTo>
                  <a:pt x="4667231" y="3781425"/>
                </a:lnTo>
                <a:lnTo>
                  <a:pt x="4781560" y="3781425"/>
                </a:lnTo>
                <a:cubicBezTo>
                  <a:pt x="4834157" y="3781425"/>
                  <a:pt x="4876809" y="3824068"/>
                  <a:pt x="4876809" y="3876675"/>
                </a:cubicBezTo>
                <a:lnTo>
                  <a:pt x="4876809" y="4038600"/>
                </a:lnTo>
                <a:cubicBezTo>
                  <a:pt x="4876809" y="4295956"/>
                  <a:pt x="4667440" y="4505325"/>
                  <a:pt x="4410085" y="4505325"/>
                </a:cubicBezTo>
                <a:lnTo>
                  <a:pt x="466734" y="4505325"/>
                </a:lnTo>
                <a:cubicBezTo>
                  <a:pt x="209378" y="4505325"/>
                  <a:pt x="9" y="4295956"/>
                  <a:pt x="9" y="4038600"/>
                </a:cubicBezTo>
                <a:lnTo>
                  <a:pt x="9" y="3876675"/>
                </a:lnTo>
                <a:cubicBezTo>
                  <a:pt x="9" y="3824068"/>
                  <a:pt x="42662" y="3781425"/>
                  <a:pt x="95259" y="3781425"/>
                </a:cubicBezTo>
                <a:lnTo>
                  <a:pt x="209521" y="3781425"/>
                </a:lnTo>
                <a:lnTo>
                  <a:pt x="209521" y="1780480"/>
                </a:lnTo>
                <a:cubicBezTo>
                  <a:pt x="81229" y="1699908"/>
                  <a:pt x="0" y="1562309"/>
                  <a:pt x="0" y="1399775"/>
                </a:cubicBezTo>
                <a:lnTo>
                  <a:pt x="0" y="1162050"/>
                </a:lnTo>
                <a:cubicBezTo>
                  <a:pt x="19" y="1162050"/>
                  <a:pt x="28" y="1162050"/>
                  <a:pt x="47" y="1162050"/>
                </a:cubicBezTo>
                <a:cubicBezTo>
                  <a:pt x="47" y="1150296"/>
                  <a:pt x="2181" y="1138485"/>
                  <a:pt x="6601" y="1127226"/>
                </a:cubicBezTo>
                <a:lnTo>
                  <a:pt x="209521" y="610609"/>
                </a:lnTo>
                <a:lnTo>
                  <a:pt x="209521" y="323850"/>
                </a:lnTo>
                <a:cubicBezTo>
                  <a:pt x="209521" y="145275"/>
                  <a:pt x="354796" y="0"/>
                  <a:pt x="533371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Freeform: Shape 47"/>
          <p:cNvSpPr>
            <a:spLocks noChangeAspect="1"/>
          </p:cNvSpPr>
          <p:nvPr/>
        </p:nvSpPr>
        <p:spPr>
          <a:xfrm>
            <a:off x="5890764" y="4686985"/>
            <a:ext cx="426720" cy="426691"/>
          </a:xfrm>
          <a:custGeom>
            <a:avLst/>
            <a:gdLst>
              <a:gd name="connsiteX0" fmla="*/ 4400550 w 4876800"/>
              <a:gd name="connsiteY0" fmla="*/ 3733472 h 4876472"/>
              <a:gd name="connsiteX1" fmla="*/ 4495800 w 4876800"/>
              <a:gd name="connsiteY1" fmla="*/ 3828722 h 4876472"/>
              <a:gd name="connsiteX2" fmla="*/ 4495800 w 4876800"/>
              <a:gd name="connsiteY2" fmla="*/ 4400222 h 4876472"/>
              <a:gd name="connsiteX3" fmla="*/ 4400550 w 4876800"/>
              <a:gd name="connsiteY3" fmla="*/ 4495472 h 4876472"/>
              <a:gd name="connsiteX4" fmla="*/ 4305300 w 4876800"/>
              <a:gd name="connsiteY4" fmla="*/ 4400222 h 4876472"/>
              <a:gd name="connsiteX5" fmla="*/ 4305300 w 4876800"/>
              <a:gd name="connsiteY5" fmla="*/ 3828722 h 4876472"/>
              <a:gd name="connsiteX6" fmla="*/ 4400550 w 4876800"/>
              <a:gd name="connsiteY6" fmla="*/ 3733472 h 4876472"/>
              <a:gd name="connsiteX7" fmla="*/ 4400550 w 4876800"/>
              <a:gd name="connsiteY7" fmla="*/ 3352472 h 4876472"/>
              <a:gd name="connsiteX8" fmla="*/ 4495800 w 4876800"/>
              <a:gd name="connsiteY8" fmla="*/ 3447722 h 4876472"/>
              <a:gd name="connsiteX9" fmla="*/ 4400550 w 4876800"/>
              <a:gd name="connsiteY9" fmla="*/ 3542972 h 4876472"/>
              <a:gd name="connsiteX10" fmla="*/ 4305300 w 4876800"/>
              <a:gd name="connsiteY10" fmla="*/ 3447722 h 4876472"/>
              <a:gd name="connsiteX11" fmla="*/ 4400550 w 4876800"/>
              <a:gd name="connsiteY11" fmla="*/ 3352472 h 4876472"/>
              <a:gd name="connsiteX12" fmla="*/ 3705225 w 4876800"/>
              <a:gd name="connsiteY12" fmla="*/ 3161972 h 4876472"/>
              <a:gd name="connsiteX13" fmla="*/ 3705225 w 4876800"/>
              <a:gd name="connsiteY13" fmla="*/ 4685972 h 4876472"/>
              <a:gd name="connsiteX14" fmla="*/ 4686300 w 4876800"/>
              <a:gd name="connsiteY14" fmla="*/ 4685972 h 4876472"/>
              <a:gd name="connsiteX15" fmla="*/ 4686300 w 4876800"/>
              <a:gd name="connsiteY15" fmla="*/ 3161972 h 4876472"/>
              <a:gd name="connsiteX16" fmla="*/ 2533650 w 4876800"/>
              <a:gd name="connsiteY16" fmla="*/ 3161972 h 4876472"/>
              <a:gd name="connsiteX17" fmla="*/ 2533650 w 4876800"/>
              <a:gd name="connsiteY17" fmla="*/ 4685972 h 4876472"/>
              <a:gd name="connsiteX18" fmla="*/ 3514725 w 4876800"/>
              <a:gd name="connsiteY18" fmla="*/ 4685972 h 4876472"/>
              <a:gd name="connsiteX19" fmla="*/ 3514725 w 4876800"/>
              <a:gd name="connsiteY19" fmla="*/ 3161972 h 4876472"/>
              <a:gd name="connsiteX20" fmla="*/ 1900907 w 4876800"/>
              <a:gd name="connsiteY20" fmla="*/ 3161972 h 4876472"/>
              <a:gd name="connsiteX21" fmla="*/ 1641090 w 4876800"/>
              <a:gd name="connsiteY21" fmla="*/ 3421826 h 4876472"/>
              <a:gd name="connsiteX22" fmla="*/ 1395561 w 4876800"/>
              <a:gd name="connsiteY22" fmla="*/ 3532628 h 4876472"/>
              <a:gd name="connsiteX23" fmla="*/ 1362075 w 4876800"/>
              <a:gd name="connsiteY23" fmla="*/ 3566040 h 4876472"/>
              <a:gd name="connsiteX24" fmla="*/ 1362075 w 4876800"/>
              <a:gd name="connsiteY24" fmla="*/ 4685972 h 4876472"/>
              <a:gd name="connsiteX25" fmla="*/ 2343150 w 4876800"/>
              <a:gd name="connsiteY25" fmla="*/ 4685972 h 4876472"/>
              <a:gd name="connsiteX26" fmla="*/ 2343150 w 4876800"/>
              <a:gd name="connsiteY26" fmla="*/ 3161972 h 4876472"/>
              <a:gd name="connsiteX27" fmla="*/ 190500 w 4876800"/>
              <a:gd name="connsiteY27" fmla="*/ 3161972 h 4876472"/>
              <a:gd name="connsiteX28" fmla="*/ 190500 w 4876800"/>
              <a:gd name="connsiteY28" fmla="*/ 4685972 h 4876472"/>
              <a:gd name="connsiteX29" fmla="*/ 1171575 w 4876800"/>
              <a:gd name="connsiteY29" fmla="*/ 4685972 h 4876472"/>
              <a:gd name="connsiteX30" fmla="*/ 1171575 w 4876800"/>
              <a:gd name="connsiteY30" fmla="*/ 3756540 h 4876472"/>
              <a:gd name="connsiteX31" fmla="*/ 1102221 w 4876800"/>
              <a:gd name="connsiteY31" fmla="*/ 3825857 h 4876472"/>
              <a:gd name="connsiteX32" fmla="*/ 698115 w 4876800"/>
              <a:gd name="connsiteY32" fmla="*/ 3825820 h 4876472"/>
              <a:gd name="connsiteX33" fmla="*/ 698227 w 4876800"/>
              <a:gd name="connsiteY33" fmla="*/ 3421751 h 4876472"/>
              <a:gd name="connsiteX34" fmla="*/ 957932 w 4876800"/>
              <a:gd name="connsiteY34" fmla="*/ 3161972 h 4876472"/>
              <a:gd name="connsiteX35" fmla="*/ 2622500 w 4876800"/>
              <a:gd name="connsiteY35" fmla="*/ 1632168 h 4876472"/>
              <a:gd name="connsiteX36" fmla="*/ 1236910 w 4876800"/>
              <a:gd name="connsiteY36" fmla="*/ 3017646 h 4876472"/>
              <a:gd name="connsiteX37" fmla="*/ 1181435 w 4876800"/>
              <a:gd name="connsiteY37" fmla="*/ 3163014 h 4876472"/>
              <a:gd name="connsiteX38" fmla="*/ 1153678 w 4876800"/>
              <a:gd name="connsiteY38" fmla="*/ 3235567 h 4876472"/>
              <a:gd name="connsiteX39" fmla="*/ 832879 w 4876800"/>
              <a:gd name="connsiteY39" fmla="*/ 3556478 h 4876472"/>
              <a:gd name="connsiteX40" fmla="*/ 832842 w 4876800"/>
              <a:gd name="connsiteY40" fmla="*/ 3691093 h 4876472"/>
              <a:gd name="connsiteX41" fmla="*/ 967494 w 4876800"/>
              <a:gd name="connsiteY41" fmla="*/ 3691205 h 4876472"/>
              <a:gd name="connsiteX42" fmla="*/ 1288479 w 4876800"/>
              <a:gd name="connsiteY42" fmla="*/ 3370331 h 4876472"/>
              <a:gd name="connsiteX43" fmla="*/ 1360996 w 4876800"/>
              <a:gd name="connsiteY43" fmla="*/ 3342612 h 4876472"/>
              <a:gd name="connsiteX44" fmla="*/ 1506364 w 4876800"/>
              <a:gd name="connsiteY44" fmla="*/ 3287099 h 4876472"/>
              <a:gd name="connsiteX45" fmla="*/ 2891879 w 4876800"/>
              <a:gd name="connsiteY45" fmla="*/ 1901509 h 4876472"/>
              <a:gd name="connsiteX46" fmla="*/ 3984522 w 4876800"/>
              <a:gd name="connsiteY46" fmla="*/ 190862 h 4876472"/>
              <a:gd name="connsiteX47" fmla="*/ 3652912 w 4876800"/>
              <a:gd name="connsiteY47" fmla="*/ 451737 h 4876472"/>
              <a:gd name="connsiteX48" fmla="*/ 3018755 w 4876800"/>
              <a:gd name="connsiteY48" fmla="*/ 1253698 h 4876472"/>
              <a:gd name="connsiteX49" fmla="*/ 2902930 w 4876800"/>
              <a:gd name="connsiteY49" fmla="*/ 1239075 h 4876472"/>
              <a:gd name="connsiteX50" fmla="*/ 2858244 w 4876800"/>
              <a:gd name="connsiteY50" fmla="*/ 1194390 h 4876472"/>
              <a:gd name="connsiteX51" fmla="*/ 2656173 w 4876800"/>
              <a:gd name="connsiteY51" fmla="*/ 1194352 h 4876472"/>
              <a:gd name="connsiteX52" fmla="*/ 2656135 w 4876800"/>
              <a:gd name="connsiteY52" fmla="*/ 1396387 h 4876472"/>
              <a:gd name="connsiteX53" fmla="*/ 3127623 w 4876800"/>
              <a:gd name="connsiteY53" fmla="*/ 1867874 h 4876472"/>
              <a:gd name="connsiteX54" fmla="*/ 3329620 w 4876800"/>
              <a:gd name="connsiteY54" fmla="*/ 1867874 h 4876472"/>
              <a:gd name="connsiteX55" fmla="*/ 3329620 w 4876800"/>
              <a:gd name="connsiteY55" fmla="*/ 1665766 h 4876472"/>
              <a:gd name="connsiteX56" fmla="*/ 3284971 w 4876800"/>
              <a:gd name="connsiteY56" fmla="*/ 1621117 h 4876472"/>
              <a:gd name="connsiteX57" fmla="*/ 3270349 w 4876800"/>
              <a:gd name="connsiteY57" fmla="*/ 1505292 h 4876472"/>
              <a:gd name="connsiteX58" fmla="*/ 4072309 w 4876800"/>
              <a:gd name="connsiteY58" fmla="*/ 871135 h 4876472"/>
              <a:gd name="connsiteX59" fmla="*/ 4235388 w 4876800"/>
              <a:gd name="connsiteY59" fmla="*/ 288287 h 4876472"/>
              <a:gd name="connsiteX60" fmla="*/ 3984522 w 4876800"/>
              <a:gd name="connsiteY60" fmla="*/ 190862 h 4876472"/>
              <a:gd name="connsiteX61" fmla="*/ 3990479 w 4876800"/>
              <a:gd name="connsiteY61" fmla="*/ 250 h 4876472"/>
              <a:gd name="connsiteX62" fmla="*/ 4370263 w 4876800"/>
              <a:gd name="connsiteY62" fmla="*/ 153746 h 4876472"/>
              <a:gd name="connsiteX63" fmla="*/ 4138724 w 4876800"/>
              <a:gd name="connsiteY63" fmla="*/ 1049766 h 4876472"/>
              <a:gd name="connsiteX64" fmla="*/ 3473165 w 4876800"/>
              <a:gd name="connsiteY64" fmla="*/ 1540229 h 4876472"/>
              <a:gd name="connsiteX65" fmla="*/ 3464309 w 4876800"/>
              <a:gd name="connsiteY65" fmla="*/ 2002638 h 4876472"/>
              <a:gd name="connsiteX66" fmla="*/ 3029024 w 4876800"/>
              <a:gd name="connsiteY66" fmla="*/ 2033780 h 4876472"/>
              <a:gd name="connsiteX67" fmla="*/ 2091407 w 4876800"/>
              <a:gd name="connsiteY67" fmla="*/ 2971472 h 4876472"/>
              <a:gd name="connsiteX68" fmla="*/ 4781550 w 4876800"/>
              <a:gd name="connsiteY68" fmla="*/ 2971472 h 4876472"/>
              <a:gd name="connsiteX69" fmla="*/ 4876800 w 4876800"/>
              <a:gd name="connsiteY69" fmla="*/ 3066722 h 4876472"/>
              <a:gd name="connsiteX70" fmla="*/ 4876800 w 4876800"/>
              <a:gd name="connsiteY70" fmla="*/ 4781222 h 4876472"/>
              <a:gd name="connsiteX71" fmla="*/ 4781550 w 4876800"/>
              <a:gd name="connsiteY71" fmla="*/ 4876472 h 4876472"/>
              <a:gd name="connsiteX72" fmla="*/ 95250 w 4876800"/>
              <a:gd name="connsiteY72" fmla="*/ 4876472 h 4876472"/>
              <a:gd name="connsiteX73" fmla="*/ 0 w 4876800"/>
              <a:gd name="connsiteY73" fmla="*/ 4781222 h 4876472"/>
              <a:gd name="connsiteX74" fmla="*/ 0 w 4876800"/>
              <a:gd name="connsiteY74" fmla="*/ 3066722 h 4876472"/>
              <a:gd name="connsiteX75" fmla="*/ 95250 w 4876800"/>
              <a:gd name="connsiteY75" fmla="*/ 2971472 h 4876472"/>
              <a:gd name="connsiteX76" fmla="*/ 1036476 w 4876800"/>
              <a:gd name="connsiteY76" fmla="*/ 2971472 h 4876472"/>
              <a:gd name="connsiteX77" fmla="*/ 1102146 w 4876800"/>
              <a:gd name="connsiteY77" fmla="*/ 2883068 h 4876472"/>
              <a:gd name="connsiteX78" fmla="*/ 2490192 w 4876800"/>
              <a:gd name="connsiteY78" fmla="*/ 1495060 h 4876472"/>
              <a:gd name="connsiteX79" fmla="*/ 2521446 w 4876800"/>
              <a:gd name="connsiteY79" fmla="*/ 1059700 h 4876472"/>
              <a:gd name="connsiteX80" fmla="*/ 2983818 w 4876800"/>
              <a:gd name="connsiteY80" fmla="*/ 1050882 h 4876472"/>
              <a:gd name="connsiteX81" fmla="*/ 3474281 w 4876800"/>
              <a:gd name="connsiteY81" fmla="*/ 385323 h 4876472"/>
              <a:gd name="connsiteX82" fmla="*/ 3990479 w 4876800"/>
              <a:gd name="connsiteY82" fmla="*/ 250 h 487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876800" h="4876472">
                <a:moveTo>
                  <a:pt x="4400550" y="3733472"/>
                </a:moveTo>
                <a:cubicBezTo>
                  <a:pt x="4453161" y="3733472"/>
                  <a:pt x="4495800" y="3776111"/>
                  <a:pt x="4495800" y="3828722"/>
                </a:cubicBezTo>
                <a:lnTo>
                  <a:pt x="4495800" y="4400222"/>
                </a:lnTo>
                <a:cubicBezTo>
                  <a:pt x="4495800" y="4452795"/>
                  <a:pt x="4453161" y="4495472"/>
                  <a:pt x="4400550" y="4495472"/>
                </a:cubicBezTo>
                <a:cubicBezTo>
                  <a:pt x="4347939" y="4495472"/>
                  <a:pt x="4305300" y="4452795"/>
                  <a:pt x="4305300" y="4400222"/>
                </a:cubicBezTo>
                <a:lnTo>
                  <a:pt x="4305300" y="3828722"/>
                </a:lnTo>
                <a:cubicBezTo>
                  <a:pt x="4305300" y="3776111"/>
                  <a:pt x="4347939" y="3733472"/>
                  <a:pt x="4400550" y="3733472"/>
                </a:cubicBezTo>
                <a:close/>
                <a:moveTo>
                  <a:pt x="4400550" y="3352472"/>
                </a:moveTo>
                <a:cubicBezTo>
                  <a:pt x="4453123" y="3352472"/>
                  <a:pt x="4495800" y="3395111"/>
                  <a:pt x="4495800" y="3447722"/>
                </a:cubicBezTo>
                <a:cubicBezTo>
                  <a:pt x="4495800" y="3500295"/>
                  <a:pt x="4453123" y="3542972"/>
                  <a:pt x="4400550" y="3542972"/>
                </a:cubicBezTo>
                <a:cubicBezTo>
                  <a:pt x="4347976" y="3542972"/>
                  <a:pt x="4305300" y="3500295"/>
                  <a:pt x="4305300" y="3447722"/>
                </a:cubicBezTo>
                <a:cubicBezTo>
                  <a:pt x="4305300" y="3395111"/>
                  <a:pt x="4347976" y="3352472"/>
                  <a:pt x="4400550" y="3352472"/>
                </a:cubicBezTo>
                <a:close/>
                <a:moveTo>
                  <a:pt x="3705225" y="3161972"/>
                </a:moveTo>
                <a:lnTo>
                  <a:pt x="3705225" y="4685972"/>
                </a:lnTo>
                <a:lnTo>
                  <a:pt x="4686300" y="4685972"/>
                </a:lnTo>
                <a:lnTo>
                  <a:pt x="4686300" y="3161972"/>
                </a:lnTo>
                <a:close/>
                <a:moveTo>
                  <a:pt x="2533650" y="3161972"/>
                </a:moveTo>
                <a:lnTo>
                  <a:pt x="2533650" y="4685972"/>
                </a:lnTo>
                <a:lnTo>
                  <a:pt x="3514725" y="4685972"/>
                </a:lnTo>
                <a:lnTo>
                  <a:pt x="3514725" y="3161972"/>
                </a:lnTo>
                <a:close/>
                <a:moveTo>
                  <a:pt x="1900907" y="3161972"/>
                </a:moveTo>
                <a:lnTo>
                  <a:pt x="1641090" y="3421826"/>
                </a:lnTo>
                <a:cubicBezTo>
                  <a:pt x="1575271" y="3487645"/>
                  <a:pt x="1487649" y="3526787"/>
                  <a:pt x="1395561" y="3532628"/>
                </a:cubicBezTo>
                <a:lnTo>
                  <a:pt x="1362075" y="3566040"/>
                </a:lnTo>
                <a:lnTo>
                  <a:pt x="1362075" y="4685972"/>
                </a:lnTo>
                <a:lnTo>
                  <a:pt x="2343150" y="4685972"/>
                </a:lnTo>
                <a:lnTo>
                  <a:pt x="2343150" y="3161972"/>
                </a:lnTo>
                <a:close/>
                <a:moveTo>
                  <a:pt x="190500" y="3161972"/>
                </a:moveTo>
                <a:lnTo>
                  <a:pt x="190500" y="4685972"/>
                </a:lnTo>
                <a:lnTo>
                  <a:pt x="1171575" y="4685972"/>
                </a:lnTo>
                <a:lnTo>
                  <a:pt x="1171575" y="3756540"/>
                </a:lnTo>
                <a:lnTo>
                  <a:pt x="1102221" y="3825857"/>
                </a:lnTo>
                <a:cubicBezTo>
                  <a:pt x="990525" y="3937701"/>
                  <a:pt x="809699" y="3937553"/>
                  <a:pt x="698115" y="3825820"/>
                </a:cubicBezTo>
                <a:cubicBezTo>
                  <a:pt x="586494" y="3714348"/>
                  <a:pt x="586308" y="3533521"/>
                  <a:pt x="698227" y="3421751"/>
                </a:cubicBezTo>
                <a:lnTo>
                  <a:pt x="957932" y="3161972"/>
                </a:lnTo>
                <a:close/>
                <a:moveTo>
                  <a:pt x="2622500" y="1632168"/>
                </a:moveTo>
                <a:lnTo>
                  <a:pt x="1236910" y="3017646"/>
                </a:lnTo>
                <a:cubicBezTo>
                  <a:pt x="1199592" y="3055113"/>
                  <a:pt x="1178384" y="3107129"/>
                  <a:pt x="1181435" y="3163014"/>
                </a:cubicBezTo>
                <a:cubicBezTo>
                  <a:pt x="1182923" y="3190063"/>
                  <a:pt x="1172840" y="3216443"/>
                  <a:pt x="1153678" y="3235567"/>
                </a:cubicBezTo>
                <a:lnTo>
                  <a:pt x="832879" y="3556478"/>
                </a:lnTo>
                <a:cubicBezTo>
                  <a:pt x="795523" y="3593797"/>
                  <a:pt x="795635" y="3653961"/>
                  <a:pt x="832842" y="3691093"/>
                </a:cubicBezTo>
                <a:cubicBezTo>
                  <a:pt x="870309" y="3728635"/>
                  <a:pt x="930436" y="3728300"/>
                  <a:pt x="967494" y="3691205"/>
                </a:cubicBezTo>
                <a:cubicBezTo>
                  <a:pt x="1333835" y="3324939"/>
                  <a:pt x="1260797" y="3397976"/>
                  <a:pt x="1288479" y="3370331"/>
                </a:cubicBezTo>
                <a:cubicBezTo>
                  <a:pt x="1307604" y="3351207"/>
                  <a:pt x="1333946" y="3341161"/>
                  <a:pt x="1360996" y="3342612"/>
                </a:cubicBezTo>
                <a:cubicBezTo>
                  <a:pt x="1415132" y="3345663"/>
                  <a:pt x="1468152" y="3325348"/>
                  <a:pt x="1506364" y="3287099"/>
                </a:cubicBezTo>
                <a:lnTo>
                  <a:pt x="2891879" y="1901509"/>
                </a:lnTo>
                <a:close/>
                <a:moveTo>
                  <a:pt x="3984522" y="190862"/>
                </a:moveTo>
                <a:cubicBezTo>
                  <a:pt x="3839610" y="200258"/>
                  <a:pt x="3701816" y="304909"/>
                  <a:pt x="3652912" y="451737"/>
                </a:cubicBezTo>
                <a:cubicBezTo>
                  <a:pt x="3536119" y="801558"/>
                  <a:pt x="3356893" y="1053673"/>
                  <a:pt x="3018755" y="1253698"/>
                </a:cubicBezTo>
                <a:cubicBezTo>
                  <a:pt x="2981362" y="1275836"/>
                  <a:pt x="2933663" y="1269808"/>
                  <a:pt x="2902930" y="1239075"/>
                </a:cubicBezTo>
                <a:lnTo>
                  <a:pt x="2858244" y="1194390"/>
                </a:lnTo>
                <a:cubicBezTo>
                  <a:pt x="2802322" y="1138468"/>
                  <a:pt x="2711983" y="1138505"/>
                  <a:pt x="2656173" y="1194352"/>
                </a:cubicBezTo>
                <a:cubicBezTo>
                  <a:pt x="2600176" y="1250349"/>
                  <a:pt x="2600511" y="1340725"/>
                  <a:pt x="2656135" y="1396387"/>
                </a:cubicBezTo>
                <a:cubicBezTo>
                  <a:pt x="2768389" y="1508640"/>
                  <a:pt x="3063924" y="1804176"/>
                  <a:pt x="3127623" y="1867874"/>
                </a:cubicBezTo>
                <a:cubicBezTo>
                  <a:pt x="3183322" y="1923573"/>
                  <a:pt x="3273921" y="1923573"/>
                  <a:pt x="3329620" y="1867874"/>
                </a:cubicBezTo>
                <a:cubicBezTo>
                  <a:pt x="3385579" y="1811989"/>
                  <a:pt x="3385505" y="1721651"/>
                  <a:pt x="3329620" y="1665766"/>
                </a:cubicBezTo>
                <a:lnTo>
                  <a:pt x="3284971" y="1621117"/>
                </a:lnTo>
                <a:cubicBezTo>
                  <a:pt x="3254238" y="1590384"/>
                  <a:pt x="3248211" y="1542685"/>
                  <a:pt x="3270349" y="1505292"/>
                </a:cubicBezTo>
                <a:cubicBezTo>
                  <a:pt x="3468253" y="1170577"/>
                  <a:pt x="3719029" y="989044"/>
                  <a:pt x="4072309" y="871135"/>
                </a:cubicBezTo>
                <a:cubicBezTo>
                  <a:pt x="4309021" y="792256"/>
                  <a:pt x="4432548" y="486377"/>
                  <a:pt x="4235388" y="288287"/>
                </a:cubicBezTo>
                <a:cubicBezTo>
                  <a:pt x="4160979" y="213878"/>
                  <a:pt x="4071469" y="185224"/>
                  <a:pt x="3984522" y="190862"/>
                </a:cubicBezTo>
                <a:close/>
                <a:moveTo>
                  <a:pt x="3990479" y="250"/>
                </a:moveTo>
                <a:cubicBezTo>
                  <a:pt x="4123662" y="-3880"/>
                  <a:pt x="4259465" y="42948"/>
                  <a:pt x="4370263" y="153746"/>
                </a:cubicBezTo>
                <a:cubicBezTo>
                  <a:pt x="4669148" y="454193"/>
                  <a:pt x="4501455" y="924229"/>
                  <a:pt x="4138724" y="1049766"/>
                </a:cubicBezTo>
                <a:cubicBezTo>
                  <a:pt x="4064942" y="1081876"/>
                  <a:pt x="3732460" y="1149481"/>
                  <a:pt x="3473165" y="1540229"/>
                </a:cubicBezTo>
                <a:cubicBezTo>
                  <a:pt x="3594683" y="1671161"/>
                  <a:pt x="3591632" y="1875427"/>
                  <a:pt x="3464309" y="2002638"/>
                </a:cubicBezTo>
                <a:cubicBezTo>
                  <a:pt x="3346177" y="2120733"/>
                  <a:pt x="3159993" y="2131858"/>
                  <a:pt x="3029024" y="2033780"/>
                </a:cubicBezTo>
                <a:lnTo>
                  <a:pt x="2091407" y="2971472"/>
                </a:lnTo>
                <a:lnTo>
                  <a:pt x="4781550" y="2971472"/>
                </a:lnTo>
                <a:cubicBezTo>
                  <a:pt x="4834161" y="2971472"/>
                  <a:pt x="4876800" y="3014111"/>
                  <a:pt x="4876800" y="3066722"/>
                </a:cubicBezTo>
                <a:lnTo>
                  <a:pt x="4876800" y="4781222"/>
                </a:lnTo>
                <a:cubicBezTo>
                  <a:pt x="4876800" y="4833796"/>
                  <a:pt x="4834161" y="4876472"/>
                  <a:pt x="4781550" y="4876472"/>
                </a:cubicBezTo>
                <a:lnTo>
                  <a:pt x="95250" y="4876472"/>
                </a:lnTo>
                <a:cubicBezTo>
                  <a:pt x="42639" y="4876472"/>
                  <a:pt x="0" y="4833796"/>
                  <a:pt x="0" y="4781222"/>
                </a:cubicBezTo>
                <a:lnTo>
                  <a:pt x="0" y="3066722"/>
                </a:lnTo>
                <a:cubicBezTo>
                  <a:pt x="0" y="3014111"/>
                  <a:pt x="42639" y="2971472"/>
                  <a:pt x="95250" y="2971472"/>
                </a:cubicBezTo>
                <a:lnTo>
                  <a:pt x="1036476" y="2971472"/>
                </a:lnTo>
                <a:cubicBezTo>
                  <a:pt x="1053963" y="2939139"/>
                  <a:pt x="1076064" y="2909225"/>
                  <a:pt x="1102146" y="2883068"/>
                </a:cubicBezTo>
                <a:lnTo>
                  <a:pt x="2490192" y="1495060"/>
                </a:lnTo>
                <a:cubicBezTo>
                  <a:pt x="2392896" y="1365542"/>
                  <a:pt x="2401788" y="1179358"/>
                  <a:pt x="2521446" y="1059700"/>
                </a:cubicBezTo>
                <a:cubicBezTo>
                  <a:pt x="2649141" y="931894"/>
                  <a:pt x="2853444" y="929885"/>
                  <a:pt x="2983818" y="1050882"/>
                </a:cubicBezTo>
                <a:cubicBezTo>
                  <a:pt x="3379998" y="787977"/>
                  <a:pt x="3446227" y="449765"/>
                  <a:pt x="3474281" y="385323"/>
                </a:cubicBezTo>
                <a:cubicBezTo>
                  <a:pt x="3553811" y="155569"/>
                  <a:pt x="3768507" y="7133"/>
                  <a:pt x="3990479" y="25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Freeform: Shape 53"/>
          <p:cNvSpPr>
            <a:spLocks noChangeAspect="1"/>
          </p:cNvSpPr>
          <p:nvPr/>
        </p:nvSpPr>
        <p:spPr>
          <a:xfrm>
            <a:off x="5940831" y="3636834"/>
            <a:ext cx="426720" cy="403791"/>
          </a:xfrm>
          <a:custGeom>
            <a:avLst/>
            <a:gdLst>
              <a:gd name="connsiteX0" fmla="*/ 1412600 w 4876793"/>
              <a:gd name="connsiteY0" fmla="*/ 3313506 h 4614755"/>
              <a:gd name="connsiteX1" fmla="*/ 1082648 w 4876793"/>
              <a:gd name="connsiteY1" fmla="*/ 3504006 h 4614755"/>
              <a:gd name="connsiteX2" fmla="*/ 1558898 w 4876793"/>
              <a:gd name="connsiteY2" fmla="*/ 4328998 h 4614755"/>
              <a:gd name="connsiteX3" fmla="*/ 1819087 w 4876793"/>
              <a:gd name="connsiteY3" fmla="*/ 4398724 h 4614755"/>
              <a:gd name="connsiteX4" fmla="*/ 1888888 w 4876793"/>
              <a:gd name="connsiteY4" fmla="*/ 4138535 h 4614755"/>
              <a:gd name="connsiteX5" fmla="*/ 1412600 w 4876793"/>
              <a:gd name="connsiteY5" fmla="*/ 3313506 h 4614755"/>
              <a:gd name="connsiteX6" fmla="*/ 1742552 w 4876793"/>
              <a:gd name="connsiteY6" fmla="*/ 3123006 h 4614755"/>
              <a:gd name="connsiteX7" fmla="*/ 1577576 w 4876793"/>
              <a:gd name="connsiteY7" fmla="*/ 3218256 h 4614755"/>
              <a:gd name="connsiteX8" fmla="*/ 1672826 w 4876793"/>
              <a:gd name="connsiteY8" fmla="*/ 3383232 h 4614755"/>
              <a:gd name="connsiteX9" fmla="*/ 1837802 w 4876793"/>
              <a:gd name="connsiteY9" fmla="*/ 3287982 h 4614755"/>
              <a:gd name="connsiteX10" fmla="*/ 915230 w 4876793"/>
              <a:gd name="connsiteY10" fmla="*/ 2949399 h 4614755"/>
              <a:gd name="connsiteX11" fmla="*/ 1009500 w 4876793"/>
              <a:gd name="connsiteY11" fmla="*/ 2996317 h 4614755"/>
              <a:gd name="connsiteX12" fmla="*/ 974637 w 4876793"/>
              <a:gd name="connsiteY12" fmla="*/ 3126430 h 4614755"/>
              <a:gd name="connsiteX13" fmla="*/ 809661 w 4876793"/>
              <a:gd name="connsiteY13" fmla="*/ 3221680 h 4614755"/>
              <a:gd name="connsiteX14" fmla="*/ 419322 w 4876793"/>
              <a:gd name="connsiteY14" fmla="*/ 3117091 h 4614755"/>
              <a:gd name="connsiteX15" fmla="*/ 454185 w 4876793"/>
              <a:gd name="connsiteY15" fmla="*/ 2986978 h 4614755"/>
              <a:gd name="connsiteX16" fmla="*/ 584298 w 4876793"/>
              <a:gd name="connsiteY16" fmla="*/ 3021841 h 4614755"/>
              <a:gd name="connsiteX17" fmla="*/ 714411 w 4876793"/>
              <a:gd name="connsiteY17" fmla="*/ 3056704 h 4614755"/>
              <a:gd name="connsiteX18" fmla="*/ 879387 w 4876793"/>
              <a:gd name="connsiteY18" fmla="*/ 2961454 h 4614755"/>
              <a:gd name="connsiteX19" fmla="*/ 915230 w 4876793"/>
              <a:gd name="connsiteY19" fmla="*/ 2949399 h 4614755"/>
              <a:gd name="connsiteX20" fmla="*/ 1245182 w 4876793"/>
              <a:gd name="connsiteY20" fmla="*/ 2758920 h 4614755"/>
              <a:gd name="connsiteX21" fmla="*/ 1339451 w 4876793"/>
              <a:gd name="connsiteY21" fmla="*/ 2805816 h 4614755"/>
              <a:gd name="connsiteX22" fmla="*/ 1304588 w 4876793"/>
              <a:gd name="connsiteY22" fmla="*/ 2935929 h 4614755"/>
              <a:gd name="connsiteX23" fmla="*/ 1174475 w 4876793"/>
              <a:gd name="connsiteY23" fmla="*/ 2901066 h 4614755"/>
              <a:gd name="connsiteX24" fmla="*/ 1209338 w 4876793"/>
              <a:gd name="connsiteY24" fmla="*/ 2770953 h 4614755"/>
              <a:gd name="connsiteX25" fmla="*/ 1245182 w 4876793"/>
              <a:gd name="connsiteY25" fmla="*/ 2758920 h 4614755"/>
              <a:gd name="connsiteX26" fmla="*/ 1171052 w 4876793"/>
              <a:gd name="connsiteY26" fmla="*/ 2133150 h 4614755"/>
              <a:gd name="connsiteX27" fmla="*/ 428660 w 4876793"/>
              <a:gd name="connsiteY27" fmla="*/ 2561776 h 4614755"/>
              <a:gd name="connsiteX28" fmla="*/ 190424 w 4876793"/>
              <a:gd name="connsiteY28" fmla="*/ 2974699 h 4614755"/>
              <a:gd name="connsiteX29" fmla="*/ 254346 w 4876793"/>
              <a:gd name="connsiteY29" fmla="*/ 3212340 h 4614755"/>
              <a:gd name="connsiteX30" fmla="*/ 904910 w 4876793"/>
              <a:gd name="connsiteY30" fmla="*/ 3386693 h 4614755"/>
              <a:gd name="connsiteX31" fmla="*/ 1647302 w 4876793"/>
              <a:gd name="connsiteY31" fmla="*/ 2958030 h 4614755"/>
              <a:gd name="connsiteX32" fmla="*/ 4273791 w 4876793"/>
              <a:gd name="connsiteY32" fmla="*/ 1302217 h 4614755"/>
              <a:gd name="connsiteX33" fmla="*/ 4311549 w 4876793"/>
              <a:gd name="connsiteY33" fmla="*/ 1304587 h 4614755"/>
              <a:gd name="connsiteX34" fmla="*/ 4679564 w 4876793"/>
              <a:gd name="connsiteY34" fmla="*/ 1403186 h 4614755"/>
              <a:gd name="connsiteX35" fmla="*/ 4746945 w 4876793"/>
              <a:gd name="connsiteY35" fmla="*/ 1519830 h 4614755"/>
              <a:gd name="connsiteX36" fmla="*/ 4630301 w 4876793"/>
              <a:gd name="connsiteY36" fmla="*/ 1587175 h 4614755"/>
              <a:gd name="connsiteX37" fmla="*/ 4262249 w 4876793"/>
              <a:gd name="connsiteY37" fmla="*/ 1488576 h 4614755"/>
              <a:gd name="connsiteX38" fmla="*/ 4194868 w 4876793"/>
              <a:gd name="connsiteY38" fmla="*/ 1371932 h 4614755"/>
              <a:gd name="connsiteX39" fmla="*/ 4273791 w 4876793"/>
              <a:gd name="connsiteY39" fmla="*/ 1302217 h 4614755"/>
              <a:gd name="connsiteX40" fmla="*/ 3545270 w 4876793"/>
              <a:gd name="connsiteY40" fmla="*/ 1136188 h 4614755"/>
              <a:gd name="connsiteX41" fmla="*/ 3332632 w 4876793"/>
              <a:gd name="connsiteY41" fmla="*/ 1148950 h 4614755"/>
              <a:gd name="connsiteX42" fmla="*/ 3559521 w 4876793"/>
              <a:gd name="connsiteY42" fmla="*/ 1541968 h 4614755"/>
              <a:gd name="connsiteX43" fmla="*/ 3676909 w 4876793"/>
              <a:gd name="connsiteY43" fmla="*/ 1364193 h 4614755"/>
              <a:gd name="connsiteX44" fmla="*/ 2386532 w 4876793"/>
              <a:gd name="connsiteY44" fmla="*/ 653278 h 4614755"/>
              <a:gd name="connsiteX45" fmla="*/ 1320587 w 4876793"/>
              <a:gd name="connsiteY45" fmla="*/ 2011186 h 4614755"/>
              <a:gd name="connsiteX46" fmla="*/ 1825859 w 4876793"/>
              <a:gd name="connsiteY46" fmla="*/ 2886332 h 4614755"/>
              <a:gd name="connsiteX47" fmla="*/ 3487599 w 4876793"/>
              <a:gd name="connsiteY47" fmla="*/ 2560399 h 4614755"/>
              <a:gd name="connsiteX48" fmla="*/ 4771253 w 4876793"/>
              <a:gd name="connsiteY48" fmla="*/ 405179 h 4614755"/>
              <a:gd name="connsiteX49" fmla="*/ 4864743 w 4876793"/>
              <a:gd name="connsiteY49" fmla="*/ 453587 h 4614755"/>
              <a:gd name="connsiteX50" fmla="*/ 4827833 w 4876793"/>
              <a:gd name="connsiteY50" fmla="*/ 583142 h 4614755"/>
              <a:gd name="connsiteX51" fmla="*/ 4297112 w 4876793"/>
              <a:gd name="connsiteY51" fmla="*/ 878492 h 4614755"/>
              <a:gd name="connsiteX52" fmla="*/ 4167557 w 4876793"/>
              <a:gd name="connsiteY52" fmla="*/ 841582 h 4614755"/>
              <a:gd name="connsiteX53" fmla="*/ 4204467 w 4876793"/>
              <a:gd name="connsiteY53" fmla="*/ 712028 h 4614755"/>
              <a:gd name="connsiteX54" fmla="*/ 4735225 w 4876793"/>
              <a:gd name="connsiteY54" fmla="*/ 416678 h 4614755"/>
              <a:gd name="connsiteX55" fmla="*/ 4771253 w 4876793"/>
              <a:gd name="connsiteY55" fmla="*/ 405179 h 4614755"/>
              <a:gd name="connsiteX56" fmla="*/ 2628489 w 4876793"/>
              <a:gd name="connsiteY56" fmla="*/ 403433 h 4614755"/>
              <a:gd name="connsiteX57" fmla="*/ 2545927 w 4876793"/>
              <a:gd name="connsiteY57" fmla="*/ 449123 h 4614755"/>
              <a:gd name="connsiteX58" fmla="*/ 2513296 w 4876793"/>
              <a:gd name="connsiteY58" fmla="*/ 491799 h 4614755"/>
              <a:gd name="connsiteX59" fmla="*/ 3685206 w 4876793"/>
              <a:gd name="connsiteY59" fmla="*/ 2521629 h 4614755"/>
              <a:gd name="connsiteX60" fmla="*/ 3737445 w 4876793"/>
              <a:gd name="connsiteY60" fmla="*/ 2512774 h 4614755"/>
              <a:gd name="connsiteX61" fmla="*/ 3817589 w 4876793"/>
              <a:gd name="connsiteY61" fmla="*/ 2369973 h 4614755"/>
              <a:gd name="connsiteX62" fmla="*/ 2709712 w 4876793"/>
              <a:gd name="connsiteY62" fmla="*/ 451021 h 4614755"/>
              <a:gd name="connsiteX63" fmla="*/ 2628489 w 4876793"/>
              <a:gd name="connsiteY63" fmla="*/ 403433 h 4614755"/>
              <a:gd name="connsiteX64" fmla="*/ 2627187 w 4876793"/>
              <a:gd name="connsiteY64" fmla="*/ 212933 h 4614755"/>
              <a:gd name="connsiteX65" fmla="*/ 2630833 w 4876793"/>
              <a:gd name="connsiteY65" fmla="*/ 212970 h 4614755"/>
              <a:gd name="connsiteX66" fmla="*/ 2874725 w 4876793"/>
              <a:gd name="connsiteY66" fmla="*/ 355808 h 4614755"/>
              <a:gd name="connsiteX67" fmla="*/ 3226146 w 4876793"/>
              <a:gd name="connsiteY67" fmla="*/ 964515 h 4614755"/>
              <a:gd name="connsiteX68" fmla="*/ 3592598 w 4876793"/>
              <a:gd name="connsiteY68" fmla="*/ 942525 h 4614755"/>
              <a:gd name="connsiteX69" fmla="*/ 3680816 w 4876793"/>
              <a:gd name="connsiteY69" fmla="*/ 989964 h 4614755"/>
              <a:gd name="connsiteX70" fmla="*/ 3871316 w 4876793"/>
              <a:gd name="connsiteY70" fmla="*/ 1319916 h 4614755"/>
              <a:gd name="connsiteX71" fmla="*/ 3868302 w 4876793"/>
              <a:gd name="connsiteY71" fmla="*/ 1420041 h 4614755"/>
              <a:gd name="connsiteX72" fmla="*/ 3666007 w 4876793"/>
              <a:gd name="connsiteY72" fmla="*/ 1726440 h 4614755"/>
              <a:gd name="connsiteX73" fmla="*/ 3982565 w 4876793"/>
              <a:gd name="connsiteY73" fmla="*/ 2274723 h 4614755"/>
              <a:gd name="connsiteX74" fmla="*/ 3750951 w 4876793"/>
              <a:gd name="connsiteY74" fmla="*/ 2702865 h 4614755"/>
              <a:gd name="connsiteX75" fmla="*/ 1926541 w 4876793"/>
              <a:gd name="connsiteY75" fmla="*/ 3060722 h 4614755"/>
              <a:gd name="connsiteX76" fmla="*/ 2050403 w 4876793"/>
              <a:gd name="connsiteY76" fmla="*/ 3275258 h 4614755"/>
              <a:gd name="connsiteX77" fmla="*/ 2015540 w 4876793"/>
              <a:gd name="connsiteY77" fmla="*/ 3405371 h 4614755"/>
              <a:gd name="connsiteX78" fmla="*/ 1768076 w 4876793"/>
              <a:gd name="connsiteY78" fmla="*/ 3548246 h 4614755"/>
              <a:gd name="connsiteX79" fmla="*/ 2053826 w 4876793"/>
              <a:gd name="connsiteY79" fmla="*/ 4043248 h 4614755"/>
              <a:gd name="connsiteX80" fmla="*/ 1914412 w 4876793"/>
              <a:gd name="connsiteY80" fmla="*/ 4563700 h 4614755"/>
              <a:gd name="connsiteX81" fmla="*/ 1393923 w 4876793"/>
              <a:gd name="connsiteY81" fmla="*/ 4424211 h 4614755"/>
              <a:gd name="connsiteX82" fmla="*/ 914249 w 4876793"/>
              <a:gd name="connsiteY82" fmla="*/ 3593340 h 4614755"/>
              <a:gd name="connsiteX83" fmla="*/ 89370 w 4876793"/>
              <a:gd name="connsiteY83" fmla="*/ 3307590 h 4614755"/>
              <a:gd name="connsiteX84" fmla="*/ 333410 w 4876793"/>
              <a:gd name="connsiteY84" fmla="*/ 2396800 h 4614755"/>
              <a:gd name="connsiteX85" fmla="*/ 1142329 w 4876793"/>
              <a:gd name="connsiteY85" fmla="*/ 1929777 h 4614755"/>
              <a:gd name="connsiteX86" fmla="*/ 2386606 w 4876793"/>
              <a:gd name="connsiteY86" fmla="*/ 344683 h 4614755"/>
              <a:gd name="connsiteX87" fmla="*/ 2627187 w 4876793"/>
              <a:gd name="connsiteY87" fmla="*/ 212933 h 4614755"/>
              <a:gd name="connsiteX88" fmla="*/ 3833653 w 4876793"/>
              <a:gd name="connsiteY88" fmla="*/ 901 h 4614755"/>
              <a:gd name="connsiteX89" fmla="*/ 3871389 w 4876793"/>
              <a:gd name="connsiteY89" fmla="*/ 3271 h 4614755"/>
              <a:gd name="connsiteX90" fmla="*/ 3938734 w 4876793"/>
              <a:gd name="connsiteY90" fmla="*/ 119952 h 4614755"/>
              <a:gd name="connsiteX91" fmla="*/ 3840061 w 4876793"/>
              <a:gd name="connsiteY91" fmla="*/ 488004 h 4614755"/>
              <a:gd name="connsiteX92" fmla="*/ 3723380 w 4876793"/>
              <a:gd name="connsiteY92" fmla="*/ 555349 h 4614755"/>
              <a:gd name="connsiteX93" fmla="*/ 3656035 w 4876793"/>
              <a:gd name="connsiteY93" fmla="*/ 438668 h 4614755"/>
              <a:gd name="connsiteX94" fmla="*/ 3754745 w 4876793"/>
              <a:gd name="connsiteY94" fmla="*/ 70616 h 4614755"/>
              <a:gd name="connsiteX95" fmla="*/ 3833653 w 4876793"/>
              <a:gd name="connsiteY95" fmla="*/ 901 h 461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876793" h="4614755">
                <a:moveTo>
                  <a:pt x="1412600" y="3313506"/>
                </a:moveTo>
                <a:lnTo>
                  <a:pt x="1082648" y="3504006"/>
                </a:lnTo>
                <a:lnTo>
                  <a:pt x="1558898" y="4328998"/>
                </a:lnTo>
                <a:cubicBezTo>
                  <a:pt x="1610914" y="4419151"/>
                  <a:pt x="1727521" y="4451670"/>
                  <a:pt x="1819087" y="4398724"/>
                </a:cubicBezTo>
                <a:cubicBezTo>
                  <a:pt x="1910356" y="4346002"/>
                  <a:pt x="1941498" y="4229544"/>
                  <a:pt x="1888888" y="4138535"/>
                </a:cubicBezTo>
                <a:cubicBezTo>
                  <a:pt x="1880032" y="4123243"/>
                  <a:pt x="1963785" y="4268313"/>
                  <a:pt x="1412600" y="3313506"/>
                </a:cubicBezTo>
                <a:close/>
                <a:moveTo>
                  <a:pt x="1742552" y="3123006"/>
                </a:moveTo>
                <a:lnTo>
                  <a:pt x="1577576" y="3218256"/>
                </a:lnTo>
                <a:lnTo>
                  <a:pt x="1672826" y="3383232"/>
                </a:lnTo>
                <a:lnTo>
                  <a:pt x="1837802" y="3287982"/>
                </a:lnTo>
                <a:close/>
                <a:moveTo>
                  <a:pt x="915230" y="2949399"/>
                </a:moveTo>
                <a:cubicBezTo>
                  <a:pt x="952063" y="2944831"/>
                  <a:pt x="989770" y="2962161"/>
                  <a:pt x="1009500" y="2996317"/>
                </a:cubicBezTo>
                <a:cubicBezTo>
                  <a:pt x="1035805" y="3041895"/>
                  <a:pt x="1020178" y="3100124"/>
                  <a:pt x="974637" y="3126430"/>
                </a:cubicBezTo>
                <a:lnTo>
                  <a:pt x="809661" y="3221680"/>
                </a:lnTo>
                <a:cubicBezTo>
                  <a:pt x="672590" y="3300782"/>
                  <a:pt x="497717" y="3252896"/>
                  <a:pt x="419322" y="3117091"/>
                </a:cubicBezTo>
                <a:cubicBezTo>
                  <a:pt x="393016" y="3071549"/>
                  <a:pt x="408643" y="3013283"/>
                  <a:pt x="454185" y="2986978"/>
                </a:cubicBezTo>
                <a:cubicBezTo>
                  <a:pt x="499726" y="2960672"/>
                  <a:pt x="557992" y="2976299"/>
                  <a:pt x="584298" y="3021841"/>
                </a:cubicBezTo>
                <a:cubicBezTo>
                  <a:pt x="610566" y="3067308"/>
                  <a:pt x="668944" y="3082972"/>
                  <a:pt x="714411" y="3056704"/>
                </a:cubicBezTo>
                <a:lnTo>
                  <a:pt x="879387" y="2961454"/>
                </a:lnTo>
                <a:cubicBezTo>
                  <a:pt x="890772" y="2954878"/>
                  <a:pt x="902953" y="2950922"/>
                  <a:pt x="915230" y="2949399"/>
                </a:cubicBezTo>
                <a:close/>
                <a:moveTo>
                  <a:pt x="1245182" y="2758920"/>
                </a:moveTo>
                <a:cubicBezTo>
                  <a:pt x="1282015" y="2754366"/>
                  <a:pt x="1319722" y="2771688"/>
                  <a:pt x="1339451" y="2805816"/>
                </a:cubicBezTo>
                <a:cubicBezTo>
                  <a:pt x="1365719" y="2851357"/>
                  <a:pt x="1350129" y="2909661"/>
                  <a:pt x="1304588" y="2935929"/>
                </a:cubicBezTo>
                <a:cubicBezTo>
                  <a:pt x="1259046" y="2962234"/>
                  <a:pt x="1200743" y="2946607"/>
                  <a:pt x="1174475" y="2901066"/>
                </a:cubicBezTo>
                <a:cubicBezTo>
                  <a:pt x="1148169" y="2855562"/>
                  <a:pt x="1163796" y="2797258"/>
                  <a:pt x="1209338" y="2770953"/>
                </a:cubicBezTo>
                <a:cubicBezTo>
                  <a:pt x="1220724" y="2764386"/>
                  <a:pt x="1232904" y="2760438"/>
                  <a:pt x="1245182" y="2758920"/>
                </a:cubicBezTo>
                <a:close/>
                <a:moveTo>
                  <a:pt x="1171052" y="2133150"/>
                </a:moveTo>
                <a:lnTo>
                  <a:pt x="428660" y="2561776"/>
                </a:lnTo>
                <a:cubicBezTo>
                  <a:pt x="281730" y="2646608"/>
                  <a:pt x="190424" y="2804812"/>
                  <a:pt x="190424" y="2974699"/>
                </a:cubicBezTo>
                <a:cubicBezTo>
                  <a:pt x="190424" y="3057820"/>
                  <a:pt x="212525" y="3139973"/>
                  <a:pt x="254346" y="3212340"/>
                </a:cubicBezTo>
                <a:cubicBezTo>
                  <a:pt x="385649" y="3439750"/>
                  <a:pt x="677464" y="3517959"/>
                  <a:pt x="904910" y="3386693"/>
                </a:cubicBezTo>
                <a:lnTo>
                  <a:pt x="1647302" y="2958030"/>
                </a:lnTo>
                <a:close/>
                <a:moveTo>
                  <a:pt x="4273791" y="1302217"/>
                </a:moveTo>
                <a:cubicBezTo>
                  <a:pt x="4286048" y="1300513"/>
                  <a:pt x="4298843" y="1301182"/>
                  <a:pt x="4311549" y="1304587"/>
                </a:cubicBezTo>
                <a:lnTo>
                  <a:pt x="4679564" y="1403186"/>
                </a:lnTo>
                <a:cubicBezTo>
                  <a:pt x="4730388" y="1416766"/>
                  <a:pt x="4760563" y="1469005"/>
                  <a:pt x="4746945" y="1519830"/>
                </a:cubicBezTo>
                <a:cubicBezTo>
                  <a:pt x="4733402" y="1570283"/>
                  <a:pt x="4681424" y="1600904"/>
                  <a:pt x="4630301" y="1587175"/>
                </a:cubicBezTo>
                <a:lnTo>
                  <a:pt x="4262249" y="1488576"/>
                </a:lnTo>
                <a:cubicBezTo>
                  <a:pt x="4211425" y="1474958"/>
                  <a:pt x="4181250" y="1422757"/>
                  <a:pt x="4194868" y="1371932"/>
                </a:cubicBezTo>
                <a:cubicBezTo>
                  <a:pt x="4205081" y="1333813"/>
                  <a:pt x="4237018" y="1307331"/>
                  <a:pt x="4273791" y="1302217"/>
                </a:cubicBezTo>
                <a:close/>
                <a:moveTo>
                  <a:pt x="3545270" y="1136188"/>
                </a:moveTo>
                <a:lnTo>
                  <a:pt x="3332632" y="1148950"/>
                </a:lnTo>
                <a:lnTo>
                  <a:pt x="3559521" y="1541968"/>
                </a:lnTo>
                <a:lnTo>
                  <a:pt x="3676909" y="1364193"/>
                </a:lnTo>
                <a:close/>
                <a:moveTo>
                  <a:pt x="2386532" y="653278"/>
                </a:moveTo>
                <a:lnTo>
                  <a:pt x="1320587" y="2011186"/>
                </a:lnTo>
                <a:lnTo>
                  <a:pt x="1825859" y="2886332"/>
                </a:lnTo>
                <a:lnTo>
                  <a:pt x="3487599" y="2560399"/>
                </a:lnTo>
                <a:close/>
                <a:moveTo>
                  <a:pt x="4771253" y="405179"/>
                </a:moveTo>
                <a:cubicBezTo>
                  <a:pt x="4808151" y="401182"/>
                  <a:pt x="4845572" y="419097"/>
                  <a:pt x="4864743" y="453587"/>
                </a:cubicBezTo>
                <a:cubicBezTo>
                  <a:pt x="4890341" y="499538"/>
                  <a:pt x="4873821" y="557544"/>
                  <a:pt x="4827833" y="583142"/>
                </a:cubicBezTo>
                <a:lnTo>
                  <a:pt x="4297112" y="878492"/>
                </a:lnTo>
                <a:cubicBezTo>
                  <a:pt x="4251050" y="904127"/>
                  <a:pt x="4193081" y="887496"/>
                  <a:pt x="4167557" y="841582"/>
                </a:cubicBezTo>
                <a:cubicBezTo>
                  <a:pt x="4141959" y="795632"/>
                  <a:pt x="4158516" y="737626"/>
                  <a:pt x="4204467" y="712028"/>
                </a:cubicBezTo>
                <a:lnTo>
                  <a:pt x="4735225" y="416678"/>
                </a:lnTo>
                <a:cubicBezTo>
                  <a:pt x="4746713" y="410278"/>
                  <a:pt x="4758954" y="406511"/>
                  <a:pt x="4771253" y="405179"/>
                </a:cubicBezTo>
                <a:close/>
                <a:moveTo>
                  <a:pt x="2628489" y="403433"/>
                </a:moveTo>
                <a:cubicBezTo>
                  <a:pt x="2612044" y="402986"/>
                  <a:pt x="2571488" y="407302"/>
                  <a:pt x="2545927" y="449123"/>
                </a:cubicBezTo>
                <a:cubicBezTo>
                  <a:pt x="2541053" y="457123"/>
                  <a:pt x="2537890" y="460173"/>
                  <a:pt x="2513296" y="491799"/>
                </a:cubicBezTo>
                <a:lnTo>
                  <a:pt x="3685206" y="2521629"/>
                </a:lnTo>
                <a:cubicBezTo>
                  <a:pt x="3718469" y="2515416"/>
                  <a:pt x="3724459" y="2513072"/>
                  <a:pt x="3737445" y="2512774"/>
                </a:cubicBezTo>
                <a:cubicBezTo>
                  <a:pt x="3809812" y="2510988"/>
                  <a:pt x="3853679" y="2432444"/>
                  <a:pt x="3817589" y="2369973"/>
                </a:cubicBezTo>
                <a:lnTo>
                  <a:pt x="2709712" y="451021"/>
                </a:lnTo>
                <a:cubicBezTo>
                  <a:pt x="2685267" y="408679"/>
                  <a:pt x="2644749" y="403619"/>
                  <a:pt x="2628489" y="403433"/>
                </a:cubicBezTo>
                <a:close/>
                <a:moveTo>
                  <a:pt x="2627187" y="212933"/>
                </a:moveTo>
                <a:cubicBezTo>
                  <a:pt x="2628415" y="212933"/>
                  <a:pt x="2629605" y="212933"/>
                  <a:pt x="2630833" y="212970"/>
                </a:cubicBezTo>
                <a:cubicBezTo>
                  <a:pt x="2732632" y="214235"/>
                  <a:pt x="2823826" y="267627"/>
                  <a:pt x="2874725" y="355808"/>
                </a:cubicBezTo>
                <a:lnTo>
                  <a:pt x="3226146" y="964515"/>
                </a:lnTo>
                <a:lnTo>
                  <a:pt x="3592598" y="942525"/>
                </a:lnTo>
                <a:cubicBezTo>
                  <a:pt x="3628502" y="940405"/>
                  <a:pt x="3662770" y="958711"/>
                  <a:pt x="3680816" y="989964"/>
                </a:cubicBezTo>
                <a:lnTo>
                  <a:pt x="3871316" y="1319916"/>
                </a:lnTo>
                <a:cubicBezTo>
                  <a:pt x="3889361" y="1351170"/>
                  <a:pt x="3888170" y="1389903"/>
                  <a:pt x="3868302" y="1420041"/>
                </a:cubicBezTo>
                <a:lnTo>
                  <a:pt x="3666007" y="1726440"/>
                </a:lnTo>
                <a:lnTo>
                  <a:pt x="3982565" y="2274723"/>
                </a:lnTo>
                <a:cubicBezTo>
                  <a:pt x="4089498" y="2459828"/>
                  <a:pt x="3962659" y="2691368"/>
                  <a:pt x="3750951" y="2702865"/>
                </a:cubicBezTo>
                <a:cubicBezTo>
                  <a:pt x="2038423" y="3038807"/>
                  <a:pt x="1941312" y="3057857"/>
                  <a:pt x="1926541" y="3060722"/>
                </a:cubicBezTo>
                <a:lnTo>
                  <a:pt x="2050403" y="3275258"/>
                </a:lnTo>
                <a:cubicBezTo>
                  <a:pt x="2076709" y="3320799"/>
                  <a:pt x="2061082" y="3379028"/>
                  <a:pt x="2015540" y="3405371"/>
                </a:cubicBezTo>
                <a:lnTo>
                  <a:pt x="1768076" y="3548246"/>
                </a:lnTo>
                <a:lnTo>
                  <a:pt x="2053826" y="4043248"/>
                </a:lnTo>
                <a:cubicBezTo>
                  <a:pt x="2159234" y="4225600"/>
                  <a:pt x="2096615" y="4458404"/>
                  <a:pt x="1914412" y="4563700"/>
                </a:cubicBezTo>
                <a:cubicBezTo>
                  <a:pt x="1730274" y="4670149"/>
                  <a:pt x="1497432" y="4603698"/>
                  <a:pt x="1393923" y="4424211"/>
                </a:cubicBezTo>
                <a:lnTo>
                  <a:pt x="914249" y="3593340"/>
                </a:lnTo>
                <a:cubicBezTo>
                  <a:pt x="612798" y="3714040"/>
                  <a:pt x="257769" y="3599294"/>
                  <a:pt x="89370" y="3307590"/>
                </a:cubicBezTo>
                <a:cubicBezTo>
                  <a:pt x="-94954" y="2988577"/>
                  <a:pt x="15253" y="2580416"/>
                  <a:pt x="333410" y="2396800"/>
                </a:cubicBezTo>
                <a:lnTo>
                  <a:pt x="1142329" y="1929777"/>
                </a:lnTo>
                <a:lnTo>
                  <a:pt x="2386606" y="344683"/>
                </a:lnTo>
                <a:cubicBezTo>
                  <a:pt x="2439515" y="261897"/>
                  <a:pt x="2528811" y="212933"/>
                  <a:pt x="2627187" y="212933"/>
                </a:cubicBezTo>
                <a:close/>
                <a:moveTo>
                  <a:pt x="3833653" y="901"/>
                </a:moveTo>
                <a:cubicBezTo>
                  <a:pt x="3845905" y="-803"/>
                  <a:pt x="3858692" y="-134"/>
                  <a:pt x="3871389" y="3271"/>
                </a:cubicBezTo>
                <a:cubicBezTo>
                  <a:pt x="3922214" y="16889"/>
                  <a:pt x="3952352" y="69128"/>
                  <a:pt x="3938734" y="119952"/>
                </a:cubicBezTo>
                <a:lnTo>
                  <a:pt x="3840061" y="488004"/>
                </a:lnTo>
                <a:cubicBezTo>
                  <a:pt x="3826406" y="538866"/>
                  <a:pt x="3774167" y="568930"/>
                  <a:pt x="3723380" y="555349"/>
                </a:cubicBezTo>
                <a:cubicBezTo>
                  <a:pt x="3672555" y="541694"/>
                  <a:pt x="3642417" y="489493"/>
                  <a:pt x="3656035" y="438668"/>
                </a:cubicBezTo>
                <a:lnTo>
                  <a:pt x="3754745" y="70616"/>
                </a:lnTo>
                <a:cubicBezTo>
                  <a:pt x="3764959" y="32497"/>
                  <a:pt x="3796896" y="6015"/>
                  <a:pt x="3833653" y="9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Freeform: Shape 60"/>
          <p:cNvSpPr>
            <a:spLocks noChangeAspect="1"/>
          </p:cNvSpPr>
          <p:nvPr/>
        </p:nvSpPr>
        <p:spPr>
          <a:xfrm>
            <a:off x="5872726" y="2567702"/>
            <a:ext cx="426720" cy="359982"/>
          </a:xfrm>
          <a:custGeom>
            <a:avLst/>
            <a:gdLst>
              <a:gd name="connsiteX0" fmla="*/ 2420007 w 4876800"/>
              <a:gd name="connsiteY0" fmla="*/ 3923577 h 4114077"/>
              <a:gd name="connsiteX1" fmla="*/ 2487349 w 4876800"/>
              <a:gd name="connsiteY1" fmla="*/ 3951495 h 4114077"/>
              <a:gd name="connsiteX2" fmla="*/ 2515257 w 4876800"/>
              <a:gd name="connsiteY2" fmla="*/ 4018827 h 4114077"/>
              <a:gd name="connsiteX3" fmla="*/ 2487349 w 4876800"/>
              <a:gd name="connsiteY3" fmla="*/ 4086169 h 4114077"/>
              <a:gd name="connsiteX4" fmla="*/ 2420007 w 4876800"/>
              <a:gd name="connsiteY4" fmla="*/ 4114077 h 4114077"/>
              <a:gd name="connsiteX5" fmla="*/ 2352675 w 4876800"/>
              <a:gd name="connsiteY5" fmla="*/ 4086169 h 4114077"/>
              <a:gd name="connsiteX6" fmla="*/ 2324757 w 4876800"/>
              <a:gd name="connsiteY6" fmla="*/ 4018827 h 4114077"/>
              <a:gd name="connsiteX7" fmla="*/ 2352675 w 4876800"/>
              <a:gd name="connsiteY7" fmla="*/ 3951495 h 4114077"/>
              <a:gd name="connsiteX8" fmla="*/ 2420007 w 4876800"/>
              <a:gd name="connsiteY8" fmla="*/ 3923577 h 4114077"/>
              <a:gd name="connsiteX9" fmla="*/ 2821324 w 4876800"/>
              <a:gd name="connsiteY9" fmla="*/ 2638283 h 4114077"/>
              <a:gd name="connsiteX10" fmla="*/ 2916574 w 4876800"/>
              <a:gd name="connsiteY10" fmla="*/ 2733533 h 4114077"/>
              <a:gd name="connsiteX11" fmla="*/ 2916574 w 4876800"/>
              <a:gd name="connsiteY11" fmla="*/ 3462757 h 4114077"/>
              <a:gd name="connsiteX12" fmla="*/ 2821324 w 4876800"/>
              <a:gd name="connsiteY12" fmla="*/ 3558007 h 4114077"/>
              <a:gd name="connsiteX13" fmla="*/ 2726074 w 4876800"/>
              <a:gd name="connsiteY13" fmla="*/ 3462757 h 4114077"/>
              <a:gd name="connsiteX14" fmla="*/ 2726074 w 4876800"/>
              <a:gd name="connsiteY14" fmla="*/ 2733533 h 4114077"/>
              <a:gd name="connsiteX15" fmla="*/ 2821324 w 4876800"/>
              <a:gd name="connsiteY15" fmla="*/ 2638283 h 4114077"/>
              <a:gd name="connsiteX16" fmla="*/ 3702444 w 4876800"/>
              <a:gd name="connsiteY16" fmla="*/ 2267456 h 4114077"/>
              <a:gd name="connsiteX17" fmla="*/ 3779435 w 4876800"/>
              <a:gd name="connsiteY17" fmla="*/ 2377984 h 4114077"/>
              <a:gd name="connsiteX18" fmla="*/ 3582448 w 4876800"/>
              <a:gd name="connsiteY18" fmla="*/ 3479522 h 4114077"/>
              <a:gd name="connsiteX19" fmla="*/ 3488799 w 4876800"/>
              <a:gd name="connsiteY19" fmla="*/ 3558017 h 4114077"/>
              <a:gd name="connsiteX20" fmla="*/ 3471920 w 4876800"/>
              <a:gd name="connsiteY20" fmla="*/ 3556512 h 4114077"/>
              <a:gd name="connsiteX21" fmla="*/ 3394930 w 4876800"/>
              <a:gd name="connsiteY21" fmla="*/ 3445984 h 4114077"/>
              <a:gd name="connsiteX22" fmla="*/ 3591916 w 4876800"/>
              <a:gd name="connsiteY22" fmla="*/ 2344446 h 4114077"/>
              <a:gd name="connsiteX23" fmla="*/ 3702444 w 4876800"/>
              <a:gd name="connsiteY23" fmla="*/ 2267456 h 4114077"/>
              <a:gd name="connsiteX24" fmla="*/ 1174356 w 4876800"/>
              <a:gd name="connsiteY24" fmla="*/ 2267446 h 4114077"/>
              <a:gd name="connsiteX25" fmla="*/ 1284884 w 4876800"/>
              <a:gd name="connsiteY25" fmla="*/ 2344437 h 4114077"/>
              <a:gd name="connsiteX26" fmla="*/ 1481871 w 4876800"/>
              <a:gd name="connsiteY26" fmla="*/ 3445975 h 4114077"/>
              <a:gd name="connsiteX27" fmla="*/ 1404880 w 4876800"/>
              <a:gd name="connsiteY27" fmla="*/ 3556503 h 4114077"/>
              <a:gd name="connsiteX28" fmla="*/ 1388002 w 4876800"/>
              <a:gd name="connsiteY28" fmla="*/ 3558008 h 4114077"/>
              <a:gd name="connsiteX29" fmla="*/ 1294352 w 4876800"/>
              <a:gd name="connsiteY29" fmla="*/ 3479512 h 4114077"/>
              <a:gd name="connsiteX30" fmla="*/ 1097366 w 4876800"/>
              <a:gd name="connsiteY30" fmla="*/ 2377975 h 4114077"/>
              <a:gd name="connsiteX31" fmla="*/ 1174356 w 4876800"/>
              <a:gd name="connsiteY31" fmla="*/ 2267446 h 4114077"/>
              <a:gd name="connsiteX32" fmla="*/ 2055476 w 4876800"/>
              <a:gd name="connsiteY32" fmla="*/ 2265961 h 4114077"/>
              <a:gd name="connsiteX33" fmla="*/ 2150726 w 4876800"/>
              <a:gd name="connsiteY33" fmla="*/ 2361211 h 4114077"/>
              <a:gd name="connsiteX34" fmla="*/ 2150726 w 4876800"/>
              <a:gd name="connsiteY34" fmla="*/ 3462749 h 4114077"/>
              <a:gd name="connsiteX35" fmla="*/ 2055476 w 4876800"/>
              <a:gd name="connsiteY35" fmla="*/ 3557999 h 4114077"/>
              <a:gd name="connsiteX36" fmla="*/ 1960226 w 4876800"/>
              <a:gd name="connsiteY36" fmla="*/ 3462749 h 4114077"/>
              <a:gd name="connsiteX37" fmla="*/ 1960226 w 4876800"/>
              <a:gd name="connsiteY37" fmla="*/ 2361211 h 4114077"/>
              <a:gd name="connsiteX38" fmla="*/ 2055476 w 4876800"/>
              <a:gd name="connsiteY38" fmla="*/ 2265961 h 4114077"/>
              <a:gd name="connsiteX39" fmla="*/ 2821305 w 4876800"/>
              <a:gd name="connsiteY39" fmla="*/ 2265951 h 4114077"/>
              <a:gd name="connsiteX40" fmla="*/ 2888637 w 4876800"/>
              <a:gd name="connsiteY40" fmla="*/ 2293859 h 4114077"/>
              <a:gd name="connsiteX41" fmla="*/ 2916555 w 4876800"/>
              <a:gd name="connsiteY41" fmla="*/ 2361201 h 4114077"/>
              <a:gd name="connsiteX42" fmla="*/ 2888637 w 4876800"/>
              <a:gd name="connsiteY42" fmla="*/ 2428533 h 4114077"/>
              <a:gd name="connsiteX43" fmla="*/ 2821305 w 4876800"/>
              <a:gd name="connsiteY43" fmla="*/ 2456451 h 4114077"/>
              <a:gd name="connsiteX44" fmla="*/ 2753963 w 4876800"/>
              <a:gd name="connsiteY44" fmla="*/ 2428533 h 4114077"/>
              <a:gd name="connsiteX45" fmla="*/ 2726055 w 4876800"/>
              <a:gd name="connsiteY45" fmla="*/ 2361201 h 4114077"/>
              <a:gd name="connsiteX46" fmla="*/ 2753963 w 4876800"/>
              <a:gd name="connsiteY46" fmla="*/ 2293859 h 4114077"/>
              <a:gd name="connsiteX47" fmla="*/ 2821305 w 4876800"/>
              <a:gd name="connsiteY47" fmla="*/ 2265951 h 4114077"/>
              <a:gd name="connsiteX48" fmla="*/ 285750 w 4876800"/>
              <a:gd name="connsiteY48" fmla="*/ 1027844 h 4114077"/>
              <a:gd name="connsiteX49" fmla="*/ 479422 w 4876800"/>
              <a:gd name="connsiteY49" fmla="*/ 1027844 h 4114077"/>
              <a:gd name="connsiteX50" fmla="*/ 574672 w 4876800"/>
              <a:gd name="connsiteY50" fmla="*/ 1123094 h 4114077"/>
              <a:gd name="connsiteX51" fmla="*/ 479422 w 4876800"/>
              <a:gd name="connsiteY51" fmla="*/ 1218344 h 4114077"/>
              <a:gd name="connsiteX52" fmla="*/ 285750 w 4876800"/>
              <a:gd name="connsiteY52" fmla="*/ 1218344 h 4114077"/>
              <a:gd name="connsiteX53" fmla="*/ 190500 w 4876800"/>
              <a:gd name="connsiteY53" fmla="*/ 1313594 h 4114077"/>
              <a:gd name="connsiteX54" fmla="*/ 190500 w 4876800"/>
              <a:gd name="connsiteY54" fmla="*/ 1618394 h 4114077"/>
              <a:gd name="connsiteX55" fmla="*/ 285750 w 4876800"/>
              <a:gd name="connsiteY55" fmla="*/ 1713644 h 4114077"/>
              <a:gd name="connsiteX56" fmla="*/ 4591050 w 4876800"/>
              <a:gd name="connsiteY56" fmla="*/ 1713644 h 4114077"/>
              <a:gd name="connsiteX57" fmla="*/ 4686300 w 4876800"/>
              <a:gd name="connsiteY57" fmla="*/ 1618394 h 4114077"/>
              <a:gd name="connsiteX58" fmla="*/ 4686300 w 4876800"/>
              <a:gd name="connsiteY58" fmla="*/ 1313594 h 4114077"/>
              <a:gd name="connsiteX59" fmla="*/ 4591050 w 4876800"/>
              <a:gd name="connsiteY59" fmla="*/ 1218344 h 4114077"/>
              <a:gd name="connsiteX60" fmla="*/ 4365622 w 4876800"/>
              <a:gd name="connsiteY60" fmla="*/ 1218344 h 4114077"/>
              <a:gd name="connsiteX61" fmla="*/ 4270372 w 4876800"/>
              <a:gd name="connsiteY61" fmla="*/ 1123094 h 4114077"/>
              <a:gd name="connsiteX62" fmla="*/ 4365622 w 4876800"/>
              <a:gd name="connsiteY62" fmla="*/ 1027844 h 4114077"/>
              <a:gd name="connsiteX63" fmla="*/ 4591050 w 4876800"/>
              <a:gd name="connsiteY63" fmla="*/ 1027844 h 4114077"/>
              <a:gd name="connsiteX64" fmla="*/ 4876800 w 4876800"/>
              <a:gd name="connsiteY64" fmla="*/ 1313594 h 4114077"/>
              <a:gd name="connsiteX65" fmla="*/ 4876800 w 4876800"/>
              <a:gd name="connsiteY65" fmla="*/ 1618394 h 4114077"/>
              <a:gd name="connsiteX66" fmla="*/ 4651915 w 4876800"/>
              <a:gd name="connsiteY66" fmla="*/ 1897552 h 4114077"/>
              <a:gd name="connsiteX67" fmla="*/ 4310691 w 4876800"/>
              <a:gd name="connsiteY67" fmla="*/ 3664583 h 4114077"/>
              <a:gd name="connsiteX68" fmla="*/ 3766118 w 4876800"/>
              <a:gd name="connsiteY68" fmla="*/ 4114058 h 4114077"/>
              <a:gd name="connsiteX69" fmla="*/ 2821333 w 4876800"/>
              <a:gd name="connsiteY69" fmla="*/ 4114058 h 4114077"/>
              <a:gd name="connsiteX70" fmla="*/ 2726083 w 4876800"/>
              <a:gd name="connsiteY70" fmla="*/ 4018808 h 4114077"/>
              <a:gd name="connsiteX71" fmla="*/ 2821333 w 4876800"/>
              <a:gd name="connsiteY71" fmla="*/ 3923558 h 4114077"/>
              <a:gd name="connsiteX72" fmla="*/ 3766118 w 4876800"/>
              <a:gd name="connsiteY72" fmla="*/ 3923558 h 4114077"/>
              <a:gd name="connsiteX73" fmla="*/ 4123648 w 4876800"/>
              <a:gd name="connsiteY73" fmla="*/ 3628464 h 4114077"/>
              <a:gd name="connsiteX74" fmla="*/ 4456595 w 4876800"/>
              <a:gd name="connsiteY74" fmla="*/ 1904258 h 4114077"/>
              <a:gd name="connsiteX75" fmla="*/ 420205 w 4876800"/>
              <a:gd name="connsiteY75" fmla="*/ 1904258 h 4114077"/>
              <a:gd name="connsiteX76" fmla="*/ 753151 w 4876800"/>
              <a:gd name="connsiteY76" fmla="*/ 3628455 h 4114077"/>
              <a:gd name="connsiteX77" fmla="*/ 1110682 w 4876800"/>
              <a:gd name="connsiteY77" fmla="*/ 3923558 h 4114077"/>
              <a:gd name="connsiteX78" fmla="*/ 1990725 w 4876800"/>
              <a:gd name="connsiteY78" fmla="*/ 3923558 h 4114077"/>
              <a:gd name="connsiteX79" fmla="*/ 2085975 w 4876800"/>
              <a:gd name="connsiteY79" fmla="*/ 4018808 h 4114077"/>
              <a:gd name="connsiteX80" fmla="*/ 1990725 w 4876800"/>
              <a:gd name="connsiteY80" fmla="*/ 4114058 h 4114077"/>
              <a:gd name="connsiteX81" fmla="*/ 1110691 w 4876800"/>
              <a:gd name="connsiteY81" fmla="*/ 4114058 h 4114077"/>
              <a:gd name="connsiteX82" fmla="*/ 566118 w 4876800"/>
              <a:gd name="connsiteY82" fmla="*/ 3664573 h 4114077"/>
              <a:gd name="connsiteX83" fmla="*/ 224885 w 4876800"/>
              <a:gd name="connsiteY83" fmla="*/ 1897552 h 4114077"/>
              <a:gd name="connsiteX84" fmla="*/ 0 w 4876800"/>
              <a:gd name="connsiteY84" fmla="*/ 1618394 h 4114077"/>
              <a:gd name="connsiteX85" fmla="*/ 0 w 4876800"/>
              <a:gd name="connsiteY85" fmla="*/ 1313594 h 4114077"/>
              <a:gd name="connsiteX86" fmla="*/ 285750 w 4876800"/>
              <a:gd name="connsiteY86" fmla="*/ 1027844 h 4114077"/>
              <a:gd name="connsiteX87" fmla="*/ 2839116 w 4876800"/>
              <a:gd name="connsiteY87" fmla="*/ 190406 h 4114077"/>
              <a:gd name="connsiteX88" fmla="*/ 2762411 w 4876800"/>
              <a:gd name="connsiteY88" fmla="*/ 222124 h 4114077"/>
              <a:gd name="connsiteX89" fmla="*/ 2762411 w 4876800"/>
              <a:gd name="connsiteY89" fmla="*/ 375543 h 4114077"/>
              <a:gd name="connsiteX90" fmla="*/ 3725827 w 4876800"/>
              <a:gd name="connsiteY90" fmla="*/ 1338959 h 4114077"/>
              <a:gd name="connsiteX91" fmla="*/ 3802542 w 4876800"/>
              <a:gd name="connsiteY91" fmla="*/ 1370734 h 4114077"/>
              <a:gd name="connsiteX92" fmla="*/ 3879237 w 4876800"/>
              <a:gd name="connsiteY92" fmla="*/ 1338959 h 4114077"/>
              <a:gd name="connsiteX93" fmla="*/ 3879246 w 4876800"/>
              <a:gd name="connsiteY93" fmla="*/ 1185558 h 4114077"/>
              <a:gd name="connsiteX94" fmla="*/ 2915831 w 4876800"/>
              <a:gd name="connsiteY94" fmla="*/ 222124 h 4114077"/>
              <a:gd name="connsiteX95" fmla="*/ 2839116 w 4876800"/>
              <a:gd name="connsiteY95" fmla="*/ 190406 h 4114077"/>
              <a:gd name="connsiteX96" fmla="*/ 2037702 w 4876800"/>
              <a:gd name="connsiteY96" fmla="*/ 190406 h 4114077"/>
              <a:gd name="connsiteX97" fmla="*/ 1960969 w 4876800"/>
              <a:gd name="connsiteY97" fmla="*/ 222133 h 4114077"/>
              <a:gd name="connsiteX98" fmla="*/ 997553 w 4876800"/>
              <a:gd name="connsiteY98" fmla="*/ 1185558 h 4114077"/>
              <a:gd name="connsiteX99" fmla="*/ 997562 w 4876800"/>
              <a:gd name="connsiteY99" fmla="*/ 1338968 h 4114077"/>
              <a:gd name="connsiteX100" fmla="*/ 1074258 w 4876800"/>
              <a:gd name="connsiteY100" fmla="*/ 1370744 h 4114077"/>
              <a:gd name="connsiteX101" fmla="*/ 1150981 w 4876800"/>
              <a:gd name="connsiteY101" fmla="*/ 1338959 h 4114077"/>
              <a:gd name="connsiteX102" fmla="*/ 2114397 w 4876800"/>
              <a:gd name="connsiteY102" fmla="*/ 375533 h 4114077"/>
              <a:gd name="connsiteX103" fmla="*/ 2114397 w 4876800"/>
              <a:gd name="connsiteY103" fmla="*/ 222114 h 4114077"/>
              <a:gd name="connsiteX104" fmla="*/ 2037702 w 4876800"/>
              <a:gd name="connsiteY104" fmla="*/ 190406 h 4114077"/>
              <a:gd name="connsiteX105" fmla="*/ 2839096 w 4876800"/>
              <a:gd name="connsiteY105" fmla="*/ 0 h 4114077"/>
              <a:gd name="connsiteX106" fmla="*/ 3050514 w 4876800"/>
              <a:gd name="connsiteY106" fmla="*/ 87402 h 4114077"/>
              <a:gd name="connsiteX107" fmla="*/ 4013940 w 4876800"/>
              <a:gd name="connsiteY107" fmla="*/ 1050856 h 4114077"/>
              <a:gd name="connsiteX108" fmla="*/ 4013930 w 4876800"/>
              <a:gd name="connsiteY108" fmla="*/ 1473680 h 4114077"/>
              <a:gd name="connsiteX109" fmla="*/ 3802532 w 4876800"/>
              <a:gd name="connsiteY109" fmla="*/ 1561244 h 4114077"/>
              <a:gd name="connsiteX110" fmla="*/ 3591125 w 4876800"/>
              <a:gd name="connsiteY110" fmla="*/ 1473690 h 4114077"/>
              <a:gd name="connsiteX111" fmla="*/ 3334664 w 4876800"/>
              <a:gd name="connsiteY111" fmla="*/ 1217229 h 4114077"/>
              <a:gd name="connsiteX112" fmla="*/ 3320815 w 4876800"/>
              <a:gd name="connsiteY112" fmla="*/ 1218344 h 4114077"/>
              <a:gd name="connsiteX113" fmla="*/ 1541002 w 4876800"/>
              <a:gd name="connsiteY113" fmla="*/ 1218344 h 4114077"/>
              <a:gd name="connsiteX114" fmla="*/ 1285675 w 4876800"/>
              <a:gd name="connsiteY114" fmla="*/ 1473680 h 4114077"/>
              <a:gd name="connsiteX115" fmla="*/ 1074258 w 4876800"/>
              <a:gd name="connsiteY115" fmla="*/ 1561244 h 4114077"/>
              <a:gd name="connsiteX116" fmla="*/ 862860 w 4876800"/>
              <a:gd name="connsiteY116" fmla="*/ 1473680 h 4114077"/>
              <a:gd name="connsiteX117" fmla="*/ 862850 w 4876800"/>
              <a:gd name="connsiteY117" fmla="*/ 1050856 h 4114077"/>
              <a:gd name="connsiteX118" fmla="*/ 1826266 w 4876800"/>
              <a:gd name="connsiteY118" fmla="*/ 87412 h 4114077"/>
              <a:gd name="connsiteX119" fmla="*/ 2249100 w 4876800"/>
              <a:gd name="connsiteY119" fmla="*/ 87412 h 4114077"/>
              <a:gd name="connsiteX120" fmla="*/ 2249100 w 4876800"/>
              <a:gd name="connsiteY120" fmla="*/ 510236 h 4114077"/>
              <a:gd name="connsiteX121" fmla="*/ 1731502 w 4876800"/>
              <a:gd name="connsiteY121" fmla="*/ 1027844 h 4114077"/>
              <a:gd name="connsiteX122" fmla="*/ 3145288 w 4876800"/>
              <a:gd name="connsiteY122" fmla="*/ 1027844 h 4114077"/>
              <a:gd name="connsiteX123" fmla="*/ 2627699 w 4876800"/>
              <a:gd name="connsiteY123" fmla="*/ 510246 h 4114077"/>
              <a:gd name="connsiteX124" fmla="*/ 2627699 w 4876800"/>
              <a:gd name="connsiteY124" fmla="*/ 87421 h 4114077"/>
              <a:gd name="connsiteX125" fmla="*/ 2839096 w 4876800"/>
              <a:gd name="connsiteY125" fmla="*/ 0 h 4114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4876800" h="4114077">
                <a:moveTo>
                  <a:pt x="2420007" y="3923577"/>
                </a:moveTo>
                <a:cubicBezTo>
                  <a:pt x="2445067" y="3923577"/>
                  <a:pt x="2469642" y="3933683"/>
                  <a:pt x="2487349" y="3951495"/>
                </a:cubicBezTo>
                <a:cubicBezTo>
                  <a:pt x="2505075" y="3969202"/>
                  <a:pt x="2515257" y="3993776"/>
                  <a:pt x="2515257" y="4018827"/>
                </a:cubicBezTo>
                <a:cubicBezTo>
                  <a:pt x="2515257" y="4043878"/>
                  <a:pt x="2505065" y="4068452"/>
                  <a:pt x="2487349" y="4086169"/>
                </a:cubicBezTo>
                <a:cubicBezTo>
                  <a:pt x="2469642" y="4103895"/>
                  <a:pt x="2445067" y="4114077"/>
                  <a:pt x="2420007" y="4114077"/>
                </a:cubicBezTo>
                <a:cubicBezTo>
                  <a:pt x="2394956" y="4114077"/>
                  <a:pt x="2370381" y="4103885"/>
                  <a:pt x="2352675" y="4086169"/>
                </a:cubicBezTo>
                <a:cubicBezTo>
                  <a:pt x="2334949" y="4068452"/>
                  <a:pt x="2324757" y="4043878"/>
                  <a:pt x="2324757" y="4018827"/>
                </a:cubicBezTo>
                <a:cubicBezTo>
                  <a:pt x="2324757" y="3993690"/>
                  <a:pt x="2334958" y="3969202"/>
                  <a:pt x="2352675" y="3951495"/>
                </a:cubicBezTo>
                <a:cubicBezTo>
                  <a:pt x="2370381" y="3933683"/>
                  <a:pt x="2394956" y="3923577"/>
                  <a:pt x="2420007" y="3923577"/>
                </a:cubicBezTo>
                <a:close/>
                <a:moveTo>
                  <a:pt x="2821324" y="2638283"/>
                </a:moveTo>
                <a:cubicBezTo>
                  <a:pt x="2873921" y="2638283"/>
                  <a:pt x="2916574" y="2680936"/>
                  <a:pt x="2916574" y="2733533"/>
                </a:cubicBezTo>
                <a:lnTo>
                  <a:pt x="2916574" y="3462757"/>
                </a:lnTo>
                <a:cubicBezTo>
                  <a:pt x="2916574" y="3515354"/>
                  <a:pt x="2873921" y="3558007"/>
                  <a:pt x="2821324" y="3558007"/>
                </a:cubicBezTo>
                <a:cubicBezTo>
                  <a:pt x="2768727" y="3558007"/>
                  <a:pt x="2726074" y="3515354"/>
                  <a:pt x="2726074" y="3462757"/>
                </a:cubicBezTo>
                <a:lnTo>
                  <a:pt x="2726074" y="2733533"/>
                </a:lnTo>
                <a:cubicBezTo>
                  <a:pt x="2726074" y="2680926"/>
                  <a:pt x="2768727" y="2638283"/>
                  <a:pt x="2821324" y="2638283"/>
                </a:cubicBezTo>
                <a:close/>
                <a:moveTo>
                  <a:pt x="3702444" y="2267456"/>
                </a:moveTo>
                <a:cubicBezTo>
                  <a:pt x="3754232" y="2276705"/>
                  <a:pt x="3788703" y="2326187"/>
                  <a:pt x="3779435" y="2377984"/>
                </a:cubicBezTo>
                <a:lnTo>
                  <a:pt x="3582448" y="3479522"/>
                </a:lnTo>
                <a:cubicBezTo>
                  <a:pt x="3574209" y="3525632"/>
                  <a:pt x="3534061" y="3558017"/>
                  <a:pt x="3488799" y="3558017"/>
                </a:cubicBezTo>
                <a:cubicBezTo>
                  <a:pt x="3483236" y="3558017"/>
                  <a:pt x="3477597" y="3557522"/>
                  <a:pt x="3471920" y="3556512"/>
                </a:cubicBezTo>
                <a:cubicBezTo>
                  <a:pt x="3420133" y="3547263"/>
                  <a:pt x="3385662" y="3497781"/>
                  <a:pt x="3394930" y="3445984"/>
                </a:cubicBezTo>
                <a:lnTo>
                  <a:pt x="3591916" y="2344446"/>
                </a:lnTo>
                <a:cubicBezTo>
                  <a:pt x="3601165" y="2292668"/>
                  <a:pt x="3650533" y="2258140"/>
                  <a:pt x="3702444" y="2267456"/>
                </a:cubicBezTo>
                <a:close/>
                <a:moveTo>
                  <a:pt x="1174356" y="2267446"/>
                </a:moveTo>
                <a:cubicBezTo>
                  <a:pt x="1226153" y="2258150"/>
                  <a:pt x="1275636" y="2292669"/>
                  <a:pt x="1284884" y="2344437"/>
                </a:cubicBezTo>
                <a:lnTo>
                  <a:pt x="1481871" y="3445975"/>
                </a:lnTo>
                <a:cubicBezTo>
                  <a:pt x="1491139" y="3497762"/>
                  <a:pt x="1456668" y="3547245"/>
                  <a:pt x="1404880" y="3556503"/>
                </a:cubicBezTo>
                <a:cubicBezTo>
                  <a:pt x="1399213" y="3557512"/>
                  <a:pt x="1393565" y="3558008"/>
                  <a:pt x="1388002" y="3558008"/>
                </a:cubicBezTo>
                <a:cubicBezTo>
                  <a:pt x="1342739" y="3558008"/>
                  <a:pt x="1302601" y="3525623"/>
                  <a:pt x="1294352" y="3479512"/>
                </a:cubicBezTo>
                <a:lnTo>
                  <a:pt x="1097366" y="2377975"/>
                </a:lnTo>
                <a:cubicBezTo>
                  <a:pt x="1088098" y="2326187"/>
                  <a:pt x="1122569" y="2276705"/>
                  <a:pt x="1174356" y="2267446"/>
                </a:cubicBezTo>
                <a:close/>
                <a:moveTo>
                  <a:pt x="2055476" y="2265961"/>
                </a:moveTo>
                <a:cubicBezTo>
                  <a:pt x="2108073" y="2265961"/>
                  <a:pt x="2150726" y="2308604"/>
                  <a:pt x="2150726" y="2361211"/>
                </a:cubicBezTo>
                <a:lnTo>
                  <a:pt x="2150726" y="3462749"/>
                </a:lnTo>
                <a:cubicBezTo>
                  <a:pt x="2150726" y="3515346"/>
                  <a:pt x="2108073" y="3557999"/>
                  <a:pt x="2055476" y="3557999"/>
                </a:cubicBezTo>
                <a:cubicBezTo>
                  <a:pt x="2002879" y="3557999"/>
                  <a:pt x="1960226" y="3515346"/>
                  <a:pt x="1960226" y="3462749"/>
                </a:cubicBezTo>
                <a:lnTo>
                  <a:pt x="1960226" y="2361211"/>
                </a:lnTo>
                <a:cubicBezTo>
                  <a:pt x="1960226" y="2308614"/>
                  <a:pt x="2002879" y="2265961"/>
                  <a:pt x="2055476" y="2265961"/>
                </a:cubicBezTo>
                <a:close/>
                <a:moveTo>
                  <a:pt x="2821305" y="2265951"/>
                </a:moveTo>
                <a:cubicBezTo>
                  <a:pt x="2846355" y="2265951"/>
                  <a:pt x="2870930" y="2276133"/>
                  <a:pt x="2888637" y="2293859"/>
                </a:cubicBezTo>
                <a:cubicBezTo>
                  <a:pt x="2906363" y="2311575"/>
                  <a:pt x="2916555" y="2336150"/>
                  <a:pt x="2916555" y="2361201"/>
                </a:cubicBezTo>
                <a:cubicBezTo>
                  <a:pt x="2916555" y="2386251"/>
                  <a:pt x="2906353" y="2410826"/>
                  <a:pt x="2888637" y="2428533"/>
                </a:cubicBezTo>
                <a:cubicBezTo>
                  <a:pt x="2870930" y="2446259"/>
                  <a:pt x="2846355" y="2456451"/>
                  <a:pt x="2821305" y="2456451"/>
                </a:cubicBezTo>
                <a:cubicBezTo>
                  <a:pt x="2796244" y="2456451"/>
                  <a:pt x="2771679" y="2446249"/>
                  <a:pt x="2753963" y="2428533"/>
                </a:cubicBezTo>
                <a:cubicBezTo>
                  <a:pt x="2736237" y="2410826"/>
                  <a:pt x="2726055" y="2386251"/>
                  <a:pt x="2726055" y="2361201"/>
                </a:cubicBezTo>
                <a:cubicBezTo>
                  <a:pt x="2726055" y="2336150"/>
                  <a:pt x="2736246" y="2311585"/>
                  <a:pt x="2753963" y="2293859"/>
                </a:cubicBezTo>
                <a:cubicBezTo>
                  <a:pt x="2771679" y="2276133"/>
                  <a:pt x="2796244" y="2265951"/>
                  <a:pt x="2821305" y="2265951"/>
                </a:cubicBezTo>
                <a:close/>
                <a:moveTo>
                  <a:pt x="285750" y="1027844"/>
                </a:moveTo>
                <a:lnTo>
                  <a:pt x="479422" y="1027844"/>
                </a:lnTo>
                <a:cubicBezTo>
                  <a:pt x="532019" y="1027844"/>
                  <a:pt x="574672" y="1070497"/>
                  <a:pt x="574672" y="1123094"/>
                </a:cubicBezTo>
                <a:cubicBezTo>
                  <a:pt x="574672" y="1175691"/>
                  <a:pt x="532019" y="1218344"/>
                  <a:pt x="479422" y="1218344"/>
                </a:cubicBezTo>
                <a:lnTo>
                  <a:pt x="285750" y="1218344"/>
                </a:lnTo>
                <a:cubicBezTo>
                  <a:pt x="233229" y="1218344"/>
                  <a:pt x="190500" y="1261073"/>
                  <a:pt x="190500" y="1313594"/>
                </a:cubicBezTo>
                <a:lnTo>
                  <a:pt x="190500" y="1618394"/>
                </a:lnTo>
                <a:cubicBezTo>
                  <a:pt x="190500" y="1670915"/>
                  <a:pt x="233229" y="1713644"/>
                  <a:pt x="285750" y="1713644"/>
                </a:cubicBezTo>
                <a:lnTo>
                  <a:pt x="4591050" y="1713644"/>
                </a:lnTo>
                <a:cubicBezTo>
                  <a:pt x="4643571" y="1713644"/>
                  <a:pt x="4686300" y="1670915"/>
                  <a:pt x="4686300" y="1618394"/>
                </a:cubicBezTo>
                <a:lnTo>
                  <a:pt x="4686300" y="1313594"/>
                </a:lnTo>
                <a:cubicBezTo>
                  <a:pt x="4686300" y="1261073"/>
                  <a:pt x="4643571" y="1218344"/>
                  <a:pt x="4591050" y="1218344"/>
                </a:cubicBezTo>
                <a:lnTo>
                  <a:pt x="4365622" y="1218344"/>
                </a:lnTo>
                <a:cubicBezTo>
                  <a:pt x="4313025" y="1218344"/>
                  <a:pt x="4270372" y="1175691"/>
                  <a:pt x="4270372" y="1123094"/>
                </a:cubicBezTo>
                <a:cubicBezTo>
                  <a:pt x="4270372" y="1070497"/>
                  <a:pt x="4313025" y="1027844"/>
                  <a:pt x="4365622" y="1027844"/>
                </a:cubicBezTo>
                <a:lnTo>
                  <a:pt x="4591050" y="1027844"/>
                </a:lnTo>
                <a:cubicBezTo>
                  <a:pt x="4748612" y="1027844"/>
                  <a:pt x="4876800" y="1156031"/>
                  <a:pt x="4876800" y="1313594"/>
                </a:cubicBezTo>
                <a:lnTo>
                  <a:pt x="4876800" y="1618394"/>
                </a:lnTo>
                <a:cubicBezTo>
                  <a:pt x="4876800" y="1755068"/>
                  <a:pt x="4780321" y="1869578"/>
                  <a:pt x="4651915" y="1897552"/>
                </a:cubicBezTo>
                <a:lnTo>
                  <a:pt x="4310691" y="3664583"/>
                </a:lnTo>
                <a:cubicBezTo>
                  <a:pt x="4260418" y="3925016"/>
                  <a:pt x="4031390" y="4114058"/>
                  <a:pt x="3766118" y="4114058"/>
                </a:cubicBezTo>
                <a:lnTo>
                  <a:pt x="2821333" y="4114058"/>
                </a:lnTo>
                <a:cubicBezTo>
                  <a:pt x="2768736" y="4114058"/>
                  <a:pt x="2726083" y="4071405"/>
                  <a:pt x="2726083" y="4018808"/>
                </a:cubicBezTo>
                <a:cubicBezTo>
                  <a:pt x="2726083" y="3966211"/>
                  <a:pt x="2768736" y="3923558"/>
                  <a:pt x="2821333" y="3923558"/>
                </a:cubicBezTo>
                <a:lnTo>
                  <a:pt x="3766118" y="3923558"/>
                </a:lnTo>
                <a:cubicBezTo>
                  <a:pt x="3940273" y="3923558"/>
                  <a:pt x="4090635" y="3799457"/>
                  <a:pt x="4123648" y="3628464"/>
                </a:cubicBezTo>
                <a:lnTo>
                  <a:pt x="4456595" y="1904258"/>
                </a:lnTo>
                <a:lnTo>
                  <a:pt x="420205" y="1904258"/>
                </a:lnTo>
                <a:lnTo>
                  <a:pt x="753151" y="3628455"/>
                </a:lnTo>
                <a:cubicBezTo>
                  <a:pt x="786165" y="3799457"/>
                  <a:pt x="936526" y="3923558"/>
                  <a:pt x="1110682" y="3923558"/>
                </a:cubicBezTo>
                <a:lnTo>
                  <a:pt x="1990725" y="3923558"/>
                </a:lnTo>
                <a:cubicBezTo>
                  <a:pt x="2043322" y="3923558"/>
                  <a:pt x="2085975" y="3966211"/>
                  <a:pt x="2085975" y="4018808"/>
                </a:cubicBezTo>
                <a:cubicBezTo>
                  <a:pt x="2085975" y="4071405"/>
                  <a:pt x="2043322" y="4114058"/>
                  <a:pt x="1990725" y="4114058"/>
                </a:cubicBezTo>
                <a:lnTo>
                  <a:pt x="1110691" y="4114058"/>
                </a:lnTo>
                <a:cubicBezTo>
                  <a:pt x="845420" y="4114058"/>
                  <a:pt x="616391" y="3925025"/>
                  <a:pt x="566118" y="3664573"/>
                </a:cubicBezTo>
                <a:lnTo>
                  <a:pt x="224885" y="1897552"/>
                </a:lnTo>
                <a:cubicBezTo>
                  <a:pt x="96478" y="1869578"/>
                  <a:pt x="0" y="1755068"/>
                  <a:pt x="0" y="1618394"/>
                </a:cubicBezTo>
                <a:lnTo>
                  <a:pt x="0" y="1313594"/>
                </a:lnTo>
                <a:cubicBezTo>
                  <a:pt x="0" y="1156031"/>
                  <a:pt x="128187" y="1027844"/>
                  <a:pt x="285750" y="1027844"/>
                </a:cubicBezTo>
                <a:close/>
                <a:moveTo>
                  <a:pt x="2839116" y="190406"/>
                </a:moveTo>
                <a:cubicBezTo>
                  <a:pt x="2811332" y="190406"/>
                  <a:pt x="2783557" y="200978"/>
                  <a:pt x="2762411" y="222124"/>
                </a:cubicBezTo>
                <a:cubicBezTo>
                  <a:pt x="2720111" y="264415"/>
                  <a:pt x="2720111" y="333242"/>
                  <a:pt x="2762411" y="375543"/>
                </a:cubicBezTo>
                <a:lnTo>
                  <a:pt x="3725827" y="1338959"/>
                </a:lnTo>
                <a:cubicBezTo>
                  <a:pt x="3746325" y="1359447"/>
                  <a:pt x="3773566" y="1370734"/>
                  <a:pt x="3802542" y="1370734"/>
                </a:cubicBezTo>
                <a:cubicBezTo>
                  <a:pt x="3831507" y="1370734"/>
                  <a:pt x="3858758" y="1359447"/>
                  <a:pt x="3879237" y="1338959"/>
                </a:cubicBezTo>
                <a:cubicBezTo>
                  <a:pt x="3921528" y="1296668"/>
                  <a:pt x="3921537" y="1227840"/>
                  <a:pt x="3879246" y="1185558"/>
                </a:cubicBezTo>
                <a:lnTo>
                  <a:pt x="2915831" y="222124"/>
                </a:lnTo>
                <a:cubicBezTo>
                  <a:pt x="2894676" y="200978"/>
                  <a:pt x="2866891" y="190406"/>
                  <a:pt x="2839116" y="190406"/>
                </a:cubicBezTo>
                <a:close/>
                <a:moveTo>
                  <a:pt x="2037702" y="190406"/>
                </a:moveTo>
                <a:cubicBezTo>
                  <a:pt x="2009908" y="190406"/>
                  <a:pt x="1982124" y="200978"/>
                  <a:pt x="1960969" y="222133"/>
                </a:cubicBezTo>
                <a:lnTo>
                  <a:pt x="997553" y="1185558"/>
                </a:lnTo>
                <a:cubicBezTo>
                  <a:pt x="955262" y="1227850"/>
                  <a:pt x="955271" y="1296668"/>
                  <a:pt x="997562" y="1338968"/>
                </a:cubicBezTo>
                <a:cubicBezTo>
                  <a:pt x="1018051" y="1359456"/>
                  <a:pt x="1045292" y="1370744"/>
                  <a:pt x="1074258" y="1370744"/>
                </a:cubicBezTo>
                <a:cubicBezTo>
                  <a:pt x="1103233" y="1370744"/>
                  <a:pt x="1130484" y="1359456"/>
                  <a:pt x="1150981" y="1338959"/>
                </a:cubicBezTo>
                <a:lnTo>
                  <a:pt x="2114397" y="375533"/>
                </a:lnTo>
                <a:cubicBezTo>
                  <a:pt x="2156688" y="333242"/>
                  <a:pt x="2156688" y="264415"/>
                  <a:pt x="2114397" y="222114"/>
                </a:cubicBezTo>
                <a:cubicBezTo>
                  <a:pt x="2093252" y="200978"/>
                  <a:pt x="2065477" y="190406"/>
                  <a:pt x="2037702" y="190406"/>
                </a:cubicBezTo>
                <a:close/>
                <a:moveTo>
                  <a:pt x="2839096" y="0"/>
                </a:moveTo>
                <a:cubicBezTo>
                  <a:pt x="2915659" y="-4"/>
                  <a:pt x="2992226" y="29128"/>
                  <a:pt x="3050514" y="87402"/>
                </a:cubicBezTo>
                <a:lnTo>
                  <a:pt x="4013940" y="1050856"/>
                </a:lnTo>
                <a:cubicBezTo>
                  <a:pt x="4130506" y="1167432"/>
                  <a:pt x="4130497" y="1357104"/>
                  <a:pt x="4013930" y="1473680"/>
                </a:cubicBezTo>
                <a:cubicBezTo>
                  <a:pt x="3957466" y="1530144"/>
                  <a:pt x="3882380" y="1561244"/>
                  <a:pt x="3802532" y="1561244"/>
                </a:cubicBezTo>
                <a:cubicBezTo>
                  <a:pt x="3722684" y="1561244"/>
                  <a:pt x="3647608" y="1530154"/>
                  <a:pt x="3591125" y="1473690"/>
                </a:cubicBezTo>
                <a:lnTo>
                  <a:pt x="3334664" y="1217229"/>
                </a:lnTo>
                <a:cubicBezTo>
                  <a:pt x="3330130" y="1217886"/>
                  <a:pt x="3325530" y="1218344"/>
                  <a:pt x="3320815" y="1218344"/>
                </a:cubicBezTo>
                <a:lnTo>
                  <a:pt x="1541002" y="1218344"/>
                </a:lnTo>
                <a:lnTo>
                  <a:pt x="1285675" y="1473680"/>
                </a:lnTo>
                <a:cubicBezTo>
                  <a:pt x="1229191" y="1530144"/>
                  <a:pt x="1154115" y="1561244"/>
                  <a:pt x="1074258" y="1561244"/>
                </a:cubicBezTo>
                <a:cubicBezTo>
                  <a:pt x="994400" y="1561244"/>
                  <a:pt x="919333" y="1530144"/>
                  <a:pt x="862860" y="1473680"/>
                </a:cubicBezTo>
                <a:cubicBezTo>
                  <a:pt x="746293" y="1357094"/>
                  <a:pt x="746283" y="1167423"/>
                  <a:pt x="862850" y="1050856"/>
                </a:cubicBezTo>
                <a:lnTo>
                  <a:pt x="1826266" y="87412"/>
                </a:lnTo>
                <a:cubicBezTo>
                  <a:pt x="1942881" y="-29127"/>
                  <a:pt x="2132552" y="-29136"/>
                  <a:pt x="2249100" y="87412"/>
                </a:cubicBezTo>
                <a:cubicBezTo>
                  <a:pt x="2365657" y="203998"/>
                  <a:pt x="2365657" y="393669"/>
                  <a:pt x="2249100" y="510236"/>
                </a:cubicBezTo>
                <a:lnTo>
                  <a:pt x="1731502" y="1027844"/>
                </a:lnTo>
                <a:lnTo>
                  <a:pt x="3145288" y="1027844"/>
                </a:lnTo>
                <a:lnTo>
                  <a:pt x="2627699" y="510246"/>
                </a:lnTo>
                <a:cubicBezTo>
                  <a:pt x="2511142" y="393659"/>
                  <a:pt x="2511142" y="203988"/>
                  <a:pt x="2627699" y="87421"/>
                </a:cubicBezTo>
                <a:cubicBezTo>
                  <a:pt x="2685973" y="29147"/>
                  <a:pt x="2762533" y="5"/>
                  <a:pt x="2839096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171462" y="1253696"/>
            <a:ext cx="8828450" cy="13261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171462" y="2767904"/>
            <a:ext cx="8828450" cy="13261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171462" y="4338305"/>
            <a:ext cx="8828450" cy="1316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876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人力资源核心指标分析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1"/>
          <p:cNvSpPr/>
          <p:nvPr/>
        </p:nvSpPr>
        <p:spPr>
          <a:xfrm flipV="1">
            <a:off x="1479147" y="6108074"/>
            <a:ext cx="951026" cy="686156"/>
          </a:xfrm>
          <a:custGeom>
            <a:avLst/>
            <a:gdLst>
              <a:gd name="connsiteX0" fmla="*/ 0 w 2160240"/>
              <a:gd name="connsiteY0" fmla="*/ 0 h 1062681"/>
              <a:gd name="connsiteX1" fmla="*/ 2160240 w 2160240"/>
              <a:gd name="connsiteY1" fmla="*/ 0 h 1062681"/>
              <a:gd name="connsiteX2" fmla="*/ 2160240 w 2160240"/>
              <a:gd name="connsiteY2" fmla="*/ 1062681 h 1062681"/>
              <a:gd name="connsiteX3" fmla="*/ 0 w 2160240"/>
              <a:gd name="connsiteY3" fmla="*/ 1062681 h 1062681"/>
              <a:gd name="connsiteX4" fmla="*/ 0 w 2160240"/>
              <a:gd name="connsiteY4" fmla="*/ 0 h 1062681"/>
              <a:gd name="connsiteX0-1" fmla="*/ 0 w 2160240"/>
              <a:gd name="connsiteY0-2" fmla="*/ 1062681 h 1062681"/>
              <a:gd name="connsiteX1-3" fmla="*/ 2160240 w 2160240"/>
              <a:gd name="connsiteY1-4" fmla="*/ 0 h 1062681"/>
              <a:gd name="connsiteX2-5" fmla="*/ 2160240 w 2160240"/>
              <a:gd name="connsiteY2-6" fmla="*/ 1062681 h 1062681"/>
              <a:gd name="connsiteX3-7" fmla="*/ 0 w 2160240"/>
              <a:gd name="connsiteY3-8" fmla="*/ 1062681 h 10626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160240" h="1062681">
                <a:moveTo>
                  <a:pt x="0" y="1062681"/>
                </a:moveTo>
                <a:lnTo>
                  <a:pt x="2160240" y="0"/>
                </a:lnTo>
                <a:lnTo>
                  <a:pt x="2160240" y="1062681"/>
                </a:lnTo>
                <a:lnTo>
                  <a:pt x="0" y="106268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 1"/>
          <p:cNvSpPr/>
          <p:nvPr/>
        </p:nvSpPr>
        <p:spPr>
          <a:xfrm>
            <a:off x="571191" y="790739"/>
            <a:ext cx="1520574" cy="695658"/>
          </a:xfrm>
          <a:custGeom>
            <a:avLst/>
            <a:gdLst>
              <a:gd name="connsiteX0" fmla="*/ 0 w 2160240"/>
              <a:gd name="connsiteY0" fmla="*/ 0 h 1062681"/>
              <a:gd name="connsiteX1" fmla="*/ 2160240 w 2160240"/>
              <a:gd name="connsiteY1" fmla="*/ 0 h 1062681"/>
              <a:gd name="connsiteX2" fmla="*/ 2160240 w 2160240"/>
              <a:gd name="connsiteY2" fmla="*/ 1062681 h 1062681"/>
              <a:gd name="connsiteX3" fmla="*/ 0 w 2160240"/>
              <a:gd name="connsiteY3" fmla="*/ 1062681 h 1062681"/>
              <a:gd name="connsiteX4" fmla="*/ 0 w 2160240"/>
              <a:gd name="connsiteY4" fmla="*/ 0 h 1062681"/>
              <a:gd name="connsiteX0-1" fmla="*/ 0 w 2160240"/>
              <a:gd name="connsiteY0-2" fmla="*/ 1062681 h 1062681"/>
              <a:gd name="connsiteX1-3" fmla="*/ 2160240 w 2160240"/>
              <a:gd name="connsiteY1-4" fmla="*/ 0 h 1062681"/>
              <a:gd name="connsiteX2-5" fmla="*/ 2160240 w 2160240"/>
              <a:gd name="connsiteY2-6" fmla="*/ 1062681 h 1062681"/>
              <a:gd name="connsiteX3-7" fmla="*/ 0 w 2160240"/>
              <a:gd name="connsiteY3-8" fmla="*/ 1062681 h 10626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160240" h="1062681">
                <a:moveTo>
                  <a:pt x="0" y="1062681"/>
                </a:moveTo>
                <a:lnTo>
                  <a:pt x="2160240" y="0"/>
                </a:lnTo>
                <a:lnTo>
                  <a:pt x="2160240" y="1062681"/>
                </a:lnTo>
                <a:lnTo>
                  <a:pt x="0" y="106268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流程图: 决策 6"/>
          <p:cNvSpPr/>
          <p:nvPr/>
        </p:nvSpPr>
        <p:spPr>
          <a:xfrm rot="20672971">
            <a:off x="1364089" y="5603095"/>
            <a:ext cx="2132169" cy="521536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601"/>
              <a:gd name="connsiteY0-52" fmla="*/ 596 h 10675"/>
              <a:gd name="connsiteX1-53" fmla="*/ 6157 w 10601"/>
              <a:gd name="connsiteY1-54" fmla="*/ 0 h 10675"/>
              <a:gd name="connsiteX2-55" fmla="*/ 10601 w 10601"/>
              <a:gd name="connsiteY2-56" fmla="*/ 9186 h 10675"/>
              <a:gd name="connsiteX3-57" fmla="*/ 7566 w 10601"/>
              <a:gd name="connsiteY3-58" fmla="*/ 10675 h 10675"/>
              <a:gd name="connsiteX4-59" fmla="*/ 0 w 10601"/>
              <a:gd name="connsiteY4-60" fmla="*/ 596 h 10675"/>
              <a:gd name="connsiteX0-61" fmla="*/ 0 w 10716"/>
              <a:gd name="connsiteY0-62" fmla="*/ 596 h 10675"/>
              <a:gd name="connsiteX1-63" fmla="*/ 6157 w 10716"/>
              <a:gd name="connsiteY1-64" fmla="*/ 0 h 10675"/>
              <a:gd name="connsiteX2-65" fmla="*/ 10716 w 10716"/>
              <a:gd name="connsiteY2-66" fmla="*/ 5887 h 10675"/>
              <a:gd name="connsiteX3-67" fmla="*/ 7566 w 10716"/>
              <a:gd name="connsiteY3-68" fmla="*/ 10675 h 10675"/>
              <a:gd name="connsiteX4-69" fmla="*/ 0 w 10716"/>
              <a:gd name="connsiteY4-70" fmla="*/ 596 h 106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6" h="10675">
                <a:moveTo>
                  <a:pt x="0" y="596"/>
                </a:moveTo>
                <a:lnTo>
                  <a:pt x="6157" y="0"/>
                </a:lnTo>
                <a:lnTo>
                  <a:pt x="10716" y="5887"/>
                </a:lnTo>
                <a:lnTo>
                  <a:pt x="7566" y="10675"/>
                </a:lnTo>
                <a:lnTo>
                  <a:pt x="0" y="59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流程图: 决策 6"/>
          <p:cNvSpPr/>
          <p:nvPr/>
        </p:nvSpPr>
        <p:spPr>
          <a:xfrm rot="20926064">
            <a:off x="797042" y="4061146"/>
            <a:ext cx="3266262" cy="434253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082"/>
              <a:gd name="connsiteY0-52" fmla="*/ 596 h 10675"/>
              <a:gd name="connsiteX1-53" fmla="*/ 6157 w 10082"/>
              <a:gd name="connsiteY1-54" fmla="*/ 0 h 10675"/>
              <a:gd name="connsiteX2-55" fmla="*/ 10082 w 10082"/>
              <a:gd name="connsiteY2-56" fmla="*/ 10082 h 10675"/>
              <a:gd name="connsiteX3-57" fmla="*/ 7566 w 10082"/>
              <a:gd name="connsiteY3-58" fmla="*/ 10675 h 10675"/>
              <a:gd name="connsiteX4-59" fmla="*/ 0 w 10082"/>
              <a:gd name="connsiteY4-60" fmla="*/ 596 h 10675"/>
              <a:gd name="connsiteX0-61" fmla="*/ 0 w 10082"/>
              <a:gd name="connsiteY0-62" fmla="*/ 596 h 10675"/>
              <a:gd name="connsiteX1-63" fmla="*/ 6157 w 10082"/>
              <a:gd name="connsiteY1-64" fmla="*/ 0 h 10675"/>
              <a:gd name="connsiteX2-65" fmla="*/ 10082 w 10082"/>
              <a:gd name="connsiteY2-66" fmla="*/ 8715 h 10675"/>
              <a:gd name="connsiteX3-67" fmla="*/ 7566 w 10082"/>
              <a:gd name="connsiteY3-68" fmla="*/ 10675 h 10675"/>
              <a:gd name="connsiteX4-69" fmla="*/ 0 w 10082"/>
              <a:gd name="connsiteY4-70" fmla="*/ 596 h 10675"/>
              <a:gd name="connsiteX0-71" fmla="*/ 0 w 10171"/>
              <a:gd name="connsiteY0-72" fmla="*/ 596 h 10675"/>
              <a:gd name="connsiteX1-73" fmla="*/ 6157 w 10171"/>
              <a:gd name="connsiteY1-74" fmla="*/ 0 h 10675"/>
              <a:gd name="connsiteX2-75" fmla="*/ 10171 w 10171"/>
              <a:gd name="connsiteY2-76" fmla="*/ 7190 h 10675"/>
              <a:gd name="connsiteX3-77" fmla="*/ 7566 w 10171"/>
              <a:gd name="connsiteY3-78" fmla="*/ 10675 h 10675"/>
              <a:gd name="connsiteX4-79" fmla="*/ 0 w 10171"/>
              <a:gd name="connsiteY4-80" fmla="*/ 596 h 106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71" h="10675">
                <a:moveTo>
                  <a:pt x="0" y="596"/>
                </a:moveTo>
                <a:lnTo>
                  <a:pt x="6157" y="0"/>
                </a:lnTo>
                <a:lnTo>
                  <a:pt x="10171" y="7190"/>
                </a:lnTo>
                <a:lnTo>
                  <a:pt x="7566" y="10675"/>
                </a:lnTo>
                <a:lnTo>
                  <a:pt x="0" y="5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流程图: 决策 6"/>
          <p:cNvSpPr/>
          <p:nvPr/>
        </p:nvSpPr>
        <p:spPr>
          <a:xfrm rot="20909760">
            <a:off x="220051" y="2440147"/>
            <a:ext cx="3598499" cy="642898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-1" fmla="*/ 0 w 10000"/>
              <a:gd name="connsiteY0-2" fmla="*/ 5000 h 11270"/>
              <a:gd name="connsiteX1-3" fmla="*/ 5000 w 10000"/>
              <a:gd name="connsiteY1-4" fmla="*/ 0 h 11270"/>
              <a:gd name="connsiteX2-5" fmla="*/ 10000 w 10000"/>
              <a:gd name="connsiteY2-6" fmla="*/ 5000 h 11270"/>
              <a:gd name="connsiteX3-7" fmla="*/ 5888 w 10000"/>
              <a:gd name="connsiteY3-8" fmla="*/ 11270 h 11270"/>
              <a:gd name="connsiteX4-9" fmla="*/ 0 w 10000"/>
              <a:gd name="connsiteY4-10" fmla="*/ 5000 h 11270"/>
              <a:gd name="connsiteX0-11" fmla="*/ 0 w 8919"/>
              <a:gd name="connsiteY0-12" fmla="*/ 5000 h 11270"/>
              <a:gd name="connsiteX1-13" fmla="*/ 5000 w 8919"/>
              <a:gd name="connsiteY1-14" fmla="*/ 0 h 11270"/>
              <a:gd name="connsiteX2-15" fmla="*/ 8919 w 8919"/>
              <a:gd name="connsiteY2-16" fmla="*/ 9433 h 11270"/>
              <a:gd name="connsiteX3-17" fmla="*/ 5888 w 8919"/>
              <a:gd name="connsiteY3-18" fmla="*/ 11270 h 11270"/>
              <a:gd name="connsiteX4-19" fmla="*/ 0 w 8919"/>
              <a:gd name="connsiteY4-20" fmla="*/ 5000 h 11270"/>
              <a:gd name="connsiteX0-21" fmla="*/ 0 w 10000"/>
              <a:gd name="connsiteY0-22" fmla="*/ 2256 h 7819"/>
              <a:gd name="connsiteX1-23" fmla="*/ 6375 w 10000"/>
              <a:gd name="connsiteY1-24" fmla="*/ 0 h 7819"/>
              <a:gd name="connsiteX2-25" fmla="*/ 10000 w 10000"/>
              <a:gd name="connsiteY2-26" fmla="*/ 6189 h 7819"/>
              <a:gd name="connsiteX3-27" fmla="*/ 6602 w 10000"/>
              <a:gd name="connsiteY3-28" fmla="*/ 7819 h 7819"/>
              <a:gd name="connsiteX4-29" fmla="*/ 0 w 10000"/>
              <a:gd name="connsiteY4-30" fmla="*/ 2256 h 7819"/>
              <a:gd name="connsiteX0-31" fmla="*/ 0 w 10000"/>
              <a:gd name="connsiteY0-32" fmla="*/ 451 h 7566"/>
              <a:gd name="connsiteX1-33" fmla="*/ 6157 w 10000"/>
              <a:gd name="connsiteY1-34" fmla="*/ 0 h 7566"/>
              <a:gd name="connsiteX2-35" fmla="*/ 10000 w 10000"/>
              <a:gd name="connsiteY2-36" fmla="*/ 5481 h 7566"/>
              <a:gd name="connsiteX3-37" fmla="*/ 6602 w 10000"/>
              <a:gd name="connsiteY3-38" fmla="*/ 7566 h 7566"/>
              <a:gd name="connsiteX4-39" fmla="*/ 0 w 10000"/>
              <a:gd name="connsiteY4-40" fmla="*/ 451 h 7566"/>
              <a:gd name="connsiteX0-41" fmla="*/ 0 w 10000"/>
              <a:gd name="connsiteY0-42" fmla="*/ 596 h 10675"/>
              <a:gd name="connsiteX1-43" fmla="*/ 6157 w 10000"/>
              <a:gd name="connsiteY1-44" fmla="*/ 0 h 10675"/>
              <a:gd name="connsiteX2-45" fmla="*/ 10000 w 10000"/>
              <a:gd name="connsiteY2-46" fmla="*/ 7244 h 10675"/>
              <a:gd name="connsiteX3-47" fmla="*/ 7566 w 10000"/>
              <a:gd name="connsiteY3-48" fmla="*/ 10675 h 10675"/>
              <a:gd name="connsiteX4-49" fmla="*/ 0 w 10000"/>
              <a:gd name="connsiteY4-50" fmla="*/ 596 h 10675"/>
              <a:gd name="connsiteX0-51" fmla="*/ 0 w 10041"/>
              <a:gd name="connsiteY0-52" fmla="*/ 596 h 10981"/>
              <a:gd name="connsiteX1-53" fmla="*/ 6157 w 10041"/>
              <a:gd name="connsiteY1-54" fmla="*/ 0 h 10981"/>
              <a:gd name="connsiteX2-55" fmla="*/ 10041 w 10041"/>
              <a:gd name="connsiteY2-56" fmla="*/ 10981 h 10981"/>
              <a:gd name="connsiteX3-57" fmla="*/ 7566 w 10041"/>
              <a:gd name="connsiteY3-58" fmla="*/ 10675 h 10981"/>
              <a:gd name="connsiteX4-59" fmla="*/ 0 w 10041"/>
              <a:gd name="connsiteY4-60" fmla="*/ 596 h 10981"/>
              <a:gd name="connsiteX0-61" fmla="*/ 0 w 10312"/>
              <a:gd name="connsiteY0-62" fmla="*/ 596 h 10675"/>
              <a:gd name="connsiteX1-63" fmla="*/ 6157 w 10312"/>
              <a:gd name="connsiteY1-64" fmla="*/ 0 h 10675"/>
              <a:gd name="connsiteX2-65" fmla="*/ 10312 w 10312"/>
              <a:gd name="connsiteY2-66" fmla="*/ 6778 h 10675"/>
              <a:gd name="connsiteX3-67" fmla="*/ 7566 w 10312"/>
              <a:gd name="connsiteY3-68" fmla="*/ 10675 h 10675"/>
              <a:gd name="connsiteX4-69" fmla="*/ 0 w 10312"/>
              <a:gd name="connsiteY4-70" fmla="*/ 596 h 10675"/>
              <a:gd name="connsiteX0-71" fmla="*/ 0 w 10493"/>
              <a:gd name="connsiteY0-72" fmla="*/ 596 h 10675"/>
              <a:gd name="connsiteX1-73" fmla="*/ 6157 w 10493"/>
              <a:gd name="connsiteY1-74" fmla="*/ 0 h 10675"/>
              <a:gd name="connsiteX2-75" fmla="*/ 10493 w 10493"/>
              <a:gd name="connsiteY2-76" fmla="*/ 6978 h 10675"/>
              <a:gd name="connsiteX3-77" fmla="*/ 7566 w 10493"/>
              <a:gd name="connsiteY3-78" fmla="*/ 10675 h 10675"/>
              <a:gd name="connsiteX4-79" fmla="*/ 0 w 10493"/>
              <a:gd name="connsiteY4-80" fmla="*/ 596 h 10675"/>
              <a:gd name="connsiteX0-81" fmla="*/ 0 w 11332"/>
              <a:gd name="connsiteY0-82" fmla="*/ 0 h 11825"/>
              <a:gd name="connsiteX1-83" fmla="*/ 6996 w 11332"/>
              <a:gd name="connsiteY1-84" fmla="*/ 1150 h 11825"/>
              <a:gd name="connsiteX2-85" fmla="*/ 11332 w 11332"/>
              <a:gd name="connsiteY2-86" fmla="*/ 8128 h 11825"/>
              <a:gd name="connsiteX3-87" fmla="*/ 8405 w 11332"/>
              <a:gd name="connsiteY3-88" fmla="*/ 11825 h 11825"/>
              <a:gd name="connsiteX4-89" fmla="*/ 0 w 11332"/>
              <a:gd name="connsiteY4-90" fmla="*/ 0 h 118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332" h="11825">
                <a:moveTo>
                  <a:pt x="0" y="0"/>
                </a:moveTo>
                <a:lnTo>
                  <a:pt x="6996" y="1150"/>
                </a:lnTo>
                <a:lnTo>
                  <a:pt x="11332" y="8128"/>
                </a:lnTo>
                <a:lnTo>
                  <a:pt x="8405" y="11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 4"/>
          <p:cNvSpPr/>
          <p:nvPr/>
        </p:nvSpPr>
        <p:spPr>
          <a:xfrm>
            <a:off x="192088" y="2761595"/>
            <a:ext cx="4390283" cy="1347656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20 w 2411182"/>
              <a:gd name="connsiteY0-202" fmla="*/ 25697 h 804393"/>
              <a:gd name="connsiteX1-203" fmla="*/ 2409820 w 2411182"/>
              <a:gd name="connsiteY1-204" fmla="*/ 8 h 804393"/>
              <a:gd name="connsiteX2-205" fmla="*/ 2128466 w 2411182"/>
              <a:gd name="connsiteY2-206" fmla="*/ 804393 h 804393"/>
              <a:gd name="connsiteX3-207" fmla="*/ 281373 w 2411182"/>
              <a:gd name="connsiteY3-208" fmla="*/ 791548 h 804393"/>
              <a:gd name="connsiteX4-209" fmla="*/ 20 w 2411182"/>
              <a:gd name="connsiteY4-210" fmla="*/ 25697 h 804393"/>
              <a:gd name="connsiteX0-211" fmla="*/ 20 w 2412149"/>
              <a:gd name="connsiteY0-212" fmla="*/ 25695 h 804391"/>
              <a:gd name="connsiteX1-213" fmla="*/ 2409820 w 2412149"/>
              <a:gd name="connsiteY1-214" fmla="*/ 6 h 804391"/>
              <a:gd name="connsiteX2-215" fmla="*/ 2128466 w 2412149"/>
              <a:gd name="connsiteY2-216" fmla="*/ 804391 h 804391"/>
              <a:gd name="connsiteX3-217" fmla="*/ 1229557 w 2412149"/>
              <a:gd name="connsiteY3-218" fmla="*/ 787343 h 804391"/>
              <a:gd name="connsiteX4-219" fmla="*/ 281373 w 2412149"/>
              <a:gd name="connsiteY4-220" fmla="*/ 791546 h 804391"/>
              <a:gd name="connsiteX5" fmla="*/ 20 w 2412149"/>
              <a:gd name="connsiteY5" fmla="*/ 25695 h 804391"/>
              <a:gd name="connsiteX0-221" fmla="*/ 20 w 2412149"/>
              <a:gd name="connsiteY0-222" fmla="*/ 25695 h 814182"/>
              <a:gd name="connsiteX1-223" fmla="*/ 2409820 w 2412149"/>
              <a:gd name="connsiteY1-224" fmla="*/ 6 h 814182"/>
              <a:gd name="connsiteX2-225" fmla="*/ 2128466 w 2412149"/>
              <a:gd name="connsiteY2-226" fmla="*/ 804391 h 814182"/>
              <a:gd name="connsiteX3-227" fmla="*/ 1222100 w 2412149"/>
              <a:gd name="connsiteY3-228" fmla="*/ 814182 h 814182"/>
              <a:gd name="connsiteX4-229" fmla="*/ 281373 w 2412149"/>
              <a:gd name="connsiteY4-230" fmla="*/ 791546 h 814182"/>
              <a:gd name="connsiteX5-231" fmla="*/ 20 w 2412149"/>
              <a:gd name="connsiteY5-232" fmla="*/ 25695 h 814182"/>
              <a:gd name="connsiteX0-233" fmla="*/ 20 w 2410718"/>
              <a:gd name="connsiteY0-234" fmla="*/ 25694 h 814181"/>
              <a:gd name="connsiteX1-235" fmla="*/ 2409820 w 2410718"/>
              <a:gd name="connsiteY1-236" fmla="*/ 5 h 814181"/>
              <a:gd name="connsiteX2-237" fmla="*/ 2128466 w 2410718"/>
              <a:gd name="connsiteY2-238" fmla="*/ 804390 h 814181"/>
              <a:gd name="connsiteX3-239" fmla="*/ 1222100 w 2410718"/>
              <a:gd name="connsiteY3-240" fmla="*/ 814181 h 814181"/>
              <a:gd name="connsiteX4-241" fmla="*/ 281373 w 2410718"/>
              <a:gd name="connsiteY4-242" fmla="*/ 791545 h 814181"/>
              <a:gd name="connsiteX5-243" fmla="*/ 20 w 2410718"/>
              <a:gd name="connsiteY5-244" fmla="*/ 25694 h 814181"/>
              <a:gd name="connsiteX0-245" fmla="*/ 20 w 2410718"/>
              <a:gd name="connsiteY0-246" fmla="*/ 25694 h 867858"/>
              <a:gd name="connsiteX1-247" fmla="*/ 2409820 w 2410718"/>
              <a:gd name="connsiteY1-248" fmla="*/ 5 h 867858"/>
              <a:gd name="connsiteX2-249" fmla="*/ 2128466 w 2410718"/>
              <a:gd name="connsiteY2-250" fmla="*/ 804390 h 867858"/>
              <a:gd name="connsiteX3-251" fmla="*/ 1214643 w 2410718"/>
              <a:gd name="connsiteY3-252" fmla="*/ 867858 h 867858"/>
              <a:gd name="connsiteX4-253" fmla="*/ 281373 w 2410718"/>
              <a:gd name="connsiteY4-254" fmla="*/ 791545 h 867858"/>
              <a:gd name="connsiteX5-255" fmla="*/ 20 w 2410718"/>
              <a:gd name="connsiteY5-256" fmla="*/ 25694 h 867858"/>
              <a:gd name="connsiteX0-257" fmla="*/ 20 w 2410718"/>
              <a:gd name="connsiteY0-258" fmla="*/ 25694 h 832073"/>
              <a:gd name="connsiteX1-259" fmla="*/ 2409820 w 2410718"/>
              <a:gd name="connsiteY1-260" fmla="*/ 5 h 832073"/>
              <a:gd name="connsiteX2-261" fmla="*/ 2128466 w 2410718"/>
              <a:gd name="connsiteY2-262" fmla="*/ 804390 h 832073"/>
              <a:gd name="connsiteX3-263" fmla="*/ 1214643 w 2410718"/>
              <a:gd name="connsiteY3-264" fmla="*/ 832073 h 832073"/>
              <a:gd name="connsiteX4-265" fmla="*/ 281373 w 2410718"/>
              <a:gd name="connsiteY4-266" fmla="*/ 791545 h 832073"/>
              <a:gd name="connsiteX5-267" fmla="*/ 20 w 2410718"/>
              <a:gd name="connsiteY5-268" fmla="*/ 25694 h 832073"/>
              <a:gd name="connsiteX0-269" fmla="*/ 20 w 2410718"/>
              <a:gd name="connsiteY0-270" fmla="*/ 25694 h 866829"/>
              <a:gd name="connsiteX1-271" fmla="*/ 2409820 w 2410718"/>
              <a:gd name="connsiteY1-272" fmla="*/ 5 h 866829"/>
              <a:gd name="connsiteX2-273" fmla="*/ 2128466 w 2410718"/>
              <a:gd name="connsiteY2-274" fmla="*/ 804390 h 866829"/>
              <a:gd name="connsiteX3-275" fmla="*/ 1214643 w 2410718"/>
              <a:gd name="connsiteY3-276" fmla="*/ 832073 h 866829"/>
              <a:gd name="connsiteX4-277" fmla="*/ 281373 w 2410718"/>
              <a:gd name="connsiteY4-278" fmla="*/ 791545 h 866829"/>
              <a:gd name="connsiteX5-279" fmla="*/ 20 w 2410718"/>
              <a:gd name="connsiteY5-280" fmla="*/ 25694 h 866829"/>
              <a:gd name="connsiteX0-281" fmla="*/ 20 w 2410718"/>
              <a:gd name="connsiteY0-282" fmla="*/ 25694 h 858839"/>
              <a:gd name="connsiteX1-283" fmla="*/ 2409820 w 2410718"/>
              <a:gd name="connsiteY1-284" fmla="*/ 5 h 858839"/>
              <a:gd name="connsiteX2-285" fmla="*/ 2128466 w 2410718"/>
              <a:gd name="connsiteY2-286" fmla="*/ 804390 h 858839"/>
              <a:gd name="connsiteX3-287" fmla="*/ 1214643 w 2410718"/>
              <a:gd name="connsiteY3-288" fmla="*/ 832073 h 858839"/>
              <a:gd name="connsiteX4-289" fmla="*/ 281373 w 2410718"/>
              <a:gd name="connsiteY4-290" fmla="*/ 791545 h 858839"/>
              <a:gd name="connsiteX5-291" fmla="*/ 20 w 2410718"/>
              <a:gd name="connsiteY5-292" fmla="*/ 25694 h 858839"/>
              <a:gd name="connsiteX0-293" fmla="*/ 20 w 2410718"/>
              <a:gd name="connsiteY0-294" fmla="*/ 25694 h 836850"/>
              <a:gd name="connsiteX1-295" fmla="*/ 2409820 w 2410718"/>
              <a:gd name="connsiteY1-296" fmla="*/ 5 h 836850"/>
              <a:gd name="connsiteX2-297" fmla="*/ 2128466 w 2410718"/>
              <a:gd name="connsiteY2-298" fmla="*/ 804390 h 836850"/>
              <a:gd name="connsiteX3-299" fmla="*/ 1214643 w 2410718"/>
              <a:gd name="connsiteY3-300" fmla="*/ 832073 h 836850"/>
              <a:gd name="connsiteX4-301" fmla="*/ 281373 w 2410718"/>
              <a:gd name="connsiteY4-302" fmla="*/ 791545 h 836850"/>
              <a:gd name="connsiteX5-303" fmla="*/ 20 w 2410718"/>
              <a:gd name="connsiteY5-304" fmla="*/ 25694 h 836850"/>
              <a:gd name="connsiteX0-305" fmla="*/ 20 w 2410718"/>
              <a:gd name="connsiteY0-306" fmla="*/ 25694 h 840739"/>
              <a:gd name="connsiteX1-307" fmla="*/ 2409820 w 2410718"/>
              <a:gd name="connsiteY1-308" fmla="*/ 5 h 840739"/>
              <a:gd name="connsiteX2-309" fmla="*/ 2128466 w 2410718"/>
              <a:gd name="connsiteY2-310" fmla="*/ 804390 h 840739"/>
              <a:gd name="connsiteX3-311" fmla="*/ 1214643 w 2410718"/>
              <a:gd name="connsiteY3-312" fmla="*/ 832073 h 840739"/>
              <a:gd name="connsiteX4-313" fmla="*/ 281373 w 2410718"/>
              <a:gd name="connsiteY4-314" fmla="*/ 791545 h 840739"/>
              <a:gd name="connsiteX5-315" fmla="*/ 20 w 2410718"/>
              <a:gd name="connsiteY5-316" fmla="*/ 25694 h 840739"/>
              <a:gd name="connsiteX0-317" fmla="*/ 20 w 2410718"/>
              <a:gd name="connsiteY0-318" fmla="*/ 25694 h 855476"/>
              <a:gd name="connsiteX1-319" fmla="*/ 2409820 w 2410718"/>
              <a:gd name="connsiteY1-320" fmla="*/ 5 h 855476"/>
              <a:gd name="connsiteX2-321" fmla="*/ 2128466 w 2410718"/>
              <a:gd name="connsiteY2-322" fmla="*/ 804390 h 855476"/>
              <a:gd name="connsiteX3-323" fmla="*/ 1169901 w 2410718"/>
              <a:gd name="connsiteY3-324" fmla="*/ 849965 h 855476"/>
              <a:gd name="connsiteX4-325" fmla="*/ 281373 w 2410718"/>
              <a:gd name="connsiteY4-326" fmla="*/ 791545 h 855476"/>
              <a:gd name="connsiteX5-327" fmla="*/ 20 w 2410718"/>
              <a:gd name="connsiteY5-328" fmla="*/ 25694 h 855476"/>
              <a:gd name="connsiteX0-329" fmla="*/ 20 w 2410718"/>
              <a:gd name="connsiteY0-330" fmla="*/ 25694 h 850751"/>
              <a:gd name="connsiteX1-331" fmla="*/ 2409820 w 2410718"/>
              <a:gd name="connsiteY1-332" fmla="*/ 5 h 850751"/>
              <a:gd name="connsiteX2-333" fmla="*/ 2128466 w 2410718"/>
              <a:gd name="connsiteY2-334" fmla="*/ 804390 h 850751"/>
              <a:gd name="connsiteX3-335" fmla="*/ 1169901 w 2410718"/>
              <a:gd name="connsiteY3-336" fmla="*/ 849965 h 850751"/>
              <a:gd name="connsiteX4-337" fmla="*/ 281373 w 2410718"/>
              <a:gd name="connsiteY4-338" fmla="*/ 791545 h 850751"/>
              <a:gd name="connsiteX5-339" fmla="*/ 20 w 2410718"/>
              <a:gd name="connsiteY5-340" fmla="*/ 25694 h 8507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31" y="connsiteY5-232"/>
              </a:cxn>
            </a:cxnLst>
            <a:rect l="l" t="t" r="r" b="b"/>
            <a:pathLst>
              <a:path w="2410718" h="850751">
                <a:moveTo>
                  <a:pt x="20" y="25694"/>
                </a:moveTo>
                <a:cubicBezTo>
                  <a:pt x="2601" y="33890"/>
                  <a:pt x="2390281" y="2256"/>
                  <a:pt x="2409820" y="5"/>
                </a:cubicBezTo>
                <a:cubicBezTo>
                  <a:pt x="2429359" y="-2246"/>
                  <a:pt x="2123840" y="798415"/>
                  <a:pt x="2128466" y="804390"/>
                </a:cubicBezTo>
                <a:cubicBezTo>
                  <a:pt x="1905884" y="840457"/>
                  <a:pt x="1488448" y="842600"/>
                  <a:pt x="1169901" y="849965"/>
                </a:cubicBezTo>
                <a:cubicBezTo>
                  <a:pt x="851354" y="857330"/>
                  <a:pt x="577549" y="811018"/>
                  <a:pt x="281373" y="791545"/>
                </a:cubicBezTo>
                <a:cubicBezTo>
                  <a:pt x="252924" y="771178"/>
                  <a:pt x="-2561" y="17498"/>
                  <a:pt x="20" y="25694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4"/>
          <p:cNvSpPr/>
          <p:nvPr/>
        </p:nvSpPr>
        <p:spPr>
          <a:xfrm>
            <a:off x="821804" y="4338305"/>
            <a:ext cx="3111620" cy="1388924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590 w 2412798"/>
              <a:gd name="connsiteY0-202" fmla="*/ 25695 h 804391"/>
              <a:gd name="connsiteX1-203" fmla="*/ 2410390 w 2412798"/>
              <a:gd name="connsiteY1-204" fmla="*/ 6 h 804391"/>
              <a:gd name="connsiteX2-205" fmla="*/ 2129036 w 2412798"/>
              <a:gd name="connsiteY2-206" fmla="*/ 804391 h 804391"/>
              <a:gd name="connsiteX3-207" fmla="*/ 1204231 w 2412798"/>
              <a:gd name="connsiteY3-208" fmla="*/ 784118 h 804391"/>
              <a:gd name="connsiteX4-209" fmla="*/ 281943 w 2412798"/>
              <a:gd name="connsiteY4-210" fmla="*/ 791546 h 804391"/>
              <a:gd name="connsiteX5" fmla="*/ 590 w 2412798"/>
              <a:gd name="connsiteY5" fmla="*/ 25695 h 804391"/>
              <a:gd name="connsiteX0-211" fmla="*/ 590 w 2411665"/>
              <a:gd name="connsiteY0-212" fmla="*/ 25695 h 804391"/>
              <a:gd name="connsiteX1-213" fmla="*/ 2410390 w 2411665"/>
              <a:gd name="connsiteY1-214" fmla="*/ 6 h 804391"/>
              <a:gd name="connsiteX2-215" fmla="*/ 2129036 w 2411665"/>
              <a:gd name="connsiteY2-216" fmla="*/ 804391 h 804391"/>
              <a:gd name="connsiteX3-217" fmla="*/ 1204231 w 2411665"/>
              <a:gd name="connsiteY3-218" fmla="*/ 784118 h 804391"/>
              <a:gd name="connsiteX4-219" fmla="*/ 281943 w 2411665"/>
              <a:gd name="connsiteY4-220" fmla="*/ 791546 h 804391"/>
              <a:gd name="connsiteX5-221" fmla="*/ 590 w 2411665"/>
              <a:gd name="connsiteY5-222" fmla="*/ 25695 h 804391"/>
              <a:gd name="connsiteX0-223" fmla="*/ 590 w 2411665"/>
              <a:gd name="connsiteY0-224" fmla="*/ 25695 h 856155"/>
              <a:gd name="connsiteX1-225" fmla="*/ 2410390 w 2411665"/>
              <a:gd name="connsiteY1-226" fmla="*/ 6 h 856155"/>
              <a:gd name="connsiteX2-227" fmla="*/ 2129036 w 2411665"/>
              <a:gd name="connsiteY2-228" fmla="*/ 804391 h 856155"/>
              <a:gd name="connsiteX3-229" fmla="*/ 1204231 w 2411665"/>
              <a:gd name="connsiteY3-230" fmla="*/ 856155 h 856155"/>
              <a:gd name="connsiteX4-231" fmla="*/ 281943 w 2411665"/>
              <a:gd name="connsiteY4-232" fmla="*/ 791546 h 856155"/>
              <a:gd name="connsiteX5-233" fmla="*/ 590 w 2411665"/>
              <a:gd name="connsiteY5-234" fmla="*/ 25695 h 856155"/>
              <a:gd name="connsiteX0-235" fmla="*/ 590 w 2411665"/>
              <a:gd name="connsiteY0-236" fmla="*/ 25695 h 892173"/>
              <a:gd name="connsiteX1-237" fmla="*/ 2410390 w 2411665"/>
              <a:gd name="connsiteY1-238" fmla="*/ 6 h 892173"/>
              <a:gd name="connsiteX2-239" fmla="*/ 2129036 w 2411665"/>
              <a:gd name="connsiteY2-240" fmla="*/ 804391 h 892173"/>
              <a:gd name="connsiteX3-241" fmla="*/ 1204231 w 2411665"/>
              <a:gd name="connsiteY3-242" fmla="*/ 892173 h 892173"/>
              <a:gd name="connsiteX4-243" fmla="*/ 281943 w 2411665"/>
              <a:gd name="connsiteY4-244" fmla="*/ 791546 h 892173"/>
              <a:gd name="connsiteX5-245" fmla="*/ 590 w 2411665"/>
              <a:gd name="connsiteY5-246" fmla="*/ 25695 h 892173"/>
              <a:gd name="connsiteX0-247" fmla="*/ 590 w 2411665"/>
              <a:gd name="connsiteY0-248" fmla="*/ 25695 h 911317"/>
              <a:gd name="connsiteX1-249" fmla="*/ 2410390 w 2411665"/>
              <a:gd name="connsiteY1-250" fmla="*/ 6 h 911317"/>
              <a:gd name="connsiteX2-251" fmla="*/ 2129036 w 2411665"/>
              <a:gd name="connsiteY2-252" fmla="*/ 804391 h 911317"/>
              <a:gd name="connsiteX3-253" fmla="*/ 1204231 w 2411665"/>
              <a:gd name="connsiteY3-254" fmla="*/ 892173 h 911317"/>
              <a:gd name="connsiteX4-255" fmla="*/ 281943 w 2411665"/>
              <a:gd name="connsiteY4-256" fmla="*/ 791546 h 911317"/>
              <a:gd name="connsiteX5-257" fmla="*/ 590 w 2411665"/>
              <a:gd name="connsiteY5-258" fmla="*/ 25695 h 911317"/>
              <a:gd name="connsiteX0-259" fmla="*/ 590 w 2411665"/>
              <a:gd name="connsiteY0-260" fmla="*/ 25695 h 895452"/>
              <a:gd name="connsiteX1-261" fmla="*/ 2410390 w 2411665"/>
              <a:gd name="connsiteY1-262" fmla="*/ 6 h 895452"/>
              <a:gd name="connsiteX2-263" fmla="*/ 2129036 w 2411665"/>
              <a:gd name="connsiteY2-264" fmla="*/ 804391 h 895452"/>
              <a:gd name="connsiteX3-265" fmla="*/ 1204231 w 2411665"/>
              <a:gd name="connsiteY3-266" fmla="*/ 892173 h 895452"/>
              <a:gd name="connsiteX4-267" fmla="*/ 281943 w 2411665"/>
              <a:gd name="connsiteY4-268" fmla="*/ 791546 h 895452"/>
              <a:gd name="connsiteX5-269" fmla="*/ 590 w 2411665"/>
              <a:gd name="connsiteY5-270" fmla="*/ 25695 h 895452"/>
              <a:gd name="connsiteX0-271" fmla="*/ 590 w 2411665"/>
              <a:gd name="connsiteY0-272" fmla="*/ 25695 h 892660"/>
              <a:gd name="connsiteX1-273" fmla="*/ 2410390 w 2411665"/>
              <a:gd name="connsiteY1-274" fmla="*/ 6 h 892660"/>
              <a:gd name="connsiteX2-275" fmla="*/ 2129036 w 2411665"/>
              <a:gd name="connsiteY2-276" fmla="*/ 804391 h 892660"/>
              <a:gd name="connsiteX3-277" fmla="*/ 1204231 w 2411665"/>
              <a:gd name="connsiteY3-278" fmla="*/ 892173 h 892660"/>
              <a:gd name="connsiteX4-279" fmla="*/ 281943 w 2411665"/>
              <a:gd name="connsiteY4-280" fmla="*/ 791546 h 892660"/>
              <a:gd name="connsiteX5-281" fmla="*/ 590 w 2411665"/>
              <a:gd name="connsiteY5-282" fmla="*/ 25695 h 892660"/>
              <a:gd name="connsiteX0-283" fmla="*/ 590 w 2411665"/>
              <a:gd name="connsiteY0-284" fmla="*/ 25695 h 892660"/>
              <a:gd name="connsiteX1-285" fmla="*/ 2410390 w 2411665"/>
              <a:gd name="connsiteY1-286" fmla="*/ 6 h 892660"/>
              <a:gd name="connsiteX2-287" fmla="*/ 2129036 w 2411665"/>
              <a:gd name="connsiteY2-288" fmla="*/ 804391 h 892660"/>
              <a:gd name="connsiteX3-289" fmla="*/ 1204231 w 2411665"/>
              <a:gd name="connsiteY3-290" fmla="*/ 892173 h 892660"/>
              <a:gd name="connsiteX4-291" fmla="*/ 281943 w 2411665"/>
              <a:gd name="connsiteY4-292" fmla="*/ 791546 h 892660"/>
              <a:gd name="connsiteX5-293" fmla="*/ 590 w 2411665"/>
              <a:gd name="connsiteY5-294" fmla="*/ 25695 h 892660"/>
              <a:gd name="connsiteX0-295" fmla="*/ 590 w 2411665"/>
              <a:gd name="connsiteY0-296" fmla="*/ 25695 h 892537"/>
              <a:gd name="connsiteX1-297" fmla="*/ 2410390 w 2411665"/>
              <a:gd name="connsiteY1-298" fmla="*/ 6 h 892537"/>
              <a:gd name="connsiteX2-299" fmla="*/ 2129036 w 2411665"/>
              <a:gd name="connsiteY2-300" fmla="*/ 804391 h 892537"/>
              <a:gd name="connsiteX3-301" fmla="*/ 1204231 w 2411665"/>
              <a:gd name="connsiteY3-302" fmla="*/ 892173 h 892537"/>
              <a:gd name="connsiteX4-303" fmla="*/ 281943 w 2411665"/>
              <a:gd name="connsiteY4-304" fmla="*/ 791546 h 892537"/>
              <a:gd name="connsiteX5-305" fmla="*/ 590 w 2411665"/>
              <a:gd name="connsiteY5-306" fmla="*/ 25695 h 892537"/>
              <a:gd name="connsiteX0-307" fmla="*/ 590 w 2411665"/>
              <a:gd name="connsiteY0-308" fmla="*/ 25695 h 892537"/>
              <a:gd name="connsiteX1-309" fmla="*/ 2410390 w 2411665"/>
              <a:gd name="connsiteY1-310" fmla="*/ 6 h 892537"/>
              <a:gd name="connsiteX2-311" fmla="*/ 2129036 w 2411665"/>
              <a:gd name="connsiteY2-312" fmla="*/ 804391 h 892537"/>
              <a:gd name="connsiteX3-313" fmla="*/ 1204231 w 2411665"/>
              <a:gd name="connsiteY3-314" fmla="*/ 892173 h 892537"/>
              <a:gd name="connsiteX4-315" fmla="*/ 281943 w 2411665"/>
              <a:gd name="connsiteY4-316" fmla="*/ 791546 h 892537"/>
              <a:gd name="connsiteX5-317" fmla="*/ 590 w 2411665"/>
              <a:gd name="connsiteY5-318" fmla="*/ 25695 h 892537"/>
              <a:gd name="connsiteX0-319" fmla="*/ 590 w 2411665"/>
              <a:gd name="connsiteY0-320" fmla="*/ 25695 h 928455"/>
              <a:gd name="connsiteX1-321" fmla="*/ 2410390 w 2411665"/>
              <a:gd name="connsiteY1-322" fmla="*/ 6 h 928455"/>
              <a:gd name="connsiteX2-323" fmla="*/ 2129036 w 2411665"/>
              <a:gd name="connsiteY2-324" fmla="*/ 804391 h 928455"/>
              <a:gd name="connsiteX3-325" fmla="*/ 1234253 w 2411665"/>
              <a:gd name="connsiteY3-326" fmla="*/ 928192 h 928455"/>
              <a:gd name="connsiteX4-327" fmla="*/ 281943 w 2411665"/>
              <a:gd name="connsiteY4-328" fmla="*/ 791546 h 928455"/>
              <a:gd name="connsiteX5-329" fmla="*/ 590 w 2411665"/>
              <a:gd name="connsiteY5-330" fmla="*/ 25695 h 928455"/>
              <a:gd name="connsiteX0-331" fmla="*/ 590 w 2411665"/>
              <a:gd name="connsiteY0-332" fmla="*/ 25695 h 880585"/>
              <a:gd name="connsiteX1-333" fmla="*/ 2410390 w 2411665"/>
              <a:gd name="connsiteY1-334" fmla="*/ 6 h 880585"/>
              <a:gd name="connsiteX2-335" fmla="*/ 2129036 w 2411665"/>
              <a:gd name="connsiteY2-336" fmla="*/ 804391 h 880585"/>
              <a:gd name="connsiteX3-337" fmla="*/ 1234253 w 2411665"/>
              <a:gd name="connsiteY3-338" fmla="*/ 880167 h 880585"/>
              <a:gd name="connsiteX4-339" fmla="*/ 281943 w 2411665"/>
              <a:gd name="connsiteY4-340" fmla="*/ 791546 h 880585"/>
              <a:gd name="connsiteX5-341" fmla="*/ 590 w 2411665"/>
              <a:gd name="connsiteY5-342" fmla="*/ 25695 h 8805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21" y="connsiteY5-222"/>
              </a:cxn>
            </a:cxnLst>
            <a:rect l="l" t="t" r="r" b="b"/>
            <a:pathLst>
              <a:path w="2411665" h="880585">
                <a:moveTo>
                  <a:pt x="590" y="25695"/>
                </a:moveTo>
                <a:cubicBezTo>
                  <a:pt x="15362" y="9377"/>
                  <a:pt x="2390851" y="2257"/>
                  <a:pt x="2410390" y="6"/>
                </a:cubicBezTo>
                <a:cubicBezTo>
                  <a:pt x="2429929" y="-2245"/>
                  <a:pt x="2219982" y="673707"/>
                  <a:pt x="2129036" y="804391"/>
                </a:cubicBezTo>
                <a:cubicBezTo>
                  <a:pt x="2110981" y="809639"/>
                  <a:pt x="1612572" y="886925"/>
                  <a:pt x="1234253" y="880167"/>
                </a:cubicBezTo>
                <a:cubicBezTo>
                  <a:pt x="855934" y="873409"/>
                  <a:pt x="332440" y="827904"/>
                  <a:pt x="281943" y="791546"/>
                </a:cubicBezTo>
                <a:cubicBezTo>
                  <a:pt x="253494" y="771179"/>
                  <a:pt x="-14182" y="42013"/>
                  <a:pt x="590" y="25695"/>
                </a:cubicBezTo>
                <a:close/>
              </a:path>
            </a:pathLst>
          </a:custGeom>
          <a:solidFill>
            <a:schemeClr val="accent3"/>
          </a:solidFill>
          <a:ln w="25400" cap="flat" cmpd="sng" algn="ctr">
            <a:solidFill>
              <a:schemeClr val="accent3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4"/>
          <p:cNvSpPr/>
          <p:nvPr/>
        </p:nvSpPr>
        <p:spPr>
          <a:xfrm>
            <a:off x="1378370" y="5899245"/>
            <a:ext cx="1971298" cy="417659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590 w 2412666"/>
              <a:gd name="connsiteY0-202" fmla="*/ 25695 h 804391"/>
              <a:gd name="connsiteX1-203" fmla="*/ 2410390 w 2412666"/>
              <a:gd name="connsiteY1-204" fmla="*/ 6 h 804391"/>
              <a:gd name="connsiteX2-205" fmla="*/ 2129036 w 2412666"/>
              <a:gd name="connsiteY2-206" fmla="*/ 804391 h 804391"/>
              <a:gd name="connsiteX3-207" fmla="*/ 1248861 w 2412666"/>
              <a:gd name="connsiteY3-208" fmla="*/ 799589 h 804391"/>
              <a:gd name="connsiteX4-209" fmla="*/ 281943 w 2412666"/>
              <a:gd name="connsiteY4-210" fmla="*/ 791546 h 804391"/>
              <a:gd name="connsiteX5" fmla="*/ 590 w 2412666"/>
              <a:gd name="connsiteY5" fmla="*/ 25695 h 804391"/>
              <a:gd name="connsiteX0-211" fmla="*/ 590 w 2411677"/>
              <a:gd name="connsiteY0-212" fmla="*/ 25695 h 804391"/>
              <a:gd name="connsiteX1-213" fmla="*/ 2410390 w 2411677"/>
              <a:gd name="connsiteY1-214" fmla="*/ 6 h 804391"/>
              <a:gd name="connsiteX2-215" fmla="*/ 2129036 w 2411677"/>
              <a:gd name="connsiteY2-216" fmla="*/ 804391 h 804391"/>
              <a:gd name="connsiteX3-217" fmla="*/ 1248861 w 2411677"/>
              <a:gd name="connsiteY3-218" fmla="*/ 799589 h 804391"/>
              <a:gd name="connsiteX4-219" fmla="*/ 281943 w 2411677"/>
              <a:gd name="connsiteY4-220" fmla="*/ 791546 h 804391"/>
              <a:gd name="connsiteX5-221" fmla="*/ 590 w 2411677"/>
              <a:gd name="connsiteY5-222" fmla="*/ 25695 h 804391"/>
              <a:gd name="connsiteX0-223" fmla="*/ 590 w 2411678"/>
              <a:gd name="connsiteY0-224" fmla="*/ 25695 h 898030"/>
              <a:gd name="connsiteX1-225" fmla="*/ 2410390 w 2411678"/>
              <a:gd name="connsiteY1-226" fmla="*/ 6 h 898030"/>
              <a:gd name="connsiteX2-227" fmla="*/ 2129036 w 2411678"/>
              <a:gd name="connsiteY2-228" fmla="*/ 804391 h 898030"/>
              <a:gd name="connsiteX3-229" fmla="*/ 1248861 w 2411678"/>
              <a:gd name="connsiteY3-230" fmla="*/ 898030 h 898030"/>
              <a:gd name="connsiteX4-231" fmla="*/ 281943 w 2411678"/>
              <a:gd name="connsiteY4-232" fmla="*/ 791546 h 898030"/>
              <a:gd name="connsiteX5-233" fmla="*/ 590 w 2411678"/>
              <a:gd name="connsiteY5-234" fmla="*/ 25695 h 898030"/>
              <a:gd name="connsiteX0-235" fmla="*/ 590 w 2411678"/>
              <a:gd name="connsiteY0-236" fmla="*/ 25695 h 916618"/>
              <a:gd name="connsiteX1-237" fmla="*/ 2410390 w 2411678"/>
              <a:gd name="connsiteY1-238" fmla="*/ 6 h 916618"/>
              <a:gd name="connsiteX2-239" fmla="*/ 2129036 w 2411678"/>
              <a:gd name="connsiteY2-240" fmla="*/ 804391 h 916618"/>
              <a:gd name="connsiteX3-241" fmla="*/ 1248861 w 2411678"/>
              <a:gd name="connsiteY3-242" fmla="*/ 898030 h 916618"/>
              <a:gd name="connsiteX4-243" fmla="*/ 281943 w 2411678"/>
              <a:gd name="connsiteY4-244" fmla="*/ 791546 h 916618"/>
              <a:gd name="connsiteX5-245" fmla="*/ 590 w 2411678"/>
              <a:gd name="connsiteY5-246" fmla="*/ 25695 h 916618"/>
              <a:gd name="connsiteX0-247" fmla="*/ 590 w 2411678"/>
              <a:gd name="connsiteY0-248" fmla="*/ 25695 h 904127"/>
              <a:gd name="connsiteX1-249" fmla="*/ 2410390 w 2411678"/>
              <a:gd name="connsiteY1-250" fmla="*/ 6 h 904127"/>
              <a:gd name="connsiteX2-251" fmla="*/ 2129036 w 2411678"/>
              <a:gd name="connsiteY2-252" fmla="*/ 804391 h 904127"/>
              <a:gd name="connsiteX3-253" fmla="*/ 1248861 w 2411678"/>
              <a:gd name="connsiteY3-254" fmla="*/ 898030 h 904127"/>
              <a:gd name="connsiteX4-255" fmla="*/ 281943 w 2411678"/>
              <a:gd name="connsiteY4-256" fmla="*/ 791546 h 904127"/>
              <a:gd name="connsiteX5-257" fmla="*/ 590 w 2411678"/>
              <a:gd name="connsiteY5-258" fmla="*/ 25695 h 904127"/>
              <a:gd name="connsiteX0-259" fmla="*/ 590 w 2411678"/>
              <a:gd name="connsiteY0-260" fmla="*/ 25695 h 899138"/>
              <a:gd name="connsiteX1-261" fmla="*/ 2410390 w 2411678"/>
              <a:gd name="connsiteY1-262" fmla="*/ 6 h 899138"/>
              <a:gd name="connsiteX2-263" fmla="*/ 2129036 w 2411678"/>
              <a:gd name="connsiteY2-264" fmla="*/ 804391 h 899138"/>
              <a:gd name="connsiteX3-265" fmla="*/ 1248861 w 2411678"/>
              <a:gd name="connsiteY3-266" fmla="*/ 898030 h 899138"/>
              <a:gd name="connsiteX4-267" fmla="*/ 281943 w 2411678"/>
              <a:gd name="connsiteY4-268" fmla="*/ 791546 h 899138"/>
              <a:gd name="connsiteX5-269" fmla="*/ 590 w 2411678"/>
              <a:gd name="connsiteY5-270" fmla="*/ 25695 h 899138"/>
              <a:gd name="connsiteX0-271" fmla="*/ 590 w 2411678"/>
              <a:gd name="connsiteY0-272" fmla="*/ 25695 h 954940"/>
              <a:gd name="connsiteX1-273" fmla="*/ 2410390 w 2411678"/>
              <a:gd name="connsiteY1-274" fmla="*/ 6 h 954940"/>
              <a:gd name="connsiteX2-275" fmla="*/ 2129036 w 2411678"/>
              <a:gd name="connsiteY2-276" fmla="*/ 804391 h 954940"/>
              <a:gd name="connsiteX3-277" fmla="*/ 1248861 w 2411678"/>
              <a:gd name="connsiteY3-278" fmla="*/ 954283 h 954940"/>
              <a:gd name="connsiteX4-279" fmla="*/ 281943 w 2411678"/>
              <a:gd name="connsiteY4-280" fmla="*/ 791546 h 954940"/>
              <a:gd name="connsiteX5-281" fmla="*/ 590 w 2411678"/>
              <a:gd name="connsiteY5-282" fmla="*/ 25695 h 954940"/>
              <a:gd name="connsiteX0-283" fmla="*/ 590 w 2411678"/>
              <a:gd name="connsiteY0-284" fmla="*/ 25695 h 926980"/>
              <a:gd name="connsiteX1-285" fmla="*/ 2410390 w 2411678"/>
              <a:gd name="connsiteY1-286" fmla="*/ 6 h 926980"/>
              <a:gd name="connsiteX2-287" fmla="*/ 2129036 w 2411678"/>
              <a:gd name="connsiteY2-288" fmla="*/ 804391 h 926980"/>
              <a:gd name="connsiteX3-289" fmla="*/ 1306228 w 2411678"/>
              <a:gd name="connsiteY3-290" fmla="*/ 926155 h 926980"/>
              <a:gd name="connsiteX4-291" fmla="*/ 281943 w 2411678"/>
              <a:gd name="connsiteY4-292" fmla="*/ 791546 h 926980"/>
              <a:gd name="connsiteX5-293" fmla="*/ 590 w 2411678"/>
              <a:gd name="connsiteY5-294" fmla="*/ 25695 h 926980"/>
              <a:gd name="connsiteX0-295" fmla="*/ 590 w 2411678"/>
              <a:gd name="connsiteY0-296" fmla="*/ 25695 h 926980"/>
              <a:gd name="connsiteX1-297" fmla="*/ 2410390 w 2411678"/>
              <a:gd name="connsiteY1-298" fmla="*/ 6 h 926980"/>
              <a:gd name="connsiteX2-299" fmla="*/ 2129036 w 2411678"/>
              <a:gd name="connsiteY2-300" fmla="*/ 804391 h 926980"/>
              <a:gd name="connsiteX3-301" fmla="*/ 1306228 w 2411678"/>
              <a:gd name="connsiteY3-302" fmla="*/ 926155 h 926980"/>
              <a:gd name="connsiteX4-303" fmla="*/ 281943 w 2411678"/>
              <a:gd name="connsiteY4-304" fmla="*/ 791546 h 926980"/>
              <a:gd name="connsiteX5-305" fmla="*/ 590 w 2411678"/>
              <a:gd name="connsiteY5-306" fmla="*/ 25695 h 926980"/>
              <a:gd name="connsiteX0-307" fmla="*/ 590 w 2411678"/>
              <a:gd name="connsiteY0-308" fmla="*/ 25695 h 926980"/>
              <a:gd name="connsiteX1-309" fmla="*/ 2410390 w 2411678"/>
              <a:gd name="connsiteY1-310" fmla="*/ 6 h 926980"/>
              <a:gd name="connsiteX2-311" fmla="*/ 2129036 w 2411678"/>
              <a:gd name="connsiteY2-312" fmla="*/ 804391 h 926980"/>
              <a:gd name="connsiteX3-313" fmla="*/ 1306228 w 2411678"/>
              <a:gd name="connsiteY3-314" fmla="*/ 926155 h 926980"/>
              <a:gd name="connsiteX4-315" fmla="*/ 281943 w 2411678"/>
              <a:gd name="connsiteY4-316" fmla="*/ 791546 h 926980"/>
              <a:gd name="connsiteX5-317" fmla="*/ 590 w 2411678"/>
              <a:gd name="connsiteY5-318" fmla="*/ 25695 h 9269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21" y="connsiteY5-222"/>
              </a:cxn>
            </a:cxnLst>
            <a:rect l="l" t="t" r="r" b="b"/>
            <a:pathLst>
              <a:path w="2411678" h="926980">
                <a:moveTo>
                  <a:pt x="590" y="25695"/>
                </a:moveTo>
                <a:cubicBezTo>
                  <a:pt x="15362" y="9377"/>
                  <a:pt x="2390851" y="2257"/>
                  <a:pt x="2410390" y="6"/>
                </a:cubicBezTo>
                <a:cubicBezTo>
                  <a:pt x="2429929" y="-2245"/>
                  <a:pt x="2222230" y="671127"/>
                  <a:pt x="2129036" y="804391"/>
                </a:cubicBezTo>
                <a:cubicBezTo>
                  <a:pt x="2093799" y="835604"/>
                  <a:pt x="1585278" y="937133"/>
                  <a:pt x="1306228" y="926155"/>
                </a:cubicBezTo>
                <a:cubicBezTo>
                  <a:pt x="1027178" y="915177"/>
                  <a:pt x="389594" y="908808"/>
                  <a:pt x="281943" y="791546"/>
                </a:cubicBezTo>
                <a:cubicBezTo>
                  <a:pt x="253494" y="771179"/>
                  <a:pt x="-14182" y="42013"/>
                  <a:pt x="590" y="25695"/>
                </a:cubicBezTo>
                <a:close/>
              </a:path>
            </a:pathLst>
          </a:custGeom>
          <a:solidFill>
            <a:schemeClr val="accent4"/>
          </a:solidFill>
          <a:ln w="25400" cap="flat" cmpd="sng" algn="ctr">
            <a:solidFill>
              <a:schemeClr val="accent4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4"/>
          <p:cNvSpPr/>
          <p:nvPr/>
        </p:nvSpPr>
        <p:spPr>
          <a:xfrm>
            <a:off x="546822" y="1247390"/>
            <a:ext cx="3680814" cy="1332495"/>
          </a:xfrm>
          <a:custGeom>
            <a:avLst/>
            <a:gdLst>
              <a:gd name="connsiteX0" fmla="*/ 0 w 1800200"/>
              <a:gd name="connsiteY0" fmla="*/ 0 h 720080"/>
              <a:gd name="connsiteX1" fmla="*/ 1800200 w 1800200"/>
              <a:gd name="connsiteY1" fmla="*/ 0 h 720080"/>
              <a:gd name="connsiteX2" fmla="*/ 1800200 w 1800200"/>
              <a:gd name="connsiteY2" fmla="*/ 720080 h 720080"/>
              <a:gd name="connsiteX3" fmla="*/ 0 w 1800200"/>
              <a:gd name="connsiteY3" fmla="*/ 720080 h 720080"/>
              <a:gd name="connsiteX4" fmla="*/ 0 w 1800200"/>
              <a:gd name="connsiteY4" fmla="*/ 0 h 720080"/>
              <a:gd name="connsiteX0-1" fmla="*/ 0 w 1999492"/>
              <a:gd name="connsiteY0-2" fmla="*/ 0 h 755250"/>
              <a:gd name="connsiteX1-3" fmla="*/ 1999492 w 1999492"/>
              <a:gd name="connsiteY1-4" fmla="*/ 35170 h 755250"/>
              <a:gd name="connsiteX2-5" fmla="*/ 1999492 w 1999492"/>
              <a:gd name="connsiteY2-6" fmla="*/ 755250 h 755250"/>
              <a:gd name="connsiteX3-7" fmla="*/ 199292 w 1999492"/>
              <a:gd name="connsiteY3-8" fmla="*/ 755250 h 755250"/>
              <a:gd name="connsiteX4-9" fmla="*/ 0 w 1999492"/>
              <a:gd name="connsiteY4-10" fmla="*/ 0 h 755250"/>
              <a:gd name="connsiteX0-11" fmla="*/ 0 w 2222231"/>
              <a:gd name="connsiteY0-12" fmla="*/ 11722 h 766972"/>
              <a:gd name="connsiteX1-13" fmla="*/ 2222231 w 2222231"/>
              <a:gd name="connsiteY1-14" fmla="*/ 0 h 766972"/>
              <a:gd name="connsiteX2-15" fmla="*/ 1999492 w 2222231"/>
              <a:gd name="connsiteY2-16" fmla="*/ 766972 h 766972"/>
              <a:gd name="connsiteX3-17" fmla="*/ 199292 w 2222231"/>
              <a:gd name="connsiteY3-18" fmla="*/ 766972 h 766972"/>
              <a:gd name="connsiteX4-19" fmla="*/ 0 w 2222231"/>
              <a:gd name="connsiteY4-20" fmla="*/ 11722 h 766972"/>
              <a:gd name="connsiteX0-21" fmla="*/ 173185 w 2395416"/>
              <a:gd name="connsiteY0-22" fmla="*/ 101170 h 856420"/>
              <a:gd name="connsiteX1-23" fmla="*/ 2395416 w 2395416"/>
              <a:gd name="connsiteY1-24" fmla="*/ 89448 h 856420"/>
              <a:gd name="connsiteX2-25" fmla="*/ 2172677 w 2395416"/>
              <a:gd name="connsiteY2-26" fmla="*/ 856420 h 856420"/>
              <a:gd name="connsiteX3-27" fmla="*/ 372477 w 2395416"/>
              <a:gd name="connsiteY3-28" fmla="*/ 856420 h 856420"/>
              <a:gd name="connsiteX4-29" fmla="*/ 173185 w 2395416"/>
              <a:gd name="connsiteY4-30" fmla="*/ 101170 h 856420"/>
              <a:gd name="connsiteX0-31" fmla="*/ 30282 w 2252513"/>
              <a:gd name="connsiteY0-32" fmla="*/ 101170 h 856420"/>
              <a:gd name="connsiteX1-33" fmla="*/ 2252513 w 2252513"/>
              <a:gd name="connsiteY1-34" fmla="*/ 89448 h 856420"/>
              <a:gd name="connsiteX2-35" fmla="*/ 2029774 w 2252513"/>
              <a:gd name="connsiteY2-36" fmla="*/ 856420 h 856420"/>
              <a:gd name="connsiteX3-37" fmla="*/ 229574 w 2252513"/>
              <a:gd name="connsiteY3-38" fmla="*/ 856420 h 856420"/>
              <a:gd name="connsiteX4-39" fmla="*/ 30282 w 2252513"/>
              <a:gd name="connsiteY4-40" fmla="*/ 101170 h 856420"/>
              <a:gd name="connsiteX0-41" fmla="*/ 321 w 2222552"/>
              <a:gd name="connsiteY0-42" fmla="*/ 101170 h 856420"/>
              <a:gd name="connsiteX1-43" fmla="*/ 2222552 w 2222552"/>
              <a:gd name="connsiteY1-44" fmla="*/ 89448 h 856420"/>
              <a:gd name="connsiteX2-45" fmla="*/ 1999813 w 2222552"/>
              <a:gd name="connsiteY2-46" fmla="*/ 856420 h 856420"/>
              <a:gd name="connsiteX3-47" fmla="*/ 199613 w 2222552"/>
              <a:gd name="connsiteY3-48" fmla="*/ 856420 h 856420"/>
              <a:gd name="connsiteX4-49" fmla="*/ 321 w 2222552"/>
              <a:gd name="connsiteY4-50" fmla="*/ 101170 h 856420"/>
              <a:gd name="connsiteX0-51" fmla="*/ 189 w 2351374"/>
              <a:gd name="connsiteY0-52" fmla="*/ 89514 h 868210"/>
              <a:gd name="connsiteX1-53" fmla="*/ 2351374 w 2351374"/>
              <a:gd name="connsiteY1-54" fmla="*/ 101238 h 868210"/>
              <a:gd name="connsiteX2-55" fmla="*/ 2128635 w 2351374"/>
              <a:gd name="connsiteY2-56" fmla="*/ 868210 h 868210"/>
              <a:gd name="connsiteX3-57" fmla="*/ 328435 w 2351374"/>
              <a:gd name="connsiteY3-58" fmla="*/ 868210 h 868210"/>
              <a:gd name="connsiteX4-59" fmla="*/ 189 w 2351374"/>
              <a:gd name="connsiteY4-60" fmla="*/ 89514 h 868210"/>
              <a:gd name="connsiteX0-61" fmla="*/ 3 w 2351188"/>
              <a:gd name="connsiteY0-62" fmla="*/ 60152 h 838848"/>
              <a:gd name="connsiteX1-63" fmla="*/ 2351188 w 2351188"/>
              <a:gd name="connsiteY1-64" fmla="*/ 71876 h 838848"/>
              <a:gd name="connsiteX2-65" fmla="*/ 2128449 w 2351188"/>
              <a:gd name="connsiteY2-66" fmla="*/ 838848 h 838848"/>
              <a:gd name="connsiteX3-67" fmla="*/ 328249 w 2351188"/>
              <a:gd name="connsiteY3-68" fmla="*/ 838848 h 838848"/>
              <a:gd name="connsiteX4-69" fmla="*/ 3 w 2351188"/>
              <a:gd name="connsiteY4-70" fmla="*/ 60152 h 838848"/>
              <a:gd name="connsiteX0-71" fmla="*/ 3 w 2351188"/>
              <a:gd name="connsiteY0-72" fmla="*/ 21866 h 800562"/>
              <a:gd name="connsiteX1-73" fmla="*/ 2351188 w 2351188"/>
              <a:gd name="connsiteY1-74" fmla="*/ 33590 h 800562"/>
              <a:gd name="connsiteX2-75" fmla="*/ 2128449 w 2351188"/>
              <a:gd name="connsiteY2-76" fmla="*/ 800562 h 800562"/>
              <a:gd name="connsiteX3-77" fmla="*/ 328249 w 2351188"/>
              <a:gd name="connsiteY3-78" fmla="*/ 800562 h 800562"/>
              <a:gd name="connsiteX4-79" fmla="*/ 3 w 2351188"/>
              <a:gd name="connsiteY4-80" fmla="*/ 21866 h 800562"/>
              <a:gd name="connsiteX0-81" fmla="*/ 3 w 2352856"/>
              <a:gd name="connsiteY0-82" fmla="*/ 116403 h 895099"/>
              <a:gd name="connsiteX1-83" fmla="*/ 2351188 w 2352856"/>
              <a:gd name="connsiteY1-84" fmla="*/ 128127 h 895099"/>
              <a:gd name="connsiteX2-85" fmla="*/ 2128449 w 2352856"/>
              <a:gd name="connsiteY2-86" fmla="*/ 895099 h 895099"/>
              <a:gd name="connsiteX3-87" fmla="*/ 328249 w 2352856"/>
              <a:gd name="connsiteY3-88" fmla="*/ 895099 h 895099"/>
              <a:gd name="connsiteX4-89" fmla="*/ 3 w 2352856"/>
              <a:gd name="connsiteY4-90" fmla="*/ 116403 h 895099"/>
              <a:gd name="connsiteX0-91" fmla="*/ 102032 w 2513720"/>
              <a:gd name="connsiteY0-92" fmla="*/ 148208 h 926904"/>
              <a:gd name="connsiteX1-93" fmla="*/ 2511832 w 2513720"/>
              <a:gd name="connsiteY1-94" fmla="*/ 148209 h 926904"/>
              <a:gd name="connsiteX2-95" fmla="*/ 2230478 w 2513720"/>
              <a:gd name="connsiteY2-96" fmla="*/ 926904 h 926904"/>
              <a:gd name="connsiteX3-97" fmla="*/ 430278 w 2513720"/>
              <a:gd name="connsiteY3-98" fmla="*/ 926904 h 926904"/>
              <a:gd name="connsiteX4-99" fmla="*/ 102032 w 2513720"/>
              <a:gd name="connsiteY4-100" fmla="*/ 148208 h 926904"/>
              <a:gd name="connsiteX0-101" fmla="*/ 102032 w 2513123"/>
              <a:gd name="connsiteY0-102" fmla="*/ 57184 h 835880"/>
              <a:gd name="connsiteX1-103" fmla="*/ 2511832 w 2513123"/>
              <a:gd name="connsiteY1-104" fmla="*/ 57185 h 835880"/>
              <a:gd name="connsiteX2-105" fmla="*/ 2230478 w 2513123"/>
              <a:gd name="connsiteY2-106" fmla="*/ 835880 h 835880"/>
              <a:gd name="connsiteX3-107" fmla="*/ 430278 w 2513123"/>
              <a:gd name="connsiteY3-108" fmla="*/ 835880 h 835880"/>
              <a:gd name="connsiteX4-109" fmla="*/ 102032 w 2513123"/>
              <a:gd name="connsiteY4-110" fmla="*/ 57184 h 835880"/>
              <a:gd name="connsiteX0-111" fmla="*/ 7862 w 2418953"/>
              <a:gd name="connsiteY0-112" fmla="*/ 15510 h 794206"/>
              <a:gd name="connsiteX1-113" fmla="*/ 2417662 w 2418953"/>
              <a:gd name="connsiteY1-114" fmla="*/ 15511 h 794206"/>
              <a:gd name="connsiteX2-115" fmla="*/ 2136308 w 2418953"/>
              <a:gd name="connsiteY2-116" fmla="*/ 794206 h 794206"/>
              <a:gd name="connsiteX3-117" fmla="*/ 336108 w 2418953"/>
              <a:gd name="connsiteY3-118" fmla="*/ 794206 h 794206"/>
              <a:gd name="connsiteX4-119" fmla="*/ 7862 w 2418953"/>
              <a:gd name="connsiteY4-120" fmla="*/ 15510 h 794206"/>
              <a:gd name="connsiteX0-121" fmla="*/ 8 w 2411099"/>
              <a:gd name="connsiteY0-122" fmla="*/ 10305 h 789001"/>
              <a:gd name="connsiteX1-123" fmla="*/ 2409808 w 2411099"/>
              <a:gd name="connsiteY1-124" fmla="*/ 10306 h 789001"/>
              <a:gd name="connsiteX2-125" fmla="*/ 2128454 w 2411099"/>
              <a:gd name="connsiteY2-126" fmla="*/ 789001 h 789001"/>
              <a:gd name="connsiteX3-127" fmla="*/ 328254 w 2411099"/>
              <a:gd name="connsiteY3-128" fmla="*/ 789001 h 789001"/>
              <a:gd name="connsiteX4-129" fmla="*/ 8 w 2411099"/>
              <a:gd name="connsiteY4-130" fmla="*/ 10305 h 789001"/>
              <a:gd name="connsiteX0-131" fmla="*/ 110847 w 2521938"/>
              <a:gd name="connsiteY0-132" fmla="*/ 56232 h 834928"/>
              <a:gd name="connsiteX1-133" fmla="*/ 2520647 w 2521938"/>
              <a:gd name="connsiteY1-134" fmla="*/ 56233 h 834928"/>
              <a:gd name="connsiteX2-135" fmla="*/ 2239293 w 2521938"/>
              <a:gd name="connsiteY2-136" fmla="*/ 834928 h 834928"/>
              <a:gd name="connsiteX3-137" fmla="*/ 392200 w 2521938"/>
              <a:gd name="connsiteY3-138" fmla="*/ 822083 h 834928"/>
              <a:gd name="connsiteX4-139" fmla="*/ 110847 w 2521938"/>
              <a:gd name="connsiteY4-140" fmla="*/ 56232 h 834928"/>
              <a:gd name="connsiteX0-141" fmla="*/ 3452 w 2414543"/>
              <a:gd name="connsiteY0-142" fmla="*/ 50526 h 829222"/>
              <a:gd name="connsiteX1-143" fmla="*/ 2413252 w 2414543"/>
              <a:gd name="connsiteY1-144" fmla="*/ 50527 h 829222"/>
              <a:gd name="connsiteX2-145" fmla="*/ 2131898 w 2414543"/>
              <a:gd name="connsiteY2-146" fmla="*/ 829222 h 829222"/>
              <a:gd name="connsiteX3-147" fmla="*/ 284805 w 2414543"/>
              <a:gd name="connsiteY3-148" fmla="*/ 816377 h 829222"/>
              <a:gd name="connsiteX4-149" fmla="*/ 3452 w 2414543"/>
              <a:gd name="connsiteY4-150" fmla="*/ 50526 h 829222"/>
              <a:gd name="connsiteX0-151" fmla="*/ 110847 w 2521938"/>
              <a:gd name="connsiteY0-152" fmla="*/ 65515 h 844211"/>
              <a:gd name="connsiteX1-153" fmla="*/ 2520647 w 2521938"/>
              <a:gd name="connsiteY1-154" fmla="*/ 39826 h 844211"/>
              <a:gd name="connsiteX2-155" fmla="*/ 2239293 w 2521938"/>
              <a:gd name="connsiteY2-156" fmla="*/ 844211 h 844211"/>
              <a:gd name="connsiteX3-157" fmla="*/ 392200 w 2521938"/>
              <a:gd name="connsiteY3-158" fmla="*/ 831366 h 844211"/>
              <a:gd name="connsiteX4-159" fmla="*/ 110847 w 2521938"/>
              <a:gd name="connsiteY4-160" fmla="*/ 65515 h 844211"/>
              <a:gd name="connsiteX0-161" fmla="*/ 110847 w 2522511"/>
              <a:gd name="connsiteY0-162" fmla="*/ 65515 h 844211"/>
              <a:gd name="connsiteX1-163" fmla="*/ 2520647 w 2522511"/>
              <a:gd name="connsiteY1-164" fmla="*/ 39826 h 844211"/>
              <a:gd name="connsiteX2-165" fmla="*/ 2239293 w 2522511"/>
              <a:gd name="connsiteY2-166" fmla="*/ 844211 h 844211"/>
              <a:gd name="connsiteX3-167" fmla="*/ 392200 w 2522511"/>
              <a:gd name="connsiteY3-168" fmla="*/ 831366 h 844211"/>
              <a:gd name="connsiteX4-169" fmla="*/ 110847 w 2522511"/>
              <a:gd name="connsiteY4-170" fmla="*/ 65515 h 844211"/>
              <a:gd name="connsiteX0-171" fmla="*/ 1770 w 2413434"/>
              <a:gd name="connsiteY0-172" fmla="*/ 48740 h 827436"/>
              <a:gd name="connsiteX1-173" fmla="*/ 2411570 w 2413434"/>
              <a:gd name="connsiteY1-174" fmla="*/ 23051 h 827436"/>
              <a:gd name="connsiteX2-175" fmla="*/ 2130216 w 2413434"/>
              <a:gd name="connsiteY2-176" fmla="*/ 827436 h 827436"/>
              <a:gd name="connsiteX3-177" fmla="*/ 283123 w 2413434"/>
              <a:gd name="connsiteY3-178" fmla="*/ 814591 h 827436"/>
              <a:gd name="connsiteX4-179" fmla="*/ 1770 w 2413434"/>
              <a:gd name="connsiteY4-180" fmla="*/ 48740 h 827436"/>
              <a:gd name="connsiteX0-181" fmla="*/ 590 w 2412254"/>
              <a:gd name="connsiteY0-182" fmla="*/ 25697 h 804393"/>
              <a:gd name="connsiteX1-183" fmla="*/ 2410390 w 2412254"/>
              <a:gd name="connsiteY1-184" fmla="*/ 8 h 804393"/>
              <a:gd name="connsiteX2-185" fmla="*/ 2129036 w 2412254"/>
              <a:gd name="connsiteY2-186" fmla="*/ 804393 h 804393"/>
              <a:gd name="connsiteX3-187" fmla="*/ 281943 w 2412254"/>
              <a:gd name="connsiteY3-188" fmla="*/ 791548 h 804393"/>
              <a:gd name="connsiteX4-189" fmla="*/ 590 w 2412254"/>
              <a:gd name="connsiteY4-190" fmla="*/ 25697 h 804393"/>
              <a:gd name="connsiteX0-191" fmla="*/ 590 w 2411752"/>
              <a:gd name="connsiteY0-192" fmla="*/ 25697 h 804393"/>
              <a:gd name="connsiteX1-193" fmla="*/ 2410390 w 2411752"/>
              <a:gd name="connsiteY1-194" fmla="*/ 8 h 804393"/>
              <a:gd name="connsiteX2-195" fmla="*/ 2129036 w 2411752"/>
              <a:gd name="connsiteY2-196" fmla="*/ 804393 h 804393"/>
              <a:gd name="connsiteX3-197" fmla="*/ 281943 w 2411752"/>
              <a:gd name="connsiteY3-198" fmla="*/ 791548 h 804393"/>
              <a:gd name="connsiteX4-199" fmla="*/ 590 w 2411752"/>
              <a:gd name="connsiteY4-200" fmla="*/ 25697 h 804393"/>
              <a:gd name="connsiteX0-201" fmla="*/ 20 w 2411182"/>
              <a:gd name="connsiteY0-202" fmla="*/ 25697 h 804393"/>
              <a:gd name="connsiteX1-203" fmla="*/ 2409820 w 2411182"/>
              <a:gd name="connsiteY1-204" fmla="*/ 8 h 804393"/>
              <a:gd name="connsiteX2-205" fmla="*/ 2128466 w 2411182"/>
              <a:gd name="connsiteY2-206" fmla="*/ 804393 h 804393"/>
              <a:gd name="connsiteX3-207" fmla="*/ 281373 w 2411182"/>
              <a:gd name="connsiteY3-208" fmla="*/ 791548 h 804393"/>
              <a:gd name="connsiteX4-209" fmla="*/ 20 w 2411182"/>
              <a:gd name="connsiteY4-210" fmla="*/ 25697 h 804393"/>
              <a:gd name="connsiteX0-211" fmla="*/ 20 w 2412149"/>
              <a:gd name="connsiteY0-212" fmla="*/ 25695 h 804391"/>
              <a:gd name="connsiteX1-213" fmla="*/ 2409820 w 2412149"/>
              <a:gd name="connsiteY1-214" fmla="*/ 6 h 804391"/>
              <a:gd name="connsiteX2-215" fmla="*/ 2128466 w 2412149"/>
              <a:gd name="connsiteY2-216" fmla="*/ 804391 h 804391"/>
              <a:gd name="connsiteX3-217" fmla="*/ 1229557 w 2412149"/>
              <a:gd name="connsiteY3-218" fmla="*/ 787343 h 804391"/>
              <a:gd name="connsiteX4-219" fmla="*/ 281373 w 2412149"/>
              <a:gd name="connsiteY4-220" fmla="*/ 791546 h 804391"/>
              <a:gd name="connsiteX5" fmla="*/ 20 w 2412149"/>
              <a:gd name="connsiteY5" fmla="*/ 25695 h 804391"/>
              <a:gd name="connsiteX0-221" fmla="*/ 20 w 2412149"/>
              <a:gd name="connsiteY0-222" fmla="*/ 25695 h 814182"/>
              <a:gd name="connsiteX1-223" fmla="*/ 2409820 w 2412149"/>
              <a:gd name="connsiteY1-224" fmla="*/ 6 h 814182"/>
              <a:gd name="connsiteX2-225" fmla="*/ 2128466 w 2412149"/>
              <a:gd name="connsiteY2-226" fmla="*/ 804391 h 814182"/>
              <a:gd name="connsiteX3-227" fmla="*/ 1222100 w 2412149"/>
              <a:gd name="connsiteY3-228" fmla="*/ 814182 h 814182"/>
              <a:gd name="connsiteX4-229" fmla="*/ 281373 w 2412149"/>
              <a:gd name="connsiteY4-230" fmla="*/ 791546 h 814182"/>
              <a:gd name="connsiteX5-231" fmla="*/ 20 w 2412149"/>
              <a:gd name="connsiteY5-232" fmla="*/ 25695 h 814182"/>
              <a:gd name="connsiteX0-233" fmla="*/ 20 w 2410718"/>
              <a:gd name="connsiteY0-234" fmla="*/ 25694 h 814181"/>
              <a:gd name="connsiteX1-235" fmla="*/ 2409820 w 2410718"/>
              <a:gd name="connsiteY1-236" fmla="*/ 5 h 814181"/>
              <a:gd name="connsiteX2-237" fmla="*/ 2128466 w 2410718"/>
              <a:gd name="connsiteY2-238" fmla="*/ 804390 h 814181"/>
              <a:gd name="connsiteX3-239" fmla="*/ 1222100 w 2410718"/>
              <a:gd name="connsiteY3-240" fmla="*/ 814181 h 814181"/>
              <a:gd name="connsiteX4-241" fmla="*/ 281373 w 2410718"/>
              <a:gd name="connsiteY4-242" fmla="*/ 791545 h 814181"/>
              <a:gd name="connsiteX5-243" fmla="*/ 20 w 2410718"/>
              <a:gd name="connsiteY5-244" fmla="*/ 25694 h 814181"/>
              <a:gd name="connsiteX0-245" fmla="*/ 20 w 2410718"/>
              <a:gd name="connsiteY0-246" fmla="*/ 25694 h 867858"/>
              <a:gd name="connsiteX1-247" fmla="*/ 2409820 w 2410718"/>
              <a:gd name="connsiteY1-248" fmla="*/ 5 h 867858"/>
              <a:gd name="connsiteX2-249" fmla="*/ 2128466 w 2410718"/>
              <a:gd name="connsiteY2-250" fmla="*/ 804390 h 867858"/>
              <a:gd name="connsiteX3-251" fmla="*/ 1214643 w 2410718"/>
              <a:gd name="connsiteY3-252" fmla="*/ 867858 h 867858"/>
              <a:gd name="connsiteX4-253" fmla="*/ 281373 w 2410718"/>
              <a:gd name="connsiteY4-254" fmla="*/ 791545 h 867858"/>
              <a:gd name="connsiteX5-255" fmla="*/ 20 w 2410718"/>
              <a:gd name="connsiteY5-256" fmla="*/ 25694 h 867858"/>
              <a:gd name="connsiteX0-257" fmla="*/ 20 w 2410718"/>
              <a:gd name="connsiteY0-258" fmla="*/ 25694 h 832073"/>
              <a:gd name="connsiteX1-259" fmla="*/ 2409820 w 2410718"/>
              <a:gd name="connsiteY1-260" fmla="*/ 5 h 832073"/>
              <a:gd name="connsiteX2-261" fmla="*/ 2128466 w 2410718"/>
              <a:gd name="connsiteY2-262" fmla="*/ 804390 h 832073"/>
              <a:gd name="connsiteX3-263" fmla="*/ 1214643 w 2410718"/>
              <a:gd name="connsiteY3-264" fmla="*/ 832073 h 832073"/>
              <a:gd name="connsiteX4-265" fmla="*/ 281373 w 2410718"/>
              <a:gd name="connsiteY4-266" fmla="*/ 791545 h 832073"/>
              <a:gd name="connsiteX5-267" fmla="*/ 20 w 2410718"/>
              <a:gd name="connsiteY5-268" fmla="*/ 25694 h 832073"/>
              <a:gd name="connsiteX0-269" fmla="*/ 20 w 2410718"/>
              <a:gd name="connsiteY0-270" fmla="*/ 25694 h 866829"/>
              <a:gd name="connsiteX1-271" fmla="*/ 2409820 w 2410718"/>
              <a:gd name="connsiteY1-272" fmla="*/ 5 h 866829"/>
              <a:gd name="connsiteX2-273" fmla="*/ 2128466 w 2410718"/>
              <a:gd name="connsiteY2-274" fmla="*/ 804390 h 866829"/>
              <a:gd name="connsiteX3-275" fmla="*/ 1214643 w 2410718"/>
              <a:gd name="connsiteY3-276" fmla="*/ 832073 h 866829"/>
              <a:gd name="connsiteX4-277" fmla="*/ 281373 w 2410718"/>
              <a:gd name="connsiteY4-278" fmla="*/ 791545 h 866829"/>
              <a:gd name="connsiteX5-279" fmla="*/ 20 w 2410718"/>
              <a:gd name="connsiteY5-280" fmla="*/ 25694 h 866829"/>
              <a:gd name="connsiteX0-281" fmla="*/ 20 w 2410718"/>
              <a:gd name="connsiteY0-282" fmla="*/ 25694 h 858839"/>
              <a:gd name="connsiteX1-283" fmla="*/ 2409820 w 2410718"/>
              <a:gd name="connsiteY1-284" fmla="*/ 5 h 858839"/>
              <a:gd name="connsiteX2-285" fmla="*/ 2128466 w 2410718"/>
              <a:gd name="connsiteY2-286" fmla="*/ 804390 h 858839"/>
              <a:gd name="connsiteX3-287" fmla="*/ 1214643 w 2410718"/>
              <a:gd name="connsiteY3-288" fmla="*/ 832073 h 858839"/>
              <a:gd name="connsiteX4-289" fmla="*/ 281373 w 2410718"/>
              <a:gd name="connsiteY4-290" fmla="*/ 791545 h 858839"/>
              <a:gd name="connsiteX5-291" fmla="*/ 20 w 2410718"/>
              <a:gd name="connsiteY5-292" fmla="*/ 25694 h 858839"/>
              <a:gd name="connsiteX0-293" fmla="*/ 20 w 2410718"/>
              <a:gd name="connsiteY0-294" fmla="*/ 25694 h 836850"/>
              <a:gd name="connsiteX1-295" fmla="*/ 2409820 w 2410718"/>
              <a:gd name="connsiteY1-296" fmla="*/ 5 h 836850"/>
              <a:gd name="connsiteX2-297" fmla="*/ 2128466 w 2410718"/>
              <a:gd name="connsiteY2-298" fmla="*/ 804390 h 836850"/>
              <a:gd name="connsiteX3-299" fmla="*/ 1214643 w 2410718"/>
              <a:gd name="connsiteY3-300" fmla="*/ 832073 h 836850"/>
              <a:gd name="connsiteX4-301" fmla="*/ 281373 w 2410718"/>
              <a:gd name="connsiteY4-302" fmla="*/ 791545 h 836850"/>
              <a:gd name="connsiteX5-303" fmla="*/ 20 w 2410718"/>
              <a:gd name="connsiteY5-304" fmla="*/ 25694 h 836850"/>
              <a:gd name="connsiteX0-305" fmla="*/ 20 w 2410718"/>
              <a:gd name="connsiteY0-306" fmla="*/ 25694 h 840739"/>
              <a:gd name="connsiteX1-307" fmla="*/ 2409820 w 2410718"/>
              <a:gd name="connsiteY1-308" fmla="*/ 5 h 840739"/>
              <a:gd name="connsiteX2-309" fmla="*/ 2128466 w 2410718"/>
              <a:gd name="connsiteY2-310" fmla="*/ 804390 h 840739"/>
              <a:gd name="connsiteX3-311" fmla="*/ 1214643 w 2410718"/>
              <a:gd name="connsiteY3-312" fmla="*/ 832073 h 840739"/>
              <a:gd name="connsiteX4-313" fmla="*/ 281373 w 2410718"/>
              <a:gd name="connsiteY4-314" fmla="*/ 791545 h 840739"/>
              <a:gd name="connsiteX5-315" fmla="*/ 20 w 2410718"/>
              <a:gd name="connsiteY5-316" fmla="*/ 25694 h 840739"/>
              <a:gd name="connsiteX0-317" fmla="*/ 20 w 2410718"/>
              <a:gd name="connsiteY0-318" fmla="*/ 25694 h 855476"/>
              <a:gd name="connsiteX1-319" fmla="*/ 2409820 w 2410718"/>
              <a:gd name="connsiteY1-320" fmla="*/ 5 h 855476"/>
              <a:gd name="connsiteX2-321" fmla="*/ 2128466 w 2410718"/>
              <a:gd name="connsiteY2-322" fmla="*/ 804390 h 855476"/>
              <a:gd name="connsiteX3-323" fmla="*/ 1169901 w 2410718"/>
              <a:gd name="connsiteY3-324" fmla="*/ 849965 h 855476"/>
              <a:gd name="connsiteX4-325" fmla="*/ 281373 w 2410718"/>
              <a:gd name="connsiteY4-326" fmla="*/ 791545 h 855476"/>
              <a:gd name="connsiteX5-327" fmla="*/ 20 w 2410718"/>
              <a:gd name="connsiteY5-328" fmla="*/ 25694 h 855476"/>
              <a:gd name="connsiteX0-329" fmla="*/ 20 w 2410718"/>
              <a:gd name="connsiteY0-330" fmla="*/ 25694 h 850751"/>
              <a:gd name="connsiteX1-331" fmla="*/ 2409820 w 2410718"/>
              <a:gd name="connsiteY1-332" fmla="*/ 5 h 850751"/>
              <a:gd name="connsiteX2-333" fmla="*/ 2128466 w 2410718"/>
              <a:gd name="connsiteY2-334" fmla="*/ 804390 h 850751"/>
              <a:gd name="connsiteX3-335" fmla="*/ 1169901 w 2410718"/>
              <a:gd name="connsiteY3-336" fmla="*/ 849965 h 850751"/>
              <a:gd name="connsiteX4-337" fmla="*/ 281373 w 2410718"/>
              <a:gd name="connsiteY4-338" fmla="*/ 791545 h 850751"/>
              <a:gd name="connsiteX5-339" fmla="*/ 20 w 2410718"/>
              <a:gd name="connsiteY5-340" fmla="*/ 25694 h 8507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31" y="connsiteY5-232"/>
              </a:cxn>
            </a:cxnLst>
            <a:rect l="l" t="t" r="r" b="b"/>
            <a:pathLst>
              <a:path w="2410718" h="850751">
                <a:moveTo>
                  <a:pt x="20" y="25694"/>
                </a:moveTo>
                <a:cubicBezTo>
                  <a:pt x="2601" y="33890"/>
                  <a:pt x="2390281" y="2256"/>
                  <a:pt x="2409820" y="5"/>
                </a:cubicBezTo>
                <a:cubicBezTo>
                  <a:pt x="2429359" y="-2246"/>
                  <a:pt x="2123840" y="798415"/>
                  <a:pt x="2128466" y="804390"/>
                </a:cubicBezTo>
                <a:cubicBezTo>
                  <a:pt x="1905884" y="840457"/>
                  <a:pt x="1488448" y="842600"/>
                  <a:pt x="1169901" y="849965"/>
                </a:cubicBezTo>
                <a:cubicBezTo>
                  <a:pt x="851354" y="857330"/>
                  <a:pt x="577549" y="811018"/>
                  <a:pt x="281373" y="791545"/>
                </a:cubicBezTo>
                <a:cubicBezTo>
                  <a:pt x="252924" y="771178"/>
                  <a:pt x="-2561" y="17498"/>
                  <a:pt x="20" y="25694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1928666" y="1247390"/>
            <a:ext cx="71247" cy="1347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928666" y="2761595"/>
            <a:ext cx="71247" cy="1328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928666" y="4338305"/>
            <a:ext cx="71247" cy="13288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26211" y="1366410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项目前期准备阶段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33272" y="1672728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大促策略制定：确定主推商品（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TOP3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为美妆护肤、家居家电、服饰箱包）、优惠机制（跨店满减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限时折扣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赠品）；供应链备货：根据历史销售数据备货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万件，重点商品备货量提升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5035204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154993" y="2193112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运营部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976211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025468" y="2193112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6917218" y="2224571"/>
            <a:ext cx="847436" cy="24421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020977" y="2193112"/>
            <a:ext cx="63991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设计部 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926211" y="2852231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项目中期执行阶段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933272" y="3158549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实时监控销售数据，供应链部保障补货响应时间＜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小时，避免断货；针对未付款订单发送专属优惠券，转化率提升至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；清理库存商品，推出 “买一送一” 活动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5035204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54992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预热期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5976211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096000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爆发期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6917218" y="3710392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37008" y="3678933"/>
            <a:ext cx="607859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返场期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926211" y="4430726"/>
            <a:ext cx="2794234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项目后期复盘阶段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933272" y="4737044"/>
            <a:ext cx="6798064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运营部输出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大促数据报告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，对比实际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与目标偏差，分析各渠道投入产出比（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），其中抖音渠道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最高，达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；组织跨部门复盘会，，为双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大促提供参考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5035204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084462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数据复盘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976211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25468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问题优化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: 圆角 72"/>
          <p:cNvSpPr/>
          <p:nvPr/>
        </p:nvSpPr>
        <p:spPr>
          <a:xfrm>
            <a:off x="6917218" y="5288887"/>
            <a:ext cx="847436" cy="2442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966478" y="5257428"/>
            <a:ext cx="748923" cy="28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经验沉淀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39003" y="1877789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启动规划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39003" y="3463116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执行监控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39003" y="5053565"/>
            <a:ext cx="2794234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业绩复盘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Freeform: Shape 69"/>
          <p:cNvSpPr>
            <a:spLocks noChangeAspect="1"/>
          </p:cNvSpPr>
          <p:nvPr/>
        </p:nvSpPr>
        <p:spPr>
          <a:xfrm>
            <a:off x="2171783" y="2979809"/>
            <a:ext cx="353377" cy="426720"/>
          </a:xfrm>
          <a:custGeom>
            <a:avLst/>
            <a:gdLst>
              <a:gd name="connsiteX0" fmla="*/ 2933700 w 4038600"/>
              <a:gd name="connsiteY0" fmla="*/ 4686302 h 4876802"/>
              <a:gd name="connsiteX1" fmla="*/ 3001032 w 4038600"/>
              <a:gd name="connsiteY1" fmla="*/ 4714210 h 4876802"/>
              <a:gd name="connsiteX2" fmla="*/ 3028950 w 4038600"/>
              <a:gd name="connsiteY2" fmla="*/ 4781552 h 4876802"/>
              <a:gd name="connsiteX3" fmla="*/ 3001032 w 4038600"/>
              <a:gd name="connsiteY3" fmla="*/ 4848894 h 4876802"/>
              <a:gd name="connsiteX4" fmla="*/ 2933700 w 4038600"/>
              <a:gd name="connsiteY4" fmla="*/ 4876802 h 4876802"/>
              <a:gd name="connsiteX5" fmla="*/ 2866358 w 4038600"/>
              <a:gd name="connsiteY5" fmla="*/ 4848894 h 4876802"/>
              <a:gd name="connsiteX6" fmla="*/ 2838450 w 4038600"/>
              <a:gd name="connsiteY6" fmla="*/ 4781552 h 4876802"/>
              <a:gd name="connsiteX7" fmla="*/ 2866358 w 4038600"/>
              <a:gd name="connsiteY7" fmla="*/ 4714210 h 4876802"/>
              <a:gd name="connsiteX8" fmla="*/ 2933700 w 4038600"/>
              <a:gd name="connsiteY8" fmla="*/ 4686302 h 4876802"/>
              <a:gd name="connsiteX9" fmla="*/ 1104900 w 4038600"/>
              <a:gd name="connsiteY9" fmla="*/ 4236256 h 4876802"/>
              <a:gd name="connsiteX10" fmla="*/ 1200150 w 4038600"/>
              <a:gd name="connsiteY10" fmla="*/ 4331506 h 4876802"/>
              <a:gd name="connsiteX11" fmla="*/ 1200150 w 4038600"/>
              <a:gd name="connsiteY11" fmla="*/ 4624933 h 4876802"/>
              <a:gd name="connsiteX12" fmla="*/ 1104900 w 4038600"/>
              <a:gd name="connsiteY12" fmla="*/ 4720183 h 4876802"/>
              <a:gd name="connsiteX13" fmla="*/ 1009650 w 4038600"/>
              <a:gd name="connsiteY13" fmla="*/ 4624933 h 4876802"/>
              <a:gd name="connsiteX14" fmla="*/ 1009650 w 4038600"/>
              <a:gd name="connsiteY14" fmla="*/ 4331506 h 4876802"/>
              <a:gd name="connsiteX15" fmla="*/ 1104900 w 4038600"/>
              <a:gd name="connsiteY15" fmla="*/ 4236256 h 4876802"/>
              <a:gd name="connsiteX16" fmla="*/ 1685953 w 4038600"/>
              <a:gd name="connsiteY16" fmla="*/ 3981452 h 4876802"/>
              <a:gd name="connsiteX17" fmla="*/ 1979876 w 4038600"/>
              <a:gd name="connsiteY17" fmla="*/ 4608998 h 4876802"/>
              <a:gd name="connsiteX18" fmla="*/ 2019300 w 4038600"/>
              <a:gd name="connsiteY18" fmla="*/ 4647840 h 4876802"/>
              <a:gd name="connsiteX19" fmla="*/ 2058724 w 4038600"/>
              <a:gd name="connsiteY19" fmla="*/ 4608998 h 4876802"/>
              <a:gd name="connsiteX20" fmla="*/ 2352646 w 4038600"/>
              <a:gd name="connsiteY20" fmla="*/ 3981452 h 4876802"/>
              <a:gd name="connsiteX21" fmla="*/ 3486150 w 4038600"/>
              <a:gd name="connsiteY21" fmla="*/ 2586116 h 4876802"/>
              <a:gd name="connsiteX22" fmla="*/ 3486150 w 4038600"/>
              <a:gd name="connsiteY22" fmla="*/ 3695702 h 4876802"/>
              <a:gd name="connsiteX23" fmla="*/ 3469767 w 4038600"/>
              <a:gd name="connsiteY23" fmla="*/ 3790952 h 4876802"/>
              <a:gd name="connsiteX24" fmla="*/ 3848100 w 4038600"/>
              <a:gd name="connsiteY24" fmla="*/ 3790952 h 4876802"/>
              <a:gd name="connsiteX25" fmla="*/ 3848100 w 4038600"/>
              <a:gd name="connsiteY25" fmla="*/ 3213280 h 4876802"/>
              <a:gd name="connsiteX26" fmla="*/ 3486150 w 4038600"/>
              <a:gd name="connsiteY26" fmla="*/ 2586116 h 4876802"/>
              <a:gd name="connsiteX27" fmla="*/ 552450 w 4038600"/>
              <a:gd name="connsiteY27" fmla="*/ 2586106 h 4876802"/>
              <a:gd name="connsiteX28" fmla="*/ 190500 w 4038600"/>
              <a:gd name="connsiteY28" fmla="*/ 3213271 h 4876802"/>
              <a:gd name="connsiteX29" fmla="*/ 190500 w 4038600"/>
              <a:gd name="connsiteY29" fmla="*/ 3790952 h 4876802"/>
              <a:gd name="connsiteX30" fmla="*/ 568833 w 4038600"/>
              <a:gd name="connsiteY30" fmla="*/ 3790952 h 4876802"/>
              <a:gd name="connsiteX31" fmla="*/ 552450 w 4038600"/>
              <a:gd name="connsiteY31" fmla="*/ 3695702 h 4876802"/>
              <a:gd name="connsiteX32" fmla="*/ 2662113 w 4038600"/>
              <a:gd name="connsiteY32" fmla="*/ 2228747 h 4876802"/>
              <a:gd name="connsiteX33" fmla="*/ 2116216 w 4038600"/>
              <a:gd name="connsiteY33" fmla="*/ 2774644 h 4876802"/>
              <a:gd name="connsiteX34" fmla="*/ 1981504 w 4038600"/>
              <a:gd name="connsiteY34" fmla="*/ 2774644 h 4876802"/>
              <a:gd name="connsiteX35" fmla="*/ 1781861 w 4038600"/>
              <a:gd name="connsiteY35" fmla="*/ 2575009 h 4876802"/>
              <a:gd name="connsiteX36" fmla="*/ 1493663 w 4038600"/>
              <a:gd name="connsiteY36" fmla="*/ 2863207 h 4876802"/>
              <a:gd name="connsiteX37" fmla="*/ 2019300 w 4038600"/>
              <a:gd name="connsiteY37" fmla="*/ 3114639 h 4876802"/>
              <a:gd name="connsiteX38" fmla="*/ 2695546 w 4038600"/>
              <a:gd name="connsiteY38" fmla="*/ 2438392 h 4876802"/>
              <a:gd name="connsiteX39" fmla="*/ 2662113 w 4038600"/>
              <a:gd name="connsiteY39" fmla="*/ 2228747 h 4876802"/>
              <a:gd name="connsiteX40" fmla="*/ 2019300 w 4038600"/>
              <a:gd name="connsiteY40" fmla="*/ 1762165 h 4876802"/>
              <a:gd name="connsiteX41" fmla="*/ 1343053 w 4038600"/>
              <a:gd name="connsiteY41" fmla="*/ 2438402 h 4876802"/>
              <a:gd name="connsiteX42" fmla="*/ 1393393 w 4038600"/>
              <a:gd name="connsiteY42" fmla="*/ 2694062 h 4876802"/>
              <a:gd name="connsiteX43" fmla="*/ 1714500 w 4038600"/>
              <a:gd name="connsiteY43" fmla="*/ 2372955 h 4876802"/>
              <a:gd name="connsiteX44" fmla="*/ 1849212 w 4038600"/>
              <a:gd name="connsiteY44" fmla="*/ 2372955 h 4876802"/>
              <a:gd name="connsiteX45" fmla="*/ 2048856 w 4038600"/>
              <a:gd name="connsiteY45" fmla="*/ 2572590 h 4876802"/>
              <a:gd name="connsiteX46" fmla="*/ 2571978 w 4038600"/>
              <a:gd name="connsiteY46" fmla="*/ 2049467 h 4876802"/>
              <a:gd name="connsiteX47" fmla="*/ 2019300 w 4038600"/>
              <a:gd name="connsiteY47" fmla="*/ 1762165 h 4876802"/>
              <a:gd name="connsiteX48" fmla="*/ 2019300 w 4038600"/>
              <a:gd name="connsiteY48" fmla="*/ 1571665 h 4876802"/>
              <a:gd name="connsiteX49" fmla="*/ 2886037 w 4038600"/>
              <a:gd name="connsiteY49" fmla="*/ 2438402 h 4876802"/>
              <a:gd name="connsiteX50" fmla="*/ 2019300 w 4038600"/>
              <a:gd name="connsiteY50" fmla="*/ 3305139 h 4876802"/>
              <a:gd name="connsiteX51" fmla="*/ 1293161 w 4038600"/>
              <a:gd name="connsiteY51" fmla="*/ 2911089 h 4876802"/>
              <a:gd name="connsiteX52" fmla="*/ 1284132 w 4038600"/>
              <a:gd name="connsiteY52" fmla="*/ 2896954 h 4876802"/>
              <a:gd name="connsiteX53" fmla="*/ 1152563 w 4038600"/>
              <a:gd name="connsiteY53" fmla="*/ 2438402 h 4876802"/>
              <a:gd name="connsiteX54" fmla="*/ 2019300 w 4038600"/>
              <a:gd name="connsiteY54" fmla="*/ 1571665 h 4876802"/>
              <a:gd name="connsiteX55" fmla="*/ 1714500 w 4038600"/>
              <a:gd name="connsiteY55" fmla="*/ 1281115 h 4876802"/>
              <a:gd name="connsiteX56" fmla="*/ 1781832 w 4038600"/>
              <a:gd name="connsiteY56" fmla="*/ 1309023 h 4876802"/>
              <a:gd name="connsiteX57" fmla="*/ 1809750 w 4038600"/>
              <a:gd name="connsiteY57" fmla="*/ 1376365 h 4876802"/>
              <a:gd name="connsiteX58" fmla="*/ 1781832 w 4038600"/>
              <a:gd name="connsiteY58" fmla="*/ 1443707 h 4876802"/>
              <a:gd name="connsiteX59" fmla="*/ 1714500 w 4038600"/>
              <a:gd name="connsiteY59" fmla="*/ 1471615 h 4876802"/>
              <a:gd name="connsiteX60" fmla="*/ 1647158 w 4038600"/>
              <a:gd name="connsiteY60" fmla="*/ 1443707 h 4876802"/>
              <a:gd name="connsiteX61" fmla="*/ 1619250 w 4038600"/>
              <a:gd name="connsiteY61" fmla="*/ 1376365 h 4876802"/>
              <a:gd name="connsiteX62" fmla="*/ 1647158 w 4038600"/>
              <a:gd name="connsiteY62" fmla="*/ 1309023 h 4876802"/>
              <a:gd name="connsiteX63" fmla="*/ 1714500 w 4038600"/>
              <a:gd name="connsiteY63" fmla="*/ 1281115 h 4876802"/>
              <a:gd name="connsiteX64" fmla="*/ 1132808 w 4038600"/>
              <a:gd name="connsiteY64" fmla="*/ 1085852 h 4876802"/>
              <a:gd name="connsiteX65" fmla="*/ 1024061 w 4038600"/>
              <a:gd name="connsiteY65" fmla="*/ 1281115 h 4876802"/>
              <a:gd name="connsiteX66" fmla="*/ 1368809 w 4038600"/>
              <a:gd name="connsiteY66" fmla="*/ 1281115 h 4876802"/>
              <a:gd name="connsiteX67" fmla="*/ 1464059 w 4038600"/>
              <a:gd name="connsiteY67" fmla="*/ 1376365 h 4876802"/>
              <a:gd name="connsiteX68" fmla="*/ 1368809 w 4038600"/>
              <a:gd name="connsiteY68" fmla="*/ 1471615 h 4876802"/>
              <a:gd name="connsiteX69" fmla="*/ 937526 w 4038600"/>
              <a:gd name="connsiteY69" fmla="*/ 1471615 h 4876802"/>
              <a:gd name="connsiteX70" fmla="*/ 742950 w 4038600"/>
              <a:gd name="connsiteY70" fmla="*/ 2463053 h 4876802"/>
              <a:gd name="connsiteX71" fmla="*/ 742950 w 4038600"/>
              <a:gd name="connsiteY71" fmla="*/ 3695702 h 4876802"/>
              <a:gd name="connsiteX72" fmla="*/ 838200 w 4038600"/>
              <a:gd name="connsiteY72" fmla="*/ 3790952 h 4876802"/>
              <a:gd name="connsiteX73" fmla="*/ 3200400 w 4038600"/>
              <a:gd name="connsiteY73" fmla="*/ 3790952 h 4876802"/>
              <a:gd name="connsiteX74" fmla="*/ 3295650 w 4038600"/>
              <a:gd name="connsiteY74" fmla="*/ 3695702 h 4876802"/>
              <a:gd name="connsiteX75" fmla="*/ 3295650 w 4038600"/>
              <a:gd name="connsiteY75" fmla="*/ 2463053 h 4876802"/>
              <a:gd name="connsiteX76" fmla="*/ 2905792 w 4038600"/>
              <a:gd name="connsiteY76" fmla="*/ 1085852 h 4876802"/>
              <a:gd name="connsiteX77" fmla="*/ 2019300 w 4038600"/>
              <a:gd name="connsiteY77" fmla="*/ 205714 h 4876802"/>
              <a:gd name="connsiteX78" fmla="*/ 1261357 w 4038600"/>
              <a:gd name="connsiteY78" fmla="*/ 895352 h 4876802"/>
              <a:gd name="connsiteX79" fmla="*/ 2777242 w 4038600"/>
              <a:gd name="connsiteY79" fmla="*/ 895352 h 4876802"/>
              <a:gd name="connsiteX80" fmla="*/ 2019300 w 4038600"/>
              <a:gd name="connsiteY80" fmla="*/ 205714 h 4876802"/>
              <a:gd name="connsiteX81" fmla="*/ 2019295 w 4038600"/>
              <a:gd name="connsiteY81" fmla="*/ 0 h 4876802"/>
              <a:gd name="connsiteX82" fmla="*/ 2066677 w 4038600"/>
              <a:gd name="connsiteY82" fmla="*/ 12623 h 4876802"/>
              <a:gd name="connsiteX83" fmla="*/ 3105655 w 4038600"/>
              <a:gd name="connsiteY83" fmla="*/ 1047124 h 4876802"/>
              <a:gd name="connsiteX84" fmla="*/ 3484674 w 4038600"/>
              <a:gd name="connsiteY84" fmla="*/ 2372689 h 4876802"/>
              <a:gd name="connsiteX85" fmla="*/ 4038600 w 4038600"/>
              <a:gd name="connsiteY85" fmla="*/ 3213280 h 4876802"/>
              <a:gd name="connsiteX86" fmla="*/ 4038600 w 4038600"/>
              <a:gd name="connsiteY86" fmla="*/ 3886202 h 4876802"/>
              <a:gd name="connsiteX87" fmla="*/ 3943350 w 4038600"/>
              <a:gd name="connsiteY87" fmla="*/ 3981452 h 4876802"/>
              <a:gd name="connsiteX88" fmla="*/ 3028950 w 4038600"/>
              <a:gd name="connsiteY88" fmla="*/ 3981452 h 4876802"/>
              <a:gd name="connsiteX89" fmla="*/ 3028950 w 4038600"/>
              <a:gd name="connsiteY89" fmla="*/ 4473066 h 4876802"/>
              <a:gd name="connsiteX90" fmla="*/ 2933700 w 4038600"/>
              <a:gd name="connsiteY90" fmla="*/ 4568316 h 4876802"/>
              <a:gd name="connsiteX91" fmla="*/ 2838450 w 4038600"/>
              <a:gd name="connsiteY91" fmla="*/ 4473066 h 4876802"/>
              <a:gd name="connsiteX92" fmla="*/ 2838450 w 4038600"/>
              <a:gd name="connsiteY92" fmla="*/ 3981462 h 4876802"/>
              <a:gd name="connsiteX93" fmla="*/ 2543737 w 4038600"/>
              <a:gd name="connsiteY93" fmla="*/ 3981462 h 4876802"/>
              <a:gd name="connsiteX94" fmla="*/ 2192426 w 4038600"/>
              <a:gd name="connsiteY94" fmla="*/ 4744700 h 4876802"/>
              <a:gd name="connsiteX95" fmla="*/ 2086156 w 4038600"/>
              <a:gd name="connsiteY95" fmla="*/ 4849408 h 4876802"/>
              <a:gd name="connsiteX96" fmla="*/ 2019300 w 4038600"/>
              <a:gd name="connsiteY96" fmla="*/ 4876802 h 4876802"/>
              <a:gd name="connsiteX97" fmla="*/ 1952444 w 4038600"/>
              <a:gd name="connsiteY97" fmla="*/ 4849408 h 4876802"/>
              <a:gd name="connsiteX98" fmla="*/ 1846173 w 4038600"/>
              <a:gd name="connsiteY98" fmla="*/ 4744700 h 4876802"/>
              <a:gd name="connsiteX99" fmla="*/ 1494863 w 4038600"/>
              <a:gd name="connsiteY99" fmla="*/ 3981452 h 4876802"/>
              <a:gd name="connsiteX100" fmla="*/ 95250 w 4038600"/>
              <a:gd name="connsiteY100" fmla="*/ 3981452 h 4876802"/>
              <a:gd name="connsiteX101" fmla="*/ 0 w 4038600"/>
              <a:gd name="connsiteY101" fmla="*/ 3886202 h 4876802"/>
              <a:gd name="connsiteX102" fmla="*/ 0 w 4038600"/>
              <a:gd name="connsiteY102" fmla="*/ 3213271 h 4876802"/>
              <a:gd name="connsiteX103" fmla="*/ 553917 w 4038600"/>
              <a:gd name="connsiteY103" fmla="*/ 2372680 h 4876802"/>
              <a:gd name="connsiteX104" fmla="*/ 932935 w 4038600"/>
              <a:gd name="connsiteY104" fmla="*/ 1047114 h 4876802"/>
              <a:gd name="connsiteX105" fmla="*/ 1971913 w 4038600"/>
              <a:gd name="connsiteY105" fmla="*/ 12623 h 4876802"/>
              <a:gd name="connsiteX106" fmla="*/ 2019295 w 4038600"/>
              <a:gd name="connsiteY106" fmla="*/ 0 h 487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038600" h="4876802">
                <a:moveTo>
                  <a:pt x="2933700" y="4686302"/>
                </a:moveTo>
                <a:cubicBezTo>
                  <a:pt x="2958751" y="4686302"/>
                  <a:pt x="2983325" y="4696494"/>
                  <a:pt x="3001032" y="4714210"/>
                </a:cubicBezTo>
                <a:cubicBezTo>
                  <a:pt x="3018758" y="4731927"/>
                  <a:pt x="3028950" y="4756501"/>
                  <a:pt x="3028950" y="4781552"/>
                </a:cubicBezTo>
                <a:cubicBezTo>
                  <a:pt x="3028950" y="4806603"/>
                  <a:pt x="3018748" y="4831177"/>
                  <a:pt x="3001032" y="4848894"/>
                </a:cubicBezTo>
                <a:cubicBezTo>
                  <a:pt x="2983325" y="4866610"/>
                  <a:pt x="2958751" y="4876802"/>
                  <a:pt x="2933700" y="4876802"/>
                </a:cubicBezTo>
                <a:cubicBezTo>
                  <a:pt x="2908649" y="4876802"/>
                  <a:pt x="2884084" y="4866610"/>
                  <a:pt x="2866358" y="4848894"/>
                </a:cubicBezTo>
                <a:cubicBezTo>
                  <a:pt x="2848632" y="4831177"/>
                  <a:pt x="2838450" y="4806603"/>
                  <a:pt x="2838450" y="4781552"/>
                </a:cubicBezTo>
                <a:cubicBezTo>
                  <a:pt x="2838450" y="4756501"/>
                  <a:pt x="2848642" y="4731927"/>
                  <a:pt x="2866358" y="4714210"/>
                </a:cubicBezTo>
                <a:cubicBezTo>
                  <a:pt x="2884075" y="4696494"/>
                  <a:pt x="2908649" y="4686302"/>
                  <a:pt x="2933700" y="4686302"/>
                </a:cubicBezTo>
                <a:close/>
                <a:moveTo>
                  <a:pt x="1104900" y="4236256"/>
                </a:moveTo>
                <a:cubicBezTo>
                  <a:pt x="1157497" y="4236256"/>
                  <a:pt x="1200150" y="4278899"/>
                  <a:pt x="1200150" y="4331506"/>
                </a:cubicBezTo>
                <a:lnTo>
                  <a:pt x="1200150" y="4624933"/>
                </a:lnTo>
                <a:cubicBezTo>
                  <a:pt x="1200150" y="4677539"/>
                  <a:pt x="1157497" y="4720183"/>
                  <a:pt x="1104900" y="4720183"/>
                </a:cubicBezTo>
                <a:cubicBezTo>
                  <a:pt x="1052303" y="4720183"/>
                  <a:pt x="1009650" y="4677539"/>
                  <a:pt x="1009650" y="4624933"/>
                </a:cubicBezTo>
                <a:lnTo>
                  <a:pt x="1009650" y="4331506"/>
                </a:lnTo>
                <a:cubicBezTo>
                  <a:pt x="1009650" y="4278899"/>
                  <a:pt x="1052303" y="4236256"/>
                  <a:pt x="1104900" y="4236256"/>
                </a:cubicBezTo>
                <a:close/>
                <a:moveTo>
                  <a:pt x="1685953" y="3981452"/>
                </a:moveTo>
                <a:cubicBezTo>
                  <a:pt x="1706061" y="4217187"/>
                  <a:pt x="1810626" y="4442243"/>
                  <a:pt x="1979876" y="4608998"/>
                </a:cubicBezTo>
                <a:lnTo>
                  <a:pt x="2019300" y="4647840"/>
                </a:lnTo>
                <a:lnTo>
                  <a:pt x="2058724" y="4608998"/>
                </a:lnTo>
                <a:cubicBezTo>
                  <a:pt x="2227964" y="4442243"/>
                  <a:pt x="2332530" y="4217187"/>
                  <a:pt x="2352646" y="3981452"/>
                </a:cubicBezTo>
                <a:close/>
                <a:moveTo>
                  <a:pt x="3486150" y="2586116"/>
                </a:moveTo>
                <a:lnTo>
                  <a:pt x="3486150" y="3695702"/>
                </a:lnTo>
                <a:cubicBezTo>
                  <a:pt x="3486150" y="3729097"/>
                  <a:pt x="3480340" y="3761139"/>
                  <a:pt x="3469767" y="3790952"/>
                </a:cubicBezTo>
                <a:lnTo>
                  <a:pt x="3848100" y="3790952"/>
                </a:lnTo>
                <a:lnTo>
                  <a:pt x="3848100" y="3213280"/>
                </a:lnTo>
                <a:cubicBezTo>
                  <a:pt x="3848100" y="2951381"/>
                  <a:pt x="3707035" y="2713760"/>
                  <a:pt x="3486150" y="2586116"/>
                </a:cubicBezTo>
                <a:close/>
                <a:moveTo>
                  <a:pt x="552450" y="2586106"/>
                </a:moveTo>
                <a:cubicBezTo>
                  <a:pt x="331565" y="2713760"/>
                  <a:pt x="190500" y="2951381"/>
                  <a:pt x="190500" y="3213271"/>
                </a:cubicBezTo>
                <a:lnTo>
                  <a:pt x="190500" y="3790952"/>
                </a:lnTo>
                <a:lnTo>
                  <a:pt x="568833" y="3790952"/>
                </a:lnTo>
                <a:cubicBezTo>
                  <a:pt x="558260" y="3761139"/>
                  <a:pt x="552450" y="3729097"/>
                  <a:pt x="552450" y="3695702"/>
                </a:cubicBezTo>
                <a:close/>
                <a:moveTo>
                  <a:pt x="2662113" y="2228747"/>
                </a:moveTo>
                <a:lnTo>
                  <a:pt x="2116216" y="2774644"/>
                </a:lnTo>
                <a:cubicBezTo>
                  <a:pt x="2079002" y="2811829"/>
                  <a:pt x="2018709" y="2811839"/>
                  <a:pt x="1981504" y="2774644"/>
                </a:cubicBezTo>
                <a:lnTo>
                  <a:pt x="1781861" y="2575009"/>
                </a:lnTo>
                <a:lnTo>
                  <a:pt x="1493663" y="2863207"/>
                </a:lnTo>
                <a:cubicBezTo>
                  <a:pt x="1617745" y="3016436"/>
                  <a:pt x="1807235" y="3114639"/>
                  <a:pt x="2019300" y="3114639"/>
                </a:cubicBezTo>
                <a:cubicBezTo>
                  <a:pt x="2392175" y="3114639"/>
                  <a:pt x="2695537" y="2811277"/>
                  <a:pt x="2695546" y="2438392"/>
                </a:cubicBezTo>
                <a:cubicBezTo>
                  <a:pt x="2695546" y="2365221"/>
                  <a:pt x="2683716" y="2294793"/>
                  <a:pt x="2662113" y="2228747"/>
                </a:cubicBezTo>
                <a:close/>
                <a:moveTo>
                  <a:pt x="2019300" y="1762165"/>
                </a:moveTo>
                <a:cubicBezTo>
                  <a:pt x="1646415" y="1762165"/>
                  <a:pt x="1343063" y="2065517"/>
                  <a:pt x="1343053" y="2438402"/>
                </a:cubicBezTo>
                <a:cubicBezTo>
                  <a:pt x="1343053" y="2528851"/>
                  <a:pt x="1361037" y="2615138"/>
                  <a:pt x="1393393" y="2694062"/>
                </a:cubicBezTo>
                <a:lnTo>
                  <a:pt x="1714500" y="2372955"/>
                </a:lnTo>
                <a:cubicBezTo>
                  <a:pt x="1751714" y="2335770"/>
                  <a:pt x="1812007" y="2335760"/>
                  <a:pt x="1849212" y="2372955"/>
                </a:cubicBezTo>
                <a:lnTo>
                  <a:pt x="2048856" y="2572590"/>
                </a:lnTo>
                <a:lnTo>
                  <a:pt x="2571978" y="2049467"/>
                </a:lnTo>
                <a:cubicBezTo>
                  <a:pt x="2449449" y="1875865"/>
                  <a:pt x="2247471" y="1762165"/>
                  <a:pt x="2019300" y="1762165"/>
                </a:cubicBezTo>
                <a:close/>
                <a:moveTo>
                  <a:pt x="2019300" y="1571665"/>
                </a:moveTo>
                <a:cubicBezTo>
                  <a:pt x="2497226" y="1571665"/>
                  <a:pt x="2886037" y="1960485"/>
                  <a:pt x="2886037" y="2438402"/>
                </a:cubicBezTo>
                <a:cubicBezTo>
                  <a:pt x="2886037" y="2916318"/>
                  <a:pt x="2497226" y="3305139"/>
                  <a:pt x="2019300" y="3305139"/>
                </a:cubicBezTo>
                <a:cubicBezTo>
                  <a:pt x="1715643" y="3305139"/>
                  <a:pt x="1448000" y="3148138"/>
                  <a:pt x="1293161" y="2911089"/>
                </a:cubicBezTo>
                <a:cubicBezTo>
                  <a:pt x="1289713" y="2906584"/>
                  <a:pt x="1286665" y="2901869"/>
                  <a:pt x="1284132" y="2896954"/>
                </a:cubicBezTo>
                <a:cubicBezTo>
                  <a:pt x="1200816" y="2763852"/>
                  <a:pt x="1152563" y="2606670"/>
                  <a:pt x="1152563" y="2438402"/>
                </a:cubicBezTo>
                <a:cubicBezTo>
                  <a:pt x="1152563" y="1960475"/>
                  <a:pt x="1541373" y="1571665"/>
                  <a:pt x="2019300" y="1571665"/>
                </a:cubicBezTo>
                <a:close/>
                <a:moveTo>
                  <a:pt x="1714500" y="1281115"/>
                </a:moveTo>
                <a:cubicBezTo>
                  <a:pt x="1739551" y="1281115"/>
                  <a:pt x="1764125" y="1291307"/>
                  <a:pt x="1781832" y="1309023"/>
                </a:cubicBezTo>
                <a:cubicBezTo>
                  <a:pt x="1799558" y="1326739"/>
                  <a:pt x="1809750" y="1351314"/>
                  <a:pt x="1809750" y="1376365"/>
                </a:cubicBezTo>
                <a:cubicBezTo>
                  <a:pt x="1809750" y="1401416"/>
                  <a:pt x="1799548" y="1425990"/>
                  <a:pt x="1781832" y="1443707"/>
                </a:cubicBezTo>
                <a:cubicBezTo>
                  <a:pt x="1764125" y="1461423"/>
                  <a:pt x="1739551" y="1471615"/>
                  <a:pt x="1714500" y="1471615"/>
                </a:cubicBezTo>
                <a:cubicBezTo>
                  <a:pt x="1689449" y="1471615"/>
                  <a:pt x="1664884" y="1461423"/>
                  <a:pt x="1647158" y="1443707"/>
                </a:cubicBezTo>
                <a:cubicBezTo>
                  <a:pt x="1629432" y="1425990"/>
                  <a:pt x="1619250" y="1401416"/>
                  <a:pt x="1619250" y="1376365"/>
                </a:cubicBezTo>
                <a:cubicBezTo>
                  <a:pt x="1619250" y="1351314"/>
                  <a:pt x="1629442" y="1326739"/>
                  <a:pt x="1647158" y="1309023"/>
                </a:cubicBezTo>
                <a:cubicBezTo>
                  <a:pt x="1664874" y="1291307"/>
                  <a:pt x="1689449" y="1281115"/>
                  <a:pt x="1714500" y="1281115"/>
                </a:cubicBezTo>
                <a:close/>
                <a:moveTo>
                  <a:pt x="1132808" y="1085852"/>
                </a:moveTo>
                <a:cubicBezTo>
                  <a:pt x="1093841" y="1149374"/>
                  <a:pt x="1057542" y="1214516"/>
                  <a:pt x="1024061" y="1281115"/>
                </a:cubicBezTo>
                <a:lnTo>
                  <a:pt x="1368809" y="1281115"/>
                </a:lnTo>
                <a:cubicBezTo>
                  <a:pt x="1421406" y="1281115"/>
                  <a:pt x="1464059" y="1323758"/>
                  <a:pt x="1464059" y="1376365"/>
                </a:cubicBezTo>
                <a:cubicBezTo>
                  <a:pt x="1464059" y="1428971"/>
                  <a:pt x="1421406" y="1471615"/>
                  <a:pt x="1368809" y="1471615"/>
                </a:cubicBezTo>
                <a:lnTo>
                  <a:pt x="937526" y="1471615"/>
                </a:lnTo>
                <a:cubicBezTo>
                  <a:pt x="811073" y="1782072"/>
                  <a:pt x="742950" y="2118153"/>
                  <a:pt x="742950" y="2463053"/>
                </a:cubicBezTo>
                <a:lnTo>
                  <a:pt x="742950" y="3695702"/>
                </a:lnTo>
                <a:cubicBezTo>
                  <a:pt x="742950" y="3748223"/>
                  <a:pt x="785679" y="3790952"/>
                  <a:pt x="838200" y="3790952"/>
                </a:cubicBezTo>
                <a:lnTo>
                  <a:pt x="3200400" y="3790952"/>
                </a:lnTo>
                <a:cubicBezTo>
                  <a:pt x="3252921" y="3790952"/>
                  <a:pt x="3295650" y="3748223"/>
                  <a:pt x="3295650" y="3695702"/>
                </a:cubicBezTo>
                <a:lnTo>
                  <a:pt x="3295650" y="2463053"/>
                </a:lnTo>
                <a:cubicBezTo>
                  <a:pt x="3295650" y="1969506"/>
                  <a:pt x="3156156" y="1494037"/>
                  <a:pt x="2905792" y="1085852"/>
                </a:cubicBezTo>
                <a:close/>
                <a:moveTo>
                  <a:pt x="2019300" y="205714"/>
                </a:moveTo>
                <a:cubicBezTo>
                  <a:pt x="1719815" y="385917"/>
                  <a:pt x="1463802" y="621699"/>
                  <a:pt x="1261357" y="895352"/>
                </a:cubicBezTo>
                <a:lnTo>
                  <a:pt x="2777242" y="895352"/>
                </a:lnTo>
                <a:cubicBezTo>
                  <a:pt x="2574798" y="621699"/>
                  <a:pt x="2318785" y="385917"/>
                  <a:pt x="2019300" y="205714"/>
                </a:cubicBezTo>
                <a:close/>
                <a:moveTo>
                  <a:pt x="2019295" y="0"/>
                </a:moveTo>
                <a:cubicBezTo>
                  <a:pt x="2035652" y="0"/>
                  <a:pt x="2052009" y="4207"/>
                  <a:pt x="2066677" y="12623"/>
                </a:cubicBezTo>
                <a:cubicBezTo>
                  <a:pt x="2497464" y="259682"/>
                  <a:pt x="2856738" y="617413"/>
                  <a:pt x="3105655" y="1047124"/>
                </a:cubicBezTo>
                <a:cubicBezTo>
                  <a:pt x="3339455" y="1450745"/>
                  <a:pt x="3469710" y="1907222"/>
                  <a:pt x="3484674" y="2372689"/>
                </a:cubicBezTo>
                <a:cubicBezTo>
                  <a:pt x="3818582" y="2515974"/>
                  <a:pt x="4038600" y="2845691"/>
                  <a:pt x="4038600" y="3213280"/>
                </a:cubicBezTo>
                <a:lnTo>
                  <a:pt x="4038600" y="3886202"/>
                </a:lnTo>
                <a:cubicBezTo>
                  <a:pt x="4038600" y="3938809"/>
                  <a:pt x="3995947" y="3981452"/>
                  <a:pt x="3943350" y="3981452"/>
                </a:cubicBezTo>
                <a:lnTo>
                  <a:pt x="3028950" y="3981452"/>
                </a:lnTo>
                <a:lnTo>
                  <a:pt x="3028950" y="4473066"/>
                </a:lnTo>
                <a:cubicBezTo>
                  <a:pt x="3028950" y="4525673"/>
                  <a:pt x="2986297" y="4568316"/>
                  <a:pt x="2933700" y="4568316"/>
                </a:cubicBezTo>
                <a:cubicBezTo>
                  <a:pt x="2881103" y="4568316"/>
                  <a:pt x="2838450" y="4525673"/>
                  <a:pt x="2838450" y="4473066"/>
                </a:cubicBezTo>
                <a:lnTo>
                  <a:pt x="2838450" y="3981462"/>
                </a:lnTo>
                <a:lnTo>
                  <a:pt x="2543737" y="3981462"/>
                </a:lnTo>
                <a:cubicBezTo>
                  <a:pt x="2523210" y="4267964"/>
                  <a:pt x="2397776" y="4542370"/>
                  <a:pt x="2192426" y="4744700"/>
                </a:cubicBezTo>
                <a:lnTo>
                  <a:pt x="2086156" y="4849408"/>
                </a:lnTo>
                <a:cubicBezTo>
                  <a:pt x="2067611" y="4867668"/>
                  <a:pt x="2043465" y="4876802"/>
                  <a:pt x="2019300" y="4876802"/>
                </a:cubicBezTo>
                <a:cubicBezTo>
                  <a:pt x="1995135" y="4876802"/>
                  <a:pt x="1970980" y="4867668"/>
                  <a:pt x="1952444" y="4849408"/>
                </a:cubicBezTo>
                <a:lnTo>
                  <a:pt x="1846173" y="4744700"/>
                </a:lnTo>
                <a:cubicBezTo>
                  <a:pt x="1640824" y="4542370"/>
                  <a:pt x="1515389" y="4267955"/>
                  <a:pt x="1494863" y="3981452"/>
                </a:cubicBezTo>
                <a:lnTo>
                  <a:pt x="95250" y="3981452"/>
                </a:lnTo>
                <a:cubicBezTo>
                  <a:pt x="42653" y="3981452"/>
                  <a:pt x="0" y="3938809"/>
                  <a:pt x="0" y="3886202"/>
                </a:cubicBezTo>
                <a:lnTo>
                  <a:pt x="0" y="3213271"/>
                </a:lnTo>
                <a:cubicBezTo>
                  <a:pt x="0" y="2845691"/>
                  <a:pt x="220008" y="2515974"/>
                  <a:pt x="553917" y="2372680"/>
                </a:cubicBezTo>
                <a:cubicBezTo>
                  <a:pt x="568880" y="1907212"/>
                  <a:pt x="699135" y="1450736"/>
                  <a:pt x="932935" y="1047114"/>
                </a:cubicBezTo>
                <a:cubicBezTo>
                  <a:pt x="1181862" y="617413"/>
                  <a:pt x="1541135" y="259682"/>
                  <a:pt x="1971913" y="12623"/>
                </a:cubicBezTo>
                <a:cubicBezTo>
                  <a:pt x="1986582" y="4207"/>
                  <a:pt x="2002938" y="0"/>
                  <a:pt x="201929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Freeform: Shape 51"/>
          <p:cNvSpPr>
            <a:spLocks noChangeAspect="1"/>
          </p:cNvSpPr>
          <p:nvPr/>
        </p:nvSpPr>
        <p:spPr>
          <a:xfrm>
            <a:off x="2098440" y="1461951"/>
            <a:ext cx="426720" cy="426715"/>
          </a:xfrm>
          <a:custGeom>
            <a:avLst/>
            <a:gdLst>
              <a:gd name="connsiteX0" fmla="*/ 3645359 w 4876801"/>
              <a:gd name="connsiteY0" fmla="*/ 3396146 h 4876744"/>
              <a:gd name="connsiteX1" fmla="*/ 3391123 w 4876801"/>
              <a:gd name="connsiteY1" fmla="*/ 3650382 h 4876744"/>
              <a:gd name="connsiteX2" fmla="*/ 3735363 w 4876801"/>
              <a:gd name="connsiteY2" fmla="*/ 4112009 h 4876744"/>
              <a:gd name="connsiteX3" fmla="*/ 4018359 w 4876801"/>
              <a:gd name="connsiteY3" fmla="*/ 4555517 h 4876744"/>
              <a:gd name="connsiteX4" fmla="*/ 4607161 w 4876801"/>
              <a:gd name="connsiteY4" fmla="*/ 4538476 h 4876744"/>
              <a:gd name="connsiteX5" fmla="*/ 4555815 w 4876801"/>
              <a:gd name="connsiteY5" fmla="*/ 4017801 h 4876744"/>
              <a:gd name="connsiteX6" fmla="*/ 4092327 w 4876801"/>
              <a:gd name="connsiteY6" fmla="*/ 3722266 h 4876744"/>
              <a:gd name="connsiteX7" fmla="*/ 3645359 w 4876801"/>
              <a:gd name="connsiteY7" fmla="*/ 3396146 h 4876744"/>
              <a:gd name="connsiteX8" fmla="*/ 3186261 w 4876801"/>
              <a:gd name="connsiteY8" fmla="*/ 2989994 h 4876744"/>
              <a:gd name="connsiteX9" fmla="*/ 2979204 w 4876801"/>
              <a:gd name="connsiteY9" fmla="*/ 3195303 h 4876744"/>
              <a:gd name="connsiteX10" fmla="*/ 3266852 w 4876801"/>
              <a:gd name="connsiteY10" fmla="*/ 3505200 h 4876744"/>
              <a:gd name="connsiteX11" fmla="*/ 3498168 w 4876801"/>
              <a:gd name="connsiteY11" fmla="*/ 3273921 h 4876744"/>
              <a:gd name="connsiteX12" fmla="*/ 3186261 w 4876801"/>
              <a:gd name="connsiteY12" fmla="*/ 2989994 h 4876744"/>
              <a:gd name="connsiteX13" fmla="*/ 952500 w 4876801"/>
              <a:gd name="connsiteY13" fmla="*/ 2105025 h 4876744"/>
              <a:gd name="connsiteX14" fmla="*/ 952500 w 4876801"/>
              <a:gd name="connsiteY14" fmla="*/ 2485988 h 4876744"/>
              <a:gd name="connsiteX15" fmla="*/ 1333500 w 4876801"/>
              <a:gd name="connsiteY15" fmla="*/ 2485988 h 4876744"/>
              <a:gd name="connsiteX16" fmla="*/ 1333500 w 4876801"/>
              <a:gd name="connsiteY16" fmla="*/ 2105025 h 4876744"/>
              <a:gd name="connsiteX17" fmla="*/ 1524000 w 4876801"/>
              <a:gd name="connsiteY17" fmla="*/ 1533525 h 4876744"/>
              <a:gd name="connsiteX18" fmla="*/ 1524000 w 4876801"/>
              <a:gd name="connsiteY18" fmla="*/ 2485988 h 4876744"/>
              <a:gd name="connsiteX19" fmla="*/ 1904963 w 4876801"/>
              <a:gd name="connsiteY19" fmla="*/ 2485988 h 4876744"/>
              <a:gd name="connsiteX20" fmla="*/ 1904963 w 4876801"/>
              <a:gd name="connsiteY20" fmla="*/ 1533525 h 4876744"/>
              <a:gd name="connsiteX21" fmla="*/ 476250 w 4876801"/>
              <a:gd name="connsiteY21" fmla="*/ 1459594 h 4876744"/>
              <a:gd name="connsiteX22" fmla="*/ 547688 w 4876801"/>
              <a:gd name="connsiteY22" fmla="*/ 1531031 h 4876744"/>
              <a:gd name="connsiteX23" fmla="*/ 476250 w 4876801"/>
              <a:gd name="connsiteY23" fmla="*/ 1602469 h 4876744"/>
              <a:gd name="connsiteX24" fmla="*/ 404813 w 4876801"/>
              <a:gd name="connsiteY24" fmla="*/ 1531031 h 4876744"/>
              <a:gd name="connsiteX25" fmla="*/ 476250 w 4876801"/>
              <a:gd name="connsiteY25" fmla="*/ 1459594 h 4876744"/>
              <a:gd name="connsiteX26" fmla="*/ 2095463 w 4876801"/>
              <a:gd name="connsiteY26" fmla="*/ 962025 h 4876744"/>
              <a:gd name="connsiteX27" fmla="*/ 2095463 w 4876801"/>
              <a:gd name="connsiteY27" fmla="*/ 2485988 h 4876744"/>
              <a:gd name="connsiteX28" fmla="*/ 2476463 w 4876801"/>
              <a:gd name="connsiteY28" fmla="*/ 2485988 h 4876744"/>
              <a:gd name="connsiteX29" fmla="*/ 2476463 w 4876801"/>
              <a:gd name="connsiteY29" fmla="*/ 962025 h 4876744"/>
              <a:gd name="connsiteX30" fmla="*/ 2000213 w 4876801"/>
              <a:gd name="connsiteY30" fmla="*/ 771525 h 4876744"/>
              <a:gd name="connsiteX31" fmla="*/ 2571713 w 4876801"/>
              <a:gd name="connsiteY31" fmla="*/ 771525 h 4876744"/>
              <a:gd name="connsiteX32" fmla="*/ 2666963 w 4876801"/>
              <a:gd name="connsiteY32" fmla="*/ 866775 h 4876744"/>
              <a:gd name="connsiteX33" fmla="*/ 2666963 w 4876801"/>
              <a:gd name="connsiteY33" fmla="*/ 2485988 h 4876744"/>
              <a:gd name="connsiteX34" fmla="*/ 2762213 w 4876801"/>
              <a:gd name="connsiteY34" fmla="*/ 2485988 h 4876744"/>
              <a:gd name="connsiteX35" fmla="*/ 2857463 w 4876801"/>
              <a:gd name="connsiteY35" fmla="*/ 2581238 h 4876744"/>
              <a:gd name="connsiteX36" fmla="*/ 2762213 w 4876801"/>
              <a:gd name="connsiteY36" fmla="*/ 2676488 h 4876744"/>
              <a:gd name="connsiteX37" fmla="*/ 666750 w 4876801"/>
              <a:gd name="connsiteY37" fmla="*/ 2676488 h 4876744"/>
              <a:gd name="connsiteX38" fmla="*/ 571500 w 4876801"/>
              <a:gd name="connsiteY38" fmla="*/ 2581238 h 4876744"/>
              <a:gd name="connsiteX39" fmla="*/ 666750 w 4876801"/>
              <a:gd name="connsiteY39" fmla="*/ 2485988 h 4876744"/>
              <a:gd name="connsiteX40" fmla="*/ 762000 w 4876801"/>
              <a:gd name="connsiteY40" fmla="*/ 2485988 h 4876744"/>
              <a:gd name="connsiteX41" fmla="*/ 762000 w 4876801"/>
              <a:gd name="connsiteY41" fmla="*/ 2009775 h 4876744"/>
              <a:gd name="connsiteX42" fmla="*/ 857250 w 4876801"/>
              <a:gd name="connsiteY42" fmla="*/ 1914525 h 4876744"/>
              <a:gd name="connsiteX43" fmla="*/ 1333500 w 4876801"/>
              <a:gd name="connsiteY43" fmla="*/ 1914525 h 4876744"/>
              <a:gd name="connsiteX44" fmla="*/ 1333500 w 4876801"/>
              <a:gd name="connsiteY44" fmla="*/ 1438275 h 4876744"/>
              <a:gd name="connsiteX45" fmla="*/ 1428750 w 4876801"/>
              <a:gd name="connsiteY45" fmla="*/ 1343025 h 4876744"/>
              <a:gd name="connsiteX46" fmla="*/ 1904963 w 4876801"/>
              <a:gd name="connsiteY46" fmla="*/ 1343025 h 4876744"/>
              <a:gd name="connsiteX47" fmla="*/ 1904963 w 4876801"/>
              <a:gd name="connsiteY47" fmla="*/ 866775 h 4876744"/>
              <a:gd name="connsiteX48" fmla="*/ 2000213 w 4876801"/>
              <a:gd name="connsiteY48" fmla="*/ 771525 h 4876744"/>
              <a:gd name="connsiteX49" fmla="*/ 1809713 w 4876801"/>
              <a:gd name="connsiteY49" fmla="*/ 381000 h 4876744"/>
              <a:gd name="connsiteX50" fmla="*/ 1904963 w 4876801"/>
              <a:gd name="connsiteY50" fmla="*/ 476250 h 4876744"/>
              <a:gd name="connsiteX51" fmla="*/ 1809713 w 4876801"/>
              <a:gd name="connsiteY51" fmla="*/ 571500 h 4876744"/>
              <a:gd name="connsiteX52" fmla="*/ 706301 w 4876801"/>
              <a:gd name="connsiteY52" fmla="*/ 1248147 h 4876744"/>
              <a:gd name="connsiteX53" fmla="*/ 578160 w 4876801"/>
              <a:gd name="connsiteY53" fmla="*/ 1289633 h 4876744"/>
              <a:gd name="connsiteX54" fmla="*/ 536674 w 4876801"/>
              <a:gd name="connsiteY54" fmla="*/ 1161454 h 4876744"/>
              <a:gd name="connsiteX55" fmla="*/ 1809713 w 4876801"/>
              <a:gd name="connsiteY55" fmla="*/ 381000 h 4876744"/>
              <a:gd name="connsiteX56" fmla="*/ 1809713 w 4876801"/>
              <a:gd name="connsiteY56" fmla="*/ 190500 h 4876744"/>
              <a:gd name="connsiteX57" fmla="*/ 190500 w 4876801"/>
              <a:gd name="connsiteY57" fmla="*/ 1809713 h 4876744"/>
              <a:gd name="connsiteX58" fmla="*/ 1813545 w 4876801"/>
              <a:gd name="connsiteY58" fmla="*/ 3431418 h 4876744"/>
              <a:gd name="connsiteX59" fmla="*/ 2779663 w 4876801"/>
              <a:gd name="connsiteY59" fmla="*/ 3110880 h 4876744"/>
              <a:gd name="connsiteX60" fmla="*/ 3432758 w 4876801"/>
              <a:gd name="connsiteY60" fmla="*/ 1812205 h 4876744"/>
              <a:gd name="connsiteX61" fmla="*/ 1809713 w 4876801"/>
              <a:gd name="connsiteY61" fmla="*/ 190500 h 4876744"/>
              <a:gd name="connsiteX62" fmla="*/ 1809713 w 4876801"/>
              <a:gd name="connsiteY62" fmla="*/ 0 h 4876744"/>
              <a:gd name="connsiteX63" fmla="*/ 3623258 w 4876801"/>
              <a:gd name="connsiteY63" fmla="*/ 1812205 h 4876744"/>
              <a:gd name="connsiteX64" fmla="*/ 3303612 w 4876801"/>
              <a:gd name="connsiteY64" fmla="*/ 2838227 h 4876744"/>
              <a:gd name="connsiteX65" fmla="*/ 4194721 w 4876801"/>
              <a:gd name="connsiteY65" fmla="*/ 3561643 h 4876744"/>
              <a:gd name="connsiteX66" fmla="*/ 4663901 w 4876801"/>
              <a:gd name="connsiteY66" fmla="*/ 3860825 h 4876744"/>
              <a:gd name="connsiteX67" fmla="*/ 4674171 w 4876801"/>
              <a:gd name="connsiteY67" fmla="*/ 3868378 h 4876744"/>
              <a:gd name="connsiteX68" fmla="*/ 4757142 w 4876801"/>
              <a:gd name="connsiteY68" fmla="*/ 4655902 h 4876744"/>
              <a:gd name="connsiteX69" fmla="*/ 3868973 w 4876801"/>
              <a:gd name="connsiteY69" fmla="*/ 4673947 h 4876744"/>
              <a:gd name="connsiteX70" fmla="*/ 3861383 w 4876801"/>
              <a:gd name="connsiteY70" fmla="*/ 4663678 h 4876744"/>
              <a:gd name="connsiteX71" fmla="*/ 3574777 w 4876801"/>
              <a:gd name="connsiteY71" fmla="*/ 4214478 h 4876744"/>
              <a:gd name="connsiteX72" fmla="*/ 2826209 w 4876801"/>
              <a:gd name="connsiteY72" fmla="*/ 3311426 h 4876744"/>
              <a:gd name="connsiteX73" fmla="*/ 1813545 w 4876801"/>
              <a:gd name="connsiteY73" fmla="*/ 3621918 h 4876744"/>
              <a:gd name="connsiteX74" fmla="*/ 0 w 4876801"/>
              <a:gd name="connsiteY74" fmla="*/ 1809713 h 4876744"/>
              <a:gd name="connsiteX75" fmla="*/ 1809713 w 4876801"/>
              <a:gd name="connsiteY75" fmla="*/ 0 h 4876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876801" h="4876744">
                <a:moveTo>
                  <a:pt x="3645359" y="3396146"/>
                </a:moveTo>
                <a:lnTo>
                  <a:pt x="3391123" y="3650382"/>
                </a:lnTo>
                <a:cubicBezTo>
                  <a:pt x="3530501" y="3817813"/>
                  <a:pt x="3648707" y="3976204"/>
                  <a:pt x="3735363" y="4112009"/>
                </a:cubicBezTo>
                <a:lnTo>
                  <a:pt x="4018359" y="4555517"/>
                </a:lnTo>
                <a:cubicBezTo>
                  <a:pt x="4176117" y="4736195"/>
                  <a:pt x="4458221" y="4728753"/>
                  <a:pt x="4607161" y="4538476"/>
                </a:cubicBezTo>
                <a:cubicBezTo>
                  <a:pt x="4729981" y="4381649"/>
                  <a:pt x="4706615" y="4149440"/>
                  <a:pt x="4555815" y="4017801"/>
                </a:cubicBezTo>
                <a:lnTo>
                  <a:pt x="4092327" y="3722266"/>
                </a:lnTo>
                <a:cubicBezTo>
                  <a:pt x="3957675" y="3636392"/>
                  <a:pt x="3804382" y="3524510"/>
                  <a:pt x="3645359" y="3396146"/>
                </a:cubicBezTo>
                <a:close/>
                <a:moveTo>
                  <a:pt x="3186261" y="2989994"/>
                </a:moveTo>
                <a:cubicBezTo>
                  <a:pt x="3122749" y="3063924"/>
                  <a:pt x="3053544" y="3132534"/>
                  <a:pt x="2979204" y="3195303"/>
                </a:cubicBezTo>
                <a:cubicBezTo>
                  <a:pt x="3075087" y="3292897"/>
                  <a:pt x="3173685" y="3399123"/>
                  <a:pt x="3266852" y="3505200"/>
                </a:cubicBezTo>
                <a:lnTo>
                  <a:pt x="3498168" y="3273921"/>
                </a:lnTo>
                <a:cubicBezTo>
                  <a:pt x="3387105" y="3179080"/>
                  <a:pt x="3280209" y="3081784"/>
                  <a:pt x="3186261" y="2989994"/>
                </a:cubicBezTo>
                <a:close/>
                <a:moveTo>
                  <a:pt x="952500" y="2105025"/>
                </a:moveTo>
                <a:lnTo>
                  <a:pt x="952500" y="2485988"/>
                </a:lnTo>
                <a:lnTo>
                  <a:pt x="1333500" y="2485988"/>
                </a:lnTo>
                <a:lnTo>
                  <a:pt x="1333500" y="2105025"/>
                </a:lnTo>
                <a:close/>
                <a:moveTo>
                  <a:pt x="1524000" y="1533525"/>
                </a:moveTo>
                <a:cubicBezTo>
                  <a:pt x="1524000" y="1685553"/>
                  <a:pt x="1524000" y="2227882"/>
                  <a:pt x="1524000" y="2485988"/>
                </a:cubicBezTo>
                <a:lnTo>
                  <a:pt x="1904963" y="2485988"/>
                </a:lnTo>
                <a:lnTo>
                  <a:pt x="1904963" y="1533525"/>
                </a:lnTo>
                <a:close/>
                <a:moveTo>
                  <a:pt x="476250" y="1459594"/>
                </a:moveTo>
                <a:cubicBezTo>
                  <a:pt x="515690" y="1459594"/>
                  <a:pt x="547688" y="1491592"/>
                  <a:pt x="547688" y="1531031"/>
                </a:cubicBezTo>
                <a:cubicBezTo>
                  <a:pt x="547688" y="1570508"/>
                  <a:pt x="515690" y="1602469"/>
                  <a:pt x="476250" y="1602469"/>
                </a:cubicBezTo>
                <a:cubicBezTo>
                  <a:pt x="436774" y="1602469"/>
                  <a:pt x="404813" y="1570508"/>
                  <a:pt x="404813" y="1531031"/>
                </a:cubicBezTo>
                <a:cubicBezTo>
                  <a:pt x="404813" y="1491592"/>
                  <a:pt x="436774" y="1459594"/>
                  <a:pt x="476250" y="1459594"/>
                </a:cubicBezTo>
                <a:close/>
                <a:moveTo>
                  <a:pt x="2095463" y="962025"/>
                </a:moveTo>
                <a:cubicBezTo>
                  <a:pt x="2095463" y="1146497"/>
                  <a:pt x="2095463" y="2301478"/>
                  <a:pt x="2095463" y="2485988"/>
                </a:cubicBezTo>
                <a:lnTo>
                  <a:pt x="2476463" y="2485988"/>
                </a:lnTo>
                <a:lnTo>
                  <a:pt x="2476463" y="962025"/>
                </a:lnTo>
                <a:close/>
                <a:moveTo>
                  <a:pt x="2000213" y="771525"/>
                </a:moveTo>
                <a:lnTo>
                  <a:pt x="2571713" y="771525"/>
                </a:lnTo>
                <a:cubicBezTo>
                  <a:pt x="2624323" y="771525"/>
                  <a:pt x="2666963" y="814164"/>
                  <a:pt x="2666963" y="866775"/>
                </a:cubicBezTo>
                <a:lnTo>
                  <a:pt x="2666963" y="2485988"/>
                </a:lnTo>
                <a:lnTo>
                  <a:pt x="2762213" y="2485988"/>
                </a:lnTo>
                <a:cubicBezTo>
                  <a:pt x="2814823" y="2485988"/>
                  <a:pt x="2857463" y="2528664"/>
                  <a:pt x="2857463" y="2581238"/>
                </a:cubicBezTo>
                <a:cubicBezTo>
                  <a:pt x="2857463" y="2633848"/>
                  <a:pt x="2814823" y="2676488"/>
                  <a:pt x="2762213" y="2676488"/>
                </a:cubicBezTo>
                <a:lnTo>
                  <a:pt x="666750" y="2676488"/>
                </a:lnTo>
                <a:cubicBezTo>
                  <a:pt x="614139" y="2676488"/>
                  <a:pt x="571500" y="2633848"/>
                  <a:pt x="571500" y="2581238"/>
                </a:cubicBezTo>
                <a:cubicBezTo>
                  <a:pt x="571500" y="2528664"/>
                  <a:pt x="614139" y="2485988"/>
                  <a:pt x="666750" y="2485988"/>
                </a:cubicBezTo>
                <a:lnTo>
                  <a:pt x="762000" y="2485988"/>
                </a:lnTo>
                <a:lnTo>
                  <a:pt x="762000" y="2009775"/>
                </a:lnTo>
                <a:cubicBezTo>
                  <a:pt x="762000" y="1957164"/>
                  <a:pt x="804639" y="1914525"/>
                  <a:pt x="857250" y="1914525"/>
                </a:cubicBezTo>
                <a:lnTo>
                  <a:pt x="1333500" y="1914525"/>
                </a:lnTo>
                <a:lnTo>
                  <a:pt x="1333500" y="1438275"/>
                </a:lnTo>
                <a:cubicBezTo>
                  <a:pt x="1333500" y="1385664"/>
                  <a:pt x="1376139" y="1343025"/>
                  <a:pt x="1428750" y="1343025"/>
                </a:cubicBezTo>
                <a:lnTo>
                  <a:pt x="1904963" y="1343025"/>
                </a:lnTo>
                <a:lnTo>
                  <a:pt x="1904963" y="866775"/>
                </a:lnTo>
                <a:cubicBezTo>
                  <a:pt x="1904963" y="814164"/>
                  <a:pt x="1947602" y="771525"/>
                  <a:pt x="2000213" y="771525"/>
                </a:cubicBezTo>
                <a:close/>
                <a:moveTo>
                  <a:pt x="1809713" y="381000"/>
                </a:moveTo>
                <a:cubicBezTo>
                  <a:pt x="1862324" y="381000"/>
                  <a:pt x="1904963" y="423639"/>
                  <a:pt x="1904963" y="476250"/>
                </a:cubicBezTo>
                <a:cubicBezTo>
                  <a:pt x="1904963" y="528861"/>
                  <a:pt x="1862324" y="571500"/>
                  <a:pt x="1809713" y="571500"/>
                </a:cubicBezTo>
                <a:cubicBezTo>
                  <a:pt x="1342430" y="571500"/>
                  <a:pt x="919646" y="830796"/>
                  <a:pt x="706301" y="1248147"/>
                </a:cubicBezTo>
                <a:cubicBezTo>
                  <a:pt x="682377" y="1294991"/>
                  <a:pt x="624967" y="1313557"/>
                  <a:pt x="578160" y="1289633"/>
                </a:cubicBezTo>
                <a:cubicBezTo>
                  <a:pt x="531317" y="1265671"/>
                  <a:pt x="512750" y="1208298"/>
                  <a:pt x="536674" y="1161454"/>
                </a:cubicBezTo>
                <a:cubicBezTo>
                  <a:pt x="775320" y="694543"/>
                  <a:pt x="1259421" y="381000"/>
                  <a:pt x="1809713" y="381000"/>
                </a:cubicBezTo>
                <a:close/>
                <a:moveTo>
                  <a:pt x="1809713" y="190500"/>
                </a:moveTo>
                <a:cubicBezTo>
                  <a:pt x="916893" y="190500"/>
                  <a:pt x="190500" y="916893"/>
                  <a:pt x="190500" y="1809713"/>
                </a:cubicBezTo>
                <a:cubicBezTo>
                  <a:pt x="190500" y="2703946"/>
                  <a:pt x="918604" y="3431418"/>
                  <a:pt x="1813545" y="3431418"/>
                </a:cubicBezTo>
                <a:cubicBezTo>
                  <a:pt x="2164370" y="3431418"/>
                  <a:pt x="2498452" y="3320579"/>
                  <a:pt x="2779663" y="3110880"/>
                </a:cubicBezTo>
                <a:cubicBezTo>
                  <a:pt x="3172643" y="2817763"/>
                  <a:pt x="3432758" y="2348247"/>
                  <a:pt x="3432758" y="1812205"/>
                </a:cubicBezTo>
                <a:cubicBezTo>
                  <a:pt x="3432758" y="917972"/>
                  <a:pt x="2704691" y="190500"/>
                  <a:pt x="1809713" y="190500"/>
                </a:cubicBezTo>
                <a:close/>
                <a:moveTo>
                  <a:pt x="1809713" y="0"/>
                </a:moveTo>
                <a:cubicBezTo>
                  <a:pt x="2809726" y="0"/>
                  <a:pt x="3623258" y="812936"/>
                  <a:pt x="3623258" y="1812205"/>
                </a:cubicBezTo>
                <a:cubicBezTo>
                  <a:pt x="3623258" y="2182676"/>
                  <a:pt x="3512976" y="2535622"/>
                  <a:pt x="3303612" y="2838227"/>
                </a:cubicBezTo>
                <a:cubicBezTo>
                  <a:pt x="3552453" y="3083644"/>
                  <a:pt x="3905510" y="3377208"/>
                  <a:pt x="4194721" y="3561643"/>
                </a:cubicBezTo>
                <a:lnTo>
                  <a:pt x="4663901" y="3860825"/>
                </a:lnTo>
                <a:cubicBezTo>
                  <a:pt x="4667510" y="3863094"/>
                  <a:pt x="4670933" y="3865624"/>
                  <a:pt x="4674171" y="3868378"/>
                </a:cubicBezTo>
                <a:cubicBezTo>
                  <a:pt x="4916388" y="4073016"/>
                  <a:pt x="4938154" y="4424809"/>
                  <a:pt x="4757142" y="4655902"/>
                </a:cubicBezTo>
                <a:cubicBezTo>
                  <a:pt x="4531072" y="4944703"/>
                  <a:pt x="4102336" y="4949763"/>
                  <a:pt x="3868973" y="4673947"/>
                </a:cubicBezTo>
                <a:cubicBezTo>
                  <a:pt x="3866220" y="4670673"/>
                  <a:pt x="3863690" y="4667250"/>
                  <a:pt x="3861383" y="4663678"/>
                </a:cubicBezTo>
                <a:lnTo>
                  <a:pt x="3574777" y="4214478"/>
                </a:lnTo>
                <a:cubicBezTo>
                  <a:pt x="3386621" y="3919612"/>
                  <a:pt x="3074715" y="3562573"/>
                  <a:pt x="2826209" y="3311426"/>
                </a:cubicBezTo>
                <a:cubicBezTo>
                  <a:pt x="2526432" y="3514799"/>
                  <a:pt x="2178099" y="3621918"/>
                  <a:pt x="1813545" y="3621918"/>
                </a:cubicBezTo>
                <a:cubicBezTo>
                  <a:pt x="813532" y="3621918"/>
                  <a:pt x="0" y="2808982"/>
                  <a:pt x="0" y="1809713"/>
                </a:cubicBezTo>
                <a:cubicBezTo>
                  <a:pt x="0" y="811857"/>
                  <a:pt x="811820" y="0"/>
                  <a:pt x="180971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Freeform: Shape 53"/>
          <p:cNvSpPr>
            <a:spLocks noChangeAspect="1"/>
          </p:cNvSpPr>
          <p:nvPr/>
        </p:nvSpPr>
        <p:spPr>
          <a:xfrm>
            <a:off x="2179499" y="4574047"/>
            <a:ext cx="426720" cy="426719"/>
          </a:xfrm>
          <a:custGeom>
            <a:avLst/>
            <a:gdLst>
              <a:gd name="connsiteX0" fmla="*/ 436904 w 4876815"/>
              <a:gd name="connsiteY0" fmla="*/ 4035819 h 4876809"/>
              <a:gd name="connsiteX1" fmla="*/ 369582 w 4876815"/>
              <a:gd name="connsiteY1" fmla="*/ 4103198 h 4876809"/>
              <a:gd name="connsiteX2" fmla="*/ 369515 w 4876815"/>
              <a:gd name="connsiteY2" fmla="*/ 4507192 h 4876809"/>
              <a:gd name="connsiteX3" fmla="*/ 773546 w 4876815"/>
              <a:gd name="connsiteY3" fmla="*/ 4507259 h 4876809"/>
              <a:gd name="connsiteX4" fmla="*/ 840974 w 4876815"/>
              <a:gd name="connsiteY4" fmla="*/ 4439888 h 4876809"/>
              <a:gd name="connsiteX5" fmla="*/ 381069 w 4876815"/>
              <a:gd name="connsiteY5" fmla="*/ 3283448 h 4876809"/>
              <a:gd name="connsiteX6" fmla="*/ 369563 w 4876815"/>
              <a:gd name="connsiteY6" fmla="*/ 3294964 h 4876809"/>
              <a:gd name="connsiteX7" fmla="*/ 369544 w 4876815"/>
              <a:gd name="connsiteY7" fmla="*/ 3699053 h 4876809"/>
              <a:gd name="connsiteX8" fmla="*/ 1177730 w 4876815"/>
              <a:gd name="connsiteY8" fmla="*/ 4507239 h 4876809"/>
              <a:gd name="connsiteX9" fmla="*/ 1581819 w 4876815"/>
              <a:gd name="connsiteY9" fmla="*/ 4507259 h 4876809"/>
              <a:gd name="connsiteX10" fmla="*/ 1593344 w 4876815"/>
              <a:gd name="connsiteY10" fmla="*/ 4495724 h 4876809"/>
              <a:gd name="connsiteX11" fmla="*/ 380926 w 4876815"/>
              <a:gd name="connsiteY11" fmla="*/ 2554078 h 4876809"/>
              <a:gd name="connsiteX12" fmla="*/ 246462 w 4876815"/>
              <a:gd name="connsiteY12" fmla="*/ 2609888 h 4876809"/>
              <a:gd name="connsiteX13" fmla="*/ 246404 w 4876815"/>
              <a:gd name="connsiteY13" fmla="*/ 2879379 h 4876809"/>
              <a:gd name="connsiteX14" fmla="*/ 1997423 w 4876815"/>
              <a:gd name="connsiteY14" fmla="*/ 4630398 h 4876809"/>
              <a:gd name="connsiteX15" fmla="*/ 2266857 w 4876815"/>
              <a:gd name="connsiteY15" fmla="*/ 4630398 h 4876809"/>
              <a:gd name="connsiteX16" fmla="*/ 2266876 w 4876815"/>
              <a:gd name="connsiteY16" fmla="*/ 4361088 h 4876809"/>
              <a:gd name="connsiteX17" fmla="*/ 515733 w 4876815"/>
              <a:gd name="connsiteY17" fmla="*/ 2609945 h 4876809"/>
              <a:gd name="connsiteX18" fmla="*/ 380926 w 4876815"/>
              <a:gd name="connsiteY18" fmla="*/ 2554078 h 4876809"/>
              <a:gd name="connsiteX19" fmla="*/ 2688806 w 4876815"/>
              <a:gd name="connsiteY19" fmla="*/ 2092742 h 4876809"/>
              <a:gd name="connsiteX20" fmla="*/ 2756165 w 4876815"/>
              <a:gd name="connsiteY20" fmla="*/ 2120645 h 4876809"/>
              <a:gd name="connsiteX21" fmla="*/ 2756156 w 4876815"/>
              <a:gd name="connsiteY21" fmla="*/ 2255357 h 4876809"/>
              <a:gd name="connsiteX22" fmla="*/ 1985898 w 4876815"/>
              <a:gd name="connsiteY22" fmla="*/ 3025616 h 4876809"/>
              <a:gd name="connsiteX23" fmla="*/ 1851195 w 4876815"/>
              <a:gd name="connsiteY23" fmla="*/ 3025616 h 4876809"/>
              <a:gd name="connsiteX24" fmla="*/ 1851195 w 4876815"/>
              <a:gd name="connsiteY24" fmla="*/ 2890903 h 4876809"/>
              <a:gd name="connsiteX25" fmla="*/ 2621453 w 4876815"/>
              <a:gd name="connsiteY25" fmla="*/ 2120645 h 4876809"/>
              <a:gd name="connsiteX26" fmla="*/ 2688806 w 4876815"/>
              <a:gd name="connsiteY26" fmla="*/ 2092742 h 4876809"/>
              <a:gd name="connsiteX27" fmla="*/ 2958222 w 4876815"/>
              <a:gd name="connsiteY27" fmla="*/ 1823342 h 4876809"/>
              <a:gd name="connsiteX28" fmla="*/ 3025599 w 4876815"/>
              <a:gd name="connsiteY28" fmla="*/ 1851202 h 4876809"/>
              <a:gd name="connsiteX29" fmla="*/ 3025599 w 4876815"/>
              <a:gd name="connsiteY29" fmla="*/ 1985876 h 4876809"/>
              <a:gd name="connsiteX30" fmla="*/ 2890916 w 4876815"/>
              <a:gd name="connsiteY30" fmla="*/ 1985876 h 4876809"/>
              <a:gd name="connsiteX31" fmla="*/ 2890916 w 4876815"/>
              <a:gd name="connsiteY31" fmla="*/ 1851202 h 4876809"/>
              <a:gd name="connsiteX32" fmla="*/ 2958222 w 4876815"/>
              <a:gd name="connsiteY32" fmla="*/ 1823342 h 4876809"/>
              <a:gd name="connsiteX33" fmla="*/ 3148758 w 4876815"/>
              <a:gd name="connsiteY33" fmla="*/ 1323946 h 4876809"/>
              <a:gd name="connsiteX34" fmla="*/ 1323958 w 4876815"/>
              <a:gd name="connsiteY34" fmla="*/ 3148746 h 4876809"/>
              <a:gd name="connsiteX35" fmla="*/ 1728056 w 4876815"/>
              <a:gd name="connsiteY35" fmla="*/ 3552844 h 4876809"/>
              <a:gd name="connsiteX36" fmla="*/ 3552856 w 4876815"/>
              <a:gd name="connsiteY36" fmla="*/ 1728054 h 4876809"/>
              <a:gd name="connsiteX37" fmla="*/ 4305027 w 4876815"/>
              <a:gd name="connsiteY37" fmla="*/ 285733 h 4876809"/>
              <a:gd name="connsiteX38" fmla="*/ 4103258 w 4876815"/>
              <a:gd name="connsiteY38" fmla="*/ 369532 h 4876809"/>
              <a:gd name="connsiteX39" fmla="*/ 4035831 w 4876815"/>
              <a:gd name="connsiteY39" fmla="*/ 436902 h 4876809"/>
              <a:gd name="connsiteX40" fmla="*/ 4439900 w 4876815"/>
              <a:gd name="connsiteY40" fmla="*/ 840972 h 4876809"/>
              <a:gd name="connsiteX41" fmla="*/ 4507223 w 4876815"/>
              <a:gd name="connsiteY41" fmla="*/ 773592 h 4876809"/>
              <a:gd name="connsiteX42" fmla="*/ 4507289 w 4876815"/>
              <a:gd name="connsiteY42" fmla="*/ 369598 h 4876809"/>
              <a:gd name="connsiteX43" fmla="*/ 4305027 w 4876815"/>
              <a:gd name="connsiteY43" fmla="*/ 285733 h 4876809"/>
              <a:gd name="connsiteX44" fmla="*/ 3497005 w 4876815"/>
              <a:gd name="connsiteY44" fmla="*/ 285727 h 4876809"/>
              <a:gd name="connsiteX45" fmla="*/ 3294985 w 4876815"/>
              <a:gd name="connsiteY45" fmla="*/ 369532 h 4876809"/>
              <a:gd name="connsiteX46" fmla="*/ 3283451 w 4876815"/>
              <a:gd name="connsiteY46" fmla="*/ 381066 h 4876809"/>
              <a:gd name="connsiteX47" fmla="*/ 4495736 w 4876815"/>
              <a:gd name="connsiteY47" fmla="*/ 1593342 h 4876809"/>
              <a:gd name="connsiteX48" fmla="*/ 4507242 w 4876815"/>
              <a:gd name="connsiteY48" fmla="*/ 1581826 h 4876809"/>
              <a:gd name="connsiteX49" fmla="*/ 4507261 w 4876815"/>
              <a:gd name="connsiteY49" fmla="*/ 1177738 h 4876809"/>
              <a:gd name="connsiteX50" fmla="*/ 3699074 w 4876815"/>
              <a:gd name="connsiteY50" fmla="*/ 369551 h 4876809"/>
              <a:gd name="connsiteX51" fmla="*/ 3497005 w 4876815"/>
              <a:gd name="connsiteY51" fmla="*/ 285727 h 4876809"/>
              <a:gd name="connsiteX52" fmla="*/ 2744777 w 4876815"/>
              <a:gd name="connsiteY52" fmla="*/ 190534 h 4876809"/>
              <a:gd name="connsiteX53" fmla="*/ 2609957 w 4876815"/>
              <a:gd name="connsiteY53" fmla="*/ 246402 h 4876809"/>
              <a:gd name="connsiteX54" fmla="*/ 2609928 w 4876815"/>
              <a:gd name="connsiteY54" fmla="*/ 515712 h 4876809"/>
              <a:gd name="connsiteX55" fmla="*/ 4361071 w 4876815"/>
              <a:gd name="connsiteY55" fmla="*/ 2266845 h 4876809"/>
              <a:gd name="connsiteX56" fmla="*/ 4630343 w 4876815"/>
              <a:gd name="connsiteY56" fmla="*/ 2266902 h 4876809"/>
              <a:gd name="connsiteX57" fmla="*/ 4630400 w 4876815"/>
              <a:gd name="connsiteY57" fmla="*/ 1997421 h 4876809"/>
              <a:gd name="connsiteX58" fmla="*/ 2879391 w 4876815"/>
              <a:gd name="connsiteY58" fmla="*/ 246402 h 4876809"/>
              <a:gd name="connsiteX59" fmla="*/ 2744777 w 4876815"/>
              <a:gd name="connsiteY59" fmla="*/ 190534 h 4876809"/>
              <a:gd name="connsiteX60" fmla="*/ 2744699 w 4876815"/>
              <a:gd name="connsiteY60" fmla="*/ 0 h 4876809"/>
              <a:gd name="connsiteX61" fmla="*/ 3014074 w 4876815"/>
              <a:gd name="connsiteY61" fmla="*/ 111699 h 4876809"/>
              <a:gd name="connsiteX62" fmla="*/ 3148739 w 4876815"/>
              <a:gd name="connsiteY62" fmla="*/ 246364 h 4876809"/>
              <a:gd name="connsiteX63" fmla="*/ 3160254 w 4876815"/>
              <a:gd name="connsiteY63" fmla="*/ 234848 h 4876809"/>
              <a:gd name="connsiteX64" fmla="*/ 3833796 w 4876815"/>
              <a:gd name="connsiteY64" fmla="*/ 234867 h 4876809"/>
              <a:gd name="connsiteX65" fmla="*/ 3901128 w 4876815"/>
              <a:gd name="connsiteY65" fmla="*/ 302199 h 4876809"/>
              <a:gd name="connsiteX66" fmla="*/ 3968555 w 4876815"/>
              <a:gd name="connsiteY66" fmla="*/ 234820 h 4876809"/>
              <a:gd name="connsiteX67" fmla="*/ 4641954 w 4876815"/>
              <a:gd name="connsiteY67" fmla="*/ 234877 h 4876809"/>
              <a:gd name="connsiteX68" fmla="*/ 4641887 w 4876815"/>
              <a:gd name="connsiteY68" fmla="*/ 908304 h 4876809"/>
              <a:gd name="connsiteX69" fmla="*/ 4574584 w 4876815"/>
              <a:gd name="connsiteY69" fmla="*/ 975665 h 4876809"/>
              <a:gd name="connsiteX70" fmla="*/ 4641935 w 4876815"/>
              <a:gd name="connsiteY70" fmla="*/ 1043016 h 4876809"/>
              <a:gd name="connsiteX71" fmla="*/ 4781486 w 4876815"/>
              <a:gd name="connsiteY71" fmla="*/ 1379772 h 4876809"/>
              <a:gd name="connsiteX72" fmla="*/ 4630429 w 4876815"/>
              <a:gd name="connsiteY72" fmla="*/ 1728044 h 4876809"/>
              <a:gd name="connsiteX73" fmla="*/ 4765112 w 4876815"/>
              <a:gd name="connsiteY73" fmla="*/ 1862718 h 4876809"/>
              <a:gd name="connsiteX74" fmla="*/ 4765084 w 4876815"/>
              <a:gd name="connsiteY74" fmla="*/ 2401605 h 4876809"/>
              <a:gd name="connsiteX75" fmla="*/ 4226321 w 4876815"/>
              <a:gd name="connsiteY75" fmla="*/ 2401519 h 4876809"/>
              <a:gd name="connsiteX76" fmla="*/ 3687577 w 4876815"/>
              <a:gd name="connsiteY76" fmla="*/ 1862775 h 4876809"/>
              <a:gd name="connsiteX77" fmla="*/ 1862778 w 4876815"/>
              <a:gd name="connsiteY77" fmla="*/ 3687575 h 4876809"/>
              <a:gd name="connsiteX78" fmla="*/ 2401579 w 4876815"/>
              <a:gd name="connsiteY78" fmla="*/ 4226376 h 4876809"/>
              <a:gd name="connsiteX79" fmla="*/ 2401550 w 4876815"/>
              <a:gd name="connsiteY79" fmla="*/ 4765139 h 4876809"/>
              <a:gd name="connsiteX80" fmla="*/ 1862740 w 4876815"/>
              <a:gd name="connsiteY80" fmla="*/ 4765110 h 4876809"/>
              <a:gd name="connsiteX81" fmla="*/ 1728075 w 4876815"/>
              <a:gd name="connsiteY81" fmla="*/ 4630436 h 4876809"/>
              <a:gd name="connsiteX82" fmla="*/ 1716569 w 4876815"/>
              <a:gd name="connsiteY82" fmla="*/ 4641942 h 4876809"/>
              <a:gd name="connsiteX83" fmla="*/ 1043028 w 4876815"/>
              <a:gd name="connsiteY83" fmla="*/ 4641923 h 4876809"/>
              <a:gd name="connsiteX84" fmla="*/ 975696 w 4876815"/>
              <a:gd name="connsiteY84" fmla="*/ 4574591 h 4876809"/>
              <a:gd name="connsiteX85" fmla="*/ 908268 w 4876815"/>
              <a:gd name="connsiteY85" fmla="*/ 4641971 h 4876809"/>
              <a:gd name="connsiteX86" fmla="*/ 234851 w 4876815"/>
              <a:gd name="connsiteY86" fmla="*/ 4641923 h 4876809"/>
              <a:gd name="connsiteX87" fmla="*/ 234917 w 4876815"/>
              <a:gd name="connsiteY87" fmla="*/ 3968486 h 4876809"/>
              <a:gd name="connsiteX88" fmla="*/ 302221 w 4876815"/>
              <a:gd name="connsiteY88" fmla="*/ 3901125 h 4876809"/>
              <a:gd name="connsiteX89" fmla="*/ 234870 w 4876815"/>
              <a:gd name="connsiteY89" fmla="*/ 3833774 h 4876809"/>
              <a:gd name="connsiteX90" fmla="*/ 234889 w 4876815"/>
              <a:gd name="connsiteY90" fmla="*/ 3160233 h 4876809"/>
              <a:gd name="connsiteX91" fmla="*/ 246376 w 4876815"/>
              <a:gd name="connsiteY91" fmla="*/ 3148746 h 4876809"/>
              <a:gd name="connsiteX92" fmla="*/ 111711 w 4876815"/>
              <a:gd name="connsiteY92" fmla="*/ 3014081 h 4876809"/>
              <a:gd name="connsiteX93" fmla="*/ 111730 w 4876815"/>
              <a:gd name="connsiteY93" fmla="*/ 2475204 h 4876809"/>
              <a:gd name="connsiteX94" fmla="*/ 650493 w 4876815"/>
              <a:gd name="connsiteY94" fmla="*/ 2475290 h 4876809"/>
              <a:gd name="connsiteX95" fmla="*/ 1189237 w 4876815"/>
              <a:gd name="connsiteY95" fmla="*/ 3014034 h 4876809"/>
              <a:gd name="connsiteX96" fmla="*/ 3014046 w 4876815"/>
              <a:gd name="connsiteY96" fmla="*/ 1189234 h 4876809"/>
              <a:gd name="connsiteX97" fmla="*/ 2475245 w 4876815"/>
              <a:gd name="connsiteY97" fmla="*/ 650433 h 4876809"/>
              <a:gd name="connsiteX98" fmla="*/ 2475274 w 4876815"/>
              <a:gd name="connsiteY98" fmla="*/ 111671 h 4876809"/>
              <a:gd name="connsiteX99" fmla="*/ 2744699 w 4876815"/>
              <a:gd name="connsiteY99" fmla="*/ 0 h 487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876815" h="4876809">
                <a:moveTo>
                  <a:pt x="436904" y="4035819"/>
                </a:moveTo>
                <a:lnTo>
                  <a:pt x="369582" y="4103198"/>
                </a:lnTo>
                <a:cubicBezTo>
                  <a:pt x="257758" y="4214879"/>
                  <a:pt x="257882" y="4395721"/>
                  <a:pt x="369515" y="4507192"/>
                </a:cubicBezTo>
                <a:cubicBezTo>
                  <a:pt x="481529" y="4619301"/>
                  <a:pt x="662190" y="4618701"/>
                  <a:pt x="773546" y="4507259"/>
                </a:cubicBezTo>
                <a:lnTo>
                  <a:pt x="840974" y="4439888"/>
                </a:lnTo>
                <a:close/>
                <a:moveTo>
                  <a:pt x="381069" y="3283448"/>
                </a:moveTo>
                <a:lnTo>
                  <a:pt x="369563" y="3294964"/>
                </a:lnTo>
                <a:cubicBezTo>
                  <a:pt x="257768" y="3406664"/>
                  <a:pt x="257834" y="3587420"/>
                  <a:pt x="369544" y="3699053"/>
                </a:cubicBezTo>
                <a:lnTo>
                  <a:pt x="1177730" y="4507239"/>
                </a:lnTo>
                <a:cubicBezTo>
                  <a:pt x="1289430" y="4619034"/>
                  <a:pt x="1470186" y="4618968"/>
                  <a:pt x="1581819" y="4507259"/>
                </a:cubicBezTo>
                <a:lnTo>
                  <a:pt x="1593344" y="4495724"/>
                </a:lnTo>
                <a:close/>
                <a:moveTo>
                  <a:pt x="380926" y="2554078"/>
                </a:moveTo>
                <a:cubicBezTo>
                  <a:pt x="332189" y="2554122"/>
                  <a:pt x="283509" y="2572779"/>
                  <a:pt x="246462" y="2609888"/>
                </a:cubicBezTo>
                <a:cubicBezTo>
                  <a:pt x="171290" y="2685002"/>
                  <a:pt x="172557" y="2805532"/>
                  <a:pt x="246404" y="2879379"/>
                </a:cubicBezTo>
                <a:cubicBezTo>
                  <a:pt x="333558" y="2966533"/>
                  <a:pt x="1917794" y="4550769"/>
                  <a:pt x="1997423" y="4630398"/>
                </a:cubicBezTo>
                <a:cubicBezTo>
                  <a:pt x="2071775" y="4704741"/>
                  <a:pt x="2192219" y="4705036"/>
                  <a:pt x="2266857" y="4630398"/>
                </a:cubicBezTo>
                <a:cubicBezTo>
                  <a:pt x="2341381" y="4555941"/>
                  <a:pt x="2341323" y="4435450"/>
                  <a:pt x="2266876" y="4361088"/>
                </a:cubicBezTo>
                <a:lnTo>
                  <a:pt x="515733" y="2609945"/>
                </a:lnTo>
                <a:cubicBezTo>
                  <a:pt x="478457" y="2572603"/>
                  <a:pt x="429663" y="2554034"/>
                  <a:pt x="380926" y="2554078"/>
                </a:cubicBezTo>
                <a:close/>
                <a:moveTo>
                  <a:pt x="2688806" y="2092742"/>
                </a:moveTo>
                <a:cubicBezTo>
                  <a:pt x="2713184" y="2092742"/>
                  <a:pt x="2737563" y="2102043"/>
                  <a:pt x="2756165" y="2120645"/>
                </a:cubicBezTo>
                <a:cubicBezTo>
                  <a:pt x="2793360" y="2157850"/>
                  <a:pt x="2793360" y="2218153"/>
                  <a:pt x="2756156" y="2255357"/>
                </a:cubicBezTo>
                <a:lnTo>
                  <a:pt x="1985898" y="3025616"/>
                </a:lnTo>
                <a:cubicBezTo>
                  <a:pt x="1948703" y="3062811"/>
                  <a:pt x="1888390" y="3062811"/>
                  <a:pt x="1851195" y="3025616"/>
                </a:cubicBezTo>
                <a:cubicBezTo>
                  <a:pt x="1814000" y="2988411"/>
                  <a:pt x="1814000" y="2928098"/>
                  <a:pt x="1851195" y="2890903"/>
                </a:cubicBezTo>
                <a:lnTo>
                  <a:pt x="2621453" y="2120645"/>
                </a:lnTo>
                <a:cubicBezTo>
                  <a:pt x="2640050" y="2102043"/>
                  <a:pt x="2664427" y="2092742"/>
                  <a:pt x="2688806" y="2092742"/>
                </a:cubicBezTo>
                <a:close/>
                <a:moveTo>
                  <a:pt x="2958222" y="1823342"/>
                </a:moveTo>
                <a:cubicBezTo>
                  <a:pt x="2982594" y="1823342"/>
                  <a:pt x="3006978" y="1832629"/>
                  <a:pt x="3025599" y="1851202"/>
                </a:cubicBezTo>
                <a:cubicBezTo>
                  <a:pt x="3062747" y="1888445"/>
                  <a:pt x="3062747" y="1948729"/>
                  <a:pt x="3025599" y="1985876"/>
                </a:cubicBezTo>
                <a:cubicBezTo>
                  <a:pt x="2988357" y="2023119"/>
                  <a:pt x="2928063" y="2023119"/>
                  <a:pt x="2890916" y="1985876"/>
                </a:cubicBezTo>
                <a:cubicBezTo>
                  <a:pt x="2853673" y="1948738"/>
                  <a:pt x="2853673" y="1888445"/>
                  <a:pt x="2890916" y="1851202"/>
                </a:cubicBezTo>
                <a:cubicBezTo>
                  <a:pt x="2909490" y="1832629"/>
                  <a:pt x="2933850" y="1823342"/>
                  <a:pt x="2958222" y="1823342"/>
                </a:cubicBezTo>
                <a:close/>
                <a:moveTo>
                  <a:pt x="3148758" y="1323946"/>
                </a:moveTo>
                <a:lnTo>
                  <a:pt x="1323958" y="3148746"/>
                </a:lnTo>
                <a:lnTo>
                  <a:pt x="1728056" y="3552844"/>
                </a:lnTo>
                <a:lnTo>
                  <a:pt x="3552856" y="1728054"/>
                </a:lnTo>
                <a:close/>
                <a:moveTo>
                  <a:pt x="4305027" y="285733"/>
                </a:moveTo>
                <a:cubicBezTo>
                  <a:pt x="4231941" y="285800"/>
                  <a:pt x="4158936" y="313810"/>
                  <a:pt x="4103258" y="369532"/>
                </a:cubicBezTo>
                <a:lnTo>
                  <a:pt x="4035831" y="436902"/>
                </a:lnTo>
                <a:lnTo>
                  <a:pt x="4439900" y="840972"/>
                </a:lnTo>
                <a:lnTo>
                  <a:pt x="4507223" y="773592"/>
                </a:lnTo>
                <a:cubicBezTo>
                  <a:pt x="4619046" y="661911"/>
                  <a:pt x="4618922" y="481069"/>
                  <a:pt x="4507289" y="369598"/>
                </a:cubicBezTo>
                <a:cubicBezTo>
                  <a:pt x="4451282" y="313543"/>
                  <a:pt x="4378114" y="285666"/>
                  <a:pt x="4305027" y="285733"/>
                </a:cubicBezTo>
                <a:close/>
                <a:moveTo>
                  <a:pt x="3497005" y="285727"/>
                </a:moveTo>
                <a:cubicBezTo>
                  <a:pt x="3423899" y="285733"/>
                  <a:pt x="3350801" y="313677"/>
                  <a:pt x="3294985" y="369532"/>
                </a:cubicBezTo>
                <a:lnTo>
                  <a:pt x="3283451" y="381066"/>
                </a:lnTo>
                <a:lnTo>
                  <a:pt x="4495736" y="1593342"/>
                </a:lnTo>
                <a:lnTo>
                  <a:pt x="4507242" y="1581826"/>
                </a:lnTo>
                <a:cubicBezTo>
                  <a:pt x="4619037" y="1470126"/>
                  <a:pt x="4618970" y="1289370"/>
                  <a:pt x="4507261" y="1177738"/>
                </a:cubicBezTo>
                <a:lnTo>
                  <a:pt x="3699074" y="369551"/>
                </a:lnTo>
                <a:cubicBezTo>
                  <a:pt x="3643225" y="313653"/>
                  <a:pt x="3570111" y="285721"/>
                  <a:pt x="3497005" y="285727"/>
                </a:cubicBezTo>
                <a:close/>
                <a:moveTo>
                  <a:pt x="2744777" y="190534"/>
                </a:moveTo>
                <a:cubicBezTo>
                  <a:pt x="2696044" y="190497"/>
                  <a:pt x="2647276" y="209083"/>
                  <a:pt x="2609957" y="246402"/>
                </a:cubicBezTo>
                <a:cubicBezTo>
                  <a:pt x="2535434" y="320859"/>
                  <a:pt x="2535491" y="441350"/>
                  <a:pt x="2609928" y="515712"/>
                </a:cubicBezTo>
                <a:lnTo>
                  <a:pt x="4361071" y="2266845"/>
                </a:lnTo>
                <a:cubicBezTo>
                  <a:pt x="4435623" y="2341531"/>
                  <a:pt x="4556248" y="2341121"/>
                  <a:pt x="4630343" y="2266902"/>
                </a:cubicBezTo>
                <a:cubicBezTo>
                  <a:pt x="4705514" y="2191798"/>
                  <a:pt x="4704248" y="2071259"/>
                  <a:pt x="4630400" y="1997421"/>
                </a:cubicBezTo>
                <a:cubicBezTo>
                  <a:pt x="4552047" y="1919059"/>
                  <a:pt x="2966554" y="333565"/>
                  <a:pt x="2879391" y="246402"/>
                </a:cubicBezTo>
                <a:cubicBezTo>
                  <a:pt x="2842210" y="209230"/>
                  <a:pt x="2793511" y="190571"/>
                  <a:pt x="2744777" y="190534"/>
                </a:cubicBezTo>
                <a:close/>
                <a:moveTo>
                  <a:pt x="2744699" y="0"/>
                </a:moveTo>
                <a:cubicBezTo>
                  <a:pt x="2842170" y="16"/>
                  <a:pt x="2939632" y="37261"/>
                  <a:pt x="3014074" y="111699"/>
                </a:cubicBezTo>
                <a:lnTo>
                  <a:pt x="3148739" y="246364"/>
                </a:lnTo>
                <a:lnTo>
                  <a:pt x="3160254" y="234848"/>
                </a:lnTo>
                <a:cubicBezTo>
                  <a:pt x="3346392" y="48596"/>
                  <a:pt x="3647725" y="48663"/>
                  <a:pt x="3833796" y="234867"/>
                </a:cubicBezTo>
                <a:lnTo>
                  <a:pt x="3901128" y="302199"/>
                </a:lnTo>
                <a:lnTo>
                  <a:pt x="3968555" y="234820"/>
                </a:lnTo>
                <a:cubicBezTo>
                  <a:pt x="4154655" y="48587"/>
                  <a:pt x="4455902" y="48701"/>
                  <a:pt x="4641954" y="234877"/>
                </a:cubicBezTo>
                <a:cubicBezTo>
                  <a:pt x="4828206" y="420871"/>
                  <a:pt x="4828015" y="722442"/>
                  <a:pt x="4641887" y="908304"/>
                </a:cubicBezTo>
                <a:lnTo>
                  <a:pt x="4574584" y="975665"/>
                </a:lnTo>
                <a:lnTo>
                  <a:pt x="4641935" y="1043016"/>
                </a:lnTo>
                <a:cubicBezTo>
                  <a:pt x="4731918" y="1132941"/>
                  <a:pt x="4781486" y="1252537"/>
                  <a:pt x="4781486" y="1379772"/>
                </a:cubicBezTo>
                <a:cubicBezTo>
                  <a:pt x="4781486" y="1601819"/>
                  <a:pt x="4635391" y="1720786"/>
                  <a:pt x="4630429" y="1728044"/>
                </a:cubicBezTo>
                <a:lnTo>
                  <a:pt x="4765112" y="1862718"/>
                </a:lnTo>
                <a:cubicBezTo>
                  <a:pt x="4914064" y="2011680"/>
                  <a:pt x="4914045" y="2252739"/>
                  <a:pt x="4765084" y="2401605"/>
                </a:cubicBezTo>
                <a:cubicBezTo>
                  <a:pt x="4616322" y="2550614"/>
                  <a:pt x="4374959" y="2550395"/>
                  <a:pt x="4226321" y="2401519"/>
                </a:cubicBezTo>
                <a:lnTo>
                  <a:pt x="3687577" y="1862775"/>
                </a:lnTo>
                <a:lnTo>
                  <a:pt x="1862778" y="3687575"/>
                </a:lnTo>
                <a:lnTo>
                  <a:pt x="2401579" y="4226376"/>
                </a:lnTo>
                <a:cubicBezTo>
                  <a:pt x="2550549" y="4375232"/>
                  <a:pt x="2550473" y="4616329"/>
                  <a:pt x="2401550" y="4765139"/>
                </a:cubicBezTo>
                <a:cubicBezTo>
                  <a:pt x="2252608" y="4914081"/>
                  <a:pt x="2011635" y="4913995"/>
                  <a:pt x="1862740" y="4765110"/>
                </a:cubicBezTo>
                <a:lnTo>
                  <a:pt x="1728075" y="4630436"/>
                </a:lnTo>
                <a:lnTo>
                  <a:pt x="1716569" y="4641942"/>
                </a:lnTo>
                <a:cubicBezTo>
                  <a:pt x="1530432" y="4828203"/>
                  <a:pt x="1229099" y="4828127"/>
                  <a:pt x="1043028" y="4641923"/>
                </a:cubicBezTo>
                <a:lnTo>
                  <a:pt x="975696" y="4574591"/>
                </a:lnTo>
                <a:lnTo>
                  <a:pt x="908268" y="4641971"/>
                </a:lnTo>
                <a:cubicBezTo>
                  <a:pt x="722131" y="4828223"/>
                  <a:pt x="420902" y="4828080"/>
                  <a:pt x="234851" y="4641923"/>
                </a:cubicBezTo>
                <a:cubicBezTo>
                  <a:pt x="48599" y="4455919"/>
                  <a:pt x="48789" y="4154348"/>
                  <a:pt x="234917" y="3968486"/>
                </a:cubicBezTo>
                <a:lnTo>
                  <a:pt x="302221" y="3901125"/>
                </a:lnTo>
                <a:lnTo>
                  <a:pt x="234870" y="3833774"/>
                </a:lnTo>
                <a:cubicBezTo>
                  <a:pt x="48618" y="3647637"/>
                  <a:pt x="48684" y="3346304"/>
                  <a:pt x="234889" y="3160233"/>
                </a:cubicBezTo>
                <a:lnTo>
                  <a:pt x="246376" y="3148746"/>
                </a:lnTo>
                <a:lnTo>
                  <a:pt x="111711" y="3014081"/>
                </a:lnTo>
                <a:cubicBezTo>
                  <a:pt x="-37250" y="2865110"/>
                  <a:pt x="-37231" y="2624052"/>
                  <a:pt x="111730" y="2475204"/>
                </a:cubicBezTo>
                <a:cubicBezTo>
                  <a:pt x="260492" y="2326195"/>
                  <a:pt x="501855" y="2326414"/>
                  <a:pt x="650493" y="2475290"/>
                </a:cubicBezTo>
                <a:lnTo>
                  <a:pt x="1189237" y="3014034"/>
                </a:lnTo>
                <a:lnTo>
                  <a:pt x="3014046" y="1189234"/>
                </a:lnTo>
                <a:lnTo>
                  <a:pt x="2475245" y="650433"/>
                </a:lnTo>
                <a:cubicBezTo>
                  <a:pt x="2326274" y="501577"/>
                  <a:pt x="2326350" y="260480"/>
                  <a:pt x="2475274" y="111671"/>
                </a:cubicBezTo>
                <a:cubicBezTo>
                  <a:pt x="2549750" y="37195"/>
                  <a:pt x="2647229" y="-17"/>
                  <a:pt x="274469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: 圆角 84"/>
          <p:cNvSpPr/>
          <p:nvPr/>
        </p:nvSpPr>
        <p:spPr>
          <a:xfrm>
            <a:off x="3456549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14884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店铺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14884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800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5195736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354071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销售额同比增长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354071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6932340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090675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全渠道曝光量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090675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500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8668944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827279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店铺访客数（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27279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20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万人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10394163" y="5899245"/>
            <a:ext cx="1605749" cy="806355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552498" y="5998530"/>
            <a:ext cx="1298466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整体转化率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0552498" y="6230160"/>
            <a:ext cx="102567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186765" y="765175"/>
            <a:ext cx="11813148" cy="81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3819779" y="2801074"/>
            <a:ext cx="4407784" cy="4056926"/>
            <a:chOff x="3819779" y="2801074"/>
            <a:chExt cx="4407784" cy="4056926"/>
          </a:xfrm>
        </p:grpSpPr>
        <p:sp>
          <p:nvSpPr>
            <p:cNvPr id="65" name="任意多边形: 形状 64"/>
            <p:cNvSpPr/>
            <p:nvPr/>
          </p:nvSpPr>
          <p:spPr bwMode="auto">
            <a:xfrm>
              <a:off x="4769924" y="4047975"/>
              <a:ext cx="2640874" cy="2810025"/>
            </a:xfrm>
            <a:custGeom>
              <a:avLst/>
              <a:gdLst>
                <a:gd name="connsiteX0" fmla="*/ 290845 w 2640874"/>
                <a:gd name="connsiteY0" fmla="*/ 0 h 2810025"/>
                <a:gd name="connsiteX1" fmla="*/ 302479 w 2640874"/>
                <a:gd name="connsiteY1" fmla="*/ 5813 h 2810025"/>
                <a:gd name="connsiteX2" fmla="*/ 657310 w 2640874"/>
                <a:gd name="connsiteY2" fmla="*/ 685963 h 2810025"/>
                <a:gd name="connsiteX3" fmla="*/ 785282 w 2640874"/>
                <a:gd name="connsiteY3" fmla="*/ 366235 h 2810025"/>
                <a:gd name="connsiteX4" fmla="*/ 796917 w 2640874"/>
                <a:gd name="connsiteY4" fmla="*/ 372048 h 2810025"/>
                <a:gd name="connsiteX5" fmla="*/ 709662 w 2640874"/>
                <a:gd name="connsiteY5" fmla="*/ 767349 h 2810025"/>
                <a:gd name="connsiteX6" fmla="*/ 1273902 w 2640874"/>
                <a:gd name="connsiteY6" fmla="*/ 1296354 h 2810025"/>
                <a:gd name="connsiteX7" fmla="*/ 1337888 w 2640874"/>
                <a:gd name="connsiteY7" fmla="*/ 203464 h 2810025"/>
                <a:gd name="connsiteX8" fmla="*/ 1366972 w 2640874"/>
                <a:gd name="connsiteY8" fmla="*/ 203464 h 2810025"/>
                <a:gd name="connsiteX9" fmla="*/ 1384423 w 2640874"/>
                <a:gd name="connsiteY9" fmla="*/ 656897 h 2810025"/>
                <a:gd name="connsiteX10" fmla="*/ 1710170 w 2640874"/>
                <a:gd name="connsiteY10" fmla="*/ 302289 h 2810025"/>
                <a:gd name="connsiteX11" fmla="*/ 1715987 w 2640874"/>
                <a:gd name="connsiteY11" fmla="*/ 313916 h 2810025"/>
                <a:gd name="connsiteX12" fmla="*/ 1721804 w 2640874"/>
                <a:gd name="connsiteY12" fmla="*/ 313916 h 2810025"/>
                <a:gd name="connsiteX13" fmla="*/ 1401874 w 2640874"/>
                <a:gd name="connsiteY13" fmla="*/ 848734 h 2810025"/>
                <a:gd name="connsiteX14" fmla="*/ 1494944 w 2640874"/>
                <a:gd name="connsiteY14" fmla="*/ 1360300 h 2810025"/>
                <a:gd name="connsiteX15" fmla="*/ 2105719 w 2640874"/>
                <a:gd name="connsiteY15" fmla="*/ 1058011 h 2810025"/>
                <a:gd name="connsiteX16" fmla="*/ 2315128 w 2640874"/>
                <a:gd name="connsiteY16" fmla="*/ 476686 h 2810025"/>
                <a:gd name="connsiteX17" fmla="*/ 2320944 w 2640874"/>
                <a:gd name="connsiteY17" fmla="*/ 476686 h 2810025"/>
                <a:gd name="connsiteX18" fmla="*/ 2326761 w 2640874"/>
                <a:gd name="connsiteY18" fmla="*/ 476686 h 2810025"/>
                <a:gd name="connsiteX19" fmla="*/ 2262775 w 2640874"/>
                <a:gd name="connsiteY19" fmla="*/ 953373 h 2810025"/>
                <a:gd name="connsiteX20" fmla="*/ 2623423 w 2640874"/>
                <a:gd name="connsiteY20" fmla="*/ 680150 h 2810025"/>
                <a:gd name="connsiteX21" fmla="*/ 2640874 w 2640874"/>
                <a:gd name="connsiteY21" fmla="*/ 697590 h 2810025"/>
                <a:gd name="connsiteX22" fmla="*/ 1832325 w 2640874"/>
                <a:gd name="connsiteY22" fmla="*/ 1435872 h 2810025"/>
                <a:gd name="connsiteX23" fmla="*/ 1640367 w 2640874"/>
                <a:gd name="connsiteY23" fmla="*/ 1517257 h 2810025"/>
                <a:gd name="connsiteX24" fmla="*/ 1611282 w 2640874"/>
                <a:gd name="connsiteY24" fmla="*/ 2057889 h 2810025"/>
                <a:gd name="connsiteX25" fmla="*/ 1647684 w 2640874"/>
                <a:gd name="connsiteY25" fmla="*/ 2697471 h 2810025"/>
                <a:gd name="connsiteX26" fmla="*/ 1662608 w 2640874"/>
                <a:gd name="connsiteY26" fmla="*/ 2810025 h 2810025"/>
                <a:gd name="connsiteX27" fmla="*/ 1142195 w 2640874"/>
                <a:gd name="connsiteY27" fmla="*/ 2810025 h 2810025"/>
                <a:gd name="connsiteX28" fmla="*/ 1147521 w 2640874"/>
                <a:gd name="connsiteY28" fmla="*/ 2752788 h 2810025"/>
                <a:gd name="connsiteX29" fmla="*/ 1163381 w 2640874"/>
                <a:gd name="connsiteY29" fmla="*/ 2610148 h 2810025"/>
                <a:gd name="connsiteX30" fmla="*/ 1145930 w 2640874"/>
                <a:gd name="connsiteY30" fmla="*/ 1476565 h 2810025"/>
                <a:gd name="connsiteX31" fmla="*/ 1000508 w 2640874"/>
                <a:gd name="connsiteY31" fmla="*/ 1377740 h 2810025"/>
                <a:gd name="connsiteX32" fmla="*/ 0 w 2640874"/>
                <a:gd name="connsiteY32" fmla="*/ 1168463 h 2810025"/>
                <a:gd name="connsiteX33" fmla="*/ 17451 w 2640874"/>
                <a:gd name="connsiteY33" fmla="*/ 1139396 h 2810025"/>
                <a:gd name="connsiteX34" fmla="*/ 17451 w 2640874"/>
                <a:gd name="connsiteY34" fmla="*/ 1133583 h 2810025"/>
                <a:gd name="connsiteX35" fmla="*/ 866719 w 2640874"/>
                <a:gd name="connsiteY35" fmla="*/ 1209155 h 2810025"/>
                <a:gd name="connsiteX36" fmla="*/ 430451 w 2640874"/>
                <a:gd name="connsiteY36" fmla="*/ 529006 h 2810025"/>
                <a:gd name="connsiteX37" fmla="*/ 267578 w 2640874"/>
                <a:gd name="connsiteY37" fmla="*/ 5813 h 2810025"/>
                <a:gd name="connsiteX38" fmla="*/ 290845 w 2640874"/>
                <a:gd name="connsiteY38" fmla="*/ 0 h 281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640874" h="2810025">
                  <a:moveTo>
                    <a:pt x="290845" y="0"/>
                  </a:moveTo>
                  <a:cubicBezTo>
                    <a:pt x="296663" y="5813"/>
                    <a:pt x="296663" y="5813"/>
                    <a:pt x="302479" y="5813"/>
                  </a:cubicBezTo>
                  <a:cubicBezTo>
                    <a:pt x="418817" y="290663"/>
                    <a:pt x="540972" y="511566"/>
                    <a:pt x="657310" y="685963"/>
                  </a:cubicBezTo>
                  <a:cubicBezTo>
                    <a:pt x="686395" y="546445"/>
                    <a:pt x="738747" y="435994"/>
                    <a:pt x="785282" y="366235"/>
                  </a:cubicBezTo>
                  <a:cubicBezTo>
                    <a:pt x="785282" y="366235"/>
                    <a:pt x="785282" y="366235"/>
                    <a:pt x="796917" y="372048"/>
                  </a:cubicBezTo>
                  <a:cubicBezTo>
                    <a:pt x="727113" y="523192"/>
                    <a:pt x="715479" y="697590"/>
                    <a:pt x="709662" y="767349"/>
                  </a:cubicBezTo>
                  <a:cubicBezTo>
                    <a:pt x="1017958" y="1191716"/>
                    <a:pt x="1273902" y="1296354"/>
                    <a:pt x="1273902" y="1296354"/>
                  </a:cubicBezTo>
                  <a:cubicBezTo>
                    <a:pt x="1221550" y="831294"/>
                    <a:pt x="1297170" y="401114"/>
                    <a:pt x="1337888" y="203464"/>
                  </a:cubicBezTo>
                  <a:cubicBezTo>
                    <a:pt x="1337888" y="203464"/>
                    <a:pt x="1337888" y="203464"/>
                    <a:pt x="1366972" y="203464"/>
                  </a:cubicBezTo>
                  <a:cubicBezTo>
                    <a:pt x="1366972" y="372048"/>
                    <a:pt x="1372789" y="529006"/>
                    <a:pt x="1384423" y="656897"/>
                  </a:cubicBezTo>
                  <a:cubicBezTo>
                    <a:pt x="1500761" y="511566"/>
                    <a:pt x="1541480" y="459247"/>
                    <a:pt x="1710170" y="302289"/>
                  </a:cubicBezTo>
                  <a:cubicBezTo>
                    <a:pt x="1710170" y="302289"/>
                    <a:pt x="1710170" y="302289"/>
                    <a:pt x="1715987" y="313916"/>
                  </a:cubicBezTo>
                  <a:cubicBezTo>
                    <a:pt x="1715987" y="313916"/>
                    <a:pt x="1715987" y="313916"/>
                    <a:pt x="1721804" y="313916"/>
                  </a:cubicBezTo>
                  <a:cubicBezTo>
                    <a:pt x="1652001" y="406927"/>
                    <a:pt x="1494944" y="639457"/>
                    <a:pt x="1401874" y="848734"/>
                  </a:cubicBezTo>
                  <a:cubicBezTo>
                    <a:pt x="1425141" y="1075451"/>
                    <a:pt x="1460043" y="1238222"/>
                    <a:pt x="1494944" y="1360300"/>
                  </a:cubicBezTo>
                  <a:cubicBezTo>
                    <a:pt x="1617099" y="1325420"/>
                    <a:pt x="1814874" y="1249848"/>
                    <a:pt x="2105719" y="1058011"/>
                  </a:cubicBezTo>
                  <a:cubicBezTo>
                    <a:pt x="2204606" y="854547"/>
                    <a:pt x="2286043" y="587138"/>
                    <a:pt x="2315128" y="476686"/>
                  </a:cubicBezTo>
                  <a:cubicBezTo>
                    <a:pt x="2315128" y="476686"/>
                    <a:pt x="2320944" y="476686"/>
                    <a:pt x="2320944" y="476686"/>
                  </a:cubicBezTo>
                  <a:cubicBezTo>
                    <a:pt x="2320944" y="476686"/>
                    <a:pt x="2320944" y="476686"/>
                    <a:pt x="2326761" y="476686"/>
                  </a:cubicBezTo>
                  <a:cubicBezTo>
                    <a:pt x="2315128" y="703403"/>
                    <a:pt x="2303494" y="773162"/>
                    <a:pt x="2262775" y="953373"/>
                  </a:cubicBezTo>
                  <a:cubicBezTo>
                    <a:pt x="2367480" y="877800"/>
                    <a:pt x="2489635" y="784788"/>
                    <a:pt x="2623423" y="680150"/>
                  </a:cubicBezTo>
                  <a:cubicBezTo>
                    <a:pt x="2623423" y="680150"/>
                    <a:pt x="2623423" y="680150"/>
                    <a:pt x="2640874" y="697590"/>
                  </a:cubicBezTo>
                  <a:cubicBezTo>
                    <a:pt x="2518719" y="854547"/>
                    <a:pt x="2350029" y="1127770"/>
                    <a:pt x="1832325" y="1435872"/>
                  </a:cubicBezTo>
                  <a:cubicBezTo>
                    <a:pt x="1832325" y="1435872"/>
                    <a:pt x="1832325" y="1435872"/>
                    <a:pt x="1640367" y="1517257"/>
                  </a:cubicBezTo>
                  <a:cubicBezTo>
                    <a:pt x="1617099" y="1668402"/>
                    <a:pt x="1605465" y="1848612"/>
                    <a:pt x="1611282" y="2057889"/>
                  </a:cubicBezTo>
                  <a:cubicBezTo>
                    <a:pt x="1615645" y="2321665"/>
                    <a:pt x="1629006" y="2530670"/>
                    <a:pt x="1647684" y="2697471"/>
                  </a:cubicBezTo>
                  <a:lnTo>
                    <a:pt x="1662608" y="2810025"/>
                  </a:lnTo>
                  <a:lnTo>
                    <a:pt x="1142195" y="2810025"/>
                  </a:lnTo>
                  <a:lnTo>
                    <a:pt x="1147521" y="2752788"/>
                  </a:lnTo>
                  <a:cubicBezTo>
                    <a:pt x="1151838" y="2707883"/>
                    <a:pt x="1156837" y="2660287"/>
                    <a:pt x="1163381" y="2610148"/>
                  </a:cubicBezTo>
                  <a:cubicBezTo>
                    <a:pt x="1239001" y="2139275"/>
                    <a:pt x="1215733" y="1767227"/>
                    <a:pt x="1145930" y="1476565"/>
                  </a:cubicBezTo>
                  <a:cubicBezTo>
                    <a:pt x="1087761" y="1412619"/>
                    <a:pt x="1035409" y="1383553"/>
                    <a:pt x="1000508" y="1377740"/>
                  </a:cubicBezTo>
                  <a:cubicBezTo>
                    <a:pt x="564240" y="1383553"/>
                    <a:pt x="215226" y="1267288"/>
                    <a:pt x="0" y="1168463"/>
                  </a:cubicBezTo>
                  <a:cubicBezTo>
                    <a:pt x="0" y="1168463"/>
                    <a:pt x="0" y="1168463"/>
                    <a:pt x="17451" y="1139396"/>
                  </a:cubicBezTo>
                  <a:cubicBezTo>
                    <a:pt x="17451" y="1139396"/>
                    <a:pt x="17451" y="1139396"/>
                    <a:pt x="17451" y="1133583"/>
                  </a:cubicBezTo>
                  <a:cubicBezTo>
                    <a:pt x="517705" y="1290541"/>
                    <a:pt x="866719" y="1209155"/>
                    <a:pt x="866719" y="1209155"/>
                  </a:cubicBezTo>
                  <a:cubicBezTo>
                    <a:pt x="668944" y="1017318"/>
                    <a:pt x="529338" y="767349"/>
                    <a:pt x="430451" y="529006"/>
                  </a:cubicBezTo>
                  <a:cubicBezTo>
                    <a:pt x="430451" y="529006"/>
                    <a:pt x="285028" y="98825"/>
                    <a:pt x="267578" y="5813"/>
                  </a:cubicBezTo>
                  <a:cubicBezTo>
                    <a:pt x="267578" y="5813"/>
                    <a:pt x="267578" y="5813"/>
                    <a:pt x="29084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" name="Group 3"/>
            <p:cNvGrpSpPr/>
            <p:nvPr/>
          </p:nvGrpSpPr>
          <p:grpSpPr>
            <a:xfrm>
              <a:off x="3969584" y="2801074"/>
              <a:ext cx="4171917" cy="3204656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51" name="Oval 1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Oval 20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3" name="Oval 204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4" name="Oval 205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5" name="Oval 206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6" name="Oval 207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7" name="Oval 208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8" name="Oval 209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9" name="Oval 210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6" name="Group 2"/>
            <p:cNvGrpSpPr/>
            <p:nvPr/>
          </p:nvGrpSpPr>
          <p:grpSpPr>
            <a:xfrm>
              <a:off x="3872576" y="3068470"/>
              <a:ext cx="4179198" cy="3256765"/>
              <a:chOff x="7071416" y="1121303"/>
              <a:chExt cx="4788017" cy="3731205"/>
            </a:xfrm>
            <a:solidFill>
              <a:schemeClr val="accent1">
                <a:alpha val="40000"/>
              </a:schemeClr>
            </a:solidFill>
          </p:grpSpPr>
          <p:sp>
            <p:nvSpPr>
              <p:cNvPr id="41" name="Oval 211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2" name="Oval 212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3" name="Oval 213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4" name="Oval 214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5" name="Oval 215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6" name="Oval 216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7" name="Oval 217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8" name="Oval 218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9" name="Oval 219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0" name="Oval 220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7" name="Group 4"/>
            <p:cNvGrpSpPr/>
            <p:nvPr/>
          </p:nvGrpSpPr>
          <p:grpSpPr>
            <a:xfrm>
              <a:off x="4428561" y="3359080"/>
              <a:ext cx="3616028" cy="3008213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1" name="Oval 222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2" name="Oval 223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3" name="Oval 224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4" name="Oval 225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5" name="Oval 226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6" name="Oval 227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7" name="Oval 228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8" name="Oval 229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9" name="Oval 230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40" name="Oval 231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grpSp>
          <p:nvGrpSpPr>
            <p:cNvPr id="8" name="Group 232"/>
            <p:cNvGrpSpPr/>
            <p:nvPr/>
          </p:nvGrpSpPr>
          <p:grpSpPr>
            <a:xfrm rot="9000000">
              <a:off x="4576089" y="2951134"/>
              <a:ext cx="3134678" cy="2407902"/>
              <a:chOff x="7223605" y="1034167"/>
              <a:chExt cx="4779675" cy="3671505"/>
            </a:xfrm>
            <a:solidFill>
              <a:schemeClr val="accent1">
                <a:lumMod val="50000"/>
                <a:alpha val="70000"/>
              </a:schemeClr>
            </a:solidFill>
          </p:grpSpPr>
          <p:sp>
            <p:nvSpPr>
              <p:cNvPr id="22" name="Oval 233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3" name="Oval 234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4" name="Oval 235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5" name="Oval 236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6" name="Oval 237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7" name="Oval 238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8" name="Oval 239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9" name="Oval 240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30" name="Oval 241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9" name="Oval 5"/>
            <p:cNvSpPr/>
            <p:nvPr/>
          </p:nvSpPr>
          <p:spPr>
            <a:xfrm>
              <a:off x="4679276" y="3011570"/>
              <a:ext cx="1322234" cy="132223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" name="Oval 253"/>
            <p:cNvSpPr/>
            <p:nvPr/>
          </p:nvSpPr>
          <p:spPr>
            <a:xfrm>
              <a:off x="6382766" y="3238618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Oval 254"/>
            <p:cNvSpPr/>
            <p:nvPr/>
          </p:nvSpPr>
          <p:spPr>
            <a:xfrm>
              <a:off x="3819779" y="4384511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Oval 255"/>
            <p:cNvSpPr/>
            <p:nvPr/>
          </p:nvSpPr>
          <p:spPr>
            <a:xfrm>
              <a:off x="6973146" y="4568595"/>
              <a:ext cx="1254417" cy="1254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3" name="Group 16"/>
            <p:cNvGrpSpPr/>
            <p:nvPr/>
          </p:nvGrpSpPr>
          <p:grpSpPr>
            <a:xfrm>
              <a:off x="6808349" y="3641890"/>
              <a:ext cx="436477" cy="410518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20" name="Oval 5"/>
              <p:cNvSpPr>
                <a:spLocks noChangeArrowheads="1"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7408392" y="4971011"/>
              <a:ext cx="423799" cy="423799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4238487" y="4812238"/>
              <a:ext cx="425006" cy="370673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18" name="Freeform 8"/>
              <p:cNvSpPr>
                <a:spLocks noEditPoints="1"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9" name="Freeform 9"/>
              <p:cNvSpPr>
                <a:spLocks noEditPoints="1"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5138336" y="3527789"/>
              <a:ext cx="423799" cy="31754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96975" y="6377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19705" y="808777"/>
            <a:ext cx="8952591" cy="734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超预期亮点：线上订单量（超目标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）、会员增长（超目标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）、核心员工留存（流失率低于目标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92088" y="5908421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92088" y="5659463"/>
            <a:ext cx="2490170" cy="370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11022" y="5662340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86765" y="6095138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区域门店总销售额突破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亿元，实际总销售额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1.35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84101" y="4573125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84101" y="4324167"/>
            <a:ext cx="2490170" cy="370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603035" y="4327044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02.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生鲜品类目标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578778" y="4759842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生鲜品类销售额占比达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，损耗率控制在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1208871" y="3259802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208871" y="3010844"/>
            <a:ext cx="2490170" cy="3709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227805" y="3013721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03.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线上运营目标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203548" y="3446519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线上订单量突破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万单，客单价达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元；订单量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01590" y="1982776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101590" y="1733818"/>
            <a:ext cx="2490170" cy="3709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120524" y="1736695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04.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会员运营目标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096267" y="2169493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新增会员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人，会员复购率达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；新增会员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598942" y="1982776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6598942" y="1733818"/>
            <a:ext cx="2490170" cy="3709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6617876" y="1736695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05.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花费控制目标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93619" y="2169493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门店运营成本（人力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水电）占销售额比≤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；实际占比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17.2%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8497670" y="3259802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8497670" y="3010844"/>
            <a:ext cx="2490170" cy="3709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8516604" y="3013721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06.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8492347" y="3446519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商品补货及时率达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，库存周转天数≤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天；补货率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97.5%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9117115" y="4573125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9117115" y="4324167"/>
            <a:ext cx="2490170" cy="370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9136049" y="4327044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07.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服务体验目标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9111792" y="4759842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顾客满意度评分达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分，投诉处理及时率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98.2%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9509129" y="5908421"/>
            <a:ext cx="2490170" cy="772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509129" y="5659463"/>
            <a:ext cx="2490170" cy="370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9528063" y="5662340"/>
            <a:ext cx="2059141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08.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团队管理目标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9503806" y="6095138"/>
            <a:ext cx="2475412" cy="520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员工培训覆盖率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99.5%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，核心员工流失率≤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19709871">
            <a:off x="22262" y="2086909"/>
            <a:ext cx="2130999" cy="1268943"/>
          </a:xfrm>
          <a:custGeom>
            <a:avLst/>
            <a:gdLst>
              <a:gd name="connsiteX0" fmla="*/ 1302849 w 1434007"/>
              <a:gd name="connsiteY0" fmla="*/ 132359 h 853906"/>
              <a:gd name="connsiteX1" fmla="*/ 1171861 w 1434007"/>
              <a:gd name="connsiteY1" fmla="*/ 0 h 853906"/>
              <a:gd name="connsiteX2" fmla="*/ 1171861 w 1434007"/>
              <a:gd name="connsiteY2" fmla="*/ 108099 h 853906"/>
              <a:gd name="connsiteX3" fmla="*/ 0 w 1434007"/>
              <a:gd name="connsiteY3" fmla="*/ 853907 h 853906"/>
              <a:gd name="connsiteX4" fmla="*/ 1171603 w 1434007"/>
              <a:gd name="connsiteY4" fmla="*/ 404793 h 853906"/>
              <a:gd name="connsiteX5" fmla="*/ 1171603 w 1434007"/>
              <a:gd name="connsiteY5" fmla="*/ 528923 h 853906"/>
              <a:gd name="connsiteX6" fmla="*/ 1302849 w 1434007"/>
              <a:gd name="connsiteY6" fmla="*/ 396907 h 853906"/>
              <a:gd name="connsiteX7" fmla="*/ 1434008 w 1434007"/>
              <a:gd name="connsiteY7" fmla="*/ 264890 h 853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4007" h="853906">
                <a:moveTo>
                  <a:pt x="1302849" y="132359"/>
                </a:moveTo>
                <a:lnTo>
                  <a:pt x="1171861" y="0"/>
                </a:lnTo>
                <a:lnTo>
                  <a:pt x="1171861" y="108099"/>
                </a:lnTo>
                <a:cubicBezTo>
                  <a:pt x="89068" y="116672"/>
                  <a:pt x="0" y="853907"/>
                  <a:pt x="0" y="853907"/>
                </a:cubicBezTo>
                <a:cubicBezTo>
                  <a:pt x="311867" y="285036"/>
                  <a:pt x="1041902" y="382419"/>
                  <a:pt x="1171603" y="404793"/>
                </a:cubicBezTo>
                <a:lnTo>
                  <a:pt x="1171603" y="528923"/>
                </a:lnTo>
                <a:lnTo>
                  <a:pt x="1302849" y="396907"/>
                </a:lnTo>
                <a:lnTo>
                  <a:pt x="1434008" y="264890"/>
                </a:lnTo>
                <a:close/>
              </a:path>
            </a:pathLst>
          </a:custGeom>
          <a:solidFill>
            <a:schemeClr val="accent1"/>
          </a:solidFill>
          <a:ln w="8944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 rot="1890129" flipH="1">
            <a:off x="10098693" y="2104600"/>
            <a:ext cx="2130999" cy="1268943"/>
          </a:xfrm>
          <a:custGeom>
            <a:avLst/>
            <a:gdLst>
              <a:gd name="connsiteX0" fmla="*/ 1302849 w 1434007"/>
              <a:gd name="connsiteY0" fmla="*/ 132359 h 853906"/>
              <a:gd name="connsiteX1" fmla="*/ 1171861 w 1434007"/>
              <a:gd name="connsiteY1" fmla="*/ 0 h 853906"/>
              <a:gd name="connsiteX2" fmla="*/ 1171861 w 1434007"/>
              <a:gd name="connsiteY2" fmla="*/ 108099 h 853906"/>
              <a:gd name="connsiteX3" fmla="*/ 0 w 1434007"/>
              <a:gd name="connsiteY3" fmla="*/ 853907 h 853906"/>
              <a:gd name="connsiteX4" fmla="*/ 1171603 w 1434007"/>
              <a:gd name="connsiteY4" fmla="*/ 404793 h 853906"/>
              <a:gd name="connsiteX5" fmla="*/ 1171603 w 1434007"/>
              <a:gd name="connsiteY5" fmla="*/ 528923 h 853906"/>
              <a:gd name="connsiteX6" fmla="*/ 1302849 w 1434007"/>
              <a:gd name="connsiteY6" fmla="*/ 396907 h 853906"/>
              <a:gd name="connsiteX7" fmla="*/ 1434008 w 1434007"/>
              <a:gd name="connsiteY7" fmla="*/ 264890 h 853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4007" h="853906">
                <a:moveTo>
                  <a:pt x="1302849" y="132359"/>
                </a:moveTo>
                <a:lnTo>
                  <a:pt x="1171861" y="0"/>
                </a:lnTo>
                <a:lnTo>
                  <a:pt x="1171861" y="108099"/>
                </a:lnTo>
                <a:cubicBezTo>
                  <a:pt x="89068" y="116672"/>
                  <a:pt x="0" y="853907"/>
                  <a:pt x="0" y="853907"/>
                </a:cubicBezTo>
                <a:cubicBezTo>
                  <a:pt x="311867" y="285036"/>
                  <a:pt x="1041902" y="382419"/>
                  <a:pt x="1171603" y="404793"/>
                </a:cubicBezTo>
                <a:lnTo>
                  <a:pt x="1171603" y="528923"/>
                </a:lnTo>
                <a:lnTo>
                  <a:pt x="1302849" y="396907"/>
                </a:lnTo>
                <a:lnTo>
                  <a:pt x="1434008" y="264890"/>
                </a:lnTo>
                <a:close/>
              </a:path>
            </a:pathLst>
          </a:custGeom>
          <a:solidFill>
            <a:schemeClr val="accent1"/>
          </a:solidFill>
          <a:ln w="8944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箭头: 五边形 31"/>
          <p:cNvSpPr/>
          <p:nvPr/>
        </p:nvSpPr>
        <p:spPr>
          <a:xfrm flipH="1">
            <a:off x="9558562" y="1057086"/>
            <a:ext cx="2441349" cy="4085193"/>
          </a:xfrm>
          <a:prstGeom prst="homePlate">
            <a:avLst>
              <a:gd name="adj" fmla="val 191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Freeform 19"/>
          <p:cNvSpPr/>
          <p:nvPr/>
        </p:nvSpPr>
        <p:spPr bwMode="auto">
          <a:xfrm>
            <a:off x="4072515" y="2468648"/>
            <a:ext cx="286428" cy="375936"/>
          </a:xfrm>
          <a:custGeom>
            <a:avLst/>
            <a:gdLst>
              <a:gd name="T0" fmla="*/ 5 w 54"/>
              <a:gd name="T1" fmla="*/ 33 h 71"/>
              <a:gd name="T2" fmla="*/ 14 w 54"/>
              <a:gd name="T3" fmla="*/ 71 h 71"/>
              <a:gd name="T4" fmla="*/ 48 w 54"/>
              <a:gd name="T5" fmla="*/ 48 h 71"/>
              <a:gd name="T6" fmla="*/ 43 w 54"/>
              <a:gd name="T7" fmla="*/ 0 h 71"/>
              <a:gd name="T8" fmla="*/ 5 w 54"/>
              <a:gd name="T9" fmla="*/ 33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71">
                <a:moveTo>
                  <a:pt x="5" y="33"/>
                </a:moveTo>
                <a:cubicBezTo>
                  <a:pt x="0" y="46"/>
                  <a:pt x="4" y="60"/>
                  <a:pt x="14" y="71"/>
                </a:cubicBezTo>
                <a:cubicBezTo>
                  <a:pt x="29" y="69"/>
                  <a:pt x="43" y="61"/>
                  <a:pt x="48" y="48"/>
                </a:cubicBezTo>
                <a:cubicBezTo>
                  <a:pt x="54" y="35"/>
                  <a:pt x="53" y="10"/>
                  <a:pt x="43" y="0"/>
                </a:cubicBezTo>
                <a:cubicBezTo>
                  <a:pt x="27" y="1"/>
                  <a:pt x="10" y="19"/>
                  <a:pt x="5" y="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Freeform 20"/>
          <p:cNvSpPr/>
          <p:nvPr/>
        </p:nvSpPr>
        <p:spPr bwMode="auto">
          <a:xfrm>
            <a:off x="3727906" y="1555660"/>
            <a:ext cx="290903" cy="371461"/>
          </a:xfrm>
          <a:custGeom>
            <a:avLst/>
            <a:gdLst>
              <a:gd name="T0" fmla="*/ 6 w 55"/>
              <a:gd name="T1" fmla="*/ 48 h 70"/>
              <a:gd name="T2" fmla="*/ 41 w 55"/>
              <a:gd name="T3" fmla="*/ 70 h 70"/>
              <a:gd name="T4" fmla="*/ 49 w 55"/>
              <a:gd name="T5" fmla="*/ 32 h 70"/>
              <a:gd name="T6" fmla="*/ 10 w 55"/>
              <a:gd name="T7" fmla="*/ 0 h 70"/>
              <a:gd name="T8" fmla="*/ 6 w 55"/>
              <a:gd name="T9" fmla="*/ 4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" h="70">
                <a:moveTo>
                  <a:pt x="6" y="48"/>
                </a:moveTo>
                <a:cubicBezTo>
                  <a:pt x="12" y="61"/>
                  <a:pt x="25" y="69"/>
                  <a:pt x="41" y="70"/>
                </a:cubicBezTo>
                <a:cubicBezTo>
                  <a:pt x="51" y="60"/>
                  <a:pt x="55" y="45"/>
                  <a:pt x="49" y="32"/>
                </a:cubicBezTo>
                <a:cubicBezTo>
                  <a:pt x="43" y="19"/>
                  <a:pt x="25" y="1"/>
                  <a:pt x="10" y="0"/>
                </a:cubicBezTo>
                <a:cubicBezTo>
                  <a:pt x="0" y="11"/>
                  <a:pt x="1" y="35"/>
                  <a:pt x="6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1"/>
          <p:cNvSpPr/>
          <p:nvPr/>
        </p:nvSpPr>
        <p:spPr bwMode="auto">
          <a:xfrm>
            <a:off x="1917595" y="1560135"/>
            <a:ext cx="270764" cy="398313"/>
          </a:xfrm>
          <a:custGeom>
            <a:avLst/>
            <a:gdLst>
              <a:gd name="T0" fmla="*/ 3 w 51"/>
              <a:gd name="T1" fmla="*/ 39 h 75"/>
              <a:gd name="T2" fmla="*/ 19 w 51"/>
              <a:gd name="T3" fmla="*/ 75 h 75"/>
              <a:gd name="T4" fmla="*/ 48 w 51"/>
              <a:gd name="T5" fmla="*/ 47 h 75"/>
              <a:gd name="T6" fmla="*/ 34 w 51"/>
              <a:gd name="T7" fmla="*/ 0 h 75"/>
              <a:gd name="T8" fmla="*/ 3 w 51"/>
              <a:gd name="T9" fmla="*/ 39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75">
                <a:moveTo>
                  <a:pt x="3" y="39"/>
                </a:moveTo>
                <a:cubicBezTo>
                  <a:pt x="0" y="53"/>
                  <a:pt x="7" y="66"/>
                  <a:pt x="19" y="75"/>
                </a:cubicBezTo>
                <a:cubicBezTo>
                  <a:pt x="34" y="71"/>
                  <a:pt x="45" y="61"/>
                  <a:pt x="48" y="47"/>
                </a:cubicBezTo>
                <a:cubicBezTo>
                  <a:pt x="51" y="33"/>
                  <a:pt x="46" y="9"/>
                  <a:pt x="34" y="0"/>
                </a:cubicBezTo>
                <a:cubicBezTo>
                  <a:pt x="19" y="4"/>
                  <a:pt x="6" y="25"/>
                  <a:pt x="3" y="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Freeform 22"/>
          <p:cNvSpPr/>
          <p:nvPr/>
        </p:nvSpPr>
        <p:spPr bwMode="auto">
          <a:xfrm>
            <a:off x="709229" y="2108376"/>
            <a:ext cx="418453" cy="252862"/>
          </a:xfrm>
          <a:custGeom>
            <a:avLst/>
            <a:gdLst>
              <a:gd name="T0" fmla="*/ 50 w 79"/>
              <a:gd name="T1" fmla="*/ 45 h 48"/>
              <a:gd name="T2" fmla="*/ 79 w 79"/>
              <a:gd name="T3" fmla="*/ 17 h 48"/>
              <a:gd name="T4" fmla="*/ 39 w 79"/>
              <a:gd name="T5" fmla="*/ 3 h 48"/>
              <a:gd name="T6" fmla="*/ 0 w 79"/>
              <a:gd name="T7" fmla="*/ 34 h 48"/>
              <a:gd name="T8" fmla="*/ 50 w 79"/>
              <a:gd name="T9" fmla="*/ 4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" h="48">
                <a:moveTo>
                  <a:pt x="50" y="45"/>
                </a:moveTo>
                <a:cubicBezTo>
                  <a:pt x="65" y="42"/>
                  <a:pt x="75" y="31"/>
                  <a:pt x="79" y="17"/>
                </a:cubicBezTo>
                <a:cubicBezTo>
                  <a:pt x="69" y="6"/>
                  <a:pt x="54" y="0"/>
                  <a:pt x="39" y="3"/>
                </a:cubicBezTo>
                <a:cubicBezTo>
                  <a:pt x="25" y="6"/>
                  <a:pt x="3" y="20"/>
                  <a:pt x="0" y="34"/>
                </a:cubicBezTo>
                <a:cubicBezTo>
                  <a:pt x="10" y="45"/>
                  <a:pt x="35" y="48"/>
                  <a:pt x="50" y="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Freeform 23"/>
          <p:cNvSpPr/>
          <p:nvPr/>
        </p:nvSpPr>
        <p:spPr bwMode="auto">
          <a:xfrm>
            <a:off x="2380802" y="1226716"/>
            <a:ext cx="387125" cy="275239"/>
          </a:xfrm>
          <a:custGeom>
            <a:avLst/>
            <a:gdLst>
              <a:gd name="T0" fmla="*/ 31 w 73"/>
              <a:gd name="T1" fmla="*/ 46 h 52"/>
              <a:gd name="T2" fmla="*/ 73 w 73"/>
              <a:gd name="T3" fmla="*/ 41 h 52"/>
              <a:gd name="T4" fmla="*/ 51 w 73"/>
              <a:gd name="T5" fmla="*/ 8 h 52"/>
              <a:gd name="T6" fmla="*/ 0 w 73"/>
              <a:gd name="T7" fmla="*/ 8 h 52"/>
              <a:gd name="T8" fmla="*/ 31 w 73"/>
              <a:gd name="T9" fmla="*/ 4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3" h="52">
                <a:moveTo>
                  <a:pt x="31" y="46"/>
                </a:moveTo>
                <a:cubicBezTo>
                  <a:pt x="45" y="52"/>
                  <a:pt x="61" y="50"/>
                  <a:pt x="73" y="41"/>
                </a:cubicBezTo>
                <a:cubicBezTo>
                  <a:pt x="73" y="27"/>
                  <a:pt x="65" y="14"/>
                  <a:pt x="51" y="8"/>
                </a:cubicBezTo>
                <a:cubicBezTo>
                  <a:pt x="38" y="2"/>
                  <a:pt x="12" y="0"/>
                  <a:pt x="0" y="8"/>
                </a:cubicBezTo>
                <a:cubicBezTo>
                  <a:pt x="0" y="23"/>
                  <a:pt x="18" y="40"/>
                  <a:pt x="31" y="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Freeform 24"/>
          <p:cNvSpPr/>
          <p:nvPr/>
        </p:nvSpPr>
        <p:spPr bwMode="auto">
          <a:xfrm>
            <a:off x="4714739" y="2468648"/>
            <a:ext cx="290903" cy="375936"/>
          </a:xfrm>
          <a:custGeom>
            <a:avLst/>
            <a:gdLst>
              <a:gd name="T0" fmla="*/ 7 w 55"/>
              <a:gd name="T1" fmla="*/ 48 h 71"/>
              <a:gd name="T2" fmla="*/ 41 w 55"/>
              <a:gd name="T3" fmla="*/ 71 h 71"/>
              <a:gd name="T4" fmla="*/ 50 w 55"/>
              <a:gd name="T5" fmla="*/ 32 h 71"/>
              <a:gd name="T6" fmla="*/ 11 w 55"/>
              <a:gd name="T7" fmla="*/ 0 h 71"/>
              <a:gd name="T8" fmla="*/ 7 w 55"/>
              <a:gd name="T9" fmla="*/ 48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" h="71">
                <a:moveTo>
                  <a:pt x="7" y="48"/>
                </a:moveTo>
                <a:cubicBezTo>
                  <a:pt x="12" y="61"/>
                  <a:pt x="26" y="69"/>
                  <a:pt x="41" y="71"/>
                </a:cubicBezTo>
                <a:cubicBezTo>
                  <a:pt x="51" y="60"/>
                  <a:pt x="55" y="45"/>
                  <a:pt x="50" y="32"/>
                </a:cubicBezTo>
                <a:cubicBezTo>
                  <a:pt x="44" y="19"/>
                  <a:pt x="26" y="1"/>
                  <a:pt x="11" y="0"/>
                </a:cubicBezTo>
                <a:cubicBezTo>
                  <a:pt x="0" y="11"/>
                  <a:pt x="1" y="35"/>
                  <a:pt x="7" y="4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Freeform 25"/>
          <p:cNvSpPr/>
          <p:nvPr/>
        </p:nvSpPr>
        <p:spPr bwMode="auto">
          <a:xfrm>
            <a:off x="1340265" y="3099683"/>
            <a:ext cx="344608" cy="337895"/>
          </a:xfrm>
          <a:custGeom>
            <a:avLst/>
            <a:gdLst>
              <a:gd name="T0" fmla="*/ 53 w 65"/>
              <a:gd name="T1" fmla="*/ 43 h 64"/>
              <a:gd name="T2" fmla="*/ 59 w 65"/>
              <a:gd name="T3" fmla="*/ 4 h 64"/>
              <a:gd name="T4" fmla="*/ 18 w 65"/>
              <a:gd name="T5" fmla="*/ 14 h 64"/>
              <a:gd name="T6" fmla="*/ 5 w 65"/>
              <a:gd name="T7" fmla="*/ 61 h 64"/>
              <a:gd name="T8" fmla="*/ 53 w 65"/>
              <a:gd name="T9" fmla="*/ 4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64">
                <a:moveTo>
                  <a:pt x="53" y="43"/>
                </a:moveTo>
                <a:cubicBezTo>
                  <a:pt x="63" y="32"/>
                  <a:pt x="65" y="17"/>
                  <a:pt x="59" y="4"/>
                </a:cubicBezTo>
                <a:cubicBezTo>
                  <a:pt x="44" y="0"/>
                  <a:pt x="28" y="4"/>
                  <a:pt x="18" y="14"/>
                </a:cubicBezTo>
                <a:cubicBezTo>
                  <a:pt x="8" y="24"/>
                  <a:pt x="0" y="47"/>
                  <a:pt x="5" y="61"/>
                </a:cubicBezTo>
                <a:cubicBezTo>
                  <a:pt x="20" y="64"/>
                  <a:pt x="43" y="53"/>
                  <a:pt x="53" y="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Freeform 26"/>
          <p:cNvSpPr/>
          <p:nvPr/>
        </p:nvSpPr>
        <p:spPr bwMode="auto">
          <a:xfrm>
            <a:off x="651048" y="4435599"/>
            <a:ext cx="4110682" cy="1913246"/>
          </a:xfrm>
          <a:custGeom>
            <a:avLst/>
            <a:gdLst>
              <a:gd name="T0" fmla="*/ 388 w 775"/>
              <a:gd name="T1" fmla="*/ 361 h 361"/>
              <a:gd name="T2" fmla="*/ 775 w 775"/>
              <a:gd name="T3" fmla="*/ 0 h 361"/>
              <a:gd name="T4" fmla="*/ 0 w 775"/>
              <a:gd name="T5" fmla="*/ 0 h 361"/>
              <a:gd name="T6" fmla="*/ 388 w 775"/>
              <a:gd name="T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361">
                <a:moveTo>
                  <a:pt x="388" y="361"/>
                </a:moveTo>
                <a:cubicBezTo>
                  <a:pt x="602" y="361"/>
                  <a:pt x="775" y="199"/>
                  <a:pt x="7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9"/>
                  <a:pt x="174" y="361"/>
                  <a:pt x="388" y="3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Freeform 27"/>
          <p:cNvSpPr/>
          <p:nvPr/>
        </p:nvSpPr>
        <p:spPr bwMode="auto">
          <a:xfrm>
            <a:off x="1089641" y="4435599"/>
            <a:ext cx="3237973" cy="1510457"/>
          </a:xfrm>
          <a:custGeom>
            <a:avLst/>
            <a:gdLst>
              <a:gd name="T0" fmla="*/ 305 w 610"/>
              <a:gd name="T1" fmla="*/ 285 h 285"/>
              <a:gd name="T2" fmla="*/ 610 w 610"/>
              <a:gd name="T3" fmla="*/ 0 h 285"/>
              <a:gd name="T4" fmla="*/ 0 w 610"/>
              <a:gd name="T5" fmla="*/ 0 h 285"/>
              <a:gd name="T6" fmla="*/ 305 w 610"/>
              <a:gd name="T7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0" h="285">
                <a:moveTo>
                  <a:pt x="305" y="285"/>
                </a:moveTo>
                <a:cubicBezTo>
                  <a:pt x="474" y="285"/>
                  <a:pt x="610" y="157"/>
                  <a:pt x="61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7"/>
                  <a:pt x="136" y="285"/>
                  <a:pt x="305" y="28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Freeform 28"/>
          <p:cNvSpPr/>
          <p:nvPr/>
        </p:nvSpPr>
        <p:spPr bwMode="auto">
          <a:xfrm>
            <a:off x="1503618" y="4435599"/>
            <a:ext cx="2410019" cy="1123333"/>
          </a:xfrm>
          <a:custGeom>
            <a:avLst/>
            <a:gdLst>
              <a:gd name="T0" fmla="*/ 227 w 454"/>
              <a:gd name="T1" fmla="*/ 212 h 212"/>
              <a:gd name="T2" fmla="*/ 454 w 454"/>
              <a:gd name="T3" fmla="*/ 0 h 212"/>
              <a:gd name="T4" fmla="*/ 0 w 454"/>
              <a:gd name="T5" fmla="*/ 0 h 212"/>
              <a:gd name="T6" fmla="*/ 227 w 454"/>
              <a:gd name="T7" fmla="*/ 212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4" h="212">
                <a:moveTo>
                  <a:pt x="227" y="212"/>
                </a:moveTo>
                <a:cubicBezTo>
                  <a:pt x="352" y="212"/>
                  <a:pt x="454" y="117"/>
                  <a:pt x="4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7"/>
                  <a:pt x="102" y="212"/>
                  <a:pt x="227" y="2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Freeform 29"/>
          <p:cNvSpPr/>
          <p:nvPr/>
        </p:nvSpPr>
        <p:spPr bwMode="auto">
          <a:xfrm>
            <a:off x="489933" y="982805"/>
            <a:ext cx="4591791" cy="4162149"/>
          </a:xfrm>
          <a:custGeom>
            <a:avLst/>
            <a:gdLst>
              <a:gd name="T0" fmla="*/ 861 w 865"/>
              <a:gd name="T1" fmla="*/ 315 h 785"/>
              <a:gd name="T2" fmla="*/ 861 w 865"/>
              <a:gd name="T3" fmla="*/ 317 h 785"/>
              <a:gd name="T4" fmla="*/ 835 w 865"/>
              <a:gd name="T5" fmla="*/ 369 h 785"/>
              <a:gd name="T6" fmla="*/ 708 w 865"/>
              <a:gd name="T7" fmla="*/ 403 h 785"/>
              <a:gd name="T8" fmla="*/ 686 w 865"/>
              <a:gd name="T9" fmla="*/ 380 h 785"/>
              <a:gd name="T10" fmla="*/ 759 w 865"/>
              <a:gd name="T11" fmla="*/ 337 h 785"/>
              <a:gd name="T12" fmla="*/ 731 w 865"/>
              <a:gd name="T13" fmla="*/ 347 h 785"/>
              <a:gd name="T14" fmla="*/ 631 w 865"/>
              <a:gd name="T15" fmla="*/ 386 h 785"/>
              <a:gd name="T16" fmla="*/ 605 w 865"/>
              <a:gd name="T17" fmla="*/ 359 h 785"/>
              <a:gd name="T18" fmla="*/ 670 w 865"/>
              <a:gd name="T19" fmla="*/ 275 h 785"/>
              <a:gd name="T20" fmla="*/ 666 w 865"/>
              <a:gd name="T21" fmla="*/ 267 h 785"/>
              <a:gd name="T22" fmla="*/ 613 w 865"/>
              <a:gd name="T23" fmla="*/ 331 h 785"/>
              <a:gd name="T24" fmla="*/ 565 w 865"/>
              <a:gd name="T25" fmla="*/ 420 h 785"/>
              <a:gd name="T26" fmla="*/ 443 w 865"/>
              <a:gd name="T27" fmla="*/ 453 h 785"/>
              <a:gd name="T28" fmla="*/ 455 w 865"/>
              <a:gd name="T29" fmla="*/ 399 h 785"/>
              <a:gd name="T30" fmla="*/ 583 w 865"/>
              <a:gd name="T31" fmla="*/ 253 h 785"/>
              <a:gd name="T32" fmla="*/ 636 w 865"/>
              <a:gd name="T33" fmla="*/ 230 h 785"/>
              <a:gd name="T34" fmla="*/ 651 w 865"/>
              <a:gd name="T35" fmla="*/ 206 h 785"/>
              <a:gd name="T36" fmla="*/ 580 w 865"/>
              <a:gd name="T37" fmla="*/ 242 h 785"/>
              <a:gd name="T38" fmla="*/ 539 w 865"/>
              <a:gd name="T39" fmla="*/ 238 h 785"/>
              <a:gd name="T40" fmla="*/ 607 w 865"/>
              <a:gd name="T41" fmla="*/ 104 h 785"/>
              <a:gd name="T42" fmla="*/ 592 w 865"/>
              <a:gd name="T43" fmla="*/ 0 h 785"/>
              <a:gd name="T44" fmla="*/ 605 w 865"/>
              <a:gd name="T45" fmla="*/ 90 h 785"/>
              <a:gd name="T46" fmla="*/ 517 w 865"/>
              <a:gd name="T47" fmla="*/ 159 h 785"/>
              <a:gd name="T48" fmla="*/ 453 w 865"/>
              <a:gd name="T49" fmla="*/ 99 h 785"/>
              <a:gd name="T50" fmla="*/ 520 w 865"/>
              <a:gd name="T51" fmla="*/ 204 h 785"/>
              <a:gd name="T52" fmla="*/ 413 w 865"/>
              <a:gd name="T53" fmla="*/ 388 h 785"/>
              <a:gd name="T54" fmla="*/ 387 w 865"/>
              <a:gd name="T55" fmla="*/ 276 h 785"/>
              <a:gd name="T56" fmla="*/ 381 w 865"/>
              <a:gd name="T57" fmla="*/ 193 h 785"/>
              <a:gd name="T58" fmla="*/ 385 w 865"/>
              <a:gd name="T59" fmla="*/ 253 h 785"/>
              <a:gd name="T60" fmla="*/ 344 w 865"/>
              <a:gd name="T61" fmla="*/ 237 h 785"/>
              <a:gd name="T62" fmla="*/ 247 w 865"/>
              <a:gd name="T63" fmla="*/ 153 h 785"/>
              <a:gd name="T64" fmla="*/ 285 w 865"/>
              <a:gd name="T65" fmla="*/ 212 h 785"/>
              <a:gd name="T66" fmla="*/ 354 w 865"/>
              <a:gd name="T67" fmla="*/ 302 h 785"/>
              <a:gd name="T68" fmla="*/ 359 w 865"/>
              <a:gd name="T69" fmla="*/ 371 h 785"/>
              <a:gd name="T70" fmla="*/ 206 w 865"/>
              <a:gd name="T71" fmla="*/ 247 h 785"/>
              <a:gd name="T72" fmla="*/ 176 w 865"/>
              <a:gd name="T73" fmla="*/ 190 h 785"/>
              <a:gd name="T74" fmla="*/ 166 w 865"/>
              <a:gd name="T75" fmla="*/ 244 h 785"/>
              <a:gd name="T76" fmla="*/ 151 w 865"/>
              <a:gd name="T77" fmla="*/ 242 h 785"/>
              <a:gd name="T78" fmla="*/ 229 w 865"/>
              <a:gd name="T79" fmla="*/ 290 h 785"/>
              <a:gd name="T80" fmla="*/ 353 w 865"/>
              <a:gd name="T81" fmla="*/ 416 h 785"/>
              <a:gd name="T82" fmla="*/ 214 w 865"/>
              <a:gd name="T83" fmla="*/ 354 h 785"/>
              <a:gd name="T84" fmla="*/ 119 w 865"/>
              <a:gd name="T85" fmla="*/ 301 h 785"/>
              <a:gd name="T86" fmla="*/ 21 w 865"/>
              <a:gd name="T87" fmla="*/ 239 h 785"/>
              <a:gd name="T88" fmla="*/ 37 w 865"/>
              <a:gd name="T89" fmla="*/ 271 h 785"/>
              <a:gd name="T90" fmla="*/ 166 w 865"/>
              <a:gd name="T91" fmla="*/ 328 h 785"/>
              <a:gd name="T92" fmla="*/ 89 w 865"/>
              <a:gd name="T93" fmla="*/ 341 h 785"/>
              <a:gd name="T94" fmla="*/ 184 w 865"/>
              <a:gd name="T95" fmla="*/ 355 h 785"/>
              <a:gd name="T96" fmla="*/ 102 w 865"/>
              <a:gd name="T97" fmla="*/ 391 h 785"/>
              <a:gd name="T98" fmla="*/ 0 w 865"/>
              <a:gd name="T99" fmla="*/ 396 h 785"/>
              <a:gd name="T100" fmla="*/ 199 w 865"/>
              <a:gd name="T101" fmla="*/ 390 h 785"/>
              <a:gd name="T102" fmla="*/ 376 w 865"/>
              <a:gd name="T103" fmla="*/ 487 h 785"/>
              <a:gd name="T104" fmla="*/ 378 w 865"/>
              <a:gd name="T105" fmla="*/ 603 h 785"/>
              <a:gd name="T106" fmla="*/ 275 w 865"/>
              <a:gd name="T107" fmla="*/ 651 h 785"/>
              <a:gd name="T108" fmla="*/ 501 w 865"/>
              <a:gd name="T109" fmla="*/ 651 h 785"/>
              <a:gd name="T110" fmla="*/ 453 w 865"/>
              <a:gd name="T111" fmla="*/ 561 h 785"/>
              <a:gd name="T112" fmla="*/ 456 w 865"/>
              <a:gd name="T113" fmla="*/ 493 h 785"/>
              <a:gd name="T114" fmla="*/ 588 w 865"/>
              <a:gd name="T115" fmla="*/ 435 h 785"/>
              <a:gd name="T116" fmla="*/ 684 w 865"/>
              <a:gd name="T117" fmla="*/ 415 h 785"/>
              <a:gd name="T118" fmla="*/ 841 w 865"/>
              <a:gd name="T119" fmla="*/ 37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65" h="785">
                <a:moveTo>
                  <a:pt x="861" y="315"/>
                </a:moveTo>
                <a:cubicBezTo>
                  <a:pt x="862" y="314"/>
                  <a:pt x="862" y="314"/>
                  <a:pt x="861" y="315"/>
                </a:cubicBezTo>
                <a:cubicBezTo>
                  <a:pt x="861" y="315"/>
                  <a:pt x="861" y="315"/>
                  <a:pt x="861" y="315"/>
                </a:cubicBezTo>
                <a:cubicBezTo>
                  <a:pt x="861" y="315"/>
                  <a:pt x="861" y="316"/>
                  <a:pt x="861" y="316"/>
                </a:cubicBezTo>
                <a:cubicBezTo>
                  <a:pt x="861" y="317"/>
                  <a:pt x="861" y="318"/>
                  <a:pt x="861" y="318"/>
                </a:cubicBezTo>
                <a:cubicBezTo>
                  <a:pt x="861" y="318"/>
                  <a:pt x="861" y="318"/>
                  <a:pt x="861" y="317"/>
                </a:cubicBezTo>
                <a:cubicBezTo>
                  <a:pt x="858" y="326"/>
                  <a:pt x="855" y="335"/>
                  <a:pt x="852" y="344"/>
                </a:cubicBezTo>
                <a:cubicBezTo>
                  <a:pt x="849" y="352"/>
                  <a:pt x="846" y="358"/>
                  <a:pt x="840" y="364"/>
                </a:cubicBezTo>
                <a:cubicBezTo>
                  <a:pt x="839" y="366"/>
                  <a:pt x="836" y="368"/>
                  <a:pt x="835" y="369"/>
                </a:cubicBezTo>
                <a:cubicBezTo>
                  <a:pt x="824" y="379"/>
                  <a:pt x="811" y="388"/>
                  <a:pt x="799" y="395"/>
                </a:cubicBezTo>
                <a:cubicBezTo>
                  <a:pt x="788" y="401"/>
                  <a:pt x="776" y="404"/>
                  <a:pt x="764" y="404"/>
                </a:cubicBezTo>
                <a:cubicBezTo>
                  <a:pt x="746" y="405"/>
                  <a:pt x="727" y="403"/>
                  <a:pt x="708" y="403"/>
                </a:cubicBezTo>
                <a:cubicBezTo>
                  <a:pt x="684" y="402"/>
                  <a:pt x="659" y="402"/>
                  <a:pt x="635" y="401"/>
                </a:cubicBezTo>
                <a:cubicBezTo>
                  <a:pt x="641" y="396"/>
                  <a:pt x="651" y="394"/>
                  <a:pt x="658" y="392"/>
                </a:cubicBezTo>
                <a:cubicBezTo>
                  <a:pt x="668" y="388"/>
                  <a:pt x="678" y="385"/>
                  <a:pt x="686" y="380"/>
                </a:cubicBezTo>
                <a:cubicBezTo>
                  <a:pt x="700" y="373"/>
                  <a:pt x="713" y="365"/>
                  <a:pt x="726" y="357"/>
                </a:cubicBezTo>
                <a:cubicBezTo>
                  <a:pt x="732" y="354"/>
                  <a:pt x="738" y="350"/>
                  <a:pt x="744" y="347"/>
                </a:cubicBezTo>
                <a:cubicBezTo>
                  <a:pt x="749" y="344"/>
                  <a:pt x="755" y="341"/>
                  <a:pt x="759" y="337"/>
                </a:cubicBezTo>
                <a:cubicBezTo>
                  <a:pt x="771" y="326"/>
                  <a:pt x="777" y="312"/>
                  <a:pt x="783" y="297"/>
                </a:cubicBezTo>
                <a:cubicBezTo>
                  <a:pt x="775" y="310"/>
                  <a:pt x="769" y="324"/>
                  <a:pt x="756" y="334"/>
                </a:cubicBezTo>
                <a:cubicBezTo>
                  <a:pt x="750" y="340"/>
                  <a:pt x="738" y="343"/>
                  <a:pt x="731" y="347"/>
                </a:cubicBezTo>
                <a:cubicBezTo>
                  <a:pt x="724" y="351"/>
                  <a:pt x="717" y="354"/>
                  <a:pt x="709" y="357"/>
                </a:cubicBezTo>
                <a:cubicBezTo>
                  <a:pt x="696" y="362"/>
                  <a:pt x="685" y="369"/>
                  <a:pt x="672" y="373"/>
                </a:cubicBezTo>
                <a:cubicBezTo>
                  <a:pt x="659" y="378"/>
                  <a:pt x="644" y="381"/>
                  <a:pt x="631" y="386"/>
                </a:cubicBezTo>
                <a:cubicBezTo>
                  <a:pt x="616" y="392"/>
                  <a:pt x="604" y="401"/>
                  <a:pt x="591" y="409"/>
                </a:cubicBezTo>
                <a:cubicBezTo>
                  <a:pt x="593" y="400"/>
                  <a:pt x="595" y="385"/>
                  <a:pt x="597" y="378"/>
                </a:cubicBezTo>
                <a:cubicBezTo>
                  <a:pt x="599" y="371"/>
                  <a:pt x="602" y="365"/>
                  <a:pt x="605" y="359"/>
                </a:cubicBezTo>
                <a:cubicBezTo>
                  <a:pt x="614" y="348"/>
                  <a:pt x="625" y="336"/>
                  <a:pt x="637" y="328"/>
                </a:cubicBezTo>
                <a:cubicBezTo>
                  <a:pt x="650" y="320"/>
                  <a:pt x="659" y="311"/>
                  <a:pt x="666" y="299"/>
                </a:cubicBezTo>
                <a:cubicBezTo>
                  <a:pt x="668" y="291"/>
                  <a:pt x="670" y="283"/>
                  <a:pt x="670" y="275"/>
                </a:cubicBezTo>
                <a:cubicBezTo>
                  <a:pt x="670" y="272"/>
                  <a:pt x="670" y="269"/>
                  <a:pt x="670" y="266"/>
                </a:cubicBezTo>
                <a:cubicBezTo>
                  <a:pt x="668" y="255"/>
                  <a:pt x="665" y="243"/>
                  <a:pt x="663" y="231"/>
                </a:cubicBezTo>
                <a:cubicBezTo>
                  <a:pt x="664" y="243"/>
                  <a:pt x="665" y="255"/>
                  <a:pt x="666" y="267"/>
                </a:cubicBezTo>
                <a:cubicBezTo>
                  <a:pt x="666" y="269"/>
                  <a:pt x="666" y="272"/>
                  <a:pt x="666" y="275"/>
                </a:cubicBezTo>
                <a:cubicBezTo>
                  <a:pt x="665" y="289"/>
                  <a:pt x="657" y="301"/>
                  <a:pt x="645" y="311"/>
                </a:cubicBezTo>
                <a:cubicBezTo>
                  <a:pt x="635" y="318"/>
                  <a:pt x="624" y="324"/>
                  <a:pt x="613" y="331"/>
                </a:cubicBezTo>
                <a:cubicBezTo>
                  <a:pt x="600" y="341"/>
                  <a:pt x="589" y="354"/>
                  <a:pt x="582" y="368"/>
                </a:cubicBezTo>
                <a:cubicBezTo>
                  <a:pt x="578" y="376"/>
                  <a:pt x="576" y="384"/>
                  <a:pt x="574" y="392"/>
                </a:cubicBezTo>
                <a:cubicBezTo>
                  <a:pt x="572" y="401"/>
                  <a:pt x="568" y="411"/>
                  <a:pt x="565" y="420"/>
                </a:cubicBezTo>
                <a:cubicBezTo>
                  <a:pt x="536" y="429"/>
                  <a:pt x="506" y="439"/>
                  <a:pt x="477" y="448"/>
                </a:cubicBezTo>
                <a:cubicBezTo>
                  <a:pt x="471" y="450"/>
                  <a:pt x="465" y="452"/>
                  <a:pt x="458" y="454"/>
                </a:cubicBezTo>
                <a:cubicBezTo>
                  <a:pt x="453" y="456"/>
                  <a:pt x="447" y="458"/>
                  <a:pt x="443" y="453"/>
                </a:cubicBezTo>
                <a:cubicBezTo>
                  <a:pt x="440" y="448"/>
                  <a:pt x="438" y="442"/>
                  <a:pt x="436" y="436"/>
                </a:cubicBezTo>
                <a:cubicBezTo>
                  <a:pt x="433" y="429"/>
                  <a:pt x="431" y="423"/>
                  <a:pt x="438" y="416"/>
                </a:cubicBezTo>
                <a:cubicBezTo>
                  <a:pt x="443" y="410"/>
                  <a:pt x="449" y="405"/>
                  <a:pt x="455" y="399"/>
                </a:cubicBezTo>
                <a:cubicBezTo>
                  <a:pt x="473" y="380"/>
                  <a:pt x="495" y="362"/>
                  <a:pt x="511" y="341"/>
                </a:cubicBezTo>
                <a:cubicBezTo>
                  <a:pt x="519" y="330"/>
                  <a:pt x="523" y="318"/>
                  <a:pt x="526" y="305"/>
                </a:cubicBezTo>
                <a:cubicBezTo>
                  <a:pt x="545" y="288"/>
                  <a:pt x="564" y="271"/>
                  <a:pt x="583" y="253"/>
                </a:cubicBezTo>
                <a:cubicBezTo>
                  <a:pt x="587" y="250"/>
                  <a:pt x="591" y="246"/>
                  <a:pt x="596" y="244"/>
                </a:cubicBezTo>
                <a:cubicBezTo>
                  <a:pt x="602" y="241"/>
                  <a:pt x="609" y="240"/>
                  <a:pt x="615" y="239"/>
                </a:cubicBezTo>
                <a:cubicBezTo>
                  <a:pt x="622" y="237"/>
                  <a:pt x="629" y="234"/>
                  <a:pt x="636" y="230"/>
                </a:cubicBezTo>
                <a:cubicBezTo>
                  <a:pt x="649" y="221"/>
                  <a:pt x="656" y="209"/>
                  <a:pt x="664" y="195"/>
                </a:cubicBezTo>
                <a:cubicBezTo>
                  <a:pt x="674" y="176"/>
                  <a:pt x="685" y="157"/>
                  <a:pt x="696" y="138"/>
                </a:cubicBezTo>
                <a:cubicBezTo>
                  <a:pt x="681" y="161"/>
                  <a:pt x="667" y="184"/>
                  <a:pt x="651" y="206"/>
                </a:cubicBezTo>
                <a:cubicBezTo>
                  <a:pt x="641" y="221"/>
                  <a:pt x="625" y="228"/>
                  <a:pt x="607" y="231"/>
                </a:cubicBezTo>
                <a:cubicBezTo>
                  <a:pt x="598" y="233"/>
                  <a:pt x="587" y="236"/>
                  <a:pt x="580" y="241"/>
                </a:cubicBezTo>
                <a:cubicBezTo>
                  <a:pt x="580" y="241"/>
                  <a:pt x="580" y="241"/>
                  <a:pt x="580" y="242"/>
                </a:cubicBezTo>
                <a:cubicBezTo>
                  <a:pt x="577" y="243"/>
                  <a:pt x="573" y="246"/>
                  <a:pt x="571" y="248"/>
                </a:cubicBezTo>
                <a:cubicBezTo>
                  <a:pt x="559" y="257"/>
                  <a:pt x="544" y="275"/>
                  <a:pt x="531" y="278"/>
                </a:cubicBezTo>
                <a:cubicBezTo>
                  <a:pt x="533" y="265"/>
                  <a:pt x="539" y="252"/>
                  <a:pt x="539" y="238"/>
                </a:cubicBezTo>
                <a:cubicBezTo>
                  <a:pt x="540" y="221"/>
                  <a:pt x="538" y="205"/>
                  <a:pt x="531" y="190"/>
                </a:cubicBezTo>
                <a:cubicBezTo>
                  <a:pt x="546" y="174"/>
                  <a:pt x="560" y="159"/>
                  <a:pt x="574" y="144"/>
                </a:cubicBezTo>
                <a:cubicBezTo>
                  <a:pt x="586" y="132"/>
                  <a:pt x="599" y="119"/>
                  <a:pt x="607" y="104"/>
                </a:cubicBezTo>
                <a:cubicBezTo>
                  <a:pt x="611" y="97"/>
                  <a:pt x="613" y="90"/>
                  <a:pt x="614" y="83"/>
                </a:cubicBezTo>
                <a:cubicBezTo>
                  <a:pt x="615" y="70"/>
                  <a:pt x="611" y="60"/>
                  <a:pt x="607" y="48"/>
                </a:cubicBezTo>
                <a:cubicBezTo>
                  <a:pt x="602" y="32"/>
                  <a:pt x="597" y="16"/>
                  <a:pt x="592" y="0"/>
                </a:cubicBezTo>
                <a:cubicBezTo>
                  <a:pt x="594" y="11"/>
                  <a:pt x="597" y="22"/>
                  <a:pt x="599" y="33"/>
                </a:cubicBezTo>
                <a:cubicBezTo>
                  <a:pt x="604" y="52"/>
                  <a:pt x="611" y="70"/>
                  <a:pt x="605" y="89"/>
                </a:cubicBezTo>
                <a:cubicBezTo>
                  <a:pt x="605" y="89"/>
                  <a:pt x="605" y="90"/>
                  <a:pt x="605" y="90"/>
                </a:cubicBezTo>
                <a:cubicBezTo>
                  <a:pt x="599" y="103"/>
                  <a:pt x="590" y="113"/>
                  <a:pt x="580" y="122"/>
                </a:cubicBezTo>
                <a:cubicBezTo>
                  <a:pt x="561" y="139"/>
                  <a:pt x="542" y="156"/>
                  <a:pt x="524" y="173"/>
                </a:cubicBezTo>
                <a:cubicBezTo>
                  <a:pt x="522" y="169"/>
                  <a:pt x="519" y="164"/>
                  <a:pt x="517" y="159"/>
                </a:cubicBezTo>
                <a:cubicBezTo>
                  <a:pt x="502" y="132"/>
                  <a:pt x="468" y="118"/>
                  <a:pt x="455" y="89"/>
                </a:cubicBezTo>
                <a:cubicBezTo>
                  <a:pt x="444" y="66"/>
                  <a:pt x="433" y="43"/>
                  <a:pt x="422" y="19"/>
                </a:cubicBezTo>
                <a:cubicBezTo>
                  <a:pt x="432" y="46"/>
                  <a:pt x="441" y="73"/>
                  <a:pt x="453" y="99"/>
                </a:cubicBezTo>
                <a:cubicBezTo>
                  <a:pt x="453" y="100"/>
                  <a:pt x="454" y="101"/>
                  <a:pt x="454" y="102"/>
                </a:cubicBezTo>
                <a:cubicBezTo>
                  <a:pt x="468" y="125"/>
                  <a:pt x="494" y="140"/>
                  <a:pt x="505" y="164"/>
                </a:cubicBezTo>
                <a:cubicBezTo>
                  <a:pt x="510" y="178"/>
                  <a:pt x="515" y="191"/>
                  <a:pt x="520" y="204"/>
                </a:cubicBezTo>
                <a:cubicBezTo>
                  <a:pt x="528" y="239"/>
                  <a:pt x="515" y="276"/>
                  <a:pt x="498" y="307"/>
                </a:cubicBezTo>
                <a:cubicBezTo>
                  <a:pt x="481" y="339"/>
                  <a:pt x="453" y="363"/>
                  <a:pt x="423" y="385"/>
                </a:cubicBezTo>
                <a:cubicBezTo>
                  <a:pt x="420" y="387"/>
                  <a:pt x="417" y="389"/>
                  <a:pt x="413" y="388"/>
                </a:cubicBezTo>
                <a:cubicBezTo>
                  <a:pt x="409" y="387"/>
                  <a:pt x="406" y="384"/>
                  <a:pt x="404" y="382"/>
                </a:cubicBezTo>
                <a:cubicBezTo>
                  <a:pt x="384" y="360"/>
                  <a:pt x="366" y="340"/>
                  <a:pt x="373" y="311"/>
                </a:cubicBezTo>
                <a:cubicBezTo>
                  <a:pt x="375" y="298"/>
                  <a:pt x="381" y="287"/>
                  <a:pt x="387" y="276"/>
                </a:cubicBezTo>
                <a:cubicBezTo>
                  <a:pt x="393" y="266"/>
                  <a:pt x="395" y="257"/>
                  <a:pt x="395" y="245"/>
                </a:cubicBezTo>
                <a:cubicBezTo>
                  <a:pt x="395" y="233"/>
                  <a:pt x="390" y="220"/>
                  <a:pt x="386" y="208"/>
                </a:cubicBezTo>
                <a:cubicBezTo>
                  <a:pt x="384" y="203"/>
                  <a:pt x="382" y="198"/>
                  <a:pt x="381" y="193"/>
                </a:cubicBezTo>
                <a:cubicBezTo>
                  <a:pt x="381" y="197"/>
                  <a:pt x="382" y="202"/>
                  <a:pt x="383" y="207"/>
                </a:cubicBezTo>
                <a:cubicBezTo>
                  <a:pt x="385" y="219"/>
                  <a:pt x="389" y="232"/>
                  <a:pt x="387" y="245"/>
                </a:cubicBezTo>
                <a:cubicBezTo>
                  <a:pt x="386" y="248"/>
                  <a:pt x="385" y="250"/>
                  <a:pt x="385" y="253"/>
                </a:cubicBezTo>
                <a:cubicBezTo>
                  <a:pt x="382" y="263"/>
                  <a:pt x="375" y="272"/>
                  <a:pt x="369" y="281"/>
                </a:cubicBezTo>
                <a:cubicBezTo>
                  <a:pt x="368" y="283"/>
                  <a:pt x="356" y="262"/>
                  <a:pt x="356" y="260"/>
                </a:cubicBezTo>
                <a:cubicBezTo>
                  <a:pt x="352" y="253"/>
                  <a:pt x="349" y="243"/>
                  <a:pt x="344" y="237"/>
                </a:cubicBezTo>
                <a:cubicBezTo>
                  <a:pt x="331" y="220"/>
                  <a:pt x="309" y="214"/>
                  <a:pt x="290" y="205"/>
                </a:cubicBezTo>
                <a:cubicBezTo>
                  <a:pt x="281" y="200"/>
                  <a:pt x="274" y="195"/>
                  <a:pt x="268" y="187"/>
                </a:cubicBezTo>
                <a:cubicBezTo>
                  <a:pt x="260" y="177"/>
                  <a:pt x="254" y="164"/>
                  <a:pt x="247" y="153"/>
                </a:cubicBezTo>
                <a:cubicBezTo>
                  <a:pt x="237" y="137"/>
                  <a:pt x="228" y="121"/>
                  <a:pt x="218" y="106"/>
                </a:cubicBezTo>
                <a:cubicBezTo>
                  <a:pt x="232" y="132"/>
                  <a:pt x="246" y="159"/>
                  <a:pt x="259" y="186"/>
                </a:cubicBezTo>
                <a:cubicBezTo>
                  <a:pt x="266" y="197"/>
                  <a:pt x="273" y="205"/>
                  <a:pt x="285" y="212"/>
                </a:cubicBezTo>
                <a:cubicBezTo>
                  <a:pt x="304" y="222"/>
                  <a:pt x="327" y="230"/>
                  <a:pt x="337" y="250"/>
                </a:cubicBezTo>
                <a:cubicBezTo>
                  <a:pt x="342" y="258"/>
                  <a:pt x="343" y="267"/>
                  <a:pt x="346" y="276"/>
                </a:cubicBezTo>
                <a:cubicBezTo>
                  <a:pt x="349" y="285"/>
                  <a:pt x="355" y="293"/>
                  <a:pt x="354" y="302"/>
                </a:cubicBezTo>
                <a:cubicBezTo>
                  <a:pt x="354" y="309"/>
                  <a:pt x="349" y="316"/>
                  <a:pt x="348" y="323"/>
                </a:cubicBezTo>
                <a:cubicBezTo>
                  <a:pt x="346" y="330"/>
                  <a:pt x="346" y="338"/>
                  <a:pt x="348" y="345"/>
                </a:cubicBezTo>
                <a:cubicBezTo>
                  <a:pt x="350" y="354"/>
                  <a:pt x="353" y="363"/>
                  <a:pt x="359" y="371"/>
                </a:cubicBezTo>
                <a:cubicBezTo>
                  <a:pt x="338" y="356"/>
                  <a:pt x="318" y="342"/>
                  <a:pt x="298" y="326"/>
                </a:cubicBezTo>
                <a:cubicBezTo>
                  <a:pt x="282" y="312"/>
                  <a:pt x="265" y="298"/>
                  <a:pt x="249" y="285"/>
                </a:cubicBezTo>
                <a:cubicBezTo>
                  <a:pt x="234" y="273"/>
                  <a:pt x="215" y="262"/>
                  <a:pt x="206" y="247"/>
                </a:cubicBezTo>
                <a:cubicBezTo>
                  <a:pt x="197" y="234"/>
                  <a:pt x="193" y="218"/>
                  <a:pt x="187" y="205"/>
                </a:cubicBezTo>
                <a:cubicBezTo>
                  <a:pt x="179" y="187"/>
                  <a:pt x="172" y="169"/>
                  <a:pt x="164" y="152"/>
                </a:cubicBezTo>
                <a:cubicBezTo>
                  <a:pt x="168" y="165"/>
                  <a:pt x="172" y="178"/>
                  <a:pt x="176" y="190"/>
                </a:cubicBezTo>
                <a:cubicBezTo>
                  <a:pt x="179" y="201"/>
                  <a:pt x="183" y="213"/>
                  <a:pt x="186" y="224"/>
                </a:cubicBezTo>
                <a:cubicBezTo>
                  <a:pt x="190" y="236"/>
                  <a:pt x="192" y="248"/>
                  <a:pt x="199" y="258"/>
                </a:cubicBezTo>
                <a:cubicBezTo>
                  <a:pt x="188" y="253"/>
                  <a:pt x="177" y="248"/>
                  <a:pt x="166" y="244"/>
                </a:cubicBezTo>
                <a:cubicBezTo>
                  <a:pt x="165" y="243"/>
                  <a:pt x="160" y="240"/>
                  <a:pt x="157" y="239"/>
                </a:cubicBezTo>
                <a:cubicBezTo>
                  <a:pt x="142" y="226"/>
                  <a:pt x="129" y="212"/>
                  <a:pt x="115" y="199"/>
                </a:cubicBezTo>
                <a:cubicBezTo>
                  <a:pt x="126" y="213"/>
                  <a:pt x="137" y="229"/>
                  <a:pt x="151" y="242"/>
                </a:cubicBezTo>
                <a:cubicBezTo>
                  <a:pt x="153" y="244"/>
                  <a:pt x="155" y="245"/>
                  <a:pt x="156" y="247"/>
                </a:cubicBezTo>
                <a:cubicBezTo>
                  <a:pt x="167" y="254"/>
                  <a:pt x="178" y="260"/>
                  <a:pt x="189" y="267"/>
                </a:cubicBezTo>
                <a:cubicBezTo>
                  <a:pt x="203" y="275"/>
                  <a:pt x="216" y="282"/>
                  <a:pt x="229" y="290"/>
                </a:cubicBezTo>
                <a:cubicBezTo>
                  <a:pt x="261" y="323"/>
                  <a:pt x="294" y="355"/>
                  <a:pt x="328" y="386"/>
                </a:cubicBezTo>
                <a:cubicBezTo>
                  <a:pt x="335" y="391"/>
                  <a:pt x="344" y="398"/>
                  <a:pt x="348" y="405"/>
                </a:cubicBezTo>
                <a:cubicBezTo>
                  <a:pt x="350" y="408"/>
                  <a:pt x="351" y="412"/>
                  <a:pt x="353" y="416"/>
                </a:cubicBezTo>
                <a:cubicBezTo>
                  <a:pt x="356" y="424"/>
                  <a:pt x="359" y="433"/>
                  <a:pt x="362" y="442"/>
                </a:cubicBezTo>
                <a:cubicBezTo>
                  <a:pt x="316" y="418"/>
                  <a:pt x="270" y="395"/>
                  <a:pt x="227" y="369"/>
                </a:cubicBezTo>
                <a:cubicBezTo>
                  <a:pt x="221" y="365"/>
                  <a:pt x="217" y="359"/>
                  <a:pt x="214" y="354"/>
                </a:cubicBezTo>
                <a:cubicBezTo>
                  <a:pt x="209" y="347"/>
                  <a:pt x="204" y="341"/>
                  <a:pt x="199" y="336"/>
                </a:cubicBezTo>
                <a:cubicBezTo>
                  <a:pt x="189" y="327"/>
                  <a:pt x="177" y="319"/>
                  <a:pt x="164" y="314"/>
                </a:cubicBezTo>
                <a:cubicBezTo>
                  <a:pt x="150" y="309"/>
                  <a:pt x="134" y="306"/>
                  <a:pt x="119" y="301"/>
                </a:cubicBezTo>
                <a:cubicBezTo>
                  <a:pt x="103" y="294"/>
                  <a:pt x="86" y="289"/>
                  <a:pt x="70" y="283"/>
                </a:cubicBezTo>
                <a:cubicBezTo>
                  <a:pt x="59" y="280"/>
                  <a:pt x="48" y="277"/>
                  <a:pt x="41" y="269"/>
                </a:cubicBezTo>
                <a:cubicBezTo>
                  <a:pt x="33" y="260"/>
                  <a:pt x="27" y="249"/>
                  <a:pt x="21" y="239"/>
                </a:cubicBezTo>
                <a:cubicBezTo>
                  <a:pt x="14" y="228"/>
                  <a:pt x="6" y="217"/>
                  <a:pt x="0" y="205"/>
                </a:cubicBezTo>
                <a:cubicBezTo>
                  <a:pt x="5" y="216"/>
                  <a:pt x="11" y="226"/>
                  <a:pt x="17" y="236"/>
                </a:cubicBezTo>
                <a:cubicBezTo>
                  <a:pt x="23" y="247"/>
                  <a:pt x="28" y="260"/>
                  <a:pt x="37" y="271"/>
                </a:cubicBezTo>
                <a:cubicBezTo>
                  <a:pt x="48" y="284"/>
                  <a:pt x="64" y="288"/>
                  <a:pt x="80" y="294"/>
                </a:cubicBezTo>
                <a:cubicBezTo>
                  <a:pt x="95" y="300"/>
                  <a:pt x="109" y="306"/>
                  <a:pt x="124" y="312"/>
                </a:cubicBezTo>
                <a:cubicBezTo>
                  <a:pt x="138" y="317"/>
                  <a:pt x="152" y="323"/>
                  <a:pt x="166" y="328"/>
                </a:cubicBezTo>
                <a:cubicBezTo>
                  <a:pt x="175" y="332"/>
                  <a:pt x="181" y="338"/>
                  <a:pt x="187" y="345"/>
                </a:cubicBezTo>
                <a:cubicBezTo>
                  <a:pt x="168" y="336"/>
                  <a:pt x="149" y="338"/>
                  <a:pt x="129" y="339"/>
                </a:cubicBezTo>
                <a:cubicBezTo>
                  <a:pt x="116" y="339"/>
                  <a:pt x="102" y="340"/>
                  <a:pt x="89" y="341"/>
                </a:cubicBezTo>
                <a:cubicBezTo>
                  <a:pt x="104" y="341"/>
                  <a:pt x="119" y="342"/>
                  <a:pt x="134" y="343"/>
                </a:cubicBezTo>
                <a:cubicBezTo>
                  <a:pt x="146" y="343"/>
                  <a:pt x="159" y="343"/>
                  <a:pt x="171" y="348"/>
                </a:cubicBezTo>
                <a:cubicBezTo>
                  <a:pt x="176" y="350"/>
                  <a:pt x="180" y="352"/>
                  <a:pt x="184" y="355"/>
                </a:cubicBezTo>
                <a:cubicBezTo>
                  <a:pt x="192" y="360"/>
                  <a:pt x="201" y="367"/>
                  <a:pt x="209" y="373"/>
                </a:cubicBezTo>
                <a:cubicBezTo>
                  <a:pt x="209" y="373"/>
                  <a:pt x="209" y="373"/>
                  <a:pt x="209" y="373"/>
                </a:cubicBezTo>
                <a:cubicBezTo>
                  <a:pt x="173" y="379"/>
                  <a:pt x="138" y="386"/>
                  <a:pt x="102" y="391"/>
                </a:cubicBezTo>
                <a:cubicBezTo>
                  <a:pt x="92" y="392"/>
                  <a:pt x="82" y="394"/>
                  <a:pt x="72" y="395"/>
                </a:cubicBezTo>
                <a:cubicBezTo>
                  <a:pt x="62" y="397"/>
                  <a:pt x="54" y="400"/>
                  <a:pt x="44" y="402"/>
                </a:cubicBezTo>
                <a:cubicBezTo>
                  <a:pt x="29" y="406"/>
                  <a:pt x="14" y="403"/>
                  <a:pt x="0" y="396"/>
                </a:cubicBezTo>
                <a:cubicBezTo>
                  <a:pt x="16" y="406"/>
                  <a:pt x="32" y="408"/>
                  <a:pt x="50" y="405"/>
                </a:cubicBezTo>
                <a:cubicBezTo>
                  <a:pt x="76" y="401"/>
                  <a:pt x="101" y="398"/>
                  <a:pt x="127" y="395"/>
                </a:cubicBezTo>
                <a:cubicBezTo>
                  <a:pt x="151" y="394"/>
                  <a:pt x="175" y="392"/>
                  <a:pt x="199" y="390"/>
                </a:cubicBezTo>
                <a:cubicBezTo>
                  <a:pt x="206" y="389"/>
                  <a:pt x="213" y="389"/>
                  <a:pt x="220" y="388"/>
                </a:cubicBezTo>
                <a:cubicBezTo>
                  <a:pt x="222" y="388"/>
                  <a:pt x="227" y="388"/>
                  <a:pt x="227" y="387"/>
                </a:cubicBezTo>
                <a:cubicBezTo>
                  <a:pt x="275" y="422"/>
                  <a:pt x="326" y="454"/>
                  <a:pt x="376" y="487"/>
                </a:cubicBezTo>
                <a:cubicBezTo>
                  <a:pt x="387" y="494"/>
                  <a:pt x="384" y="508"/>
                  <a:pt x="383" y="519"/>
                </a:cubicBezTo>
                <a:cubicBezTo>
                  <a:pt x="382" y="535"/>
                  <a:pt x="381" y="551"/>
                  <a:pt x="380" y="567"/>
                </a:cubicBezTo>
                <a:cubicBezTo>
                  <a:pt x="379" y="579"/>
                  <a:pt x="379" y="591"/>
                  <a:pt x="378" y="603"/>
                </a:cubicBezTo>
                <a:cubicBezTo>
                  <a:pt x="377" y="611"/>
                  <a:pt x="375" y="618"/>
                  <a:pt x="372" y="624"/>
                </a:cubicBezTo>
                <a:cubicBezTo>
                  <a:pt x="364" y="641"/>
                  <a:pt x="345" y="651"/>
                  <a:pt x="326" y="651"/>
                </a:cubicBezTo>
                <a:cubicBezTo>
                  <a:pt x="275" y="651"/>
                  <a:pt x="275" y="651"/>
                  <a:pt x="275" y="651"/>
                </a:cubicBezTo>
                <a:cubicBezTo>
                  <a:pt x="275" y="725"/>
                  <a:pt x="339" y="785"/>
                  <a:pt x="418" y="785"/>
                </a:cubicBezTo>
                <a:cubicBezTo>
                  <a:pt x="497" y="785"/>
                  <a:pt x="561" y="725"/>
                  <a:pt x="561" y="651"/>
                </a:cubicBezTo>
                <a:cubicBezTo>
                  <a:pt x="501" y="651"/>
                  <a:pt x="501" y="651"/>
                  <a:pt x="501" y="651"/>
                </a:cubicBezTo>
                <a:cubicBezTo>
                  <a:pt x="474" y="651"/>
                  <a:pt x="451" y="631"/>
                  <a:pt x="450" y="606"/>
                </a:cubicBezTo>
                <a:cubicBezTo>
                  <a:pt x="450" y="604"/>
                  <a:pt x="450" y="603"/>
                  <a:pt x="450" y="601"/>
                </a:cubicBezTo>
                <a:cubicBezTo>
                  <a:pt x="451" y="588"/>
                  <a:pt x="452" y="574"/>
                  <a:pt x="453" y="561"/>
                </a:cubicBezTo>
                <a:cubicBezTo>
                  <a:pt x="454" y="546"/>
                  <a:pt x="455" y="532"/>
                  <a:pt x="456" y="518"/>
                </a:cubicBezTo>
                <a:cubicBezTo>
                  <a:pt x="456" y="515"/>
                  <a:pt x="456" y="512"/>
                  <a:pt x="456" y="509"/>
                </a:cubicBezTo>
                <a:cubicBezTo>
                  <a:pt x="457" y="504"/>
                  <a:pt x="455" y="498"/>
                  <a:pt x="456" y="493"/>
                </a:cubicBezTo>
                <a:cubicBezTo>
                  <a:pt x="458" y="487"/>
                  <a:pt x="466" y="485"/>
                  <a:pt x="471" y="483"/>
                </a:cubicBezTo>
                <a:cubicBezTo>
                  <a:pt x="503" y="470"/>
                  <a:pt x="535" y="457"/>
                  <a:pt x="567" y="444"/>
                </a:cubicBezTo>
                <a:cubicBezTo>
                  <a:pt x="574" y="441"/>
                  <a:pt x="581" y="438"/>
                  <a:pt x="588" y="435"/>
                </a:cubicBezTo>
                <a:cubicBezTo>
                  <a:pt x="595" y="431"/>
                  <a:pt x="601" y="426"/>
                  <a:pt x="607" y="422"/>
                </a:cubicBezTo>
                <a:cubicBezTo>
                  <a:pt x="619" y="414"/>
                  <a:pt x="632" y="417"/>
                  <a:pt x="645" y="416"/>
                </a:cubicBezTo>
                <a:cubicBezTo>
                  <a:pt x="658" y="416"/>
                  <a:pt x="671" y="416"/>
                  <a:pt x="684" y="415"/>
                </a:cubicBezTo>
                <a:cubicBezTo>
                  <a:pt x="710" y="415"/>
                  <a:pt x="735" y="414"/>
                  <a:pt x="761" y="413"/>
                </a:cubicBezTo>
                <a:cubicBezTo>
                  <a:pt x="774" y="413"/>
                  <a:pt x="788" y="411"/>
                  <a:pt x="799" y="403"/>
                </a:cubicBezTo>
                <a:cubicBezTo>
                  <a:pt x="813" y="393"/>
                  <a:pt x="828" y="382"/>
                  <a:pt x="841" y="370"/>
                </a:cubicBezTo>
                <a:cubicBezTo>
                  <a:pt x="856" y="352"/>
                  <a:pt x="859" y="327"/>
                  <a:pt x="865" y="305"/>
                </a:cubicBezTo>
                <a:cubicBezTo>
                  <a:pt x="864" y="308"/>
                  <a:pt x="863" y="312"/>
                  <a:pt x="861" y="3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02479" y="6377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箭头: 右 26"/>
          <p:cNvSpPr/>
          <p:nvPr/>
        </p:nvSpPr>
        <p:spPr>
          <a:xfrm>
            <a:off x="5426332" y="1057086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31353" y="1057086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规划与执行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38414" y="1448068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将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亿销售额目标按渠道拆解，线下门店承担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万，线上平台承担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万，承担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箭头: 右 26"/>
          <p:cNvSpPr/>
          <p:nvPr/>
        </p:nvSpPr>
        <p:spPr>
          <a:xfrm>
            <a:off x="5426332" y="2507651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331353" y="2507651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监控与评估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38414" y="2898633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搭建日度数据看板，实时监控各渠道销售额、客单价、转化率。线下重点追踪门店客流与成交率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箭头: 右 26"/>
          <p:cNvSpPr/>
          <p:nvPr/>
        </p:nvSpPr>
        <p:spPr>
          <a:xfrm>
            <a:off x="5426332" y="3958216"/>
            <a:ext cx="756000" cy="1184063"/>
          </a:xfrm>
          <a:prstGeom prst="rightArrow">
            <a:avLst>
              <a:gd name="adj1" fmla="val 82684"/>
              <a:gd name="adj2" fmla="val 3301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31353" y="3958216"/>
            <a:ext cx="1451438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优化与调整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38414" y="4349198"/>
            <a:ext cx="2794234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针对线上转化率问题，协调技术团队优化详情页加载速度，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日内将加载时间从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秒缩短至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0471897" y="1057086"/>
            <a:ext cx="1528014" cy="4085193"/>
          </a:xfrm>
          <a:prstGeom prst="homePlate">
            <a:avLst>
              <a:gd name="adj" fmla="val 264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箭头: 右 26"/>
          <p:cNvSpPr/>
          <p:nvPr/>
        </p:nvSpPr>
        <p:spPr>
          <a:xfrm>
            <a:off x="5426331" y="5376552"/>
            <a:ext cx="6573581" cy="1184063"/>
          </a:xfrm>
          <a:prstGeom prst="rightArrow">
            <a:avLst>
              <a:gd name="adj1" fmla="val 61178"/>
              <a:gd name="adj2" fmla="val 49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576697" y="5667362"/>
            <a:ext cx="5838087" cy="59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家电零售渠道运营通过清晰的目标拆解与资源匹配，基本达成季度销售目标，线下渠道表现突出，线上与渠道存在优化空间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34807" y="1278250"/>
            <a:ext cx="447558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A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534807" y="2769142"/>
            <a:ext cx="447558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B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534807" y="4217806"/>
            <a:ext cx="447558" cy="6367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C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00120" y="2597010"/>
            <a:ext cx="3600000" cy="360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规划与执行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00120" y="2214032"/>
            <a:ext cx="3600000" cy="360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监控与评估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10457" y="2495066"/>
            <a:ext cx="2880000" cy="288000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优化与调整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54384" y="4550247"/>
            <a:ext cx="1660603" cy="367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目标回顾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949217" y="1528512"/>
            <a:ext cx="480131" cy="3322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家电零售渠道运营分析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881543" y="1919573"/>
            <a:ext cx="979154" cy="2515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后续需持续强化渠道数据监控，快速响应问题，通过策略调整与资源联动，进一步提升各渠道运营效率，确保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目标稳定达成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681210" y="1011923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99.8%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81210" y="2462488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95.4%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681210" y="3913053"/>
            <a:ext cx="1451438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98.4%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83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市场活动转化漏斗分析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64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漏斗模型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3470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474560" y="873125"/>
            <a:ext cx="3826080" cy="1215806"/>
            <a:chOff x="474560" y="873125"/>
            <a:chExt cx="3826080" cy="1215806"/>
          </a:xfrm>
        </p:grpSpPr>
        <p:sp>
          <p:nvSpPr>
            <p:cNvPr id="21" name="Oval 16+"/>
            <p:cNvSpPr/>
            <p:nvPr/>
          </p:nvSpPr>
          <p:spPr>
            <a:xfrm>
              <a:off x="474560" y="939605"/>
              <a:ext cx="3826080" cy="114932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474560" y="873125"/>
              <a:ext cx="3826080" cy="11493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200150" y="5728412"/>
            <a:ext cx="2374900" cy="785939"/>
            <a:chOff x="1200150" y="5844074"/>
            <a:chExt cx="2374900" cy="785939"/>
          </a:xfrm>
        </p:grpSpPr>
        <p:sp>
          <p:nvSpPr>
            <p:cNvPr id="41" name="Oval 21++"/>
            <p:cNvSpPr/>
            <p:nvPr/>
          </p:nvSpPr>
          <p:spPr>
            <a:xfrm>
              <a:off x="1200150" y="5916611"/>
              <a:ext cx="2374900" cy="71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Oval 21+"/>
            <p:cNvSpPr/>
            <p:nvPr/>
          </p:nvSpPr>
          <p:spPr>
            <a:xfrm>
              <a:off x="1200150" y="5844074"/>
              <a:ext cx="2374900" cy="71340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07560" y="2290793"/>
            <a:ext cx="3360079" cy="1071950"/>
            <a:chOff x="707561" y="2141717"/>
            <a:chExt cx="3360079" cy="1071950"/>
          </a:xfrm>
        </p:grpSpPr>
        <p:sp>
          <p:nvSpPr>
            <p:cNvPr id="36" name="Oval 32+"/>
            <p:cNvSpPr/>
            <p:nvPr/>
          </p:nvSpPr>
          <p:spPr>
            <a:xfrm>
              <a:off x="707561" y="2204324"/>
              <a:ext cx="3360079" cy="100934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07561" y="2141717"/>
              <a:ext cx="3360079" cy="10093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83552" y="3533070"/>
            <a:ext cx="3008096" cy="964827"/>
            <a:chOff x="883552" y="3371248"/>
            <a:chExt cx="3008096" cy="964827"/>
          </a:xfrm>
        </p:grpSpPr>
        <p:sp>
          <p:nvSpPr>
            <p:cNvPr id="38" name="Oval 33+"/>
            <p:cNvSpPr/>
            <p:nvPr/>
          </p:nvSpPr>
          <p:spPr>
            <a:xfrm>
              <a:off x="883552" y="3432466"/>
              <a:ext cx="3008096" cy="90360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883552" y="3371248"/>
              <a:ext cx="3008096" cy="90360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059544" y="4667159"/>
            <a:ext cx="2656112" cy="860481"/>
            <a:chOff x="1059545" y="4590305"/>
            <a:chExt cx="2656112" cy="860481"/>
          </a:xfrm>
        </p:grpSpPr>
        <p:sp>
          <p:nvSpPr>
            <p:cNvPr id="40" name="Oval 34+"/>
            <p:cNvSpPr/>
            <p:nvPr/>
          </p:nvSpPr>
          <p:spPr>
            <a:xfrm>
              <a:off x="1059545" y="4652910"/>
              <a:ext cx="2656112" cy="79787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059545" y="4590305"/>
              <a:ext cx="2656112" cy="7978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715" tIns="44358" rIns="88715" bIns="4435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45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480910" y="1514268"/>
            <a:ext cx="725590" cy="4643382"/>
          </a:xfrm>
          <a:prstGeom prst="line">
            <a:avLst/>
          </a:prstGeom>
          <a:ln w="9525"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1+"/>
          <p:cNvCxnSpPr/>
          <p:nvPr/>
        </p:nvCxnSpPr>
        <p:spPr>
          <a:xfrm flipH="1">
            <a:off x="3562083" y="1514268"/>
            <a:ext cx="725590" cy="4643382"/>
          </a:xfrm>
          <a:prstGeom prst="line">
            <a:avLst/>
          </a:prstGeom>
          <a:ln w="9525"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2041352" y="1499402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曝光量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041351" y="2805747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点击量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951198" y="3986398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询价用户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925935" y="507242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销售机会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5" name="TextBox 63+"/>
          <p:cNvSpPr txBox="1"/>
          <p:nvPr/>
        </p:nvSpPr>
        <p:spPr>
          <a:xfrm>
            <a:off x="1925935" y="609182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成交客户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图形 66"/>
          <p:cNvSpPr/>
          <p:nvPr/>
        </p:nvSpPr>
        <p:spPr>
          <a:xfrm>
            <a:off x="2251736" y="1104068"/>
            <a:ext cx="271726" cy="271550"/>
          </a:xfrm>
          <a:custGeom>
            <a:avLst/>
            <a:gdLst>
              <a:gd name="connsiteX0" fmla="*/ 35594 w 1889652"/>
              <a:gd name="connsiteY0" fmla="*/ 1202540 h 1888430"/>
              <a:gd name="connsiteX1" fmla="*/ 0 w 1889652"/>
              <a:gd name="connsiteY1" fmla="*/ 944811 h 1888430"/>
              <a:gd name="connsiteX2" fmla="*/ 318248 w 1889652"/>
              <a:gd name="connsiteY2" fmla="*/ 237729 h 1888430"/>
              <a:gd name="connsiteX3" fmla="*/ 855952 w 1889652"/>
              <a:gd name="connsiteY3" fmla="*/ 619730 h 1888430"/>
              <a:gd name="connsiteX4" fmla="*/ 35594 w 1889652"/>
              <a:gd name="connsiteY4" fmla="*/ 1202540 h 1888430"/>
              <a:gd name="connsiteX5" fmla="*/ 886118 w 1889652"/>
              <a:gd name="connsiteY5" fmla="*/ 1887726 h 1888430"/>
              <a:gd name="connsiteX6" fmla="*/ 69620 w 1889652"/>
              <a:gd name="connsiteY6" fmla="*/ 1301211 h 1888430"/>
              <a:gd name="connsiteX7" fmla="*/ 578161 w 1889652"/>
              <a:gd name="connsiteY7" fmla="*/ 939926 h 1888430"/>
              <a:gd name="connsiteX8" fmla="*/ 886118 w 1889652"/>
              <a:gd name="connsiteY8" fmla="*/ 1887726 h 1888430"/>
              <a:gd name="connsiteX9" fmla="*/ 1815813 w 1889652"/>
              <a:gd name="connsiteY9" fmla="*/ 1311428 h 1888430"/>
              <a:gd name="connsiteX10" fmla="*/ 991661 w 1889652"/>
              <a:gd name="connsiteY10" fmla="*/ 1888430 h 1888430"/>
              <a:gd name="connsiteX11" fmla="*/ 804186 w 1889652"/>
              <a:gd name="connsiteY11" fmla="*/ 1311428 h 1888430"/>
              <a:gd name="connsiteX12" fmla="*/ 1815813 w 1889652"/>
              <a:gd name="connsiteY12" fmla="*/ 1311428 h 1888430"/>
              <a:gd name="connsiteX13" fmla="*/ 1546588 w 1889652"/>
              <a:gd name="connsiteY13" fmla="*/ 216398 h 1888430"/>
              <a:gd name="connsiteX14" fmla="*/ 1889652 w 1889652"/>
              <a:gd name="connsiteY14" fmla="*/ 944805 h 1888430"/>
              <a:gd name="connsiteX15" fmla="*/ 1851485 w 1889652"/>
              <a:gd name="connsiteY15" fmla="*/ 1211282 h 1888430"/>
              <a:gd name="connsiteX16" fmla="*/ 1223333 w 1889652"/>
              <a:gd name="connsiteY16" fmla="*/ 1211282 h 1888430"/>
              <a:gd name="connsiteX17" fmla="*/ 1546588 w 1889652"/>
              <a:gd name="connsiteY17" fmla="*/ 216398 h 1888430"/>
              <a:gd name="connsiteX18" fmla="*/ 944773 w 1889652"/>
              <a:gd name="connsiteY18" fmla="*/ 0 h 1888430"/>
              <a:gd name="connsiteX19" fmla="*/ 1461534 w 1889652"/>
              <a:gd name="connsiteY19" fmla="*/ 153800 h 1888430"/>
              <a:gd name="connsiteX20" fmla="*/ 1257392 w 1889652"/>
              <a:gd name="connsiteY20" fmla="*/ 782075 h 1888430"/>
              <a:gd name="connsiteX21" fmla="*/ 399904 w 1889652"/>
              <a:gd name="connsiteY21" fmla="*/ 172887 h 1888430"/>
              <a:gd name="connsiteX22" fmla="*/ 944773 w 1889652"/>
              <a:gd name="connsiteY22" fmla="*/ 0 h 188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89652" h="1888430">
                <a:moveTo>
                  <a:pt x="35594" y="1202540"/>
                </a:moveTo>
                <a:cubicBezTo>
                  <a:pt x="12414" y="1120614"/>
                  <a:pt x="0" y="1034159"/>
                  <a:pt x="0" y="944811"/>
                </a:cubicBezTo>
                <a:cubicBezTo>
                  <a:pt x="0" y="663422"/>
                  <a:pt x="123063" y="410810"/>
                  <a:pt x="318248" y="237729"/>
                </a:cubicBezTo>
                <a:lnTo>
                  <a:pt x="855952" y="619730"/>
                </a:lnTo>
                <a:lnTo>
                  <a:pt x="35594" y="1202540"/>
                </a:lnTo>
                <a:close/>
                <a:moveTo>
                  <a:pt x="886118" y="1887726"/>
                </a:moveTo>
                <a:cubicBezTo>
                  <a:pt x="515866" y="1865030"/>
                  <a:pt x="203297" y="1629128"/>
                  <a:pt x="69620" y="1301211"/>
                </a:cubicBezTo>
                <a:lnTo>
                  <a:pt x="578161" y="939926"/>
                </a:lnTo>
                <a:lnTo>
                  <a:pt x="886118" y="1887726"/>
                </a:lnTo>
                <a:close/>
                <a:moveTo>
                  <a:pt x="1815813" y="1311428"/>
                </a:moveTo>
                <a:cubicBezTo>
                  <a:pt x="1678400" y="1637503"/>
                  <a:pt x="1363223" y="1870282"/>
                  <a:pt x="991661" y="1888430"/>
                </a:cubicBezTo>
                <a:lnTo>
                  <a:pt x="804186" y="1311428"/>
                </a:lnTo>
                <a:lnTo>
                  <a:pt x="1815813" y="1311428"/>
                </a:lnTo>
                <a:close/>
                <a:moveTo>
                  <a:pt x="1546588" y="216398"/>
                </a:moveTo>
                <a:cubicBezTo>
                  <a:pt x="1756128" y="389690"/>
                  <a:pt x="1889652" y="651656"/>
                  <a:pt x="1889652" y="944805"/>
                </a:cubicBezTo>
                <a:cubicBezTo>
                  <a:pt x="1889652" y="1037350"/>
                  <a:pt x="1876286" y="1126765"/>
                  <a:pt x="1851485" y="1211282"/>
                </a:cubicBezTo>
                <a:lnTo>
                  <a:pt x="1223333" y="1211282"/>
                </a:lnTo>
                <a:lnTo>
                  <a:pt x="1546588" y="216398"/>
                </a:lnTo>
                <a:close/>
                <a:moveTo>
                  <a:pt x="944773" y="0"/>
                </a:moveTo>
                <a:cubicBezTo>
                  <a:pt x="1135524" y="0"/>
                  <a:pt x="1313029" y="56584"/>
                  <a:pt x="1461534" y="153800"/>
                </a:cubicBezTo>
                <a:lnTo>
                  <a:pt x="1257392" y="782075"/>
                </a:lnTo>
                <a:lnTo>
                  <a:pt x="399904" y="172887"/>
                </a:lnTo>
                <a:cubicBezTo>
                  <a:pt x="553876" y="64001"/>
                  <a:pt x="741847" y="0"/>
                  <a:pt x="94477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图形 69"/>
          <p:cNvSpPr>
            <a:spLocks noChangeAspect="1"/>
          </p:cNvSpPr>
          <p:nvPr/>
        </p:nvSpPr>
        <p:spPr>
          <a:xfrm>
            <a:off x="2277000" y="2493189"/>
            <a:ext cx="221199" cy="288000"/>
          </a:xfrm>
          <a:custGeom>
            <a:avLst/>
            <a:gdLst>
              <a:gd name="connsiteX0" fmla="*/ 568643 w 1453138"/>
              <a:gd name="connsiteY0" fmla="*/ 387244 h 1891982"/>
              <a:gd name="connsiteX1" fmla="*/ 694267 w 1453138"/>
              <a:gd name="connsiteY1" fmla="*/ 499851 h 1891982"/>
              <a:gd name="connsiteX2" fmla="*/ 694902 w 1453138"/>
              <a:gd name="connsiteY2" fmla="*/ 512551 h 1891982"/>
              <a:gd name="connsiteX3" fmla="*/ 694902 w 1453138"/>
              <a:gd name="connsiteY3" fmla="*/ 920115 h 1891982"/>
              <a:gd name="connsiteX4" fmla="*/ 821267 w 1453138"/>
              <a:gd name="connsiteY4" fmla="*/ 794808 h 1891982"/>
              <a:gd name="connsiteX5" fmla="*/ 946997 w 1453138"/>
              <a:gd name="connsiteY5" fmla="*/ 907309 h 1891982"/>
              <a:gd name="connsiteX6" fmla="*/ 947632 w 1453138"/>
              <a:gd name="connsiteY6" fmla="*/ 920115 h 1891982"/>
              <a:gd name="connsiteX7" fmla="*/ 947632 w 1453138"/>
              <a:gd name="connsiteY7" fmla="*/ 982874 h 1891982"/>
              <a:gd name="connsiteX8" fmla="*/ 1073997 w 1453138"/>
              <a:gd name="connsiteY8" fmla="*/ 857462 h 1891982"/>
              <a:gd name="connsiteX9" fmla="*/ 1199727 w 1453138"/>
              <a:gd name="connsiteY9" fmla="*/ 970068 h 1891982"/>
              <a:gd name="connsiteX10" fmla="*/ 1200362 w 1453138"/>
              <a:gd name="connsiteY10" fmla="*/ 982768 h 1891982"/>
              <a:gd name="connsiteX11" fmla="*/ 1200362 w 1453138"/>
              <a:gd name="connsiteY11" fmla="*/ 993881 h 1891982"/>
              <a:gd name="connsiteX12" fmla="*/ 1295083 w 1453138"/>
              <a:gd name="connsiteY12" fmla="*/ 951548 h 1891982"/>
              <a:gd name="connsiteX13" fmla="*/ 1421448 w 1453138"/>
              <a:gd name="connsiteY13" fmla="*/ 1054629 h 1891982"/>
              <a:gd name="connsiteX14" fmla="*/ 1453092 w 1453138"/>
              <a:gd name="connsiteY14" fmla="*/ 1313286 h 1891982"/>
              <a:gd name="connsiteX15" fmla="*/ 1303655 w 1453138"/>
              <a:gd name="connsiteY15" fmla="*/ 1858857 h 1891982"/>
              <a:gd name="connsiteX16" fmla="*/ 1283758 w 1453138"/>
              <a:gd name="connsiteY16" fmla="*/ 1891983 h 1891982"/>
              <a:gd name="connsiteX17" fmla="*/ 561975 w 1453138"/>
              <a:gd name="connsiteY17" fmla="*/ 1891983 h 1891982"/>
              <a:gd name="connsiteX18" fmla="*/ 77576 w 1453138"/>
              <a:gd name="connsiteY18" fmla="*/ 1443567 h 1891982"/>
              <a:gd name="connsiteX19" fmla="*/ 0 w 1453138"/>
              <a:gd name="connsiteY19" fmla="*/ 1327679 h 1891982"/>
              <a:gd name="connsiteX20" fmla="*/ 126368 w 1453138"/>
              <a:gd name="connsiteY20" fmla="*/ 1202165 h 1891982"/>
              <a:gd name="connsiteX21" fmla="*/ 169651 w 1453138"/>
              <a:gd name="connsiteY21" fmla="*/ 1209993 h 1891982"/>
              <a:gd name="connsiteX22" fmla="*/ 183198 w 1453138"/>
              <a:gd name="connsiteY22" fmla="*/ 1215813 h 1891982"/>
              <a:gd name="connsiteX23" fmla="*/ 361738 w 1453138"/>
              <a:gd name="connsiteY23" fmla="*/ 1287886 h 1891982"/>
              <a:gd name="connsiteX24" fmla="*/ 439853 w 1453138"/>
              <a:gd name="connsiteY24" fmla="*/ 1244811 h 1891982"/>
              <a:gd name="connsiteX25" fmla="*/ 441431 w 1453138"/>
              <a:gd name="connsiteY25" fmla="*/ 1237933 h 1891982"/>
              <a:gd name="connsiteX26" fmla="*/ 442278 w 1453138"/>
              <a:gd name="connsiteY26" fmla="*/ 1227667 h 1891982"/>
              <a:gd name="connsiteX27" fmla="*/ 442278 w 1453138"/>
              <a:gd name="connsiteY27" fmla="*/ 512657 h 1891982"/>
              <a:gd name="connsiteX28" fmla="*/ 568643 w 1453138"/>
              <a:gd name="connsiteY28" fmla="*/ 387244 h 1891982"/>
              <a:gd name="connsiteX29" fmla="*/ 555625 w 1453138"/>
              <a:gd name="connsiteY29" fmla="*/ 0 h 1891982"/>
              <a:gd name="connsiteX30" fmla="*/ 1037262 w 1453138"/>
              <a:gd name="connsiteY30" fmla="*/ 481447 h 1891982"/>
              <a:gd name="connsiteX31" fmla="*/ 983509 w 1453138"/>
              <a:gd name="connsiteY31" fmla="*/ 702628 h 1891982"/>
              <a:gd name="connsiteX32" fmla="*/ 853163 w 1453138"/>
              <a:gd name="connsiteY32" fmla="*/ 744639 h 1891982"/>
              <a:gd name="connsiteX33" fmla="*/ 806556 w 1453138"/>
              <a:gd name="connsiteY33" fmla="*/ 624734 h 1891982"/>
              <a:gd name="connsiteX34" fmla="*/ 811424 w 1453138"/>
              <a:gd name="connsiteY34" fmla="*/ 613622 h 1891982"/>
              <a:gd name="connsiteX35" fmla="*/ 687594 w 1453138"/>
              <a:gd name="connsiteY35" fmla="*/ 225807 h 1891982"/>
              <a:gd name="connsiteX36" fmla="*/ 299779 w 1453138"/>
              <a:gd name="connsiteY36" fmla="*/ 349637 h 1891982"/>
              <a:gd name="connsiteX37" fmla="*/ 292100 w 1453138"/>
              <a:gd name="connsiteY37" fmla="*/ 597535 h 1891982"/>
              <a:gd name="connsiteX38" fmla="*/ 300673 w 1453138"/>
              <a:gd name="connsiteY38" fmla="*/ 615209 h 1891982"/>
              <a:gd name="connsiteX39" fmla="*/ 260085 w 1453138"/>
              <a:gd name="connsiteY39" fmla="*/ 746072 h 1891982"/>
              <a:gd name="connsiteX40" fmla="*/ 129223 w 1453138"/>
              <a:gd name="connsiteY40" fmla="*/ 705485 h 1891982"/>
              <a:gd name="connsiteX41" fmla="*/ 331579 w 1453138"/>
              <a:gd name="connsiteY41" fmla="*/ 55242 h 1891982"/>
              <a:gd name="connsiteX42" fmla="*/ 555625 w 1453138"/>
              <a:gd name="connsiteY42" fmla="*/ 0 h 1891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53138" h="1891982">
                <a:moveTo>
                  <a:pt x="568643" y="387244"/>
                </a:moveTo>
                <a:cubicBezTo>
                  <a:pt x="633186" y="387044"/>
                  <a:pt x="687433" y="435670"/>
                  <a:pt x="694267" y="499851"/>
                </a:cubicBezTo>
                <a:lnTo>
                  <a:pt x="694902" y="512551"/>
                </a:lnTo>
                <a:lnTo>
                  <a:pt x="694902" y="920115"/>
                </a:lnTo>
                <a:cubicBezTo>
                  <a:pt x="695252" y="850642"/>
                  <a:pt x="751793" y="794574"/>
                  <a:pt x="821267" y="794808"/>
                </a:cubicBezTo>
                <a:cubicBezTo>
                  <a:pt x="885814" y="794548"/>
                  <a:pt x="940109" y="843130"/>
                  <a:pt x="946997" y="907309"/>
                </a:cubicBezTo>
                <a:lnTo>
                  <a:pt x="947632" y="920115"/>
                </a:lnTo>
                <a:lnTo>
                  <a:pt x="947632" y="982874"/>
                </a:lnTo>
                <a:cubicBezTo>
                  <a:pt x="947923" y="913360"/>
                  <a:pt x="1004482" y="857227"/>
                  <a:pt x="1073997" y="857462"/>
                </a:cubicBezTo>
                <a:cubicBezTo>
                  <a:pt x="1138580" y="857207"/>
                  <a:pt x="1192889" y="905847"/>
                  <a:pt x="1199727" y="970068"/>
                </a:cubicBezTo>
                <a:lnTo>
                  <a:pt x="1200362" y="982768"/>
                </a:lnTo>
                <a:lnTo>
                  <a:pt x="1200362" y="993881"/>
                </a:lnTo>
                <a:cubicBezTo>
                  <a:pt x="1223433" y="967846"/>
                  <a:pt x="1257512" y="951548"/>
                  <a:pt x="1295083" y="951548"/>
                </a:cubicBezTo>
                <a:cubicBezTo>
                  <a:pt x="1357313" y="951548"/>
                  <a:pt x="1405149" y="997056"/>
                  <a:pt x="1421448" y="1054629"/>
                </a:cubicBezTo>
                <a:cubicBezTo>
                  <a:pt x="1443303" y="1139086"/>
                  <a:pt x="1453942" y="1226052"/>
                  <a:pt x="1453092" y="1313286"/>
                </a:cubicBezTo>
                <a:cubicBezTo>
                  <a:pt x="1453092" y="1501352"/>
                  <a:pt x="1400069" y="1691640"/>
                  <a:pt x="1303655" y="1858857"/>
                </a:cubicBezTo>
                <a:lnTo>
                  <a:pt x="1283758" y="1891983"/>
                </a:lnTo>
                <a:lnTo>
                  <a:pt x="561975" y="1891983"/>
                </a:lnTo>
                <a:cubicBezTo>
                  <a:pt x="446934" y="1677458"/>
                  <a:pt x="282575" y="1548659"/>
                  <a:pt x="77576" y="1443567"/>
                </a:cubicBezTo>
                <a:cubicBezTo>
                  <a:pt x="30794" y="1424018"/>
                  <a:pt x="245" y="1378381"/>
                  <a:pt x="0" y="1327679"/>
                </a:cubicBezTo>
                <a:cubicBezTo>
                  <a:pt x="236" y="1258124"/>
                  <a:pt x="56812" y="1201929"/>
                  <a:pt x="126368" y="1202165"/>
                </a:cubicBezTo>
                <a:cubicBezTo>
                  <a:pt x="141143" y="1202215"/>
                  <a:pt x="155794" y="1204865"/>
                  <a:pt x="169651" y="1209993"/>
                </a:cubicBezTo>
                <a:lnTo>
                  <a:pt x="183198" y="1215813"/>
                </a:lnTo>
                <a:lnTo>
                  <a:pt x="361738" y="1287886"/>
                </a:lnTo>
                <a:cubicBezTo>
                  <a:pt x="395204" y="1297562"/>
                  <a:pt x="430177" y="1278277"/>
                  <a:pt x="439853" y="1244811"/>
                </a:cubicBezTo>
                <a:cubicBezTo>
                  <a:pt x="440507" y="1242550"/>
                  <a:pt x="441034" y="1240253"/>
                  <a:pt x="441431" y="1237933"/>
                </a:cubicBezTo>
                <a:lnTo>
                  <a:pt x="442278" y="1227667"/>
                </a:lnTo>
                <a:lnTo>
                  <a:pt x="442278" y="512657"/>
                </a:lnTo>
                <a:cubicBezTo>
                  <a:pt x="442569" y="443142"/>
                  <a:pt x="499128" y="387010"/>
                  <a:pt x="568643" y="387244"/>
                </a:cubicBezTo>
                <a:close/>
                <a:moveTo>
                  <a:pt x="555625" y="0"/>
                </a:moveTo>
                <a:cubicBezTo>
                  <a:pt x="821573" y="-53"/>
                  <a:pt x="1037209" y="215498"/>
                  <a:pt x="1037262" y="481447"/>
                </a:cubicBezTo>
                <a:cubicBezTo>
                  <a:pt x="1037277" y="558410"/>
                  <a:pt x="1018845" y="634255"/>
                  <a:pt x="983509" y="702628"/>
                </a:cubicBezTo>
                <a:cubicBezTo>
                  <a:pt x="959116" y="750223"/>
                  <a:pt x="900758" y="769032"/>
                  <a:pt x="853163" y="744639"/>
                </a:cubicBezTo>
                <a:cubicBezTo>
                  <a:pt x="809489" y="722255"/>
                  <a:pt x="789464" y="670738"/>
                  <a:pt x="806556" y="624734"/>
                </a:cubicBezTo>
                <a:lnTo>
                  <a:pt x="811424" y="613622"/>
                </a:lnTo>
                <a:cubicBezTo>
                  <a:pt x="884322" y="472335"/>
                  <a:pt x="828881" y="298704"/>
                  <a:pt x="687594" y="225807"/>
                </a:cubicBezTo>
                <a:cubicBezTo>
                  <a:pt x="546307" y="152909"/>
                  <a:pt x="372676" y="208350"/>
                  <a:pt x="299779" y="349637"/>
                </a:cubicBezTo>
                <a:cubicBezTo>
                  <a:pt x="259928" y="426874"/>
                  <a:pt x="257106" y="517980"/>
                  <a:pt x="292100" y="597535"/>
                </a:cubicBezTo>
                <a:lnTo>
                  <a:pt x="300673" y="615209"/>
                </a:lnTo>
                <a:cubicBezTo>
                  <a:pt x="325602" y="662554"/>
                  <a:pt x="307430" y="721143"/>
                  <a:pt x="260085" y="746072"/>
                </a:cubicBezTo>
                <a:cubicBezTo>
                  <a:pt x="212741" y="771001"/>
                  <a:pt x="154151" y="752830"/>
                  <a:pt x="129223" y="705485"/>
                </a:cubicBezTo>
                <a:cubicBezTo>
                  <a:pt x="5542" y="470046"/>
                  <a:pt x="96140" y="178922"/>
                  <a:pt x="331579" y="55242"/>
                </a:cubicBezTo>
                <a:cubicBezTo>
                  <a:pt x="400680" y="18942"/>
                  <a:pt x="477570" y="-17"/>
                  <a:pt x="55562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图形 72"/>
          <p:cNvSpPr/>
          <p:nvPr/>
        </p:nvSpPr>
        <p:spPr>
          <a:xfrm>
            <a:off x="2277000" y="3699328"/>
            <a:ext cx="271726" cy="273261"/>
          </a:xfrm>
          <a:custGeom>
            <a:avLst/>
            <a:gdLst>
              <a:gd name="connsiteX0" fmla="*/ 1463026 w 1893138"/>
              <a:gd name="connsiteY0" fmla="*/ 1832154 h 1903833"/>
              <a:gd name="connsiteX1" fmla="*/ 1295415 w 1893138"/>
              <a:gd name="connsiteY1" fmla="*/ 1798419 h 1903833"/>
              <a:gd name="connsiteX2" fmla="*/ 1157314 w 1893138"/>
              <a:gd name="connsiteY2" fmla="*/ 1705652 h 1903833"/>
              <a:gd name="connsiteX3" fmla="*/ 1064550 w 1893138"/>
              <a:gd name="connsiteY3" fmla="*/ 1567560 h 1903833"/>
              <a:gd name="connsiteX4" fmla="*/ 1030814 w 1893138"/>
              <a:gd name="connsiteY4" fmla="*/ 1399943 h 1903833"/>
              <a:gd name="connsiteX5" fmla="*/ 1064550 w 1893138"/>
              <a:gd name="connsiteY5" fmla="*/ 1232334 h 1903833"/>
              <a:gd name="connsiteX6" fmla="*/ 1157314 w 1893138"/>
              <a:gd name="connsiteY6" fmla="*/ 1095293 h 1903833"/>
              <a:gd name="connsiteX7" fmla="*/ 1295415 w 1893138"/>
              <a:gd name="connsiteY7" fmla="*/ 1003576 h 1903833"/>
              <a:gd name="connsiteX8" fmla="*/ 1463026 w 1893138"/>
              <a:gd name="connsiteY8" fmla="*/ 969837 h 1903833"/>
              <a:gd name="connsiteX9" fmla="*/ 1630640 w 1893138"/>
              <a:gd name="connsiteY9" fmla="*/ 1003576 h 1903833"/>
              <a:gd name="connsiteX10" fmla="*/ 1767682 w 1893138"/>
              <a:gd name="connsiteY10" fmla="*/ 1095293 h 1903833"/>
              <a:gd name="connsiteX11" fmla="*/ 1859398 w 1893138"/>
              <a:gd name="connsiteY11" fmla="*/ 1232334 h 1903833"/>
              <a:gd name="connsiteX12" fmla="*/ 1893139 w 1893138"/>
              <a:gd name="connsiteY12" fmla="*/ 1399943 h 1903833"/>
              <a:gd name="connsiteX13" fmla="*/ 1859398 w 1893138"/>
              <a:gd name="connsiteY13" fmla="*/ 1567560 h 1903833"/>
              <a:gd name="connsiteX14" fmla="*/ 1767682 w 1893138"/>
              <a:gd name="connsiteY14" fmla="*/ 1705652 h 1903833"/>
              <a:gd name="connsiteX15" fmla="*/ 1630640 w 1893138"/>
              <a:gd name="connsiteY15" fmla="*/ 1798419 h 1903833"/>
              <a:gd name="connsiteX16" fmla="*/ 1463026 w 1893138"/>
              <a:gd name="connsiteY16" fmla="*/ 1832154 h 1903833"/>
              <a:gd name="connsiteX17" fmla="*/ 1463026 w 1893138"/>
              <a:gd name="connsiteY17" fmla="*/ 1832154 h 1903833"/>
              <a:gd name="connsiteX18" fmla="*/ 1675971 w 1893138"/>
              <a:gd name="connsiteY18" fmla="*/ 1330371 h 1903833"/>
              <a:gd name="connsiteX19" fmla="*/ 1519953 w 1893138"/>
              <a:gd name="connsiteY19" fmla="*/ 1330371 h 1903833"/>
              <a:gd name="connsiteX20" fmla="*/ 1519953 w 1893138"/>
              <a:gd name="connsiteY20" fmla="*/ 1184897 h 1903833"/>
              <a:gd name="connsiteX21" fmla="*/ 1500981 w 1893138"/>
              <a:gd name="connsiteY21" fmla="*/ 1134290 h 1903833"/>
              <a:gd name="connsiteX22" fmla="*/ 1452483 w 1893138"/>
              <a:gd name="connsiteY22" fmla="*/ 1113208 h 1903833"/>
              <a:gd name="connsiteX23" fmla="*/ 1406106 w 1893138"/>
              <a:gd name="connsiteY23" fmla="*/ 1134290 h 1903833"/>
              <a:gd name="connsiteX24" fmla="*/ 1389237 w 1893138"/>
              <a:gd name="connsiteY24" fmla="*/ 1184897 h 1903833"/>
              <a:gd name="connsiteX25" fmla="*/ 1389237 w 1893138"/>
              <a:gd name="connsiteY25" fmla="*/ 1330371 h 1903833"/>
              <a:gd name="connsiteX26" fmla="*/ 1252194 w 1893138"/>
              <a:gd name="connsiteY26" fmla="*/ 1330371 h 1903833"/>
              <a:gd name="connsiteX27" fmla="*/ 1201598 w 1893138"/>
              <a:gd name="connsiteY27" fmla="*/ 1351456 h 1903833"/>
              <a:gd name="connsiteX28" fmla="*/ 1180515 w 1893138"/>
              <a:gd name="connsiteY28" fmla="*/ 1402052 h 1903833"/>
              <a:gd name="connsiteX29" fmla="*/ 1201598 w 1893138"/>
              <a:gd name="connsiteY29" fmla="*/ 1446334 h 1903833"/>
              <a:gd name="connsiteX30" fmla="*/ 1252194 w 1893138"/>
              <a:gd name="connsiteY30" fmla="*/ 1461083 h 1903833"/>
              <a:gd name="connsiteX31" fmla="*/ 1389237 w 1893138"/>
              <a:gd name="connsiteY31" fmla="*/ 1461083 h 1903833"/>
              <a:gd name="connsiteX32" fmla="*/ 1389237 w 1893138"/>
              <a:gd name="connsiteY32" fmla="*/ 1610778 h 1903833"/>
              <a:gd name="connsiteX33" fmla="*/ 1406106 w 1893138"/>
              <a:gd name="connsiteY33" fmla="*/ 1661380 h 1903833"/>
              <a:gd name="connsiteX34" fmla="*/ 1452483 w 1893138"/>
              <a:gd name="connsiteY34" fmla="*/ 1682461 h 1903833"/>
              <a:gd name="connsiteX35" fmla="*/ 1500981 w 1893138"/>
              <a:gd name="connsiteY35" fmla="*/ 1661380 h 1903833"/>
              <a:gd name="connsiteX36" fmla="*/ 1519953 w 1893138"/>
              <a:gd name="connsiteY36" fmla="*/ 1610778 h 1903833"/>
              <a:gd name="connsiteX37" fmla="*/ 1519953 w 1893138"/>
              <a:gd name="connsiteY37" fmla="*/ 1461083 h 1903833"/>
              <a:gd name="connsiteX38" fmla="*/ 1675971 w 1893138"/>
              <a:gd name="connsiteY38" fmla="*/ 1461083 h 1903833"/>
              <a:gd name="connsiteX39" fmla="*/ 1675971 w 1893138"/>
              <a:gd name="connsiteY39" fmla="*/ 1465306 h 1903833"/>
              <a:gd name="connsiteX40" fmla="*/ 1726569 w 1893138"/>
              <a:gd name="connsiteY40" fmla="*/ 1448446 h 1903833"/>
              <a:gd name="connsiteX41" fmla="*/ 1747652 w 1893138"/>
              <a:gd name="connsiteY41" fmla="*/ 1402056 h 1903833"/>
              <a:gd name="connsiteX42" fmla="*/ 1726569 w 1893138"/>
              <a:gd name="connsiteY42" fmla="*/ 1351460 h 1903833"/>
              <a:gd name="connsiteX43" fmla="*/ 1675971 w 1893138"/>
              <a:gd name="connsiteY43" fmla="*/ 1330371 h 1903833"/>
              <a:gd name="connsiteX44" fmla="*/ 1675971 w 1893138"/>
              <a:gd name="connsiteY44" fmla="*/ 1330371 h 1903833"/>
              <a:gd name="connsiteX45" fmla="*/ 1155216 w 1893138"/>
              <a:gd name="connsiteY45" fmla="*/ 805396 h 1903833"/>
              <a:gd name="connsiteX46" fmla="*/ 1138342 w 1893138"/>
              <a:gd name="connsiteY46" fmla="*/ 866537 h 1903833"/>
              <a:gd name="connsiteX47" fmla="*/ 1117261 w 1893138"/>
              <a:gd name="connsiteY47" fmla="*/ 913972 h 1903833"/>
              <a:gd name="connsiteX48" fmla="*/ 1089856 w 1893138"/>
              <a:gd name="connsiteY48" fmla="*/ 950868 h 1903833"/>
              <a:gd name="connsiteX49" fmla="*/ 1063500 w 1893138"/>
              <a:gd name="connsiteY49" fmla="*/ 982494 h 1903833"/>
              <a:gd name="connsiteX50" fmla="*/ 1050846 w 1893138"/>
              <a:gd name="connsiteY50" fmla="*/ 1017277 h 1903833"/>
              <a:gd name="connsiteX51" fmla="*/ 1039258 w 1893138"/>
              <a:gd name="connsiteY51" fmla="*/ 1054172 h 1903833"/>
              <a:gd name="connsiteX52" fmla="*/ 1018177 w 1893138"/>
              <a:gd name="connsiteY52" fmla="*/ 1092121 h 1903833"/>
              <a:gd name="connsiteX53" fmla="*/ 945429 w 1893138"/>
              <a:gd name="connsiteY53" fmla="*/ 1214406 h 1903833"/>
              <a:gd name="connsiteX54" fmla="*/ 911696 w 1893138"/>
              <a:gd name="connsiteY54" fmla="*/ 1328261 h 1903833"/>
              <a:gd name="connsiteX55" fmla="*/ 906420 w 1893138"/>
              <a:gd name="connsiteY55" fmla="*/ 1436835 h 1903833"/>
              <a:gd name="connsiteX56" fmla="*/ 923291 w 1893138"/>
              <a:gd name="connsiteY56" fmla="*/ 1541201 h 1903833"/>
              <a:gd name="connsiteX57" fmla="*/ 948586 w 1893138"/>
              <a:gd name="connsiteY57" fmla="*/ 1620264 h 1903833"/>
              <a:gd name="connsiteX58" fmla="*/ 998131 w 1893138"/>
              <a:gd name="connsiteY58" fmla="*/ 1704599 h 1903833"/>
              <a:gd name="connsiteX59" fmla="*/ 1081419 w 1893138"/>
              <a:gd name="connsiteY59" fmla="*/ 1788933 h 1903833"/>
              <a:gd name="connsiteX60" fmla="*/ 1207919 w 1893138"/>
              <a:gd name="connsiteY60" fmla="*/ 1867996 h 1903833"/>
              <a:gd name="connsiteX61" fmla="*/ 1089849 w 1893138"/>
              <a:gd name="connsiteY61" fmla="*/ 1886970 h 1903833"/>
              <a:gd name="connsiteX62" fmla="*/ 949649 w 1893138"/>
              <a:gd name="connsiteY62" fmla="*/ 1898558 h 1903833"/>
              <a:gd name="connsiteX63" fmla="*/ 758840 w 1893138"/>
              <a:gd name="connsiteY63" fmla="*/ 1903834 h 1903833"/>
              <a:gd name="connsiteX64" fmla="*/ 631287 w 1893138"/>
              <a:gd name="connsiteY64" fmla="*/ 1899620 h 1903833"/>
              <a:gd name="connsiteX65" fmla="*/ 481593 w 1893138"/>
              <a:gd name="connsiteY65" fmla="*/ 1889079 h 1903833"/>
              <a:gd name="connsiteX66" fmla="*/ 329791 w 1893138"/>
              <a:gd name="connsiteY66" fmla="*/ 1874317 h 1903833"/>
              <a:gd name="connsiteX67" fmla="*/ 192748 w 1893138"/>
              <a:gd name="connsiteY67" fmla="*/ 1856395 h 1903833"/>
              <a:gd name="connsiteX68" fmla="*/ 87329 w 1893138"/>
              <a:gd name="connsiteY68" fmla="*/ 1836364 h 1903833"/>
              <a:gd name="connsiteX69" fmla="*/ 33569 w 1893138"/>
              <a:gd name="connsiteY69" fmla="*/ 1817394 h 1903833"/>
              <a:gd name="connsiteX70" fmla="*/ 4056 w 1893138"/>
              <a:gd name="connsiteY70" fmla="*/ 1723566 h 1903833"/>
              <a:gd name="connsiteX71" fmla="*/ 10378 w 1893138"/>
              <a:gd name="connsiteY71" fmla="*/ 1522222 h 1903833"/>
              <a:gd name="connsiteX72" fmla="*/ 66248 w 1893138"/>
              <a:gd name="connsiteY72" fmla="*/ 1415744 h 1903833"/>
              <a:gd name="connsiteX73" fmla="*/ 172725 w 1893138"/>
              <a:gd name="connsiteY73" fmla="*/ 1357766 h 1903833"/>
              <a:gd name="connsiteX74" fmla="*/ 300276 w 1893138"/>
              <a:gd name="connsiteY74" fmla="*/ 1318759 h 1903833"/>
              <a:gd name="connsiteX75" fmla="*/ 417296 w 1893138"/>
              <a:gd name="connsiteY75" fmla="*/ 1269223 h 1903833"/>
              <a:gd name="connsiteX76" fmla="*/ 478435 w 1893138"/>
              <a:gd name="connsiteY76" fmla="*/ 1221782 h 1903833"/>
              <a:gd name="connsiteX77" fmla="*/ 507947 w 1893138"/>
              <a:gd name="connsiteY77" fmla="*/ 1176449 h 1903833"/>
              <a:gd name="connsiteX78" fmla="*/ 516382 w 1893138"/>
              <a:gd name="connsiteY78" fmla="*/ 1127961 h 1903833"/>
              <a:gd name="connsiteX79" fmla="*/ 514274 w 1893138"/>
              <a:gd name="connsiteY79" fmla="*/ 1073138 h 1903833"/>
              <a:gd name="connsiteX80" fmla="*/ 483705 w 1893138"/>
              <a:gd name="connsiteY80" fmla="*/ 1003569 h 1903833"/>
              <a:gd name="connsiteX81" fmla="*/ 427835 w 1893138"/>
              <a:gd name="connsiteY81" fmla="*/ 952969 h 1903833"/>
              <a:gd name="connsiteX82" fmla="*/ 398311 w 1893138"/>
              <a:gd name="connsiteY82" fmla="*/ 915016 h 1903833"/>
              <a:gd name="connsiteX83" fmla="*/ 377228 w 1893138"/>
              <a:gd name="connsiteY83" fmla="*/ 866529 h 1903833"/>
              <a:gd name="connsiteX84" fmla="*/ 360364 w 1893138"/>
              <a:gd name="connsiteY84" fmla="*/ 805389 h 1903833"/>
              <a:gd name="connsiteX85" fmla="*/ 332961 w 1893138"/>
              <a:gd name="connsiteY85" fmla="*/ 792737 h 1903833"/>
              <a:gd name="connsiteX86" fmla="*/ 309764 w 1893138"/>
              <a:gd name="connsiteY86" fmla="*/ 767430 h 1903833"/>
              <a:gd name="connsiteX87" fmla="*/ 286569 w 1893138"/>
              <a:gd name="connsiteY87" fmla="*/ 716831 h 1903833"/>
              <a:gd name="connsiteX88" fmla="*/ 279191 w 1893138"/>
              <a:gd name="connsiteY88" fmla="*/ 657804 h 1903833"/>
              <a:gd name="connsiteX89" fmla="*/ 290792 w 1893138"/>
              <a:gd name="connsiteY89" fmla="*/ 611414 h 1903833"/>
              <a:gd name="connsiteX90" fmla="*/ 313978 w 1893138"/>
              <a:gd name="connsiteY90" fmla="*/ 571359 h 1903833"/>
              <a:gd name="connsiteX91" fmla="*/ 322422 w 1893138"/>
              <a:gd name="connsiteY91" fmla="*/ 427983 h 1903833"/>
              <a:gd name="connsiteX92" fmla="*/ 348777 w 1893138"/>
              <a:gd name="connsiteY92" fmla="*/ 297275 h 1903833"/>
              <a:gd name="connsiteX93" fmla="*/ 406757 w 1893138"/>
              <a:gd name="connsiteY93" fmla="*/ 172884 h 1903833"/>
              <a:gd name="connsiteX94" fmla="*/ 487921 w 1893138"/>
              <a:gd name="connsiteY94" fmla="*/ 86441 h 1903833"/>
              <a:gd name="connsiteX95" fmla="*/ 577526 w 1893138"/>
              <a:gd name="connsiteY95" fmla="*/ 33732 h 1903833"/>
              <a:gd name="connsiteX96" fmla="*/ 670296 w 1893138"/>
              <a:gd name="connsiteY96" fmla="*/ 7376 h 1903833"/>
              <a:gd name="connsiteX97" fmla="*/ 758847 w 1893138"/>
              <a:gd name="connsiteY97" fmla="*/ 0 h 1903833"/>
              <a:gd name="connsiteX98" fmla="*/ 864262 w 1893138"/>
              <a:gd name="connsiteY98" fmla="*/ 12654 h 1903833"/>
              <a:gd name="connsiteX99" fmla="*/ 958085 w 1893138"/>
              <a:gd name="connsiteY99" fmla="*/ 46390 h 1903833"/>
              <a:gd name="connsiteX100" fmla="*/ 1035039 w 1893138"/>
              <a:gd name="connsiteY100" fmla="*/ 93827 h 1903833"/>
              <a:gd name="connsiteX101" fmla="*/ 1089860 w 1893138"/>
              <a:gd name="connsiteY101" fmla="*/ 147584 h 1903833"/>
              <a:gd name="connsiteX102" fmla="*/ 1160495 w 1893138"/>
              <a:gd name="connsiteY102" fmla="*/ 282515 h 1903833"/>
              <a:gd name="connsiteX103" fmla="*/ 1193169 w 1893138"/>
              <a:gd name="connsiteY103" fmla="*/ 421667 h 1903833"/>
              <a:gd name="connsiteX104" fmla="*/ 1201603 w 1893138"/>
              <a:gd name="connsiteY104" fmla="*/ 573476 h 1903833"/>
              <a:gd name="connsiteX105" fmla="*/ 1222685 w 1893138"/>
              <a:gd name="connsiteY105" fmla="*/ 598769 h 1903833"/>
              <a:gd name="connsiteX106" fmla="*/ 1235337 w 1893138"/>
              <a:gd name="connsiteY106" fmla="*/ 632505 h 1903833"/>
              <a:gd name="connsiteX107" fmla="*/ 1235337 w 1893138"/>
              <a:gd name="connsiteY107" fmla="*/ 685214 h 1903833"/>
              <a:gd name="connsiteX108" fmla="*/ 1218477 w 1893138"/>
              <a:gd name="connsiteY108" fmla="*/ 748466 h 1903833"/>
              <a:gd name="connsiteX109" fmla="*/ 1191063 w 1893138"/>
              <a:gd name="connsiteY109" fmla="*/ 784313 h 1903833"/>
              <a:gd name="connsiteX110" fmla="*/ 1155216 w 1893138"/>
              <a:gd name="connsiteY110" fmla="*/ 805396 h 1903833"/>
              <a:gd name="connsiteX111" fmla="*/ 1155216 w 1893138"/>
              <a:gd name="connsiteY111" fmla="*/ 805396 h 19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893138" h="1903833">
                <a:moveTo>
                  <a:pt x="1463026" y="1832154"/>
                </a:moveTo>
                <a:cubicBezTo>
                  <a:pt x="1403993" y="1832154"/>
                  <a:pt x="1348127" y="1820916"/>
                  <a:pt x="1295415" y="1798419"/>
                </a:cubicBezTo>
                <a:cubicBezTo>
                  <a:pt x="1242704" y="1775931"/>
                  <a:pt x="1196668" y="1745010"/>
                  <a:pt x="1157314" y="1705652"/>
                </a:cubicBezTo>
                <a:cubicBezTo>
                  <a:pt x="1117966" y="1666295"/>
                  <a:pt x="1087045" y="1620268"/>
                  <a:pt x="1064550" y="1567560"/>
                </a:cubicBezTo>
                <a:cubicBezTo>
                  <a:pt x="1042063" y="1514849"/>
                  <a:pt x="1030814" y="1458986"/>
                  <a:pt x="1030814" y="1399943"/>
                </a:cubicBezTo>
                <a:cubicBezTo>
                  <a:pt x="1030814" y="1340910"/>
                  <a:pt x="1042063" y="1285043"/>
                  <a:pt x="1064550" y="1232334"/>
                </a:cubicBezTo>
                <a:cubicBezTo>
                  <a:pt x="1087043" y="1179625"/>
                  <a:pt x="1117968" y="1133935"/>
                  <a:pt x="1157314" y="1095293"/>
                </a:cubicBezTo>
                <a:cubicBezTo>
                  <a:pt x="1196668" y="1056635"/>
                  <a:pt x="1242702" y="1026062"/>
                  <a:pt x="1295415" y="1003576"/>
                </a:cubicBezTo>
                <a:cubicBezTo>
                  <a:pt x="1348125" y="981082"/>
                  <a:pt x="1403991" y="969837"/>
                  <a:pt x="1463026" y="969837"/>
                </a:cubicBezTo>
                <a:cubicBezTo>
                  <a:pt x="1522062" y="969837"/>
                  <a:pt x="1577930" y="981081"/>
                  <a:pt x="1630640" y="1003576"/>
                </a:cubicBezTo>
                <a:cubicBezTo>
                  <a:pt x="1683351" y="1026062"/>
                  <a:pt x="1729030" y="1056635"/>
                  <a:pt x="1767682" y="1095293"/>
                </a:cubicBezTo>
                <a:cubicBezTo>
                  <a:pt x="1806339" y="1133940"/>
                  <a:pt x="1836906" y="1179630"/>
                  <a:pt x="1859398" y="1232334"/>
                </a:cubicBezTo>
                <a:cubicBezTo>
                  <a:pt x="1881886" y="1285043"/>
                  <a:pt x="1893139" y="1340908"/>
                  <a:pt x="1893139" y="1399943"/>
                </a:cubicBezTo>
                <a:cubicBezTo>
                  <a:pt x="1893139" y="1458985"/>
                  <a:pt x="1881886" y="1514849"/>
                  <a:pt x="1859398" y="1567560"/>
                </a:cubicBezTo>
                <a:cubicBezTo>
                  <a:pt x="1836910" y="1620271"/>
                  <a:pt x="1806339" y="1666295"/>
                  <a:pt x="1767682" y="1705652"/>
                </a:cubicBezTo>
                <a:cubicBezTo>
                  <a:pt x="1729024" y="1745012"/>
                  <a:pt x="1683349" y="1775933"/>
                  <a:pt x="1630640" y="1798419"/>
                </a:cubicBezTo>
                <a:cubicBezTo>
                  <a:pt x="1577932" y="1820916"/>
                  <a:pt x="1522064" y="1832154"/>
                  <a:pt x="1463026" y="1832154"/>
                </a:cubicBezTo>
                <a:lnTo>
                  <a:pt x="1463026" y="1832154"/>
                </a:lnTo>
                <a:close/>
                <a:moveTo>
                  <a:pt x="1675971" y="1330371"/>
                </a:moveTo>
                <a:lnTo>
                  <a:pt x="1519953" y="1330371"/>
                </a:lnTo>
                <a:lnTo>
                  <a:pt x="1519953" y="1184897"/>
                </a:lnTo>
                <a:cubicBezTo>
                  <a:pt x="1519953" y="1165213"/>
                  <a:pt x="1513637" y="1148350"/>
                  <a:pt x="1500981" y="1134290"/>
                </a:cubicBezTo>
                <a:cubicBezTo>
                  <a:pt x="1488328" y="1120237"/>
                  <a:pt x="1472166" y="1113208"/>
                  <a:pt x="1452483" y="1113208"/>
                </a:cubicBezTo>
                <a:cubicBezTo>
                  <a:pt x="1432810" y="1113208"/>
                  <a:pt x="1417347" y="1120237"/>
                  <a:pt x="1406106" y="1134290"/>
                </a:cubicBezTo>
                <a:cubicBezTo>
                  <a:pt x="1394864" y="1148352"/>
                  <a:pt x="1389237" y="1165213"/>
                  <a:pt x="1389237" y="1184897"/>
                </a:cubicBezTo>
                <a:lnTo>
                  <a:pt x="1389237" y="1330371"/>
                </a:lnTo>
                <a:lnTo>
                  <a:pt x="1252194" y="1330371"/>
                </a:lnTo>
                <a:cubicBezTo>
                  <a:pt x="1232521" y="1330371"/>
                  <a:pt x="1215655" y="1337390"/>
                  <a:pt x="1201598" y="1351456"/>
                </a:cubicBezTo>
                <a:cubicBezTo>
                  <a:pt x="1187541" y="1365507"/>
                  <a:pt x="1180515" y="1382381"/>
                  <a:pt x="1180515" y="1402052"/>
                </a:cubicBezTo>
                <a:cubicBezTo>
                  <a:pt x="1180515" y="1421725"/>
                  <a:pt x="1187541" y="1436491"/>
                  <a:pt x="1201598" y="1446334"/>
                </a:cubicBezTo>
                <a:cubicBezTo>
                  <a:pt x="1215657" y="1456172"/>
                  <a:pt x="1232521" y="1461083"/>
                  <a:pt x="1252194" y="1461083"/>
                </a:cubicBezTo>
                <a:lnTo>
                  <a:pt x="1389237" y="1461083"/>
                </a:lnTo>
                <a:lnTo>
                  <a:pt x="1389237" y="1610778"/>
                </a:lnTo>
                <a:cubicBezTo>
                  <a:pt x="1389237" y="1630462"/>
                  <a:pt x="1394864" y="1647325"/>
                  <a:pt x="1406106" y="1661380"/>
                </a:cubicBezTo>
                <a:cubicBezTo>
                  <a:pt x="1417347" y="1675442"/>
                  <a:pt x="1432810" y="1682461"/>
                  <a:pt x="1452483" y="1682461"/>
                </a:cubicBezTo>
                <a:cubicBezTo>
                  <a:pt x="1472166" y="1682461"/>
                  <a:pt x="1488327" y="1675440"/>
                  <a:pt x="1500981" y="1661380"/>
                </a:cubicBezTo>
                <a:cubicBezTo>
                  <a:pt x="1513635" y="1647323"/>
                  <a:pt x="1519953" y="1630462"/>
                  <a:pt x="1519953" y="1610778"/>
                </a:cubicBezTo>
                <a:lnTo>
                  <a:pt x="1519953" y="1461083"/>
                </a:lnTo>
                <a:lnTo>
                  <a:pt x="1675971" y="1461083"/>
                </a:lnTo>
                <a:lnTo>
                  <a:pt x="1675971" y="1465306"/>
                </a:lnTo>
                <a:cubicBezTo>
                  <a:pt x="1695652" y="1465306"/>
                  <a:pt x="1712516" y="1459686"/>
                  <a:pt x="1726569" y="1448446"/>
                </a:cubicBezTo>
                <a:cubicBezTo>
                  <a:pt x="1740633" y="1437194"/>
                  <a:pt x="1747652" y="1421731"/>
                  <a:pt x="1747652" y="1402056"/>
                </a:cubicBezTo>
                <a:cubicBezTo>
                  <a:pt x="1747652" y="1382385"/>
                  <a:pt x="1740631" y="1365509"/>
                  <a:pt x="1726569" y="1351460"/>
                </a:cubicBezTo>
                <a:cubicBezTo>
                  <a:pt x="1712517" y="1337392"/>
                  <a:pt x="1695652" y="1330371"/>
                  <a:pt x="1675971" y="1330371"/>
                </a:cubicBezTo>
                <a:lnTo>
                  <a:pt x="1675971" y="1330371"/>
                </a:lnTo>
                <a:close/>
                <a:moveTo>
                  <a:pt x="1155216" y="805396"/>
                </a:moveTo>
                <a:cubicBezTo>
                  <a:pt x="1149592" y="827881"/>
                  <a:pt x="1143962" y="848263"/>
                  <a:pt x="1138342" y="866537"/>
                </a:cubicBezTo>
                <a:cubicBezTo>
                  <a:pt x="1132722" y="881998"/>
                  <a:pt x="1125690" y="897811"/>
                  <a:pt x="1117261" y="913972"/>
                </a:cubicBezTo>
                <a:cubicBezTo>
                  <a:pt x="1108826" y="930135"/>
                  <a:pt x="1099695" y="942437"/>
                  <a:pt x="1089856" y="950868"/>
                </a:cubicBezTo>
                <a:cubicBezTo>
                  <a:pt x="1077204" y="960708"/>
                  <a:pt x="1068421" y="971252"/>
                  <a:pt x="1063500" y="982494"/>
                </a:cubicBezTo>
                <a:cubicBezTo>
                  <a:pt x="1058580" y="993735"/>
                  <a:pt x="1054357" y="1005323"/>
                  <a:pt x="1050846" y="1017277"/>
                </a:cubicBezTo>
                <a:cubicBezTo>
                  <a:pt x="1047336" y="1029226"/>
                  <a:pt x="1043468" y="1041518"/>
                  <a:pt x="1039258" y="1054172"/>
                </a:cubicBezTo>
                <a:cubicBezTo>
                  <a:pt x="1035033" y="1066826"/>
                  <a:pt x="1028005" y="1079477"/>
                  <a:pt x="1018177" y="1092121"/>
                </a:cubicBezTo>
                <a:cubicBezTo>
                  <a:pt x="985838" y="1134284"/>
                  <a:pt x="961592" y="1175052"/>
                  <a:pt x="945429" y="1214406"/>
                </a:cubicBezTo>
                <a:cubicBezTo>
                  <a:pt x="929267" y="1253762"/>
                  <a:pt x="918025" y="1291711"/>
                  <a:pt x="911696" y="1328261"/>
                </a:cubicBezTo>
                <a:cubicBezTo>
                  <a:pt x="905374" y="1364804"/>
                  <a:pt x="903612" y="1401005"/>
                  <a:pt x="906420" y="1436835"/>
                </a:cubicBezTo>
                <a:cubicBezTo>
                  <a:pt x="909234" y="1472682"/>
                  <a:pt x="914853" y="1507471"/>
                  <a:pt x="923291" y="1541201"/>
                </a:cubicBezTo>
                <a:cubicBezTo>
                  <a:pt x="928913" y="1566496"/>
                  <a:pt x="937346" y="1592852"/>
                  <a:pt x="948586" y="1620264"/>
                </a:cubicBezTo>
                <a:cubicBezTo>
                  <a:pt x="959838" y="1647667"/>
                  <a:pt x="976352" y="1675784"/>
                  <a:pt x="998131" y="1704599"/>
                </a:cubicBezTo>
                <a:cubicBezTo>
                  <a:pt x="1019918" y="1733412"/>
                  <a:pt x="1047680" y="1761517"/>
                  <a:pt x="1081419" y="1788933"/>
                </a:cubicBezTo>
                <a:cubicBezTo>
                  <a:pt x="1115147" y="1816338"/>
                  <a:pt x="1157310" y="1842689"/>
                  <a:pt x="1207919" y="1867996"/>
                </a:cubicBezTo>
                <a:cubicBezTo>
                  <a:pt x="1174182" y="1875017"/>
                  <a:pt x="1134824" y="1881348"/>
                  <a:pt x="1089849" y="1886970"/>
                </a:cubicBezTo>
                <a:cubicBezTo>
                  <a:pt x="1051894" y="1891194"/>
                  <a:pt x="1005163" y="1895049"/>
                  <a:pt x="949649" y="1898558"/>
                </a:cubicBezTo>
                <a:cubicBezTo>
                  <a:pt x="894126" y="1902085"/>
                  <a:pt x="830519" y="1903834"/>
                  <a:pt x="758840" y="1903834"/>
                </a:cubicBezTo>
                <a:cubicBezTo>
                  <a:pt x="722291" y="1903834"/>
                  <a:pt x="679777" y="1902433"/>
                  <a:pt x="631287" y="1899620"/>
                </a:cubicBezTo>
                <a:cubicBezTo>
                  <a:pt x="582791" y="1896807"/>
                  <a:pt x="532902" y="1893293"/>
                  <a:pt x="481593" y="1889079"/>
                </a:cubicBezTo>
                <a:cubicBezTo>
                  <a:pt x="430296" y="1884858"/>
                  <a:pt x="379685" y="1879939"/>
                  <a:pt x="329791" y="1874317"/>
                </a:cubicBezTo>
                <a:cubicBezTo>
                  <a:pt x="279903" y="1868695"/>
                  <a:pt x="234213" y="1862724"/>
                  <a:pt x="192748" y="1856395"/>
                </a:cubicBezTo>
                <a:cubicBezTo>
                  <a:pt x="151288" y="1850075"/>
                  <a:pt x="116142" y="1843393"/>
                  <a:pt x="87329" y="1836364"/>
                </a:cubicBezTo>
                <a:cubicBezTo>
                  <a:pt x="58523" y="1829340"/>
                  <a:pt x="40599" y="1823013"/>
                  <a:pt x="33569" y="1817394"/>
                </a:cubicBezTo>
                <a:cubicBezTo>
                  <a:pt x="20918" y="1806141"/>
                  <a:pt x="11086" y="1774867"/>
                  <a:pt x="4056" y="1723566"/>
                </a:cubicBezTo>
                <a:cubicBezTo>
                  <a:pt x="-2974" y="1672276"/>
                  <a:pt x="-865" y="1605150"/>
                  <a:pt x="10378" y="1522222"/>
                </a:cubicBezTo>
                <a:cubicBezTo>
                  <a:pt x="17406" y="1475837"/>
                  <a:pt x="36030" y="1440349"/>
                  <a:pt x="66248" y="1415744"/>
                </a:cubicBezTo>
                <a:cubicBezTo>
                  <a:pt x="96469" y="1391150"/>
                  <a:pt x="131957" y="1371831"/>
                  <a:pt x="172725" y="1357766"/>
                </a:cubicBezTo>
                <a:cubicBezTo>
                  <a:pt x="213480" y="1343712"/>
                  <a:pt x="256002" y="1330710"/>
                  <a:pt x="300276" y="1318759"/>
                </a:cubicBezTo>
                <a:cubicBezTo>
                  <a:pt x="344551" y="1306817"/>
                  <a:pt x="383560" y="1290305"/>
                  <a:pt x="417296" y="1269223"/>
                </a:cubicBezTo>
                <a:cubicBezTo>
                  <a:pt x="444001" y="1252355"/>
                  <a:pt x="464383" y="1236537"/>
                  <a:pt x="478435" y="1221782"/>
                </a:cubicBezTo>
                <a:cubicBezTo>
                  <a:pt x="492486" y="1207020"/>
                  <a:pt x="502327" y="1191914"/>
                  <a:pt x="507947" y="1176449"/>
                </a:cubicBezTo>
                <a:cubicBezTo>
                  <a:pt x="513569" y="1160997"/>
                  <a:pt x="516382" y="1144823"/>
                  <a:pt x="516382" y="1127961"/>
                </a:cubicBezTo>
                <a:cubicBezTo>
                  <a:pt x="516382" y="1111097"/>
                  <a:pt x="515681" y="1092823"/>
                  <a:pt x="514274" y="1073138"/>
                </a:cubicBezTo>
                <a:cubicBezTo>
                  <a:pt x="511458" y="1043624"/>
                  <a:pt x="501282" y="1020429"/>
                  <a:pt x="483705" y="1003569"/>
                </a:cubicBezTo>
                <a:cubicBezTo>
                  <a:pt x="466134" y="986697"/>
                  <a:pt x="447510" y="969829"/>
                  <a:pt x="427835" y="952969"/>
                </a:cubicBezTo>
                <a:cubicBezTo>
                  <a:pt x="416582" y="944528"/>
                  <a:pt x="406752" y="931889"/>
                  <a:pt x="398311" y="915016"/>
                </a:cubicBezTo>
                <a:cubicBezTo>
                  <a:pt x="389878" y="898155"/>
                  <a:pt x="382857" y="881989"/>
                  <a:pt x="377228" y="866529"/>
                </a:cubicBezTo>
                <a:cubicBezTo>
                  <a:pt x="370207" y="848253"/>
                  <a:pt x="364583" y="827873"/>
                  <a:pt x="360364" y="805389"/>
                </a:cubicBezTo>
                <a:cubicBezTo>
                  <a:pt x="350522" y="802578"/>
                  <a:pt x="341392" y="798361"/>
                  <a:pt x="332961" y="792737"/>
                </a:cubicBezTo>
                <a:cubicBezTo>
                  <a:pt x="325930" y="787117"/>
                  <a:pt x="318197" y="778674"/>
                  <a:pt x="309764" y="767430"/>
                </a:cubicBezTo>
                <a:cubicBezTo>
                  <a:pt x="301333" y="756190"/>
                  <a:pt x="293601" y="739326"/>
                  <a:pt x="286569" y="716831"/>
                </a:cubicBezTo>
                <a:cubicBezTo>
                  <a:pt x="279539" y="695747"/>
                  <a:pt x="277079" y="676074"/>
                  <a:pt x="279191" y="657804"/>
                </a:cubicBezTo>
                <a:cubicBezTo>
                  <a:pt x="281297" y="639528"/>
                  <a:pt x="285170" y="624068"/>
                  <a:pt x="290792" y="611414"/>
                </a:cubicBezTo>
                <a:cubicBezTo>
                  <a:pt x="296414" y="595952"/>
                  <a:pt x="304144" y="582597"/>
                  <a:pt x="313978" y="571359"/>
                </a:cubicBezTo>
                <a:cubicBezTo>
                  <a:pt x="313978" y="523570"/>
                  <a:pt x="316798" y="475781"/>
                  <a:pt x="322422" y="427983"/>
                </a:cubicBezTo>
                <a:cubicBezTo>
                  <a:pt x="328044" y="387228"/>
                  <a:pt x="336823" y="343648"/>
                  <a:pt x="348777" y="297275"/>
                </a:cubicBezTo>
                <a:cubicBezTo>
                  <a:pt x="360719" y="250885"/>
                  <a:pt x="380052" y="209420"/>
                  <a:pt x="406757" y="172884"/>
                </a:cubicBezTo>
                <a:cubicBezTo>
                  <a:pt x="432052" y="137739"/>
                  <a:pt x="459115" y="108922"/>
                  <a:pt x="487921" y="86441"/>
                </a:cubicBezTo>
                <a:cubicBezTo>
                  <a:pt x="516736" y="63948"/>
                  <a:pt x="546607" y="46384"/>
                  <a:pt x="577526" y="33732"/>
                </a:cubicBezTo>
                <a:cubicBezTo>
                  <a:pt x="608447" y="21078"/>
                  <a:pt x="639372" y="12299"/>
                  <a:pt x="670296" y="7376"/>
                </a:cubicBezTo>
                <a:cubicBezTo>
                  <a:pt x="701214" y="2461"/>
                  <a:pt x="730735" y="0"/>
                  <a:pt x="758847" y="0"/>
                </a:cubicBezTo>
                <a:cubicBezTo>
                  <a:pt x="795390" y="0"/>
                  <a:pt x="830525" y="4223"/>
                  <a:pt x="864262" y="12654"/>
                </a:cubicBezTo>
                <a:cubicBezTo>
                  <a:pt x="897996" y="21083"/>
                  <a:pt x="929269" y="32327"/>
                  <a:pt x="958085" y="46390"/>
                </a:cubicBezTo>
                <a:cubicBezTo>
                  <a:pt x="986906" y="60441"/>
                  <a:pt x="1012555" y="76256"/>
                  <a:pt x="1035039" y="93827"/>
                </a:cubicBezTo>
                <a:cubicBezTo>
                  <a:pt x="1057532" y="111390"/>
                  <a:pt x="1075805" y="129311"/>
                  <a:pt x="1089860" y="147584"/>
                </a:cubicBezTo>
                <a:cubicBezTo>
                  <a:pt x="1122185" y="188342"/>
                  <a:pt x="1145728" y="233327"/>
                  <a:pt x="1160495" y="282515"/>
                </a:cubicBezTo>
                <a:cubicBezTo>
                  <a:pt x="1175248" y="331714"/>
                  <a:pt x="1186137" y="378092"/>
                  <a:pt x="1193169" y="421667"/>
                </a:cubicBezTo>
                <a:cubicBezTo>
                  <a:pt x="1200199" y="472267"/>
                  <a:pt x="1203012" y="522863"/>
                  <a:pt x="1201603" y="573476"/>
                </a:cubicBezTo>
                <a:cubicBezTo>
                  <a:pt x="1210037" y="580497"/>
                  <a:pt x="1217067" y="588928"/>
                  <a:pt x="1222685" y="598769"/>
                </a:cubicBezTo>
                <a:cubicBezTo>
                  <a:pt x="1228303" y="607200"/>
                  <a:pt x="1232526" y="618453"/>
                  <a:pt x="1235337" y="632505"/>
                </a:cubicBezTo>
                <a:cubicBezTo>
                  <a:pt x="1238152" y="646556"/>
                  <a:pt x="1238152" y="664131"/>
                  <a:pt x="1235337" y="685214"/>
                </a:cubicBezTo>
                <a:cubicBezTo>
                  <a:pt x="1232524" y="711919"/>
                  <a:pt x="1226902" y="733003"/>
                  <a:pt x="1218477" y="748466"/>
                </a:cubicBezTo>
                <a:cubicBezTo>
                  <a:pt x="1210035" y="763931"/>
                  <a:pt x="1200906" y="775869"/>
                  <a:pt x="1191063" y="784313"/>
                </a:cubicBezTo>
                <a:cubicBezTo>
                  <a:pt x="1179810" y="794143"/>
                  <a:pt x="1167859" y="801173"/>
                  <a:pt x="1155216" y="805396"/>
                </a:cubicBezTo>
                <a:lnTo>
                  <a:pt x="1155216" y="805396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图形 75"/>
          <p:cNvSpPr>
            <a:spLocks noChangeAspect="1"/>
          </p:cNvSpPr>
          <p:nvPr/>
        </p:nvSpPr>
        <p:spPr>
          <a:xfrm>
            <a:off x="2276088" y="4806940"/>
            <a:ext cx="247098" cy="252000"/>
          </a:xfrm>
          <a:custGeom>
            <a:avLst/>
            <a:gdLst>
              <a:gd name="connsiteX0" fmla="*/ 1434331 w 1547068"/>
              <a:gd name="connsiteY0" fmla="*/ 803114 h 1577764"/>
              <a:gd name="connsiteX1" fmla="*/ 1403449 w 1547068"/>
              <a:gd name="connsiteY1" fmla="*/ 790277 h 1577764"/>
              <a:gd name="connsiteX2" fmla="*/ 1372567 w 1547068"/>
              <a:gd name="connsiteY2" fmla="*/ 803114 h 1577764"/>
              <a:gd name="connsiteX3" fmla="*/ 1293689 w 1547068"/>
              <a:gd name="connsiteY3" fmla="*/ 881993 h 1577764"/>
              <a:gd name="connsiteX4" fmla="*/ 1460004 w 1547068"/>
              <a:gd name="connsiteY4" fmla="*/ 1048122 h 1577764"/>
              <a:gd name="connsiteX5" fmla="*/ 1534232 w 1547068"/>
              <a:gd name="connsiteY5" fmla="*/ 964406 h 1577764"/>
              <a:gd name="connsiteX6" fmla="*/ 1547068 w 1547068"/>
              <a:gd name="connsiteY6" fmla="*/ 933710 h 1577764"/>
              <a:gd name="connsiteX7" fmla="*/ 1534232 w 1547068"/>
              <a:gd name="connsiteY7" fmla="*/ 903015 h 1577764"/>
              <a:gd name="connsiteX8" fmla="*/ 1434331 w 1547068"/>
              <a:gd name="connsiteY8" fmla="*/ 803114 h 1577764"/>
              <a:gd name="connsiteX9" fmla="*/ 890550 w 1547068"/>
              <a:gd name="connsiteY9" fmla="*/ 627311 h 1577764"/>
              <a:gd name="connsiteX10" fmla="*/ 410580 w 1547068"/>
              <a:gd name="connsiteY10" fmla="*/ 627311 h 1577764"/>
              <a:gd name="connsiteX11" fmla="*/ 315330 w 1547068"/>
              <a:gd name="connsiteY11" fmla="*/ 532247 h 1577764"/>
              <a:gd name="connsiteX12" fmla="*/ 410580 w 1547068"/>
              <a:gd name="connsiteY12" fmla="*/ 437183 h 1577764"/>
              <a:gd name="connsiteX13" fmla="*/ 890550 w 1547068"/>
              <a:gd name="connsiteY13" fmla="*/ 437183 h 1577764"/>
              <a:gd name="connsiteX14" fmla="*/ 985800 w 1547068"/>
              <a:gd name="connsiteY14" fmla="*/ 532247 h 1577764"/>
              <a:gd name="connsiteX15" fmla="*/ 890550 w 1547068"/>
              <a:gd name="connsiteY15" fmla="*/ 627311 h 1577764"/>
              <a:gd name="connsiteX16" fmla="*/ 697632 w 1547068"/>
              <a:gd name="connsiteY16" fmla="*/ 1009799 h 1577764"/>
              <a:gd name="connsiteX17" fmla="*/ 410580 w 1547068"/>
              <a:gd name="connsiteY17" fmla="*/ 1009799 h 1577764"/>
              <a:gd name="connsiteX18" fmla="*/ 315330 w 1547068"/>
              <a:gd name="connsiteY18" fmla="*/ 914735 h 1577764"/>
              <a:gd name="connsiteX19" fmla="*/ 410580 w 1547068"/>
              <a:gd name="connsiteY19" fmla="*/ 819671 h 1577764"/>
              <a:gd name="connsiteX20" fmla="*/ 697632 w 1547068"/>
              <a:gd name="connsiteY20" fmla="*/ 819671 h 1577764"/>
              <a:gd name="connsiteX21" fmla="*/ 792882 w 1547068"/>
              <a:gd name="connsiteY21" fmla="*/ 914735 h 1577764"/>
              <a:gd name="connsiteX22" fmla="*/ 697632 w 1547068"/>
              <a:gd name="connsiteY22" fmla="*/ 1009799 h 1577764"/>
              <a:gd name="connsiteX23" fmla="*/ 1109514 w 1547068"/>
              <a:gd name="connsiteY23" fmla="*/ 0 h 1577764"/>
              <a:gd name="connsiteX24" fmla="*/ 231242 w 1547068"/>
              <a:gd name="connsiteY24" fmla="*/ 0 h 1577764"/>
              <a:gd name="connsiteX25" fmla="*/ 0 w 1547068"/>
              <a:gd name="connsiteY25" fmla="*/ 231056 h 1577764"/>
              <a:gd name="connsiteX26" fmla="*/ 0 w 1547068"/>
              <a:gd name="connsiteY26" fmla="*/ 1346709 h 1577764"/>
              <a:gd name="connsiteX27" fmla="*/ 231242 w 1547068"/>
              <a:gd name="connsiteY27" fmla="*/ 1577764 h 1577764"/>
              <a:gd name="connsiteX28" fmla="*/ 550664 w 1547068"/>
              <a:gd name="connsiteY28" fmla="*/ 1577764 h 1577764"/>
              <a:gd name="connsiteX29" fmla="*/ 550664 w 1547068"/>
              <a:gd name="connsiteY29" fmla="*/ 1370707 h 1577764"/>
              <a:gd name="connsiteX30" fmla="*/ 1340941 w 1547068"/>
              <a:gd name="connsiteY30" fmla="*/ 562942 h 1577764"/>
              <a:gd name="connsiteX31" fmla="*/ 1340941 w 1547068"/>
              <a:gd name="connsiteY31" fmla="*/ 231242 h 1577764"/>
              <a:gd name="connsiteX32" fmla="*/ 1109514 w 1547068"/>
              <a:gd name="connsiteY32" fmla="*/ 0 h 1577764"/>
              <a:gd name="connsiteX33" fmla="*/ 759209 w 1547068"/>
              <a:gd name="connsiteY33" fmla="*/ 1411635 h 1577764"/>
              <a:gd name="connsiteX34" fmla="*/ 759209 w 1547068"/>
              <a:gd name="connsiteY34" fmla="*/ 1577764 h 1577764"/>
              <a:gd name="connsiteX35" fmla="*/ 925897 w 1547068"/>
              <a:gd name="connsiteY35" fmla="*/ 1577764 h 1577764"/>
              <a:gd name="connsiteX36" fmla="*/ 1407542 w 1547068"/>
              <a:gd name="connsiteY36" fmla="*/ 1091468 h 1577764"/>
              <a:gd name="connsiteX37" fmla="*/ 1241227 w 1547068"/>
              <a:gd name="connsiteY37" fmla="*/ 924967 h 1577764"/>
              <a:gd name="connsiteX38" fmla="*/ 759209 w 1547068"/>
              <a:gd name="connsiteY38" fmla="*/ 1411635 h 157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7068" h="1577764">
                <a:moveTo>
                  <a:pt x="1434331" y="803114"/>
                </a:moveTo>
                <a:cubicBezTo>
                  <a:pt x="1426146" y="794742"/>
                  <a:pt x="1415355" y="790277"/>
                  <a:pt x="1403449" y="790277"/>
                </a:cubicBezTo>
                <a:cubicBezTo>
                  <a:pt x="1391915" y="790277"/>
                  <a:pt x="1380753" y="795114"/>
                  <a:pt x="1372567" y="803114"/>
                </a:cubicBezTo>
                <a:lnTo>
                  <a:pt x="1293689" y="881993"/>
                </a:lnTo>
                <a:lnTo>
                  <a:pt x="1460004" y="1048122"/>
                </a:lnTo>
                <a:lnTo>
                  <a:pt x="1534232" y="964406"/>
                </a:lnTo>
                <a:cubicBezTo>
                  <a:pt x="1542604" y="956221"/>
                  <a:pt x="1547068" y="945059"/>
                  <a:pt x="1547068" y="933710"/>
                </a:cubicBezTo>
                <a:cubicBezTo>
                  <a:pt x="1547068" y="922176"/>
                  <a:pt x="1542231" y="911014"/>
                  <a:pt x="1534232" y="903015"/>
                </a:cubicBezTo>
                <a:lnTo>
                  <a:pt x="1434331" y="803114"/>
                </a:lnTo>
                <a:close/>
                <a:moveTo>
                  <a:pt x="890550" y="627311"/>
                </a:moveTo>
                <a:lnTo>
                  <a:pt x="410580" y="627311"/>
                </a:lnTo>
                <a:cubicBezTo>
                  <a:pt x="357932" y="627311"/>
                  <a:pt x="315330" y="584709"/>
                  <a:pt x="315330" y="532247"/>
                </a:cubicBezTo>
                <a:cubicBezTo>
                  <a:pt x="315330" y="479599"/>
                  <a:pt x="357932" y="437183"/>
                  <a:pt x="410580" y="437183"/>
                </a:cubicBezTo>
                <a:lnTo>
                  <a:pt x="890550" y="437183"/>
                </a:lnTo>
                <a:cubicBezTo>
                  <a:pt x="943198" y="437183"/>
                  <a:pt x="985800" y="479785"/>
                  <a:pt x="985800" y="532247"/>
                </a:cubicBezTo>
                <a:cubicBezTo>
                  <a:pt x="985800" y="584895"/>
                  <a:pt x="943198" y="627311"/>
                  <a:pt x="890550" y="627311"/>
                </a:cubicBezTo>
                <a:close/>
                <a:moveTo>
                  <a:pt x="697632" y="1009799"/>
                </a:moveTo>
                <a:lnTo>
                  <a:pt x="410580" y="1009799"/>
                </a:lnTo>
                <a:cubicBezTo>
                  <a:pt x="357932" y="1009799"/>
                  <a:pt x="315330" y="967197"/>
                  <a:pt x="315330" y="914735"/>
                </a:cubicBezTo>
                <a:cubicBezTo>
                  <a:pt x="315330" y="862087"/>
                  <a:pt x="357932" y="819671"/>
                  <a:pt x="410580" y="819671"/>
                </a:cubicBezTo>
                <a:lnTo>
                  <a:pt x="697632" y="819671"/>
                </a:lnTo>
                <a:cubicBezTo>
                  <a:pt x="750280" y="819671"/>
                  <a:pt x="792882" y="862273"/>
                  <a:pt x="792882" y="914735"/>
                </a:cubicBezTo>
                <a:cubicBezTo>
                  <a:pt x="792882" y="967383"/>
                  <a:pt x="750280" y="1009799"/>
                  <a:pt x="697632" y="1009799"/>
                </a:cubicBezTo>
                <a:close/>
                <a:moveTo>
                  <a:pt x="1109514" y="0"/>
                </a:moveTo>
                <a:lnTo>
                  <a:pt x="231242" y="0"/>
                </a:lnTo>
                <a:cubicBezTo>
                  <a:pt x="103622" y="0"/>
                  <a:pt x="0" y="103436"/>
                  <a:pt x="0" y="231056"/>
                </a:cubicBezTo>
                <a:lnTo>
                  <a:pt x="0" y="1346709"/>
                </a:lnTo>
                <a:cubicBezTo>
                  <a:pt x="0" y="1474329"/>
                  <a:pt x="103622" y="1577764"/>
                  <a:pt x="231242" y="1577764"/>
                </a:cubicBezTo>
                <a:lnTo>
                  <a:pt x="550664" y="1577764"/>
                </a:lnTo>
                <a:lnTo>
                  <a:pt x="550664" y="1370707"/>
                </a:lnTo>
                <a:lnTo>
                  <a:pt x="1340941" y="562942"/>
                </a:lnTo>
                <a:lnTo>
                  <a:pt x="1340941" y="231242"/>
                </a:lnTo>
                <a:cubicBezTo>
                  <a:pt x="1340941" y="103622"/>
                  <a:pt x="1237320" y="0"/>
                  <a:pt x="1109514" y="0"/>
                </a:cubicBezTo>
                <a:close/>
                <a:moveTo>
                  <a:pt x="759209" y="1411635"/>
                </a:moveTo>
                <a:lnTo>
                  <a:pt x="759209" y="1577764"/>
                </a:lnTo>
                <a:lnTo>
                  <a:pt x="925897" y="1577764"/>
                </a:lnTo>
                <a:lnTo>
                  <a:pt x="1407542" y="1091468"/>
                </a:lnTo>
                <a:lnTo>
                  <a:pt x="1241227" y="924967"/>
                </a:lnTo>
                <a:lnTo>
                  <a:pt x="759209" y="141163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2238816" y="5842542"/>
            <a:ext cx="259384" cy="259266"/>
            <a:chOff x="0" y="0"/>
            <a:chExt cx="1905852" cy="1904986"/>
          </a:xfrm>
          <a:solidFill>
            <a:schemeClr val="bg1"/>
          </a:solidFill>
        </p:grpSpPr>
        <p:sp>
          <p:nvSpPr>
            <p:cNvPr id="81" name="任意多边形: 形状 80"/>
            <p:cNvSpPr/>
            <p:nvPr/>
          </p:nvSpPr>
          <p:spPr>
            <a:xfrm>
              <a:off x="508231" y="0"/>
              <a:ext cx="1397621" cy="1172307"/>
            </a:xfrm>
            <a:custGeom>
              <a:avLst/>
              <a:gdLst>
                <a:gd name="connsiteX0" fmla="*/ 1229921 w 1397621"/>
                <a:gd name="connsiteY0" fmla="*/ 206766 h 1172307"/>
                <a:gd name="connsiteX1" fmla="*/ 828291 w 1397621"/>
                <a:gd name="connsiteY1" fmla="*/ 0 h 1172307"/>
                <a:gd name="connsiteX2" fmla="*/ 426533 w 1397621"/>
                <a:gd name="connsiteY2" fmla="*/ 206766 h 1172307"/>
                <a:gd name="connsiteX3" fmla="*/ 38499 w 1397621"/>
                <a:gd name="connsiteY3" fmla="*/ 683895 h 1172307"/>
                <a:gd name="connsiteX4" fmla="*/ 38499 w 1397621"/>
                <a:gd name="connsiteY4" fmla="*/ 919675 h 1172307"/>
                <a:gd name="connsiteX5" fmla="*/ 225312 w 1397621"/>
                <a:gd name="connsiteY5" fmla="*/ 925200 h 1172307"/>
                <a:gd name="connsiteX6" fmla="*/ 230102 w 1397621"/>
                <a:gd name="connsiteY6" fmla="*/ 919675 h 1172307"/>
                <a:gd name="connsiteX7" fmla="*/ 608480 w 1397621"/>
                <a:gd name="connsiteY7" fmla="*/ 453976 h 1172307"/>
                <a:gd name="connsiteX8" fmla="*/ 669214 w 1397621"/>
                <a:gd name="connsiteY8" fmla="*/ 453976 h 1172307"/>
                <a:gd name="connsiteX9" fmla="*/ 1253045 w 1397621"/>
                <a:gd name="connsiteY9" fmla="*/ 1172308 h 1172307"/>
                <a:gd name="connsiteX10" fmla="*/ 1229921 w 1397621"/>
                <a:gd name="connsiteY10" fmla="*/ 206766 h 1172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7621" h="1172307">
                  <a:moveTo>
                    <a:pt x="1229921" y="206766"/>
                  </a:moveTo>
                  <a:cubicBezTo>
                    <a:pt x="1117856" y="69020"/>
                    <a:pt x="972882" y="0"/>
                    <a:pt x="828291" y="0"/>
                  </a:cubicBezTo>
                  <a:cubicBezTo>
                    <a:pt x="683445" y="0"/>
                    <a:pt x="534024" y="68873"/>
                    <a:pt x="426533" y="206766"/>
                  </a:cubicBezTo>
                  <a:lnTo>
                    <a:pt x="38499" y="683895"/>
                  </a:lnTo>
                  <a:cubicBezTo>
                    <a:pt x="-12833" y="747053"/>
                    <a:pt x="-12833" y="856371"/>
                    <a:pt x="38499" y="919675"/>
                  </a:cubicBezTo>
                  <a:cubicBezTo>
                    <a:pt x="88763" y="980697"/>
                    <a:pt x="172402" y="983171"/>
                    <a:pt x="225312" y="925200"/>
                  </a:cubicBezTo>
                  <a:cubicBezTo>
                    <a:pt x="226949" y="923406"/>
                    <a:pt x="228546" y="921564"/>
                    <a:pt x="230102" y="919675"/>
                  </a:cubicBezTo>
                  <a:lnTo>
                    <a:pt x="608480" y="453976"/>
                  </a:lnTo>
                  <a:cubicBezTo>
                    <a:pt x="627285" y="430970"/>
                    <a:pt x="655238" y="430970"/>
                    <a:pt x="669214" y="453976"/>
                  </a:cubicBezTo>
                  <a:lnTo>
                    <a:pt x="1253045" y="1172308"/>
                  </a:lnTo>
                  <a:cubicBezTo>
                    <a:pt x="1454051" y="896522"/>
                    <a:pt x="1444648" y="471414"/>
                    <a:pt x="1229921" y="206766"/>
                  </a:cubicBezTo>
                  <a:close/>
                </a:path>
              </a:pathLst>
            </a:custGeom>
            <a:grpFill/>
            <a:ln w="161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0" y="0"/>
              <a:ext cx="1651608" cy="1904986"/>
            </a:xfrm>
            <a:custGeom>
              <a:avLst/>
              <a:gdLst>
                <a:gd name="connsiteX0" fmla="*/ 1155592 w 1651608"/>
                <a:gd name="connsiteY0" fmla="*/ 507170 h 1904986"/>
                <a:gd name="connsiteX1" fmla="*/ 817999 w 1651608"/>
                <a:gd name="connsiteY1" fmla="*/ 886704 h 1904986"/>
                <a:gd name="connsiteX2" fmla="*/ 507596 w 1651608"/>
                <a:gd name="connsiteY2" fmla="*/ 886704 h 1904986"/>
                <a:gd name="connsiteX3" fmla="*/ 499173 w 1651608"/>
                <a:gd name="connsiteY3" fmla="*/ 547804 h 1904986"/>
                <a:gd name="connsiteX4" fmla="*/ 507596 w 1651608"/>
                <a:gd name="connsiteY4" fmla="*/ 538089 h 1904986"/>
                <a:gd name="connsiteX5" fmla="*/ 881782 w 1651608"/>
                <a:gd name="connsiteY5" fmla="*/ 117817 h 1904986"/>
                <a:gd name="connsiteX6" fmla="*/ 553210 w 1651608"/>
                <a:gd name="connsiteY6" fmla="*/ 0 h 1904986"/>
                <a:gd name="connsiteX7" fmla="*/ 160855 w 1651608"/>
                <a:gd name="connsiteY7" fmla="*/ 184492 h 1904986"/>
                <a:gd name="connsiteX8" fmla="*/ 160855 w 1651608"/>
                <a:gd name="connsiteY8" fmla="*/ 1071050 h 1904986"/>
                <a:gd name="connsiteX9" fmla="*/ 872634 w 1651608"/>
                <a:gd name="connsiteY9" fmla="*/ 1870417 h 1904986"/>
                <a:gd name="connsiteX10" fmla="*/ 1023197 w 1651608"/>
                <a:gd name="connsiteY10" fmla="*/ 1870417 h 1904986"/>
                <a:gd name="connsiteX11" fmla="*/ 1027771 w 1651608"/>
                <a:gd name="connsiteY11" fmla="*/ 1706294 h 1904986"/>
                <a:gd name="connsiteX12" fmla="*/ 763237 w 1651608"/>
                <a:gd name="connsiteY12" fmla="*/ 1409260 h 1904986"/>
                <a:gd name="connsiteX13" fmla="*/ 763237 w 1651608"/>
                <a:gd name="connsiteY13" fmla="*/ 1357972 h 1904986"/>
                <a:gd name="connsiteX14" fmla="*/ 806861 w 1651608"/>
                <a:gd name="connsiteY14" fmla="*/ 1355824 h 1904986"/>
                <a:gd name="connsiteX15" fmla="*/ 808724 w 1651608"/>
                <a:gd name="connsiteY15" fmla="*/ 1357972 h 1904986"/>
                <a:gd name="connsiteX16" fmla="*/ 1068938 w 1651608"/>
                <a:gd name="connsiteY16" fmla="*/ 1650316 h 1904986"/>
                <a:gd name="connsiteX17" fmla="*/ 1219502 w 1651608"/>
                <a:gd name="connsiteY17" fmla="*/ 1650316 h 1904986"/>
                <a:gd name="connsiteX18" fmla="*/ 1220818 w 1651608"/>
                <a:gd name="connsiteY18" fmla="*/ 1482876 h 1904986"/>
                <a:gd name="connsiteX19" fmla="*/ 1219502 w 1651608"/>
                <a:gd name="connsiteY19" fmla="*/ 1481357 h 1904986"/>
                <a:gd name="connsiteX20" fmla="*/ 959541 w 1651608"/>
                <a:gd name="connsiteY20" fmla="*/ 1188867 h 1904986"/>
                <a:gd name="connsiteX21" fmla="*/ 959541 w 1651608"/>
                <a:gd name="connsiteY21" fmla="*/ 1137578 h 1904986"/>
                <a:gd name="connsiteX22" fmla="*/ 1003166 w 1651608"/>
                <a:gd name="connsiteY22" fmla="*/ 1135430 h 1904986"/>
                <a:gd name="connsiteX23" fmla="*/ 1005028 w 1651608"/>
                <a:gd name="connsiteY23" fmla="*/ 1137578 h 1904986"/>
                <a:gd name="connsiteX24" fmla="*/ 1269817 w 1651608"/>
                <a:gd name="connsiteY24" fmla="*/ 1435051 h 1904986"/>
                <a:gd name="connsiteX25" fmla="*/ 1420380 w 1651608"/>
                <a:gd name="connsiteY25" fmla="*/ 1435051 h 1904986"/>
                <a:gd name="connsiteX26" fmla="*/ 1421825 w 1651608"/>
                <a:gd name="connsiteY26" fmla="*/ 1267612 h 1904986"/>
                <a:gd name="connsiteX27" fmla="*/ 1420380 w 1651608"/>
                <a:gd name="connsiteY27" fmla="*/ 1265946 h 1904986"/>
                <a:gd name="connsiteX28" fmla="*/ 1160039 w 1651608"/>
                <a:gd name="connsiteY28" fmla="*/ 953233 h 1904986"/>
                <a:gd name="connsiteX29" fmla="*/ 1160039 w 1651608"/>
                <a:gd name="connsiteY29" fmla="*/ 901944 h 1904986"/>
                <a:gd name="connsiteX30" fmla="*/ 1203657 w 1651608"/>
                <a:gd name="connsiteY30" fmla="*/ 899643 h 1904986"/>
                <a:gd name="connsiteX31" fmla="*/ 1205653 w 1651608"/>
                <a:gd name="connsiteY31" fmla="*/ 901944 h 1904986"/>
                <a:gd name="connsiteX32" fmla="*/ 1470441 w 1651608"/>
                <a:gd name="connsiteY32" fmla="*/ 1199124 h 1904986"/>
                <a:gd name="connsiteX33" fmla="*/ 1620878 w 1651608"/>
                <a:gd name="connsiteY33" fmla="*/ 1193995 h 1904986"/>
                <a:gd name="connsiteX34" fmla="*/ 1622194 w 1651608"/>
                <a:gd name="connsiteY34" fmla="*/ 1026555 h 1904986"/>
                <a:gd name="connsiteX35" fmla="*/ 1620878 w 1651608"/>
                <a:gd name="connsiteY35" fmla="*/ 1025037 h 1904986"/>
                <a:gd name="connsiteX36" fmla="*/ 1155592 w 1651608"/>
                <a:gd name="connsiteY36" fmla="*/ 507023 h 190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51608" h="1904986">
                  <a:moveTo>
                    <a:pt x="1155592" y="507170"/>
                  </a:moveTo>
                  <a:lnTo>
                    <a:pt x="817999" y="886704"/>
                  </a:lnTo>
                  <a:cubicBezTo>
                    <a:pt x="731814" y="984244"/>
                    <a:pt x="593781" y="984244"/>
                    <a:pt x="507596" y="886704"/>
                  </a:cubicBezTo>
                  <a:cubicBezTo>
                    <a:pt x="424127" y="795802"/>
                    <a:pt x="420355" y="644072"/>
                    <a:pt x="499173" y="547804"/>
                  </a:cubicBezTo>
                  <a:cubicBezTo>
                    <a:pt x="501900" y="544474"/>
                    <a:pt x="504709" y="541234"/>
                    <a:pt x="507596" y="538089"/>
                  </a:cubicBezTo>
                  <a:lnTo>
                    <a:pt x="881782" y="117817"/>
                  </a:lnTo>
                  <a:cubicBezTo>
                    <a:pt x="785010" y="41360"/>
                    <a:pt x="670511" y="304"/>
                    <a:pt x="553210" y="0"/>
                  </a:cubicBezTo>
                  <a:cubicBezTo>
                    <a:pt x="411668" y="0"/>
                    <a:pt x="265551" y="61546"/>
                    <a:pt x="160855" y="184492"/>
                  </a:cubicBezTo>
                  <a:cubicBezTo>
                    <a:pt x="-53618" y="425108"/>
                    <a:pt x="-53618" y="824865"/>
                    <a:pt x="160855" y="1071050"/>
                  </a:cubicBezTo>
                  <a:lnTo>
                    <a:pt x="872634" y="1870417"/>
                  </a:lnTo>
                  <a:cubicBezTo>
                    <a:pt x="914865" y="1916510"/>
                    <a:pt x="980966" y="1916510"/>
                    <a:pt x="1023197" y="1870417"/>
                  </a:cubicBezTo>
                  <a:cubicBezTo>
                    <a:pt x="1063170" y="1826249"/>
                    <a:pt x="1065203" y="1753332"/>
                    <a:pt x="1027771" y="1706294"/>
                  </a:cubicBezTo>
                  <a:lnTo>
                    <a:pt x="763237" y="1409260"/>
                  </a:lnTo>
                  <a:cubicBezTo>
                    <a:pt x="749515" y="1393874"/>
                    <a:pt x="749515" y="1373212"/>
                    <a:pt x="763237" y="1357972"/>
                  </a:cubicBezTo>
                  <a:cubicBezTo>
                    <a:pt x="774769" y="1343485"/>
                    <a:pt x="794300" y="1342524"/>
                    <a:pt x="806861" y="1355824"/>
                  </a:cubicBezTo>
                  <a:cubicBezTo>
                    <a:pt x="807508" y="1356509"/>
                    <a:pt x="808130" y="1357226"/>
                    <a:pt x="808724" y="1357972"/>
                  </a:cubicBezTo>
                  <a:lnTo>
                    <a:pt x="1068938" y="1650316"/>
                  </a:lnTo>
                  <a:cubicBezTo>
                    <a:pt x="1111170" y="1696410"/>
                    <a:pt x="1177270" y="1696410"/>
                    <a:pt x="1219502" y="1650316"/>
                  </a:cubicBezTo>
                  <a:cubicBezTo>
                    <a:pt x="1259956" y="1604498"/>
                    <a:pt x="1260546" y="1529533"/>
                    <a:pt x="1220818" y="1482876"/>
                  </a:cubicBezTo>
                  <a:cubicBezTo>
                    <a:pt x="1220384" y="1482365"/>
                    <a:pt x="1219945" y="1481859"/>
                    <a:pt x="1219502" y="1481357"/>
                  </a:cubicBezTo>
                  <a:lnTo>
                    <a:pt x="959541" y="1188867"/>
                  </a:lnTo>
                  <a:cubicBezTo>
                    <a:pt x="945819" y="1173480"/>
                    <a:pt x="945819" y="1153111"/>
                    <a:pt x="959541" y="1137578"/>
                  </a:cubicBezTo>
                  <a:cubicBezTo>
                    <a:pt x="971074" y="1123091"/>
                    <a:pt x="990605" y="1122130"/>
                    <a:pt x="1003166" y="1135430"/>
                  </a:cubicBezTo>
                  <a:cubicBezTo>
                    <a:pt x="1003813" y="1136115"/>
                    <a:pt x="1004434" y="1136832"/>
                    <a:pt x="1005028" y="1137578"/>
                  </a:cubicBezTo>
                  <a:lnTo>
                    <a:pt x="1269817" y="1435051"/>
                  </a:lnTo>
                  <a:cubicBezTo>
                    <a:pt x="1312048" y="1481145"/>
                    <a:pt x="1378149" y="1481145"/>
                    <a:pt x="1420380" y="1435051"/>
                  </a:cubicBezTo>
                  <a:cubicBezTo>
                    <a:pt x="1460870" y="1389274"/>
                    <a:pt x="1461517" y="1314309"/>
                    <a:pt x="1421825" y="1267612"/>
                  </a:cubicBezTo>
                  <a:cubicBezTo>
                    <a:pt x="1421348" y="1267051"/>
                    <a:pt x="1420867" y="1266496"/>
                    <a:pt x="1420380" y="1265946"/>
                  </a:cubicBezTo>
                  <a:lnTo>
                    <a:pt x="1160039" y="953233"/>
                  </a:lnTo>
                  <a:cubicBezTo>
                    <a:pt x="1146316" y="937846"/>
                    <a:pt x="1146316" y="917477"/>
                    <a:pt x="1160039" y="901944"/>
                  </a:cubicBezTo>
                  <a:cubicBezTo>
                    <a:pt x="1171533" y="887417"/>
                    <a:pt x="1191061" y="886387"/>
                    <a:pt x="1203657" y="899643"/>
                  </a:cubicBezTo>
                  <a:cubicBezTo>
                    <a:pt x="1204352" y="900374"/>
                    <a:pt x="1205018" y="901142"/>
                    <a:pt x="1205653" y="901944"/>
                  </a:cubicBezTo>
                  <a:lnTo>
                    <a:pt x="1470441" y="1199124"/>
                  </a:lnTo>
                  <a:cubicBezTo>
                    <a:pt x="1514633" y="1241077"/>
                    <a:pt x="1578912" y="1238886"/>
                    <a:pt x="1620878" y="1193995"/>
                  </a:cubicBezTo>
                  <a:cubicBezTo>
                    <a:pt x="1661332" y="1148177"/>
                    <a:pt x="1661922" y="1073212"/>
                    <a:pt x="1622194" y="1026555"/>
                  </a:cubicBezTo>
                  <a:cubicBezTo>
                    <a:pt x="1621759" y="1026044"/>
                    <a:pt x="1621321" y="1025538"/>
                    <a:pt x="1620878" y="1025037"/>
                  </a:cubicBezTo>
                  <a:lnTo>
                    <a:pt x="1155592" y="507023"/>
                  </a:lnTo>
                  <a:close/>
                </a:path>
              </a:pathLst>
            </a:custGeom>
            <a:grpFill/>
            <a:ln w="161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4" name="矩形 83"/>
          <p:cNvSpPr/>
          <p:nvPr/>
        </p:nvSpPr>
        <p:spPr>
          <a:xfrm>
            <a:off x="4662149" y="873125"/>
            <a:ext cx="4932000" cy="1215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662149" y="2249041"/>
            <a:ext cx="4932000" cy="1109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662149" y="3518160"/>
            <a:ext cx="4932000" cy="10022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662149" y="4680483"/>
            <a:ext cx="4932000" cy="8954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Rectangle 83++++"/>
          <p:cNvSpPr/>
          <p:nvPr/>
        </p:nvSpPr>
        <p:spPr>
          <a:xfrm>
            <a:off x="4662149" y="5736007"/>
            <a:ext cx="4932000" cy="788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4662151" y="884555"/>
            <a:ext cx="0" cy="1188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2+"/>
          <p:cNvCxnSpPr/>
          <p:nvPr/>
        </p:nvCxnSpPr>
        <p:spPr>
          <a:xfrm>
            <a:off x="4662151" y="2263545"/>
            <a:ext cx="0" cy="1080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2++"/>
          <p:cNvCxnSpPr/>
          <p:nvPr/>
        </p:nvCxnSpPr>
        <p:spPr>
          <a:xfrm>
            <a:off x="4662151" y="3533266"/>
            <a:ext cx="0" cy="972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2+++"/>
          <p:cNvCxnSpPr/>
          <p:nvPr/>
        </p:nvCxnSpPr>
        <p:spPr>
          <a:xfrm>
            <a:off x="4662151" y="4696190"/>
            <a:ext cx="0" cy="864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2++++"/>
          <p:cNvCxnSpPr/>
          <p:nvPr/>
        </p:nvCxnSpPr>
        <p:spPr>
          <a:xfrm>
            <a:off x="4662151" y="5752316"/>
            <a:ext cx="0" cy="75600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4300640" y="1481027"/>
            <a:ext cx="334794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98+"/>
          <p:cNvCxnSpPr/>
          <p:nvPr/>
        </p:nvCxnSpPr>
        <p:spPr>
          <a:xfrm>
            <a:off x="4096260" y="2803545"/>
            <a:ext cx="54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98++"/>
          <p:cNvCxnSpPr/>
          <p:nvPr/>
        </p:nvCxnSpPr>
        <p:spPr>
          <a:xfrm>
            <a:off x="3936098" y="4019266"/>
            <a:ext cx="72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98+++"/>
          <p:cNvCxnSpPr/>
          <p:nvPr/>
        </p:nvCxnSpPr>
        <p:spPr>
          <a:xfrm>
            <a:off x="3736260" y="5128190"/>
            <a:ext cx="900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98++++"/>
          <p:cNvCxnSpPr/>
          <p:nvPr/>
        </p:nvCxnSpPr>
        <p:spPr>
          <a:xfrm>
            <a:off x="3531054" y="6130316"/>
            <a:ext cx="1116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椭圆 105"/>
          <p:cNvSpPr>
            <a:spLocks noChangeAspect="1"/>
          </p:cNvSpPr>
          <p:nvPr/>
        </p:nvSpPr>
        <p:spPr>
          <a:xfrm>
            <a:off x="4608151" y="142702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7" name="Oval 105+"/>
          <p:cNvSpPr>
            <a:spLocks noChangeAspect="1"/>
          </p:cNvSpPr>
          <p:nvPr/>
        </p:nvSpPr>
        <p:spPr>
          <a:xfrm>
            <a:off x="4608151" y="2749545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8" name="Oval 105++"/>
          <p:cNvSpPr>
            <a:spLocks noChangeAspect="1"/>
          </p:cNvSpPr>
          <p:nvPr/>
        </p:nvSpPr>
        <p:spPr>
          <a:xfrm>
            <a:off x="4608151" y="396526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9" name="Oval 105+++"/>
          <p:cNvSpPr>
            <a:spLocks noChangeAspect="1"/>
          </p:cNvSpPr>
          <p:nvPr/>
        </p:nvSpPr>
        <p:spPr>
          <a:xfrm>
            <a:off x="4608151" y="507419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Oval 105++++"/>
          <p:cNvSpPr>
            <a:spLocks noChangeAspect="1"/>
          </p:cNvSpPr>
          <p:nvPr/>
        </p:nvSpPr>
        <p:spPr>
          <a:xfrm>
            <a:off x="4608151" y="607631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813300" y="1012141"/>
            <a:ext cx="1546224" cy="9377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5139169" y="1156146"/>
            <a:ext cx="975208" cy="369332"/>
            <a:chOff x="5007512" y="1156146"/>
            <a:chExt cx="975208" cy="369332"/>
          </a:xfrm>
        </p:grpSpPr>
        <p:sp>
          <p:nvSpPr>
            <p:cNvPr id="114" name="文本框 113"/>
            <p:cNvSpPr txBox="1"/>
            <p:nvPr/>
          </p:nvSpPr>
          <p:spPr>
            <a:xfrm>
              <a:off x="5007512" y="1156146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120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5572351" y="1253181"/>
              <a:ext cx="410369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万次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7" name="文本框 116"/>
          <p:cNvSpPr txBox="1"/>
          <p:nvPr/>
        </p:nvSpPr>
        <p:spPr>
          <a:xfrm>
            <a:off x="5267701" y="1574501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总曝光量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4813300" y="2334658"/>
            <a:ext cx="1546224" cy="937774"/>
            <a:chOff x="4813300" y="2334658"/>
            <a:chExt cx="1546224" cy="937774"/>
          </a:xfrm>
        </p:grpSpPr>
        <p:sp>
          <p:nvSpPr>
            <p:cNvPr id="139" name="矩形 138"/>
            <p:cNvSpPr/>
            <p:nvPr/>
          </p:nvSpPr>
          <p:spPr>
            <a:xfrm>
              <a:off x="4813300" y="2334658"/>
              <a:ext cx="1546224" cy="93777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5008256" y="2478663"/>
              <a:ext cx="1237033" cy="369332"/>
              <a:chOff x="5030546" y="2478663"/>
              <a:chExt cx="1237033" cy="369332"/>
            </a:xfrm>
          </p:grpSpPr>
          <p:sp>
            <p:nvSpPr>
              <p:cNvPr id="142" name="文本框 141"/>
              <p:cNvSpPr txBox="1"/>
              <p:nvPr/>
            </p:nvSpPr>
            <p:spPr>
              <a:xfrm>
                <a:off x="5030546" y="2478663"/>
                <a:ext cx="1064366" cy="36933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25,000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6062395" y="2575698"/>
                <a:ext cx="205184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个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41" name="文本框 140"/>
            <p:cNvSpPr txBox="1"/>
            <p:nvPr/>
          </p:nvSpPr>
          <p:spPr>
            <a:xfrm>
              <a:off x="5267702" y="2897018"/>
              <a:ext cx="71814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客户数量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6456673" y="1719093"/>
            <a:ext cx="308097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本季度市场总曝光量同比提升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，触达规模达成预期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6458503" y="1044336"/>
            <a:ext cx="684000" cy="540000"/>
            <a:chOff x="6458503" y="1044336"/>
            <a:chExt cx="684000" cy="540000"/>
          </a:xfrm>
        </p:grpSpPr>
        <p:sp>
          <p:nvSpPr>
            <p:cNvPr id="121" name="文本框 120"/>
            <p:cNvSpPr txBox="1"/>
            <p:nvPr/>
          </p:nvSpPr>
          <p:spPr>
            <a:xfrm>
              <a:off x="6544022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社交媒体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0" name="Rectangle 124++"/>
            <p:cNvSpPr/>
            <p:nvPr/>
          </p:nvSpPr>
          <p:spPr>
            <a:xfrm>
              <a:off x="6458503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图形 151"/>
            <p:cNvSpPr>
              <a:spLocks noChangeAspect="1"/>
            </p:cNvSpPr>
            <p:nvPr/>
          </p:nvSpPr>
          <p:spPr>
            <a:xfrm>
              <a:off x="6656503" y="1135381"/>
              <a:ext cx="288000" cy="234553"/>
            </a:xfrm>
            <a:custGeom>
              <a:avLst/>
              <a:gdLst>
                <a:gd name="connsiteX0" fmla="*/ 505778 w 1785937"/>
                <a:gd name="connsiteY0" fmla="*/ 347935 h 1454501"/>
                <a:gd name="connsiteX1" fmla="*/ 483989 w 1785937"/>
                <a:gd name="connsiteY1" fmla="*/ 290427 h 1454501"/>
                <a:gd name="connsiteX2" fmla="*/ 426482 w 1785937"/>
                <a:gd name="connsiteY2" fmla="*/ 268520 h 1454501"/>
                <a:gd name="connsiteX3" fmla="*/ 360164 w 1785937"/>
                <a:gd name="connsiteY3" fmla="*/ 290785 h 1454501"/>
                <a:gd name="connsiteX4" fmla="*/ 331351 w 1785937"/>
                <a:gd name="connsiteY4" fmla="*/ 347935 h 1454501"/>
                <a:gd name="connsiteX5" fmla="*/ 360164 w 1785937"/>
                <a:gd name="connsiteY5" fmla="*/ 404132 h 1454501"/>
                <a:gd name="connsiteX6" fmla="*/ 426482 w 1785937"/>
                <a:gd name="connsiteY6" fmla="*/ 426397 h 1454501"/>
                <a:gd name="connsiteX7" fmla="*/ 483989 w 1785937"/>
                <a:gd name="connsiteY7" fmla="*/ 404966 h 1454501"/>
                <a:gd name="connsiteX8" fmla="*/ 505778 w 1785937"/>
                <a:gd name="connsiteY8" fmla="*/ 347935 h 1454501"/>
                <a:gd name="connsiteX9" fmla="*/ 1153716 w 1785937"/>
                <a:gd name="connsiteY9" fmla="*/ 790014 h 1454501"/>
                <a:gd name="connsiteX10" fmla="*/ 1131451 w 1785937"/>
                <a:gd name="connsiteY10" fmla="*/ 746437 h 1454501"/>
                <a:gd name="connsiteX11" fmla="*/ 1074301 w 1785937"/>
                <a:gd name="connsiteY11" fmla="*/ 727268 h 1454501"/>
                <a:gd name="connsiteX12" fmla="*/ 1031200 w 1785937"/>
                <a:gd name="connsiteY12" fmla="*/ 746913 h 1454501"/>
                <a:gd name="connsiteX13" fmla="*/ 1011555 w 1785937"/>
                <a:gd name="connsiteY13" fmla="*/ 790014 h 1454501"/>
                <a:gd name="connsiteX14" fmla="*/ 1031200 w 1785937"/>
                <a:gd name="connsiteY14" fmla="*/ 834067 h 1454501"/>
                <a:gd name="connsiteX15" fmla="*/ 1074301 w 1785937"/>
                <a:gd name="connsiteY15" fmla="*/ 853712 h 1454501"/>
                <a:gd name="connsiteX16" fmla="*/ 1131451 w 1785937"/>
                <a:gd name="connsiteY16" fmla="*/ 834543 h 1454501"/>
                <a:gd name="connsiteX17" fmla="*/ 1153716 w 1785937"/>
                <a:gd name="connsiteY17" fmla="*/ 790014 h 1454501"/>
                <a:gd name="connsiteX18" fmla="*/ 947738 w 1785937"/>
                <a:gd name="connsiteY18" fmla="*/ 347935 h 1454501"/>
                <a:gd name="connsiteX19" fmla="*/ 926425 w 1785937"/>
                <a:gd name="connsiteY19" fmla="*/ 290428 h 1454501"/>
                <a:gd name="connsiteX20" fmla="*/ 869275 w 1785937"/>
                <a:gd name="connsiteY20" fmla="*/ 268520 h 1454501"/>
                <a:gd name="connsiteX21" fmla="*/ 803077 w 1785937"/>
                <a:gd name="connsiteY21" fmla="*/ 290785 h 1454501"/>
                <a:gd name="connsiteX22" fmla="*/ 774263 w 1785937"/>
                <a:gd name="connsiteY22" fmla="*/ 347935 h 1454501"/>
                <a:gd name="connsiteX23" fmla="*/ 803077 w 1785937"/>
                <a:gd name="connsiteY23" fmla="*/ 404132 h 1454501"/>
                <a:gd name="connsiteX24" fmla="*/ 869275 w 1785937"/>
                <a:gd name="connsiteY24" fmla="*/ 426397 h 1454501"/>
                <a:gd name="connsiteX25" fmla="*/ 926425 w 1785937"/>
                <a:gd name="connsiteY25" fmla="*/ 404966 h 1454501"/>
                <a:gd name="connsiteX26" fmla="*/ 947857 w 1785937"/>
                <a:gd name="connsiteY26" fmla="*/ 347935 h 1454501"/>
                <a:gd name="connsiteX27" fmla="*/ 1501497 w 1785937"/>
                <a:gd name="connsiteY27" fmla="*/ 790014 h 1454501"/>
                <a:gd name="connsiteX28" fmla="*/ 1478875 w 1785937"/>
                <a:gd name="connsiteY28" fmla="*/ 746437 h 1454501"/>
                <a:gd name="connsiteX29" fmla="*/ 1422321 w 1785937"/>
                <a:gd name="connsiteY29" fmla="*/ 727268 h 1454501"/>
                <a:gd name="connsiteX30" fmla="*/ 1379101 w 1785937"/>
                <a:gd name="connsiteY30" fmla="*/ 746913 h 1454501"/>
                <a:gd name="connsiteX31" fmla="*/ 1359456 w 1785937"/>
                <a:gd name="connsiteY31" fmla="*/ 790014 h 1454501"/>
                <a:gd name="connsiteX32" fmla="*/ 1379101 w 1785937"/>
                <a:gd name="connsiteY32" fmla="*/ 834067 h 1454501"/>
                <a:gd name="connsiteX33" fmla="*/ 1422321 w 1785937"/>
                <a:gd name="connsiteY33" fmla="*/ 853712 h 1454501"/>
                <a:gd name="connsiteX34" fmla="*/ 1478994 w 1785937"/>
                <a:gd name="connsiteY34" fmla="*/ 834543 h 1454501"/>
                <a:gd name="connsiteX35" fmla="*/ 1501616 w 1785937"/>
                <a:gd name="connsiteY35" fmla="*/ 790014 h 1454501"/>
                <a:gd name="connsiteX36" fmla="*/ 1269683 w 1785937"/>
                <a:gd name="connsiteY36" fmla="*/ 443899 h 1454501"/>
                <a:gd name="connsiteX37" fmla="*/ 1208604 w 1785937"/>
                <a:gd name="connsiteY37" fmla="*/ 440327 h 1454501"/>
                <a:gd name="connsiteX38" fmla="*/ 937498 w 1785937"/>
                <a:gd name="connsiteY38" fmla="*/ 507478 h 1454501"/>
                <a:gd name="connsiteX39" fmla="*/ 742593 w 1785937"/>
                <a:gd name="connsiteY39" fmla="*/ 689287 h 1454501"/>
                <a:gd name="connsiteX40" fmla="*/ 691515 w 1785937"/>
                <a:gd name="connsiteY40" fmla="*/ 1072668 h 1454501"/>
                <a:gd name="connsiteX41" fmla="*/ 588645 w 1785937"/>
                <a:gd name="connsiteY41" fmla="*/ 1073859 h 1454501"/>
                <a:gd name="connsiteX42" fmla="*/ 540663 w 1785937"/>
                <a:gd name="connsiteY42" fmla="*/ 1068263 h 1454501"/>
                <a:gd name="connsiteX43" fmla="*/ 501848 w 1785937"/>
                <a:gd name="connsiteY43" fmla="*/ 1062072 h 1454501"/>
                <a:gd name="connsiteX44" fmla="*/ 454223 w 1785937"/>
                <a:gd name="connsiteY44" fmla="*/ 1053023 h 1454501"/>
                <a:gd name="connsiteX45" fmla="*/ 410766 w 1785937"/>
                <a:gd name="connsiteY45" fmla="*/ 1043855 h 1454501"/>
                <a:gd name="connsiteX46" fmla="*/ 190143 w 1785937"/>
                <a:gd name="connsiteY46" fmla="*/ 1154583 h 1454501"/>
                <a:gd name="connsiteX47" fmla="*/ 252889 w 1785937"/>
                <a:gd name="connsiteY47" fmla="*/ 964440 h 1454501"/>
                <a:gd name="connsiteX48" fmla="*/ 0 w 1785937"/>
                <a:gd name="connsiteY48" fmla="*/ 537125 h 1454501"/>
                <a:gd name="connsiteX49" fmla="*/ 85011 w 1785937"/>
                <a:gd name="connsiteY49" fmla="*/ 265901 h 1454501"/>
                <a:gd name="connsiteX50" fmla="*/ 315278 w 1785937"/>
                <a:gd name="connsiteY50" fmla="*/ 71114 h 1454501"/>
                <a:gd name="connsiteX51" fmla="*/ 632222 w 1785937"/>
                <a:gd name="connsiteY51" fmla="*/ 34 h 1454501"/>
                <a:gd name="connsiteX52" fmla="*/ 922139 w 1785937"/>
                <a:gd name="connsiteY52" fmla="*/ 57541 h 1454501"/>
                <a:gd name="connsiteX53" fmla="*/ 1150739 w 1785937"/>
                <a:gd name="connsiteY53" fmla="*/ 216728 h 1454501"/>
                <a:gd name="connsiteX54" fmla="*/ 1269802 w 1785937"/>
                <a:gd name="connsiteY54" fmla="*/ 443899 h 1454501"/>
                <a:gd name="connsiteX55" fmla="*/ 1785938 w 1785937"/>
                <a:gd name="connsiteY55" fmla="*/ 933127 h 1454501"/>
                <a:gd name="connsiteX56" fmla="*/ 1726168 w 1785937"/>
                <a:gd name="connsiteY56" fmla="*/ 1128032 h 1454501"/>
                <a:gd name="connsiteX57" fmla="*/ 1564481 w 1785937"/>
                <a:gd name="connsiteY57" fmla="*/ 1296744 h 1454501"/>
                <a:gd name="connsiteX58" fmla="*/ 1612344 w 1785937"/>
                <a:gd name="connsiteY58" fmla="*/ 1454502 h 1454501"/>
                <a:gd name="connsiteX59" fmla="*/ 1438870 w 1785937"/>
                <a:gd name="connsiteY59" fmla="*/ 1359490 h 1454501"/>
                <a:gd name="connsiteX60" fmla="*/ 1248728 w 1785937"/>
                <a:gd name="connsiteY60" fmla="*/ 1391756 h 1454501"/>
                <a:gd name="connsiteX61" fmla="*/ 977503 w 1785937"/>
                <a:gd name="connsiteY61" fmla="*/ 1330319 h 1454501"/>
                <a:gd name="connsiteX62" fmla="*/ 782598 w 1785937"/>
                <a:gd name="connsiteY62" fmla="*/ 1163275 h 1454501"/>
                <a:gd name="connsiteX63" fmla="*/ 711637 w 1785937"/>
                <a:gd name="connsiteY63" fmla="*/ 933127 h 1454501"/>
                <a:gd name="connsiteX64" fmla="*/ 782598 w 1785937"/>
                <a:gd name="connsiteY64" fmla="*/ 702860 h 1454501"/>
                <a:gd name="connsiteX65" fmla="*/ 977503 w 1785937"/>
                <a:gd name="connsiteY65" fmla="*/ 535815 h 1454501"/>
                <a:gd name="connsiteX66" fmla="*/ 1248728 w 1785937"/>
                <a:gd name="connsiteY66" fmla="*/ 474379 h 1454501"/>
                <a:gd name="connsiteX67" fmla="*/ 1513046 w 1785937"/>
                <a:gd name="connsiteY67" fmla="*/ 535815 h 1454501"/>
                <a:gd name="connsiteX68" fmla="*/ 1711285 w 1785937"/>
                <a:gd name="connsiteY68" fmla="*/ 703455 h 1454501"/>
                <a:gd name="connsiteX69" fmla="*/ 1785818 w 1785937"/>
                <a:gd name="connsiteY69" fmla="*/ 933246 h 145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785937" h="1454501">
                  <a:moveTo>
                    <a:pt x="505778" y="347935"/>
                  </a:moveTo>
                  <a:cubicBezTo>
                    <a:pt x="505778" y="324122"/>
                    <a:pt x="498515" y="304953"/>
                    <a:pt x="483989" y="290427"/>
                  </a:cubicBezTo>
                  <a:cubicBezTo>
                    <a:pt x="468649" y="275527"/>
                    <a:pt x="447848" y="267602"/>
                    <a:pt x="426482" y="268520"/>
                  </a:cubicBezTo>
                  <a:cubicBezTo>
                    <a:pt x="402486" y="268173"/>
                    <a:pt x="379090" y="276027"/>
                    <a:pt x="360164" y="290785"/>
                  </a:cubicBezTo>
                  <a:cubicBezTo>
                    <a:pt x="341779" y="303965"/>
                    <a:pt x="331015" y="325315"/>
                    <a:pt x="331351" y="347935"/>
                  </a:cubicBezTo>
                  <a:cubicBezTo>
                    <a:pt x="331351" y="370557"/>
                    <a:pt x="340876" y="389368"/>
                    <a:pt x="360164" y="404132"/>
                  </a:cubicBezTo>
                  <a:cubicBezTo>
                    <a:pt x="379090" y="418889"/>
                    <a:pt x="402486" y="426744"/>
                    <a:pt x="426482" y="426397"/>
                  </a:cubicBezTo>
                  <a:cubicBezTo>
                    <a:pt x="450294" y="426397"/>
                    <a:pt x="469344" y="419253"/>
                    <a:pt x="483989" y="404966"/>
                  </a:cubicBezTo>
                  <a:cubicBezTo>
                    <a:pt x="498870" y="389815"/>
                    <a:pt x="506766" y="369148"/>
                    <a:pt x="505778" y="347935"/>
                  </a:cubicBezTo>
                  <a:close/>
                  <a:moveTo>
                    <a:pt x="1153716" y="790014"/>
                  </a:moveTo>
                  <a:cubicBezTo>
                    <a:pt x="1153288" y="772863"/>
                    <a:pt x="1145098" y="756834"/>
                    <a:pt x="1131451" y="746437"/>
                  </a:cubicBezTo>
                  <a:cubicBezTo>
                    <a:pt x="1115415" y="733222"/>
                    <a:pt x="1095062" y="726395"/>
                    <a:pt x="1074301" y="727268"/>
                  </a:cubicBezTo>
                  <a:cubicBezTo>
                    <a:pt x="1057848" y="727629"/>
                    <a:pt x="1042266" y="734732"/>
                    <a:pt x="1031200" y="746913"/>
                  </a:cubicBezTo>
                  <a:cubicBezTo>
                    <a:pt x="1019019" y="757978"/>
                    <a:pt x="1011916" y="773561"/>
                    <a:pt x="1011555" y="790014"/>
                  </a:cubicBezTo>
                  <a:cubicBezTo>
                    <a:pt x="1011555" y="806325"/>
                    <a:pt x="1018103" y="820970"/>
                    <a:pt x="1031200" y="834067"/>
                  </a:cubicBezTo>
                  <a:cubicBezTo>
                    <a:pt x="1044297" y="847164"/>
                    <a:pt x="1058585" y="853712"/>
                    <a:pt x="1074301" y="853712"/>
                  </a:cubicBezTo>
                  <a:cubicBezTo>
                    <a:pt x="1095062" y="854585"/>
                    <a:pt x="1115415" y="847759"/>
                    <a:pt x="1131451" y="834543"/>
                  </a:cubicBezTo>
                  <a:cubicBezTo>
                    <a:pt x="1145260" y="823860"/>
                    <a:pt x="1153454" y="807471"/>
                    <a:pt x="1153716" y="790014"/>
                  </a:cubicBezTo>
                  <a:close/>
                  <a:moveTo>
                    <a:pt x="947738" y="347935"/>
                  </a:moveTo>
                  <a:cubicBezTo>
                    <a:pt x="948716" y="326670"/>
                    <a:pt x="941025" y="305919"/>
                    <a:pt x="926425" y="290428"/>
                  </a:cubicBezTo>
                  <a:cubicBezTo>
                    <a:pt x="911266" y="275472"/>
                    <a:pt x="890548" y="267530"/>
                    <a:pt x="869275" y="268520"/>
                  </a:cubicBezTo>
                  <a:cubicBezTo>
                    <a:pt x="845320" y="268200"/>
                    <a:pt x="821970" y="276053"/>
                    <a:pt x="803077" y="290785"/>
                  </a:cubicBezTo>
                  <a:cubicBezTo>
                    <a:pt x="784691" y="303965"/>
                    <a:pt x="773927" y="325315"/>
                    <a:pt x="774263" y="347935"/>
                  </a:cubicBezTo>
                  <a:cubicBezTo>
                    <a:pt x="774263" y="370557"/>
                    <a:pt x="783788" y="389368"/>
                    <a:pt x="803077" y="404132"/>
                  </a:cubicBezTo>
                  <a:cubicBezTo>
                    <a:pt x="821970" y="418864"/>
                    <a:pt x="845320" y="426717"/>
                    <a:pt x="869275" y="426397"/>
                  </a:cubicBezTo>
                  <a:cubicBezTo>
                    <a:pt x="893088" y="426397"/>
                    <a:pt x="912138" y="419253"/>
                    <a:pt x="926425" y="404966"/>
                  </a:cubicBezTo>
                  <a:cubicBezTo>
                    <a:pt x="940713" y="390797"/>
                    <a:pt x="947857" y="371747"/>
                    <a:pt x="947857" y="347935"/>
                  </a:cubicBezTo>
                  <a:close/>
                  <a:moveTo>
                    <a:pt x="1501497" y="790014"/>
                  </a:moveTo>
                  <a:cubicBezTo>
                    <a:pt x="1501497" y="773821"/>
                    <a:pt x="1493996" y="759296"/>
                    <a:pt x="1478875" y="746437"/>
                  </a:cubicBezTo>
                  <a:cubicBezTo>
                    <a:pt x="1462973" y="733399"/>
                    <a:pt x="1442873" y="726587"/>
                    <a:pt x="1422321" y="727268"/>
                  </a:cubicBezTo>
                  <a:cubicBezTo>
                    <a:pt x="1405826" y="727597"/>
                    <a:pt x="1390194" y="734702"/>
                    <a:pt x="1379101" y="746913"/>
                  </a:cubicBezTo>
                  <a:cubicBezTo>
                    <a:pt x="1366919" y="757978"/>
                    <a:pt x="1359817" y="773561"/>
                    <a:pt x="1359456" y="790014"/>
                  </a:cubicBezTo>
                  <a:cubicBezTo>
                    <a:pt x="1359456" y="806325"/>
                    <a:pt x="1366004" y="820970"/>
                    <a:pt x="1379101" y="834067"/>
                  </a:cubicBezTo>
                  <a:cubicBezTo>
                    <a:pt x="1392198" y="847164"/>
                    <a:pt x="1406604" y="853712"/>
                    <a:pt x="1422321" y="853712"/>
                  </a:cubicBezTo>
                  <a:cubicBezTo>
                    <a:pt x="1444943" y="853712"/>
                    <a:pt x="1463874" y="847283"/>
                    <a:pt x="1478994" y="834543"/>
                  </a:cubicBezTo>
                  <a:cubicBezTo>
                    <a:pt x="1492979" y="823967"/>
                    <a:pt x="1501322" y="807545"/>
                    <a:pt x="1501616" y="790014"/>
                  </a:cubicBezTo>
                  <a:close/>
                  <a:moveTo>
                    <a:pt x="1269683" y="443899"/>
                  </a:moveTo>
                  <a:cubicBezTo>
                    <a:pt x="1249419" y="441412"/>
                    <a:pt x="1229018" y="440219"/>
                    <a:pt x="1208604" y="440327"/>
                  </a:cubicBezTo>
                  <a:cubicBezTo>
                    <a:pt x="1110377" y="440327"/>
                    <a:pt x="1020009" y="462711"/>
                    <a:pt x="937498" y="507478"/>
                  </a:cubicBezTo>
                  <a:cubicBezTo>
                    <a:pt x="857591" y="549773"/>
                    <a:pt x="790334" y="612510"/>
                    <a:pt x="742593" y="689287"/>
                  </a:cubicBezTo>
                  <a:cubicBezTo>
                    <a:pt x="670926" y="803681"/>
                    <a:pt x="652298" y="943501"/>
                    <a:pt x="691515" y="1072668"/>
                  </a:cubicBezTo>
                  <a:cubicBezTo>
                    <a:pt x="657301" y="1075599"/>
                    <a:pt x="622917" y="1075997"/>
                    <a:pt x="588645" y="1073859"/>
                  </a:cubicBezTo>
                  <a:cubicBezTo>
                    <a:pt x="572571" y="1072760"/>
                    <a:pt x="556559" y="1070892"/>
                    <a:pt x="540663" y="1068263"/>
                  </a:cubicBezTo>
                  <a:lnTo>
                    <a:pt x="501848" y="1062072"/>
                  </a:lnTo>
                  <a:cubicBezTo>
                    <a:pt x="485907" y="1059415"/>
                    <a:pt x="470028" y="1056398"/>
                    <a:pt x="454223" y="1053023"/>
                  </a:cubicBezTo>
                  <a:lnTo>
                    <a:pt x="410766" y="1043855"/>
                  </a:lnTo>
                  <a:lnTo>
                    <a:pt x="190143" y="1154583"/>
                  </a:lnTo>
                  <a:lnTo>
                    <a:pt x="252889" y="964440"/>
                  </a:lnTo>
                  <a:cubicBezTo>
                    <a:pt x="84296" y="846449"/>
                    <a:pt x="0" y="704051"/>
                    <a:pt x="0" y="537125"/>
                  </a:cubicBezTo>
                  <a:cubicBezTo>
                    <a:pt x="0" y="438898"/>
                    <a:pt x="28337" y="348530"/>
                    <a:pt x="85011" y="265901"/>
                  </a:cubicBezTo>
                  <a:cubicBezTo>
                    <a:pt x="141684" y="183390"/>
                    <a:pt x="218361" y="118382"/>
                    <a:pt x="315278" y="71114"/>
                  </a:cubicBezTo>
                  <a:cubicBezTo>
                    <a:pt x="414028" y="23288"/>
                    <a:pt x="522505" y="-1040"/>
                    <a:pt x="632222" y="34"/>
                  </a:cubicBezTo>
                  <a:cubicBezTo>
                    <a:pt x="734616" y="34"/>
                    <a:pt x="831175" y="19084"/>
                    <a:pt x="922139" y="57541"/>
                  </a:cubicBezTo>
                  <a:cubicBezTo>
                    <a:pt x="1009149" y="93091"/>
                    <a:pt x="1087214" y="147453"/>
                    <a:pt x="1150739" y="216728"/>
                  </a:cubicBezTo>
                  <a:cubicBezTo>
                    <a:pt x="1209994" y="280465"/>
                    <a:pt x="1251105" y="358904"/>
                    <a:pt x="1269802" y="443899"/>
                  </a:cubicBezTo>
                  <a:close/>
                  <a:moveTo>
                    <a:pt x="1785938" y="933127"/>
                  </a:moveTo>
                  <a:cubicBezTo>
                    <a:pt x="1785510" y="1002543"/>
                    <a:pt x="1764729" y="1070310"/>
                    <a:pt x="1726168" y="1128032"/>
                  </a:cubicBezTo>
                  <a:cubicBezTo>
                    <a:pt x="1686401" y="1189945"/>
                    <a:pt x="1632466" y="1246142"/>
                    <a:pt x="1564481" y="1296744"/>
                  </a:cubicBezTo>
                  <a:lnTo>
                    <a:pt x="1612344" y="1454502"/>
                  </a:lnTo>
                  <a:lnTo>
                    <a:pt x="1438870" y="1359490"/>
                  </a:lnTo>
                  <a:cubicBezTo>
                    <a:pt x="1351598" y="1380921"/>
                    <a:pt x="1288256" y="1391756"/>
                    <a:pt x="1248728" y="1391756"/>
                  </a:cubicBezTo>
                  <a:cubicBezTo>
                    <a:pt x="1154761" y="1392749"/>
                    <a:pt x="1061870" y="1371708"/>
                    <a:pt x="977503" y="1330319"/>
                  </a:cubicBezTo>
                  <a:cubicBezTo>
                    <a:pt x="894993" y="1289243"/>
                    <a:pt x="829985" y="1233641"/>
                    <a:pt x="782598" y="1163275"/>
                  </a:cubicBezTo>
                  <a:cubicBezTo>
                    <a:pt x="736081" y="1095565"/>
                    <a:pt x="711325" y="1015276"/>
                    <a:pt x="711637" y="933127"/>
                  </a:cubicBezTo>
                  <a:cubicBezTo>
                    <a:pt x="711637" y="849902"/>
                    <a:pt x="735330" y="773226"/>
                    <a:pt x="782598" y="702860"/>
                  </a:cubicBezTo>
                  <a:cubicBezTo>
                    <a:pt x="829985" y="632613"/>
                    <a:pt x="894993" y="576892"/>
                    <a:pt x="977503" y="535815"/>
                  </a:cubicBezTo>
                  <a:cubicBezTo>
                    <a:pt x="1061868" y="494423"/>
                    <a:pt x="1154761" y="473382"/>
                    <a:pt x="1248728" y="474379"/>
                  </a:cubicBezTo>
                  <a:cubicBezTo>
                    <a:pt x="1342311" y="474379"/>
                    <a:pt x="1430417" y="494858"/>
                    <a:pt x="1513046" y="535815"/>
                  </a:cubicBezTo>
                  <a:cubicBezTo>
                    <a:pt x="1592227" y="574051"/>
                    <a:pt x="1660429" y="631726"/>
                    <a:pt x="1711285" y="703455"/>
                  </a:cubicBezTo>
                  <a:cubicBezTo>
                    <a:pt x="1760934" y="774059"/>
                    <a:pt x="1785818" y="850617"/>
                    <a:pt x="1785818" y="933246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199966" y="1044336"/>
            <a:ext cx="684000" cy="540000"/>
            <a:chOff x="7204533" y="1044336"/>
            <a:chExt cx="684000" cy="540000"/>
          </a:xfrm>
        </p:grpSpPr>
        <p:sp>
          <p:nvSpPr>
            <p:cNvPr id="122" name="文本框 121"/>
            <p:cNvSpPr txBox="1"/>
            <p:nvPr/>
          </p:nvSpPr>
          <p:spPr>
            <a:xfrm>
              <a:off x="7225933" y="1393495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信息流广告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1" name="Rectangle 124+++"/>
            <p:cNvSpPr/>
            <p:nvPr/>
          </p:nvSpPr>
          <p:spPr>
            <a:xfrm>
              <a:off x="7204533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图形 155"/>
            <p:cNvSpPr>
              <a:spLocks noChangeAspect="1"/>
            </p:cNvSpPr>
            <p:nvPr/>
          </p:nvSpPr>
          <p:spPr>
            <a:xfrm>
              <a:off x="7438533" y="1119402"/>
              <a:ext cx="216000" cy="224139"/>
            </a:xfrm>
            <a:custGeom>
              <a:avLst/>
              <a:gdLst>
                <a:gd name="connsiteX0" fmla="*/ 916953 w 1835189"/>
                <a:gd name="connsiteY0" fmla="*/ 0 h 1904332"/>
                <a:gd name="connsiteX1" fmla="*/ 0 w 1835189"/>
                <a:gd name="connsiteY1" fmla="*/ 854233 h 1904332"/>
                <a:gd name="connsiteX2" fmla="*/ 3240 w 1835189"/>
                <a:gd name="connsiteY2" fmla="*/ 926673 h 1904332"/>
                <a:gd name="connsiteX3" fmla="*/ 344163 w 1835189"/>
                <a:gd name="connsiteY3" fmla="*/ 1521041 h 1904332"/>
                <a:gd name="connsiteX4" fmla="*/ 344163 w 1835189"/>
                <a:gd name="connsiteY4" fmla="*/ 1841791 h 1904332"/>
                <a:gd name="connsiteX5" fmla="*/ 399749 w 1835189"/>
                <a:gd name="connsiteY5" fmla="*/ 1904233 h 1904332"/>
                <a:gd name="connsiteX6" fmla="*/ 433719 w 1835189"/>
                <a:gd name="connsiteY6" fmla="*/ 1895831 h 1904332"/>
                <a:gd name="connsiteX7" fmla="*/ 745483 w 1835189"/>
                <a:gd name="connsiteY7" fmla="*/ 1694651 h 1904332"/>
                <a:gd name="connsiteX8" fmla="*/ 917075 w 1835189"/>
                <a:gd name="connsiteY8" fmla="*/ 1709628 h 1904332"/>
                <a:gd name="connsiteX9" fmla="*/ 1830849 w 1835189"/>
                <a:gd name="connsiteY9" fmla="*/ 927773 h 1904332"/>
                <a:gd name="connsiteX10" fmla="*/ 1835189 w 1835189"/>
                <a:gd name="connsiteY10" fmla="*/ 855395 h 1904332"/>
                <a:gd name="connsiteX11" fmla="*/ 917075 w 1835189"/>
                <a:gd name="connsiteY11" fmla="*/ 0 h 1904332"/>
                <a:gd name="connsiteX12" fmla="*/ 457315 w 1835189"/>
                <a:gd name="connsiteY12" fmla="*/ 817433 h 1904332"/>
                <a:gd name="connsiteX13" fmla="*/ 514533 w 1835189"/>
                <a:gd name="connsiteY13" fmla="*/ 756303 h 1904332"/>
                <a:gd name="connsiteX14" fmla="*/ 598648 w 1835189"/>
                <a:gd name="connsiteY14" fmla="*/ 756303 h 1904332"/>
                <a:gd name="connsiteX15" fmla="*/ 654863 w 1835189"/>
                <a:gd name="connsiteY15" fmla="*/ 821981 h 1904332"/>
                <a:gd name="connsiteX16" fmla="*/ 598648 w 1835189"/>
                <a:gd name="connsiteY16" fmla="*/ 878196 h 1904332"/>
                <a:gd name="connsiteX17" fmla="*/ 514533 w 1835189"/>
                <a:gd name="connsiteY17" fmla="*/ 878196 h 1904332"/>
                <a:gd name="connsiteX18" fmla="*/ 457243 w 1835189"/>
                <a:gd name="connsiteY18" fmla="*/ 819228 h 1904332"/>
                <a:gd name="connsiteX19" fmla="*/ 457315 w 1835189"/>
                <a:gd name="connsiteY19" fmla="*/ 817066 h 1904332"/>
                <a:gd name="connsiteX20" fmla="*/ 1203103 w 1835189"/>
                <a:gd name="connsiteY20" fmla="*/ 1160068 h 1904332"/>
                <a:gd name="connsiteX21" fmla="*/ 629947 w 1835189"/>
                <a:gd name="connsiteY21" fmla="*/ 1160068 h 1904332"/>
                <a:gd name="connsiteX22" fmla="*/ 573731 w 1835189"/>
                <a:gd name="connsiteY22" fmla="*/ 1094389 h 1904332"/>
                <a:gd name="connsiteX23" fmla="*/ 629947 w 1835189"/>
                <a:gd name="connsiteY23" fmla="*/ 1038174 h 1904332"/>
                <a:gd name="connsiteX24" fmla="*/ 1203898 w 1835189"/>
                <a:gd name="connsiteY24" fmla="*/ 1038174 h 1904332"/>
                <a:gd name="connsiteX25" fmla="*/ 1261055 w 1835189"/>
                <a:gd name="connsiteY25" fmla="*/ 1099304 h 1904332"/>
                <a:gd name="connsiteX26" fmla="*/ 1202798 w 1835189"/>
                <a:gd name="connsiteY26" fmla="*/ 1160434 h 1904332"/>
                <a:gd name="connsiteX27" fmla="*/ 1318578 w 1835189"/>
                <a:gd name="connsiteY27" fmla="*/ 879541 h 1904332"/>
                <a:gd name="connsiteX28" fmla="*/ 815843 w 1835189"/>
                <a:gd name="connsiteY28" fmla="*/ 879541 h 1904332"/>
                <a:gd name="connsiteX29" fmla="*/ 759628 w 1835189"/>
                <a:gd name="connsiteY29" fmla="*/ 813863 h 1904332"/>
                <a:gd name="connsiteX30" fmla="*/ 815843 w 1835189"/>
                <a:gd name="connsiteY30" fmla="*/ 757648 h 1904332"/>
                <a:gd name="connsiteX31" fmla="*/ 1317478 w 1835189"/>
                <a:gd name="connsiteY31" fmla="*/ 757648 h 1904332"/>
                <a:gd name="connsiteX32" fmla="*/ 1374696 w 1835189"/>
                <a:gd name="connsiteY32" fmla="*/ 818778 h 1904332"/>
                <a:gd name="connsiteX33" fmla="*/ 1319914 w 1835189"/>
                <a:gd name="connsiteY33" fmla="*/ 879851 h 1904332"/>
                <a:gd name="connsiteX34" fmla="*/ 1318578 w 1835189"/>
                <a:gd name="connsiteY34" fmla="*/ 879908 h 190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835189" h="1904332">
                  <a:moveTo>
                    <a:pt x="916953" y="0"/>
                  </a:moveTo>
                  <a:cubicBezTo>
                    <a:pt x="409878" y="0"/>
                    <a:pt x="0" y="382858"/>
                    <a:pt x="0" y="854233"/>
                  </a:cubicBezTo>
                  <a:cubicBezTo>
                    <a:pt x="0" y="878400"/>
                    <a:pt x="1080" y="902546"/>
                    <a:pt x="3240" y="926673"/>
                  </a:cubicBezTo>
                  <a:cubicBezTo>
                    <a:pt x="26863" y="1164366"/>
                    <a:pt x="150917" y="1380642"/>
                    <a:pt x="344163" y="1521041"/>
                  </a:cubicBezTo>
                  <a:lnTo>
                    <a:pt x="344163" y="1841791"/>
                  </a:lnTo>
                  <a:cubicBezTo>
                    <a:pt x="342270" y="1874384"/>
                    <a:pt x="367156" y="1902340"/>
                    <a:pt x="399749" y="1904233"/>
                  </a:cubicBezTo>
                  <a:cubicBezTo>
                    <a:pt x="411660" y="1904925"/>
                    <a:pt x="423503" y="1901995"/>
                    <a:pt x="433719" y="1895831"/>
                  </a:cubicBezTo>
                  <a:lnTo>
                    <a:pt x="745483" y="1694651"/>
                  </a:lnTo>
                  <a:cubicBezTo>
                    <a:pt x="802177" y="1704308"/>
                    <a:pt x="859565" y="1709317"/>
                    <a:pt x="917075" y="1709628"/>
                  </a:cubicBezTo>
                  <a:cubicBezTo>
                    <a:pt x="1397130" y="1709628"/>
                    <a:pt x="1791237" y="1365832"/>
                    <a:pt x="1830849" y="927773"/>
                  </a:cubicBezTo>
                  <a:cubicBezTo>
                    <a:pt x="1832989" y="903688"/>
                    <a:pt x="1835189" y="879541"/>
                    <a:pt x="1835189" y="855395"/>
                  </a:cubicBezTo>
                  <a:cubicBezTo>
                    <a:pt x="1834089" y="382858"/>
                    <a:pt x="1423050" y="0"/>
                    <a:pt x="917075" y="0"/>
                  </a:cubicBezTo>
                  <a:close/>
                  <a:moveTo>
                    <a:pt x="457315" y="817433"/>
                  </a:moveTo>
                  <a:cubicBezTo>
                    <a:pt x="456453" y="784835"/>
                    <a:pt x="481949" y="757596"/>
                    <a:pt x="514533" y="756303"/>
                  </a:cubicBezTo>
                  <a:lnTo>
                    <a:pt x="598648" y="756303"/>
                  </a:lnTo>
                  <a:cubicBezTo>
                    <a:pt x="632308" y="758916"/>
                    <a:pt x="657476" y="788321"/>
                    <a:pt x="654863" y="821981"/>
                  </a:cubicBezTo>
                  <a:cubicBezTo>
                    <a:pt x="652532" y="852009"/>
                    <a:pt x="628676" y="875865"/>
                    <a:pt x="598648" y="878196"/>
                  </a:cubicBezTo>
                  <a:lnTo>
                    <a:pt x="514533" y="878196"/>
                  </a:lnTo>
                  <a:cubicBezTo>
                    <a:pt x="482429" y="877733"/>
                    <a:pt x="456780" y="851332"/>
                    <a:pt x="457243" y="819228"/>
                  </a:cubicBezTo>
                  <a:cubicBezTo>
                    <a:pt x="457254" y="818507"/>
                    <a:pt x="457278" y="817786"/>
                    <a:pt x="457315" y="817066"/>
                  </a:cubicBezTo>
                  <a:close/>
                  <a:moveTo>
                    <a:pt x="1203103" y="1160068"/>
                  </a:moveTo>
                  <a:lnTo>
                    <a:pt x="629947" y="1160068"/>
                  </a:lnTo>
                  <a:cubicBezTo>
                    <a:pt x="596287" y="1157454"/>
                    <a:pt x="571118" y="1128049"/>
                    <a:pt x="573731" y="1094389"/>
                  </a:cubicBezTo>
                  <a:cubicBezTo>
                    <a:pt x="576063" y="1064361"/>
                    <a:pt x="599918" y="1040505"/>
                    <a:pt x="629947" y="1038174"/>
                  </a:cubicBezTo>
                  <a:lnTo>
                    <a:pt x="1203898" y="1038174"/>
                  </a:lnTo>
                  <a:cubicBezTo>
                    <a:pt x="1236488" y="1039434"/>
                    <a:pt x="1261984" y="1066703"/>
                    <a:pt x="1261055" y="1099304"/>
                  </a:cubicBezTo>
                  <a:cubicBezTo>
                    <a:pt x="1261474" y="1132126"/>
                    <a:pt x="1235602" y="1159274"/>
                    <a:pt x="1202798" y="1160434"/>
                  </a:cubicBezTo>
                  <a:close/>
                  <a:moveTo>
                    <a:pt x="1318578" y="879541"/>
                  </a:moveTo>
                  <a:lnTo>
                    <a:pt x="815843" y="879541"/>
                  </a:lnTo>
                  <a:cubicBezTo>
                    <a:pt x="782183" y="876928"/>
                    <a:pt x="757015" y="847523"/>
                    <a:pt x="759628" y="813863"/>
                  </a:cubicBezTo>
                  <a:cubicBezTo>
                    <a:pt x="761959" y="783834"/>
                    <a:pt x="785815" y="759979"/>
                    <a:pt x="815843" y="757648"/>
                  </a:cubicBezTo>
                  <a:lnTo>
                    <a:pt x="1317478" y="757648"/>
                  </a:lnTo>
                  <a:cubicBezTo>
                    <a:pt x="1350077" y="758908"/>
                    <a:pt x="1375591" y="786167"/>
                    <a:pt x="1374696" y="818778"/>
                  </a:cubicBezTo>
                  <a:cubicBezTo>
                    <a:pt x="1376433" y="850770"/>
                    <a:pt x="1351907" y="878113"/>
                    <a:pt x="1319914" y="879851"/>
                  </a:cubicBezTo>
                  <a:cubicBezTo>
                    <a:pt x="1319469" y="879875"/>
                    <a:pt x="1319024" y="879894"/>
                    <a:pt x="1318578" y="879908"/>
                  </a:cubicBezTo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941429" y="1044336"/>
            <a:ext cx="684000" cy="540000"/>
            <a:chOff x="7961237" y="1044336"/>
            <a:chExt cx="684000" cy="540000"/>
          </a:xfrm>
        </p:grpSpPr>
        <p:sp>
          <p:nvSpPr>
            <p:cNvPr id="123" name="文本框 122"/>
            <p:cNvSpPr txBox="1"/>
            <p:nvPr/>
          </p:nvSpPr>
          <p:spPr>
            <a:xfrm>
              <a:off x="8046757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合作伙伴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Rectangle 124+"/>
            <p:cNvSpPr/>
            <p:nvPr/>
          </p:nvSpPr>
          <p:spPr>
            <a:xfrm>
              <a:off x="7961237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1" name="图形 159"/>
            <p:cNvSpPr>
              <a:spLocks noChangeAspect="1"/>
            </p:cNvSpPr>
            <p:nvPr/>
          </p:nvSpPr>
          <p:spPr>
            <a:xfrm>
              <a:off x="8177237" y="1147720"/>
              <a:ext cx="252000" cy="193092"/>
            </a:xfrm>
            <a:custGeom>
              <a:avLst/>
              <a:gdLst>
                <a:gd name="connsiteX0" fmla="*/ 383046 w 1488467"/>
                <a:gd name="connsiteY0" fmla="*/ 246492 h 1140521"/>
                <a:gd name="connsiteX1" fmla="*/ 642007 w 1488467"/>
                <a:gd name="connsiteY1" fmla="*/ 51341 h 1140521"/>
                <a:gd name="connsiteX2" fmla="*/ 888876 w 1488467"/>
                <a:gd name="connsiteY2" fmla="*/ 16738 h 1140521"/>
                <a:gd name="connsiteX3" fmla="*/ 1300758 w 1488467"/>
                <a:gd name="connsiteY3" fmla="*/ 172822 h 1140521"/>
                <a:gd name="connsiteX4" fmla="*/ 1384102 w 1488467"/>
                <a:gd name="connsiteY4" fmla="*/ 187891 h 1140521"/>
                <a:gd name="connsiteX5" fmla="*/ 1452190 w 1488467"/>
                <a:gd name="connsiteY5" fmla="*/ 187891 h 1140521"/>
                <a:gd name="connsiteX6" fmla="*/ 1488467 w 1488467"/>
                <a:gd name="connsiteY6" fmla="*/ 222493 h 1140521"/>
                <a:gd name="connsiteX7" fmla="*/ 1488467 w 1488467"/>
                <a:gd name="connsiteY7" fmla="*/ 724044 h 1140521"/>
                <a:gd name="connsiteX8" fmla="*/ 1452190 w 1488467"/>
                <a:gd name="connsiteY8" fmla="*/ 760135 h 1140521"/>
                <a:gd name="connsiteX9" fmla="*/ 1362894 w 1488467"/>
                <a:gd name="connsiteY9" fmla="*/ 760135 h 1140521"/>
                <a:gd name="connsiteX10" fmla="*/ 1328105 w 1488467"/>
                <a:gd name="connsiteY10" fmla="*/ 772227 h 1140521"/>
                <a:gd name="connsiteX11" fmla="*/ 1308385 w 1488467"/>
                <a:gd name="connsiteY11" fmla="*/ 788784 h 1140521"/>
                <a:gd name="connsiteX12" fmla="*/ 1291642 w 1488467"/>
                <a:gd name="connsiteY12" fmla="*/ 787296 h 1140521"/>
                <a:gd name="connsiteX13" fmla="*/ 811671 w 1488467"/>
                <a:gd name="connsiteY13" fmla="*/ 207610 h 1140521"/>
                <a:gd name="connsiteX14" fmla="*/ 761628 w 1488467"/>
                <a:gd name="connsiteY14" fmla="*/ 198681 h 1140521"/>
                <a:gd name="connsiteX15" fmla="*/ 542106 w 1488467"/>
                <a:gd name="connsiteY15" fmla="*/ 320348 h 1140521"/>
                <a:gd name="connsiteX16" fmla="*/ 398301 w 1488467"/>
                <a:gd name="connsiteY16" fmla="*/ 327789 h 1140521"/>
                <a:gd name="connsiteX17" fmla="*/ 372628 w 1488467"/>
                <a:gd name="connsiteY17" fmla="*/ 263235 h 1140521"/>
                <a:gd name="connsiteX18" fmla="*/ 383046 w 1488467"/>
                <a:gd name="connsiteY18" fmla="*/ 246492 h 1140521"/>
                <a:gd name="connsiteX19" fmla="*/ 43904 w 1488467"/>
                <a:gd name="connsiteY19" fmla="*/ 758646 h 1140521"/>
                <a:gd name="connsiteX20" fmla="*/ 121109 w 1488467"/>
                <a:gd name="connsiteY20" fmla="*/ 758646 h 1140521"/>
                <a:gd name="connsiteX21" fmla="*/ 175617 w 1488467"/>
                <a:gd name="connsiteY21" fmla="*/ 692604 h 1140521"/>
                <a:gd name="connsiteX22" fmla="*/ 370954 w 1488467"/>
                <a:gd name="connsiteY22" fmla="*/ 674558 h 1140521"/>
                <a:gd name="connsiteX23" fmla="*/ 416347 w 1488467"/>
                <a:gd name="connsiteY23" fmla="*/ 743578 h 1140521"/>
                <a:gd name="connsiteX24" fmla="*/ 513271 w 1488467"/>
                <a:gd name="connsiteY24" fmla="*/ 838269 h 1140521"/>
                <a:gd name="connsiteX25" fmla="*/ 593452 w 1488467"/>
                <a:gd name="connsiteY25" fmla="*/ 901335 h 1140521"/>
                <a:gd name="connsiteX26" fmla="*/ 670657 w 1488467"/>
                <a:gd name="connsiteY26" fmla="*/ 940403 h 1140521"/>
                <a:gd name="connsiteX27" fmla="*/ 690377 w 1488467"/>
                <a:gd name="connsiteY27" fmla="*/ 1111555 h 1140521"/>
                <a:gd name="connsiteX28" fmla="*/ 682749 w 1488467"/>
                <a:gd name="connsiteY28" fmla="*/ 1125136 h 1140521"/>
                <a:gd name="connsiteX29" fmla="*/ 682749 w 1488467"/>
                <a:gd name="connsiteY29" fmla="*/ 1126624 h 1140521"/>
                <a:gd name="connsiteX30" fmla="*/ 793254 w 1488467"/>
                <a:gd name="connsiteY30" fmla="*/ 1107090 h 1140521"/>
                <a:gd name="connsiteX31" fmla="*/ 805346 w 1488467"/>
                <a:gd name="connsiteY31" fmla="*/ 1047001 h 1140521"/>
                <a:gd name="connsiteX32" fmla="*/ 805346 w 1488467"/>
                <a:gd name="connsiteY32" fmla="*/ 1045513 h 1140521"/>
                <a:gd name="connsiteX33" fmla="*/ 806835 w 1488467"/>
                <a:gd name="connsiteY33" fmla="*/ 1045513 h 1140521"/>
                <a:gd name="connsiteX34" fmla="*/ 812974 w 1488467"/>
                <a:gd name="connsiteY34" fmla="*/ 1051466 h 1140521"/>
                <a:gd name="connsiteX35" fmla="*/ 915851 w 1488467"/>
                <a:gd name="connsiteY35" fmla="*/ 1061884 h 1140521"/>
                <a:gd name="connsiteX36" fmla="*/ 947663 w 1488467"/>
                <a:gd name="connsiteY36" fmla="*/ 982261 h 1140521"/>
                <a:gd name="connsiteX37" fmla="*/ 947663 w 1488467"/>
                <a:gd name="connsiteY37" fmla="*/ 980772 h 1140521"/>
                <a:gd name="connsiteX38" fmla="*/ 949151 w 1488467"/>
                <a:gd name="connsiteY38" fmla="*/ 980772 h 1140521"/>
                <a:gd name="connsiteX39" fmla="*/ 955291 w 1488467"/>
                <a:gd name="connsiteY39" fmla="*/ 986726 h 1140521"/>
                <a:gd name="connsiteX40" fmla="*/ 1058168 w 1488467"/>
                <a:gd name="connsiteY40" fmla="*/ 997143 h 1140521"/>
                <a:gd name="connsiteX41" fmla="*/ 1091468 w 1488467"/>
                <a:gd name="connsiteY41" fmla="*/ 917520 h 1140521"/>
                <a:gd name="connsiteX42" fmla="*/ 1091468 w 1488467"/>
                <a:gd name="connsiteY42" fmla="*/ 916218 h 1140521"/>
                <a:gd name="connsiteX43" fmla="*/ 1092957 w 1488467"/>
                <a:gd name="connsiteY43" fmla="*/ 916218 h 1140521"/>
                <a:gd name="connsiteX44" fmla="*/ 1099096 w 1488467"/>
                <a:gd name="connsiteY44" fmla="*/ 922171 h 1140521"/>
                <a:gd name="connsiteX45" fmla="*/ 1196020 w 1488467"/>
                <a:gd name="connsiteY45" fmla="*/ 934264 h 1140521"/>
                <a:gd name="connsiteX46" fmla="*/ 1223367 w 1488467"/>
                <a:gd name="connsiteY46" fmla="*/ 826177 h 1140521"/>
                <a:gd name="connsiteX47" fmla="*/ 1214252 w 1488467"/>
                <a:gd name="connsiteY47" fmla="*/ 814085 h 1140521"/>
                <a:gd name="connsiteX48" fmla="*/ 1165882 w 1488467"/>
                <a:gd name="connsiteY48" fmla="*/ 755484 h 1140521"/>
                <a:gd name="connsiteX49" fmla="*/ 773720 w 1488467"/>
                <a:gd name="connsiteY49" fmla="*/ 282582 h 1140521"/>
                <a:gd name="connsiteX50" fmla="*/ 756977 w 1488467"/>
                <a:gd name="connsiteY50" fmla="*/ 279606 h 1140521"/>
                <a:gd name="connsiteX51" fmla="*/ 569268 w 1488467"/>
                <a:gd name="connsiteY51" fmla="*/ 383227 h 1140521"/>
                <a:gd name="connsiteX52" fmla="*/ 372442 w 1488467"/>
                <a:gd name="connsiteY52" fmla="*/ 398296 h 1140521"/>
                <a:gd name="connsiteX53" fmla="*/ 295238 w 1488467"/>
                <a:gd name="connsiteY53" fmla="*/ 323138 h 1140521"/>
                <a:gd name="connsiteX54" fmla="*/ 308818 w 1488467"/>
                <a:gd name="connsiteY54" fmla="*/ 216540 h 1140521"/>
                <a:gd name="connsiteX55" fmla="*/ 301191 w 1488467"/>
                <a:gd name="connsiteY55" fmla="*/ 192541 h 1140521"/>
                <a:gd name="connsiteX56" fmla="*/ 292075 w 1488467"/>
                <a:gd name="connsiteY56" fmla="*/ 191053 h 1140521"/>
                <a:gd name="connsiteX57" fmla="*/ 36277 w 1488467"/>
                <a:gd name="connsiteY57" fmla="*/ 191053 h 1140521"/>
                <a:gd name="connsiteX58" fmla="*/ 0 w 1488467"/>
                <a:gd name="connsiteY58" fmla="*/ 225656 h 1140521"/>
                <a:gd name="connsiteX59" fmla="*/ 0 w 1488467"/>
                <a:gd name="connsiteY59" fmla="*/ 725718 h 1140521"/>
                <a:gd name="connsiteX60" fmla="*/ 43904 w 1488467"/>
                <a:gd name="connsiteY60" fmla="*/ 758646 h 1140521"/>
                <a:gd name="connsiteX61" fmla="*/ 316446 w 1488467"/>
                <a:gd name="connsiteY61" fmla="*/ 722556 h 1140521"/>
                <a:gd name="connsiteX62" fmla="*/ 228637 w 1488467"/>
                <a:gd name="connsiteY62" fmla="*/ 740601 h 1140521"/>
                <a:gd name="connsiteX63" fmla="*/ 175617 w 1488467"/>
                <a:gd name="connsiteY63" fmla="*/ 805155 h 1140521"/>
                <a:gd name="connsiteX64" fmla="*/ 184733 w 1488467"/>
                <a:gd name="connsiteY64" fmla="*/ 898173 h 1140521"/>
                <a:gd name="connsiteX65" fmla="*/ 186221 w 1488467"/>
                <a:gd name="connsiteY65" fmla="*/ 898173 h 1140521"/>
                <a:gd name="connsiteX66" fmla="*/ 193849 w 1488467"/>
                <a:gd name="connsiteY66" fmla="*/ 904126 h 1140521"/>
                <a:gd name="connsiteX67" fmla="*/ 268077 w 1488467"/>
                <a:gd name="connsiteY67" fmla="*/ 910079 h 1140521"/>
                <a:gd name="connsiteX68" fmla="*/ 272542 w 1488467"/>
                <a:gd name="connsiteY68" fmla="*/ 911567 h 1140521"/>
                <a:gd name="connsiteX69" fmla="*/ 272542 w 1488467"/>
                <a:gd name="connsiteY69" fmla="*/ 914544 h 1140521"/>
                <a:gd name="connsiteX70" fmla="*/ 296726 w 1488467"/>
                <a:gd name="connsiteY70" fmla="*/ 979098 h 1140521"/>
                <a:gd name="connsiteX71" fmla="*/ 302865 w 1488467"/>
                <a:gd name="connsiteY71" fmla="*/ 983563 h 1140521"/>
                <a:gd name="connsiteX72" fmla="*/ 375605 w 1488467"/>
                <a:gd name="connsiteY72" fmla="*/ 991004 h 1140521"/>
                <a:gd name="connsiteX73" fmla="*/ 380070 w 1488467"/>
                <a:gd name="connsiteY73" fmla="*/ 992493 h 1140521"/>
                <a:gd name="connsiteX74" fmla="*/ 380070 w 1488467"/>
                <a:gd name="connsiteY74" fmla="*/ 993981 h 1140521"/>
                <a:gd name="connsiteX75" fmla="*/ 405743 w 1488467"/>
                <a:gd name="connsiteY75" fmla="*/ 1054070 h 1140521"/>
                <a:gd name="connsiteX76" fmla="*/ 410208 w 1488467"/>
                <a:gd name="connsiteY76" fmla="*/ 1057047 h 1140521"/>
                <a:gd name="connsiteX77" fmla="*/ 482947 w 1488467"/>
                <a:gd name="connsiteY77" fmla="*/ 1063000 h 1140521"/>
                <a:gd name="connsiteX78" fmla="*/ 487412 w 1488467"/>
                <a:gd name="connsiteY78" fmla="*/ 1064488 h 1140521"/>
                <a:gd name="connsiteX79" fmla="*/ 487412 w 1488467"/>
                <a:gd name="connsiteY79" fmla="*/ 1065976 h 1140521"/>
                <a:gd name="connsiteX80" fmla="*/ 513085 w 1488467"/>
                <a:gd name="connsiteY80" fmla="*/ 1108020 h 1140521"/>
                <a:gd name="connsiteX81" fmla="*/ 516062 w 1488467"/>
                <a:gd name="connsiteY81" fmla="*/ 1109509 h 1140521"/>
                <a:gd name="connsiteX82" fmla="*/ 611498 w 1488467"/>
                <a:gd name="connsiteY82" fmla="*/ 1097416 h 1140521"/>
                <a:gd name="connsiteX83" fmla="*/ 617637 w 1488467"/>
                <a:gd name="connsiteY83" fmla="*/ 1089975 h 1140521"/>
                <a:gd name="connsiteX84" fmla="*/ 626752 w 1488467"/>
                <a:gd name="connsiteY84" fmla="*/ 1073418 h 1140521"/>
                <a:gd name="connsiteX85" fmla="*/ 614660 w 1488467"/>
                <a:gd name="connsiteY85" fmla="*/ 987842 h 1140521"/>
                <a:gd name="connsiteX86" fmla="*/ 540432 w 1488467"/>
                <a:gd name="connsiteY86" fmla="*/ 975749 h 1140521"/>
                <a:gd name="connsiteX87" fmla="*/ 537456 w 1488467"/>
                <a:gd name="connsiteY87" fmla="*/ 974261 h 1140521"/>
                <a:gd name="connsiteX88" fmla="*/ 537456 w 1488467"/>
                <a:gd name="connsiteY88" fmla="*/ 972773 h 1140521"/>
                <a:gd name="connsiteX89" fmla="*/ 473832 w 1488467"/>
                <a:gd name="connsiteY89" fmla="*/ 902266 h 1140521"/>
                <a:gd name="connsiteX90" fmla="*/ 446484 w 1488467"/>
                <a:gd name="connsiteY90" fmla="*/ 906730 h 1140521"/>
                <a:gd name="connsiteX91" fmla="*/ 438857 w 1488467"/>
                <a:gd name="connsiteY91" fmla="*/ 899289 h 1140521"/>
                <a:gd name="connsiteX92" fmla="*/ 402580 w 1488467"/>
                <a:gd name="connsiteY92" fmla="*/ 812224 h 1140521"/>
                <a:gd name="connsiteX93" fmla="*/ 345095 w 1488467"/>
                <a:gd name="connsiteY93" fmla="*/ 815201 h 1140521"/>
                <a:gd name="connsiteX94" fmla="*/ 338956 w 1488467"/>
                <a:gd name="connsiteY94" fmla="*/ 809248 h 1140521"/>
                <a:gd name="connsiteX95" fmla="*/ 316446 w 1488467"/>
                <a:gd name="connsiteY95" fmla="*/ 722556 h 1140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488467" h="1140521">
                  <a:moveTo>
                    <a:pt x="383046" y="246492"/>
                  </a:moveTo>
                  <a:lnTo>
                    <a:pt x="642007" y="51341"/>
                  </a:lnTo>
                  <a:cubicBezTo>
                    <a:pt x="713073" y="-1121"/>
                    <a:pt x="807021" y="-14702"/>
                    <a:pt x="888876" y="16738"/>
                  </a:cubicBezTo>
                  <a:lnTo>
                    <a:pt x="1300758" y="172822"/>
                  </a:lnTo>
                  <a:cubicBezTo>
                    <a:pt x="1328105" y="183426"/>
                    <a:pt x="1356754" y="187891"/>
                    <a:pt x="1384102" y="187891"/>
                  </a:cubicBezTo>
                  <a:lnTo>
                    <a:pt x="1452190" y="187891"/>
                  </a:lnTo>
                  <a:cubicBezTo>
                    <a:pt x="1471910" y="187891"/>
                    <a:pt x="1488467" y="202959"/>
                    <a:pt x="1488467" y="222493"/>
                  </a:cubicBezTo>
                  <a:lnTo>
                    <a:pt x="1488467" y="724044"/>
                  </a:lnTo>
                  <a:cubicBezTo>
                    <a:pt x="1488467" y="743578"/>
                    <a:pt x="1471724" y="760135"/>
                    <a:pt x="1452190" y="760135"/>
                  </a:cubicBezTo>
                  <a:lnTo>
                    <a:pt x="1362894" y="760135"/>
                  </a:lnTo>
                  <a:cubicBezTo>
                    <a:pt x="1350801" y="760135"/>
                    <a:pt x="1337221" y="764600"/>
                    <a:pt x="1328105" y="772227"/>
                  </a:cubicBezTo>
                  <a:lnTo>
                    <a:pt x="1308385" y="788784"/>
                  </a:lnTo>
                  <a:cubicBezTo>
                    <a:pt x="1303921" y="793249"/>
                    <a:pt x="1296293" y="791761"/>
                    <a:pt x="1291642" y="787296"/>
                  </a:cubicBezTo>
                  <a:lnTo>
                    <a:pt x="811671" y="207610"/>
                  </a:lnTo>
                  <a:cubicBezTo>
                    <a:pt x="799579" y="192541"/>
                    <a:pt x="778371" y="189565"/>
                    <a:pt x="761628" y="198681"/>
                  </a:cubicBezTo>
                  <a:lnTo>
                    <a:pt x="542106" y="320348"/>
                  </a:lnTo>
                  <a:cubicBezTo>
                    <a:pt x="498202" y="344346"/>
                    <a:pt x="445182" y="347323"/>
                    <a:pt x="398301" y="327789"/>
                  </a:cubicBezTo>
                  <a:cubicBezTo>
                    <a:pt x="374117" y="317185"/>
                    <a:pt x="362024" y="288722"/>
                    <a:pt x="372628" y="263235"/>
                  </a:cubicBezTo>
                  <a:cubicBezTo>
                    <a:pt x="372442" y="257096"/>
                    <a:pt x="376907" y="251142"/>
                    <a:pt x="383046" y="246492"/>
                  </a:cubicBezTo>
                  <a:close/>
                  <a:moveTo>
                    <a:pt x="43904" y="758646"/>
                  </a:moveTo>
                  <a:lnTo>
                    <a:pt x="121109" y="758646"/>
                  </a:lnTo>
                  <a:lnTo>
                    <a:pt x="175617" y="692604"/>
                  </a:lnTo>
                  <a:cubicBezTo>
                    <a:pt x="223986" y="634003"/>
                    <a:pt x="311795" y="626561"/>
                    <a:pt x="370954" y="674558"/>
                  </a:cubicBezTo>
                  <a:cubicBezTo>
                    <a:pt x="392162" y="692604"/>
                    <a:pt x="408719" y="716602"/>
                    <a:pt x="416347" y="743578"/>
                  </a:cubicBezTo>
                  <a:cubicBezTo>
                    <a:pt x="463228" y="755670"/>
                    <a:pt x="499690" y="791575"/>
                    <a:pt x="513271" y="838269"/>
                  </a:cubicBezTo>
                  <a:cubicBezTo>
                    <a:pt x="546571" y="848687"/>
                    <a:pt x="576895" y="869895"/>
                    <a:pt x="593452" y="901335"/>
                  </a:cubicBezTo>
                  <a:cubicBezTo>
                    <a:pt x="622288" y="905800"/>
                    <a:pt x="649449" y="919381"/>
                    <a:pt x="670657" y="940403"/>
                  </a:cubicBezTo>
                  <a:cubicBezTo>
                    <a:pt x="714561" y="986912"/>
                    <a:pt x="723677" y="1056117"/>
                    <a:pt x="690377" y="1111555"/>
                  </a:cubicBezTo>
                  <a:lnTo>
                    <a:pt x="682749" y="1125136"/>
                  </a:lnTo>
                  <a:lnTo>
                    <a:pt x="682749" y="1126624"/>
                  </a:lnTo>
                  <a:cubicBezTo>
                    <a:pt x="719026" y="1150622"/>
                    <a:pt x="767581" y="1143181"/>
                    <a:pt x="793254" y="1107090"/>
                  </a:cubicBezTo>
                  <a:cubicBezTo>
                    <a:pt x="805346" y="1089045"/>
                    <a:pt x="809997" y="1068023"/>
                    <a:pt x="805346" y="1047001"/>
                  </a:cubicBezTo>
                  <a:lnTo>
                    <a:pt x="805346" y="1045513"/>
                  </a:lnTo>
                  <a:lnTo>
                    <a:pt x="806835" y="1045513"/>
                  </a:lnTo>
                  <a:lnTo>
                    <a:pt x="812974" y="1051466"/>
                  </a:lnTo>
                  <a:cubicBezTo>
                    <a:pt x="840321" y="1078441"/>
                    <a:pt x="884225" y="1083092"/>
                    <a:pt x="915851" y="1061884"/>
                  </a:cubicBezTo>
                  <a:cubicBezTo>
                    <a:pt x="941524" y="1043838"/>
                    <a:pt x="953616" y="1012398"/>
                    <a:pt x="947663" y="982261"/>
                  </a:cubicBezTo>
                  <a:lnTo>
                    <a:pt x="947663" y="980772"/>
                  </a:lnTo>
                  <a:lnTo>
                    <a:pt x="949151" y="980772"/>
                  </a:lnTo>
                  <a:lnTo>
                    <a:pt x="955291" y="986726"/>
                  </a:lnTo>
                  <a:cubicBezTo>
                    <a:pt x="982452" y="1013701"/>
                    <a:pt x="1024868" y="1018165"/>
                    <a:pt x="1058168" y="997143"/>
                  </a:cubicBezTo>
                  <a:cubicBezTo>
                    <a:pt x="1083841" y="979098"/>
                    <a:pt x="1097607" y="947658"/>
                    <a:pt x="1091468" y="917520"/>
                  </a:cubicBezTo>
                  <a:lnTo>
                    <a:pt x="1091468" y="916218"/>
                  </a:lnTo>
                  <a:lnTo>
                    <a:pt x="1092957" y="916218"/>
                  </a:lnTo>
                  <a:lnTo>
                    <a:pt x="1099096" y="922171"/>
                  </a:lnTo>
                  <a:cubicBezTo>
                    <a:pt x="1124769" y="947658"/>
                    <a:pt x="1165696" y="952123"/>
                    <a:pt x="1196020" y="934264"/>
                  </a:cubicBezTo>
                  <a:cubicBezTo>
                    <a:pt x="1233785" y="911753"/>
                    <a:pt x="1246064" y="863756"/>
                    <a:pt x="1223367" y="826177"/>
                  </a:cubicBezTo>
                  <a:cubicBezTo>
                    <a:pt x="1220391" y="821712"/>
                    <a:pt x="1217228" y="817247"/>
                    <a:pt x="1214252" y="814085"/>
                  </a:cubicBezTo>
                  <a:lnTo>
                    <a:pt x="1165882" y="755484"/>
                  </a:lnTo>
                  <a:lnTo>
                    <a:pt x="773720" y="282582"/>
                  </a:lnTo>
                  <a:cubicBezTo>
                    <a:pt x="769255" y="278118"/>
                    <a:pt x="763116" y="276629"/>
                    <a:pt x="756977" y="279606"/>
                  </a:cubicBezTo>
                  <a:lnTo>
                    <a:pt x="569268" y="383227"/>
                  </a:lnTo>
                  <a:cubicBezTo>
                    <a:pt x="508620" y="416342"/>
                    <a:pt x="437555" y="422295"/>
                    <a:pt x="372442" y="398296"/>
                  </a:cubicBezTo>
                  <a:cubicBezTo>
                    <a:pt x="336166" y="386204"/>
                    <a:pt x="308818" y="357741"/>
                    <a:pt x="295238" y="323138"/>
                  </a:cubicBezTo>
                  <a:cubicBezTo>
                    <a:pt x="284634" y="287047"/>
                    <a:pt x="289099" y="247980"/>
                    <a:pt x="308818" y="216540"/>
                  </a:cubicBezTo>
                  <a:cubicBezTo>
                    <a:pt x="313283" y="207610"/>
                    <a:pt x="310307" y="197006"/>
                    <a:pt x="301191" y="192541"/>
                  </a:cubicBezTo>
                  <a:cubicBezTo>
                    <a:pt x="298214" y="191053"/>
                    <a:pt x="295052" y="191053"/>
                    <a:pt x="292075" y="191053"/>
                  </a:cubicBezTo>
                  <a:lnTo>
                    <a:pt x="36277" y="191053"/>
                  </a:lnTo>
                  <a:cubicBezTo>
                    <a:pt x="16557" y="191053"/>
                    <a:pt x="0" y="206122"/>
                    <a:pt x="0" y="225656"/>
                  </a:cubicBezTo>
                  <a:lnTo>
                    <a:pt x="0" y="725718"/>
                  </a:lnTo>
                  <a:cubicBezTo>
                    <a:pt x="7627" y="743578"/>
                    <a:pt x="24185" y="758646"/>
                    <a:pt x="43904" y="758646"/>
                  </a:cubicBezTo>
                  <a:close/>
                  <a:moveTo>
                    <a:pt x="316446" y="722556"/>
                  </a:moveTo>
                  <a:cubicBezTo>
                    <a:pt x="286122" y="705998"/>
                    <a:pt x="249845" y="713626"/>
                    <a:pt x="228637" y="740601"/>
                  </a:cubicBezTo>
                  <a:lnTo>
                    <a:pt x="175617" y="805155"/>
                  </a:lnTo>
                  <a:cubicBezTo>
                    <a:pt x="152921" y="833619"/>
                    <a:pt x="155897" y="875663"/>
                    <a:pt x="184733" y="898173"/>
                  </a:cubicBezTo>
                  <a:lnTo>
                    <a:pt x="186221" y="898173"/>
                  </a:lnTo>
                  <a:lnTo>
                    <a:pt x="193849" y="904126"/>
                  </a:lnTo>
                  <a:cubicBezTo>
                    <a:pt x="215057" y="920683"/>
                    <a:pt x="245380" y="922171"/>
                    <a:pt x="268077" y="910079"/>
                  </a:cubicBezTo>
                  <a:cubicBezTo>
                    <a:pt x="269565" y="908591"/>
                    <a:pt x="271053" y="910079"/>
                    <a:pt x="272542" y="911567"/>
                  </a:cubicBezTo>
                  <a:lnTo>
                    <a:pt x="272542" y="914544"/>
                  </a:lnTo>
                  <a:cubicBezTo>
                    <a:pt x="268077" y="938542"/>
                    <a:pt x="277006" y="964029"/>
                    <a:pt x="296726" y="979098"/>
                  </a:cubicBezTo>
                  <a:lnTo>
                    <a:pt x="302865" y="983563"/>
                  </a:lnTo>
                  <a:cubicBezTo>
                    <a:pt x="324073" y="1000120"/>
                    <a:pt x="351234" y="1001608"/>
                    <a:pt x="375605" y="991004"/>
                  </a:cubicBezTo>
                  <a:cubicBezTo>
                    <a:pt x="377093" y="989516"/>
                    <a:pt x="380070" y="991004"/>
                    <a:pt x="380070" y="992493"/>
                  </a:cubicBezTo>
                  <a:lnTo>
                    <a:pt x="380070" y="993981"/>
                  </a:lnTo>
                  <a:cubicBezTo>
                    <a:pt x="377093" y="1016491"/>
                    <a:pt x="387697" y="1039001"/>
                    <a:pt x="405743" y="1054070"/>
                  </a:cubicBezTo>
                  <a:lnTo>
                    <a:pt x="410208" y="1057047"/>
                  </a:lnTo>
                  <a:cubicBezTo>
                    <a:pt x="431416" y="1073604"/>
                    <a:pt x="458577" y="1076581"/>
                    <a:pt x="482947" y="1063000"/>
                  </a:cubicBezTo>
                  <a:cubicBezTo>
                    <a:pt x="484436" y="1061512"/>
                    <a:pt x="487412" y="1063000"/>
                    <a:pt x="487412" y="1064488"/>
                  </a:cubicBezTo>
                  <a:lnTo>
                    <a:pt x="487412" y="1065976"/>
                  </a:lnTo>
                  <a:cubicBezTo>
                    <a:pt x="490389" y="1082534"/>
                    <a:pt x="499504" y="1097602"/>
                    <a:pt x="513085" y="1108020"/>
                  </a:cubicBezTo>
                  <a:lnTo>
                    <a:pt x="516062" y="1109509"/>
                  </a:lnTo>
                  <a:cubicBezTo>
                    <a:pt x="546385" y="1132019"/>
                    <a:pt x="588801" y="1127554"/>
                    <a:pt x="611498" y="1097416"/>
                  </a:cubicBezTo>
                  <a:cubicBezTo>
                    <a:pt x="612986" y="1094440"/>
                    <a:pt x="615962" y="1091463"/>
                    <a:pt x="617637" y="1089975"/>
                  </a:cubicBezTo>
                  <a:lnTo>
                    <a:pt x="626752" y="1073418"/>
                  </a:lnTo>
                  <a:cubicBezTo>
                    <a:pt x="643496" y="1044955"/>
                    <a:pt x="638845" y="1010352"/>
                    <a:pt x="614660" y="987842"/>
                  </a:cubicBezTo>
                  <a:cubicBezTo>
                    <a:pt x="594940" y="969796"/>
                    <a:pt x="566291" y="965331"/>
                    <a:pt x="540432" y="975749"/>
                  </a:cubicBezTo>
                  <a:cubicBezTo>
                    <a:pt x="538944" y="975749"/>
                    <a:pt x="538944" y="975749"/>
                    <a:pt x="537456" y="974261"/>
                  </a:cubicBezTo>
                  <a:lnTo>
                    <a:pt x="537456" y="972773"/>
                  </a:lnTo>
                  <a:cubicBezTo>
                    <a:pt x="538944" y="936682"/>
                    <a:pt x="510108" y="905242"/>
                    <a:pt x="473832" y="902266"/>
                  </a:cubicBezTo>
                  <a:cubicBezTo>
                    <a:pt x="464716" y="902266"/>
                    <a:pt x="455600" y="903754"/>
                    <a:pt x="446484" y="906730"/>
                  </a:cubicBezTo>
                  <a:cubicBezTo>
                    <a:pt x="435880" y="908219"/>
                    <a:pt x="438857" y="899289"/>
                    <a:pt x="438857" y="899289"/>
                  </a:cubicBezTo>
                  <a:cubicBezTo>
                    <a:pt x="452438" y="864686"/>
                    <a:pt x="437369" y="827293"/>
                    <a:pt x="402580" y="812224"/>
                  </a:cubicBezTo>
                  <a:cubicBezTo>
                    <a:pt x="384349" y="804783"/>
                    <a:pt x="361652" y="806271"/>
                    <a:pt x="345095" y="815201"/>
                  </a:cubicBezTo>
                  <a:cubicBezTo>
                    <a:pt x="337468" y="816689"/>
                    <a:pt x="338956" y="809248"/>
                    <a:pt x="338956" y="809248"/>
                  </a:cubicBezTo>
                  <a:cubicBezTo>
                    <a:pt x="358862" y="781157"/>
                    <a:pt x="348258" y="740601"/>
                    <a:pt x="316446" y="722556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682892" y="1044336"/>
            <a:ext cx="684000" cy="540000"/>
            <a:chOff x="8682892" y="1044336"/>
            <a:chExt cx="684000" cy="540000"/>
          </a:xfrm>
        </p:grpSpPr>
        <p:sp>
          <p:nvSpPr>
            <p:cNvPr id="124" name="文本框 123"/>
            <p:cNvSpPr txBox="1"/>
            <p:nvPr/>
          </p:nvSpPr>
          <p:spPr>
            <a:xfrm>
              <a:off x="8768411" y="1393495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搜索引擎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9" name="Rectangle 124++"/>
            <p:cNvSpPr/>
            <p:nvPr/>
          </p:nvSpPr>
          <p:spPr>
            <a:xfrm>
              <a:off x="8682892" y="1044336"/>
              <a:ext cx="684000" cy="540000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5" name="图形 163"/>
            <p:cNvSpPr>
              <a:spLocks noChangeAspect="1"/>
            </p:cNvSpPr>
            <p:nvPr/>
          </p:nvSpPr>
          <p:spPr>
            <a:xfrm>
              <a:off x="8898892" y="1111654"/>
              <a:ext cx="252000" cy="234502"/>
            </a:xfrm>
            <a:custGeom>
              <a:avLst/>
              <a:gdLst>
                <a:gd name="connsiteX0" fmla="*/ 284321 w 1663313"/>
                <a:gd name="connsiteY0" fmla="*/ 119063 h 1547812"/>
                <a:gd name="connsiteX1" fmla="*/ 29766 w 1663313"/>
                <a:gd name="connsiteY1" fmla="*/ 119063 h 1547812"/>
                <a:gd name="connsiteX2" fmla="*/ 0 w 1663313"/>
                <a:gd name="connsiteY2" fmla="*/ 148828 h 1547812"/>
                <a:gd name="connsiteX3" fmla="*/ 0 w 1663313"/>
                <a:gd name="connsiteY3" fmla="*/ 1518047 h 1547812"/>
                <a:gd name="connsiteX4" fmla="*/ 29766 w 1663313"/>
                <a:gd name="connsiteY4" fmla="*/ 1547813 h 1547812"/>
                <a:gd name="connsiteX5" fmla="*/ 284262 w 1663313"/>
                <a:gd name="connsiteY5" fmla="*/ 1547813 h 1547812"/>
                <a:gd name="connsiteX6" fmla="*/ 314027 w 1663313"/>
                <a:gd name="connsiteY6" fmla="*/ 1518047 h 1547812"/>
                <a:gd name="connsiteX7" fmla="*/ 314027 w 1663313"/>
                <a:gd name="connsiteY7" fmla="*/ 148828 h 1547812"/>
                <a:gd name="connsiteX8" fmla="*/ 284381 w 1663313"/>
                <a:gd name="connsiteY8" fmla="*/ 119063 h 1547812"/>
                <a:gd name="connsiteX9" fmla="*/ 284321 w 1663313"/>
                <a:gd name="connsiteY9" fmla="*/ 119063 h 1547812"/>
                <a:gd name="connsiteX10" fmla="*/ 1449050 w 1663313"/>
                <a:gd name="connsiteY10" fmla="*/ 1299329 h 1547812"/>
                <a:gd name="connsiteX11" fmla="*/ 1194554 w 1663313"/>
                <a:gd name="connsiteY11" fmla="*/ 1299329 h 1547812"/>
                <a:gd name="connsiteX12" fmla="*/ 1164789 w 1663313"/>
                <a:gd name="connsiteY12" fmla="*/ 1329095 h 1547812"/>
                <a:gd name="connsiteX13" fmla="*/ 1164789 w 1663313"/>
                <a:gd name="connsiteY13" fmla="*/ 1518047 h 1547812"/>
                <a:gd name="connsiteX14" fmla="*/ 1194554 w 1663313"/>
                <a:gd name="connsiteY14" fmla="*/ 1547813 h 1547812"/>
                <a:gd name="connsiteX15" fmla="*/ 1449050 w 1663313"/>
                <a:gd name="connsiteY15" fmla="*/ 1547813 h 1547812"/>
                <a:gd name="connsiteX16" fmla="*/ 1478816 w 1663313"/>
                <a:gd name="connsiteY16" fmla="*/ 1518047 h 1547812"/>
                <a:gd name="connsiteX17" fmla="*/ 1478816 w 1663313"/>
                <a:gd name="connsiteY17" fmla="*/ 1329095 h 1547812"/>
                <a:gd name="connsiteX18" fmla="*/ 1449050 w 1663313"/>
                <a:gd name="connsiteY18" fmla="*/ 1299329 h 1547812"/>
                <a:gd name="connsiteX19" fmla="*/ 1642051 w 1663313"/>
                <a:gd name="connsiteY19" fmla="*/ 1088827 h 1547812"/>
                <a:gd name="connsiteX20" fmla="*/ 1384102 w 1663313"/>
                <a:gd name="connsiteY20" fmla="*/ 872371 h 1547812"/>
                <a:gd name="connsiteX21" fmla="*/ 1303258 w 1663313"/>
                <a:gd name="connsiteY21" fmla="*/ 877312 h 1547812"/>
                <a:gd name="connsiteX22" fmla="*/ 1303258 w 1663313"/>
                <a:gd name="connsiteY22" fmla="*/ 579715 h 1547812"/>
                <a:gd name="connsiteX23" fmla="*/ 1270933 w 1663313"/>
                <a:gd name="connsiteY23" fmla="*/ 547390 h 1547812"/>
                <a:gd name="connsiteX24" fmla="*/ 928568 w 1663313"/>
                <a:gd name="connsiteY24" fmla="*/ 547390 h 1547812"/>
                <a:gd name="connsiteX25" fmla="*/ 896243 w 1663313"/>
                <a:gd name="connsiteY25" fmla="*/ 579715 h 1547812"/>
                <a:gd name="connsiteX26" fmla="*/ 896243 w 1663313"/>
                <a:gd name="connsiteY26" fmla="*/ 1027331 h 1547812"/>
                <a:gd name="connsiteX27" fmla="*/ 790635 w 1663313"/>
                <a:gd name="connsiteY27" fmla="*/ 993934 h 1547812"/>
                <a:gd name="connsiteX28" fmla="*/ 790635 w 1663313"/>
                <a:gd name="connsiteY28" fmla="*/ 744438 h 1547812"/>
                <a:gd name="connsiteX29" fmla="*/ 757773 w 1663313"/>
                <a:gd name="connsiteY29" fmla="*/ 711577 h 1547812"/>
                <a:gd name="connsiteX30" fmla="*/ 541734 w 1663313"/>
                <a:gd name="connsiteY30" fmla="*/ 711577 h 1547812"/>
                <a:gd name="connsiteX31" fmla="*/ 521553 w 1663313"/>
                <a:gd name="connsiteY31" fmla="*/ 577215 h 1547812"/>
                <a:gd name="connsiteX32" fmla="*/ 979646 w 1663313"/>
                <a:gd name="connsiteY32" fmla="*/ 119063 h 1547812"/>
                <a:gd name="connsiteX33" fmla="*/ 1437799 w 1663313"/>
                <a:gd name="connsiteY33" fmla="*/ 577215 h 1547812"/>
                <a:gd name="connsiteX34" fmla="*/ 1432679 w 1663313"/>
                <a:gd name="connsiteY34" fmla="*/ 645974 h 1547812"/>
                <a:gd name="connsiteX35" fmla="*/ 1482685 w 1663313"/>
                <a:gd name="connsiteY35" fmla="*/ 713720 h 1547812"/>
                <a:gd name="connsiteX36" fmla="*/ 1550432 w 1663313"/>
                <a:gd name="connsiteY36" fmla="*/ 663714 h 1547812"/>
                <a:gd name="connsiteX37" fmla="*/ 1556861 w 1663313"/>
                <a:gd name="connsiteY37" fmla="*/ 577215 h 1547812"/>
                <a:gd name="connsiteX38" fmla="*/ 979646 w 1663313"/>
                <a:gd name="connsiteY38" fmla="*/ 0 h 1547812"/>
                <a:gd name="connsiteX39" fmla="*/ 402491 w 1663313"/>
                <a:gd name="connsiteY39" fmla="*/ 577215 h 1547812"/>
                <a:gd name="connsiteX40" fmla="*/ 979646 w 1663313"/>
                <a:gd name="connsiteY40" fmla="*/ 1154371 h 1547812"/>
                <a:gd name="connsiteX41" fmla="*/ 1354336 w 1663313"/>
                <a:gd name="connsiteY41" fmla="*/ 1016377 h 1547812"/>
                <a:gd name="connsiteX42" fmla="*/ 1558826 w 1663313"/>
                <a:gd name="connsiteY42" fmla="*/ 1187946 h 1547812"/>
                <a:gd name="connsiteX43" fmla="*/ 1642698 w 1663313"/>
                <a:gd name="connsiteY43" fmla="*/ 1180633 h 1547812"/>
                <a:gd name="connsiteX44" fmla="*/ 1642705 w 1663313"/>
                <a:gd name="connsiteY44" fmla="*/ 1180624 h 1547812"/>
                <a:gd name="connsiteX45" fmla="*/ 1649373 w 1663313"/>
                <a:gd name="connsiteY45" fmla="*/ 1172706 h 1547812"/>
                <a:gd name="connsiteX46" fmla="*/ 1642060 w 1663313"/>
                <a:gd name="connsiteY46" fmla="*/ 1088834 h 1547812"/>
                <a:gd name="connsiteX47" fmla="*/ 1642051 w 1663313"/>
                <a:gd name="connsiteY47" fmla="*/ 1088827 h 1547812"/>
                <a:gd name="connsiteX48" fmla="*/ 776526 w 1663313"/>
                <a:gd name="connsiteY48" fmla="*/ 1193721 h 1547812"/>
                <a:gd name="connsiteX49" fmla="*/ 776526 w 1663313"/>
                <a:gd name="connsiteY49" fmla="*/ 1516737 h 1547812"/>
                <a:gd name="connsiteX50" fmla="*/ 808851 w 1663313"/>
                <a:gd name="connsiteY50" fmla="*/ 1547813 h 1547812"/>
                <a:gd name="connsiteX51" fmla="*/ 1058168 w 1663313"/>
                <a:gd name="connsiteY51" fmla="*/ 1547813 h 1547812"/>
                <a:gd name="connsiteX52" fmla="*/ 1090493 w 1663313"/>
                <a:gd name="connsiteY52" fmla="*/ 1516737 h 1547812"/>
                <a:gd name="connsiteX53" fmla="*/ 1090493 w 1663313"/>
                <a:gd name="connsiteY53" fmla="*/ 1234559 h 1547812"/>
                <a:gd name="connsiteX54" fmla="*/ 1035665 w 1663313"/>
                <a:gd name="connsiteY54" fmla="*/ 1237238 h 1547812"/>
                <a:gd name="connsiteX55" fmla="*/ 776526 w 1663313"/>
                <a:gd name="connsiteY55" fmla="*/ 1193721 h 1547812"/>
                <a:gd name="connsiteX56" fmla="*/ 388263 w 1663313"/>
                <a:gd name="connsiteY56" fmla="*/ 896064 h 1547812"/>
                <a:gd name="connsiteX57" fmla="*/ 388263 w 1663313"/>
                <a:gd name="connsiteY57" fmla="*/ 1516797 h 1547812"/>
                <a:gd name="connsiteX58" fmla="*/ 420588 w 1663313"/>
                <a:gd name="connsiteY58" fmla="*/ 1547813 h 1547812"/>
                <a:gd name="connsiteX59" fmla="*/ 669905 w 1663313"/>
                <a:gd name="connsiteY59" fmla="*/ 1547813 h 1547812"/>
                <a:gd name="connsiteX60" fmla="*/ 702231 w 1663313"/>
                <a:gd name="connsiteY60" fmla="*/ 1516737 h 1547812"/>
                <a:gd name="connsiteX61" fmla="*/ 702231 w 1663313"/>
                <a:gd name="connsiteY61" fmla="*/ 1162169 h 1547812"/>
                <a:gd name="connsiteX62" fmla="*/ 388263 w 1663313"/>
                <a:gd name="connsiteY62" fmla="*/ 896064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663313" h="1547812">
                  <a:moveTo>
                    <a:pt x="284321" y="119063"/>
                  </a:moveTo>
                  <a:lnTo>
                    <a:pt x="29766" y="119063"/>
                  </a:lnTo>
                  <a:cubicBezTo>
                    <a:pt x="13327" y="119063"/>
                    <a:pt x="0" y="132389"/>
                    <a:pt x="0" y="148828"/>
                  </a:cubicBezTo>
                  <a:lnTo>
                    <a:pt x="0" y="1518047"/>
                  </a:lnTo>
                  <a:cubicBezTo>
                    <a:pt x="0" y="1534486"/>
                    <a:pt x="13327" y="1547813"/>
                    <a:pt x="29766" y="1547813"/>
                  </a:cubicBezTo>
                  <a:lnTo>
                    <a:pt x="284262" y="1547813"/>
                  </a:lnTo>
                  <a:cubicBezTo>
                    <a:pt x="300701" y="1547813"/>
                    <a:pt x="314027" y="1534486"/>
                    <a:pt x="314027" y="1518047"/>
                  </a:cubicBezTo>
                  <a:lnTo>
                    <a:pt x="314027" y="148828"/>
                  </a:lnTo>
                  <a:cubicBezTo>
                    <a:pt x="314060" y="132422"/>
                    <a:pt x="300787" y="119095"/>
                    <a:pt x="284381" y="119063"/>
                  </a:cubicBezTo>
                  <a:cubicBezTo>
                    <a:pt x="284361" y="119063"/>
                    <a:pt x="284341" y="119063"/>
                    <a:pt x="284321" y="119063"/>
                  </a:cubicBezTo>
                  <a:close/>
                  <a:moveTo>
                    <a:pt x="1449050" y="1299329"/>
                  </a:moveTo>
                  <a:lnTo>
                    <a:pt x="1194554" y="1299329"/>
                  </a:lnTo>
                  <a:cubicBezTo>
                    <a:pt x="1178115" y="1299329"/>
                    <a:pt x="1164789" y="1312656"/>
                    <a:pt x="1164789" y="1329095"/>
                  </a:cubicBezTo>
                  <a:lnTo>
                    <a:pt x="1164789" y="1518047"/>
                  </a:lnTo>
                  <a:cubicBezTo>
                    <a:pt x="1164789" y="1534486"/>
                    <a:pt x="1178115" y="1547813"/>
                    <a:pt x="1194554" y="1547813"/>
                  </a:cubicBezTo>
                  <a:lnTo>
                    <a:pt x="1449050" y="1547813"/>
                  </a:lnTo>
                  <a:cubicBezTo>
                    <a:pt x="1465489" y="1547813"/>
                    <a:pt x="1478816" y="1534486"/>
                    <a:pt x="1478816" y="1518047"/>
                  </a:cubicBezTo>
                  <a:lnTo>
                    <a:pt x="1478816" y="1329095"/>
                  </a:lnTo>
                  <a:cubicBezTo>
                    <a:pt x="1478816" y="1312656"/>
                    <a:pt x="1465489" y="1299329"/>
                    <a:pt x="1449050" y="1299329"/>
                  </a:cubicBezTo>
                  <a:close/>
                  <a:moveTo>
                    <a:pt x="1642051" y="1088827"/>
                  </a:moveTo>
                  <a:lnTo>
                    <a:pt x="1384102" y="872371"/>
                  </a:lnTo>
                  <a:cubicBezTo>
                    <a:pt x="1360072" y="852429"/>
                    <a:pt x="1324681" y="854592"/>
                    <a:pt x="1303258" y="877312"/>
                  </a:cubicBezTo>
                  <a:lnTo>
                    <a:pt x="1303258" y="579715"/>
                  </a:lnTo>
                  <a:cubicBezTo>
                    <a:pt x="1303258" y="561856"/>
                    <a:pt x="1288792" y="547390"/>
                    <a:pt x="1270933" y="547390"/>
                  </a:cubicBezTo>
                  <a:lnTo>
                    <a:pt x="928568" y="547390"/>
                  </a:lnTo>
                  <a:cubicBezTo>
                    <a:pt x="910709" y="547390"/>
                    <a:pt x="896243" y="561856"/>
                    <a:pt x="896243" y="579715"/>
                  </a:cubicBezTo>
                  <a:lnTo>
                    <a:pt x="896243" y="1027331"/>
                  </a:lnTo>
                  <a:cubicBezTo>
                    <a:pt x="859807" y="1020560"/>
                    <a:pt x="824339" y="1009344"/>
                    <a:pt x="790635" y="993934"/>
                  </a:cubicBezTo>
                  <a:lnTo>
                    <a:pt x="790635" y="744438"/>
                  </a:lnTo>
                  <a:cubicBezTo>
                    <a:pt x="790635" y="726290"/>
                    <a:pt x="775922" y="711577"/>
                    <a:pt x="757773" y="711577"/>
                  </a:cubicBezTo>
                  <a:lnTo>
                    <a:pt x="541734" y="711577"/>
                  </a:lnTo>
                  <a:cubicBezTo>
                    <a:pt x="528330" y="668050"/>
                    <a:pt x="521528" y="622759"/>
                    <a:pt x="521553" y="577215"/>
                  </a:cubicBezTo>
                  <a:cubicBezTo>
                    <a:pt x="521553" y="324564"/>
                    <a:pt x="727055" y="119063"/>
                    <a:pt x="979646" y="119063"/>
                  </a:cubicBezTo>
                  <a:cubicBezTo>
                    <a:pt x="1232297" y="119063"/>
                    <a:pt x="1437799" y="324564"/>
                    <a:pt x="1437799" y="577215"/>
                  </a:cubicBezTo>
                  <a:cubicBezTo>
                    <a:pt x="1437799" y="600230"/>
                    <a:pt x="1436088" y="623213"/>
                    <a:pt x="1432679" y="645974"/>
                  </a:cubicBezTo>
                  <a:cubicBezTo>
                    <a:pt x="1427780" y="678490"/>
                    <a:pt x="1450169" y="708821"/>
                    <a:pt x="1482685" y="713720"/>
                  </a:cubicBezTo>
                  <a:cubicBezTo>
                    <a:pt x="1515202" y="718619"/>
                    <a:pt x="1545533" y="696230"/>
                    <a:pt x="1550432" y="663714"/>
                  </a:cubicBezTo>
                  <a:cubicBezTo>
                    <a:pt x="1554718" y="635258"/>
                    <a:pt x="1556861" y="606147"/>
                    <a:pt x="1556861" y="577215"/>
                  </a:cubicBezTo>
                  <a:cubicBezTo>
                    <a:pt x="1556861" y="258961"/>
                    <a:pt x="1297960" y="0"/>
                    <a:pt x="979646" y="0"/>
                  </a:cubicBezTo>
                  <a:cubicBezTo>
                    <a:pt x="661333" y="0"/>
                    <a:pt x="402491" y="258961"/>
                    <a:pt x="402491" y="577215"/>
                  </a:cubicBezTo>
                  <a:cubicBezTo>
                    <a:pt x="402491" y="895469"/>
                    <a:pt x="661392" y="1154371"/>
                    <a:pt x="979646" y="1154371"/>
                  </a:cubicBezTo>
                  <a:cubicBezTo>
                    <a:pt x="1117073" y="1154924"/>
                    <a:pt x="1250096" y="1105934"/>
                    <a:pt x="1354336" y="1016377"/>
                  </a:cubicBezTo>
                  <a:lnTo>
                    <a:pt x="1558826" y="1187946"/>
                  </a:lnTo>
                  <a:cubicBezTo>
                    <a:pt x="1584006" y="1209087"/>
                    <a:pt x="1621556" y="1205813"/>
                    <a:pt x="1642698" y="1180633"/>
                  </a:cubicBezTo>
                  <a:cubicBezTo>
                    <a:pt x="1642700" y="1180630"/>
                    <a:pt x="1642703" y="1180627"/>
                    <a:pt x="1642705" y="1180624"/>
                  </a:cubicBezTo>
                  <a:lnTo>
                    <a:pt x="1649373" y="1172706"/>
                  </a:lnTo>
                  <a:cubicBezTo>
                    <a:pt x="1670514" y="1147526"/>
                    <a:pt x="1667240" y="1109976"/>
                    <a:pt x="1642060" y="1088834"/>
                  </a:cubicBezTo>
                  <a:cubicBezTo>
                    <a:pt x="1642057" y="1088832"/>
                    <a:pt x="1642054" y="1088829"/>
                    <a:pt x="1642051" y="1088827"/>
                  </a:cubicBezTo>
                  <a:close/>
                  <a:moveTo>
                    <a:pt x="776526" y="1193721"/>
                  </a:moveTo>
                  <a:lnTo>
                    <a:pt x="776526" y="1516737"/>
                  </a:lnTo>
                  <a:cubicBezTo>
                    <a:pt x="776526" y="1533882"/>
                    <a:pt x="790992" y="1547813"/>
                    <a:pt x="808851" y="1547813"/>
                  </a:cubicBezTo>
                  <a:lnTo>
                    <a:pt x="1058168" y="1547813"/>
                  </a:lnTo>
                  <a:cubicBezTo>
                    <a:pt x="1076027" y="1547813"/>
                    <a:pt x="1090493" y="1533882"/>
                    <a:pt x="1090493" y="1516737"/>
                  </a:cubicBezTo>
                  <a:lnTo>
                    <a:pt x="1090493" y="1234559"/>
                  </a:lnTo>
                  <a:cubicBezTo>
                    <a:pt x="1072336" y="1235809"/>
                    <a:pt x="1054179" y="1237238"/>
                    <a:pt x="1035665" y="1237238"/>
                  </a:cubicBezTo>
                  <a:cubicBezTo>
                    <a:pt x="944701" y="1237238"/>
                    <a:pt x="857667" y="1221403"/>
                    <a:pt x="776526" y="1193721"/>
                  </a:cubicBezTo>
                  <a:close/>
                  <a:moveTo>
                    <a:pt x="388263" y="896064"/>
                  </a:moveTo>
                  <a:lnTo>
                    <a:pt x="388263" y="1516797"/>
                  </a:lnTo>
                  <a:cubicBezTo>
                    <a:pt x="388263" y="1533882"/>
                    <a:pt x="402729" y="1547813"/>
                    <a:pt x="420588" y="1547813"/>
                  </a:cubicBezTo>
                  <a:lnTo>
                    <a:pt x="669905" y="1547813"/>
                  </a:lnTo>
                  <a:cubicBezTo>
                    <a:pt x="687765" y="1547813"/>
                    <a:pt x="702231" y="1533882"/>
                    <a:pt x="702231" y="1516737"/>
                  </a:cubicBezTo>
                  <a:lnTo>
                    <a:pt x="702231" y="1162169"/>
                  </a:lnTo>
                  <a:cubicBezTo>
                    <a:pt x="575365" y="1103604"/>
                    <a:pt x="466830" y="1011615"/>
                    <a:pt x="388263" y="896064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138+"/>
          <p:cNvSpPr/>
          <p:nvPr/>
        </p:nvSpPr>
        <p:spPr>
          <a:xfrm>
            <a:off x="6480725" y="2334658"/>
            <a:ext cx="1080000" cy="93777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6641615" y="2478663"/>
            <a:ext cx="758221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6571884" y="2916684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点击转化率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7805972" y="2366859"/>
            <a:ext cx="44242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642466" y="2565061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信息流转化率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8756522" y="246829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高于均值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0" name="图形 2169"/>
          <p:cNvGrpSpPr>
            <a:grpSpLocks noChangeAspect="1"/>
          </p:cNvGrpSpPr>
          <p:nvPr/>
        </p:nvGrpSpPr>
        <p:grpSpPr>
          <a:xfrm>
            <a:off x="8488589" y="2433742"/>
            <a:ext cx="180000" cy="180020"/>
            <a:chOff x="2556334" y="1790803"/>
            <a:chExt cx="313866" cy="313901"/>
          </a:xfrm>
          <a:solidFill>
            <a:schemeClr val="accent3"/>
          </a:solidFill>
        </p:grpSpPr>
        <p:sp>
          <p:nvSpPr>
            <p:cNvPr id="181" name="任意多边形: 形状 180"/>
            <p:cNvSpPr/>
            <p:nvPr/>
          </p:nvSpPr>
          <p:spPr>
            <a:xfrm>
              <a:off x="2690562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59 w 179638"/>
                <a:gd name="connsiteY9" fmla="*/ 6651 h 313901"/>
                <a:gd name="connsiteX10" fmla="*/ 172987 w 179638"/>
                <a:gd name="connsiteY10" fmla="*/ 140879 h 313901"/>
                <a:gd name="connsiteX11" fmla="*/ 172987 w 179638"/>
                <a:gd name="connsiteY11" fmla="*/ 172987 h 313901"/>
                <a:gd name="connsiteX12" fmla="*/ 38759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35" y="160223"/>
                    <a:pt x="121535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48" y="0"/>
                    <a:pt x="34469" y="2360"/>
                    <a:pt x="38759" y="6651"/>
                  </a:cubicBezTo>
                  <a:lnTo>
                    <a:pt x="172987" y="140879"/>
                  </a:lnTo>
                  <a:cubicBezTo>
                    <a:pt x="181855" y="149746"/>
                    <a:pt x="181855" y="164156"/>
                    <a:pt x="172987" y="172987"/>
                  </a:cubicBezTo>
                  <a:lnTo>
                    <a:pt x="38759" y="307216"/>
                  </a:lnTo>
                  <a:cubicBezTo>
                    <a:pt x="34469" y="311542"/>
                    <a:pt x="28784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2556334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60 w 179638"/>
                <a:gd name="connsiteY9" fmla="*/ 6651 h 313901"/>
                <a:gd name="connsiteX10" fmla="*/ 172988 w 179638"/>
                <a:gd name="connsiteY10" fmla="*/ 140879 h 313901"/>
                <a:gd name="connsiteX11" fmla="*/ 172988 w 179638"/>
                <a:gd name="connsiteY11" fmla="*/ 172987 h 313901"/>
                <a:gd name="connsiteX12" fmla="*/ 38760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70" y="160223"/>
                    <a:pt x="121570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84" y="0"/>
                    <a:pt x="34469" y="2360"/>
                    <a:pt x="38760" y="6651"/>
                  </a:cubicBezTo>
                  <a:lnTo>
                    <a:pt x="172988" y="140879"/>
                  </a:lnTo>
                  <a:cubicBezTo>
                    <a:pt x="181855" y="149746"/>
                    <a:pt x="181855" y="164156"/>
                    <a:pt x="172988" y="172987"/>
                  </a:cubicBezTo>
                  <a:lnTo>
                    <a:pt x="38760" y="307216"/>
                  </a:lnTo>
                  <a:cubicBezTo>
                    <a:pt x="34469" y="311542"/>
                    <a:pt x="28748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83" name="文本框 182"/>
          <p:cNvSpPr txBox="1"/>
          <p:nvPr/>
        </p:nvSpPr>
        <p:spPr>
          <a:xfrm>
            <a:off x="7737933" y="3076317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社交媒体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7773199" y="2886629"/>
            <a:ext cx="44242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3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8791787" y="2904528"/>
            <a:ext cx="44243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仍有优化空间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7" name="图形 2169+"/>
          <p:cNvGrpSpPr>
            <a:grpSpLocks noChangeAspect="1"/>
          </p:cNvGrpSpPr>
          <p:nvPr/>
        </p:nvGrpSpPr>
        <p:grpSpPr>
          <a:xfrm>
            <a:off x="8488589" y="2968407"/>
            <a:ext cx="180000" cy="180020"/>
            <a:chOff x="2556334" y="1790803"/>
            <a:chExt cx="313866" cy="313901"/>
          </a:xfrm>
          <a:solidFill>
            <a:schemeClr val="accent3"/>
          </a:solidFill>
        </p:grpSpPr>
        <p:sp>
          <p:nvSpPr>
            <p:cNvPr id="188" name="任意多边形: 形状 187"/>
            <p:cNvSpPr/>
            <p:nvPr/>
          </p:nvSpPr>
          <p:spPr>
            <a:xfrm>
              <a:off x="2690562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59 w 179638"/>
                <a:gd name="connsiteY9" fmla="*/ 6651 h 313901"/>
                <a:gd name="connsiteX10" fmla="*/ 172987 w 179638"/>
                <a:gd name="connsiteY10" fmla="*/ 140879 h 313901"/>
                <a:gd name="connsiteX11" fmla="*/ 172987 w 179638"/>
                <a:gd name="connsiteY11" fmla="*/ 172987 h 313901"/>
                <a:gd name="connsiteX12" fmla="*/ 38759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35" y="160223"/>
                    <a:pt x="121535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48" y="0"/>
                    <a:pt x="34469" y="2360"/>
                    <a:pt x="38759" y="6651"/>
                  </a:cubicBezTo>
                  <a:lnTo>
                    <a:pt x="172987" y="140879"/>
                  </a:lnTo>
                  <a:cubicBezTo>
                    <a:pt x="181855" y="149746"/>
                    <a:pt x="181855" y="164156"/>
                    <a:pt x="172987" y="172987"/>
                  </a:cubicBezTo>
                  <a:lnTo>
                    <a:pt x="38759" y="307216"/>
                  </a:lnTo>
                  <a:cubicBezTo>
                    <a:pt x="34469" y="311542"/>
                    <a:pt x="28784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2556334" y="1790803"/>
              <a:ext cx="179638" cy="313901"/>
            </a:xfrm>
            <a:custGeom>
              <a:avLst/>
              <a:gdLst>
                <a:gd name="connsiteX0" fmla="*/ 22705 w 179638"/>
                <a:gd name="connsiteY0" fmla="*/ 313902 h 313901"/>
                <a:gd name="connsiteX1" fmla="*/ 6651 w 179638"/>
                <a:gd name="connsiteY1" fmla="*/ 307251 h 313901"/>
                <a:gd name="connsiteX2" fmla="*/ 0 w 179638"/>
                <a:gd name="connsiteY2" fmla="*/ 291197 h 313901"/>
                <a:gd name="connsiteX3" fmla="*/ 6651 w 179638"/>
                <a:gd name="connsiteY3" fmla="*/ 275142 h 313901"/>
                <a:gd name="connsiteX4" fmla="*/ 117530 w 179638"/>
                <a:gd name="connsiteY4" fmla="*/ 164263 h 313901"/>
                <a:gd name="connsiteX5" fmla="*/ 117530 w 179638"/>
                <a:gd name="connsiteY5" fmla="*/ 149675 h 313901"/>
                <a:gd name="connsiteX6" fmla="*/ 6651 w 179638"/>
                <a:gd name="connsiteY6" fmla="*/ 38795 h 313901"/>
                <a:gd name="connsiteX7" fmla="*/ 6651 w 179638"/>
                <a:gd name="connsiteY7" fmla="*/ 6651 h 313901"/>
                <a:gd name="connsiteX8" fmla="*/ 22705 w 179638"/>
                <a:gd name="connsiteY8" fmla="*/ 0 h 313901"/>
                <a:gd name="connsiteX9" fmla="*/ 38760 w 179638"/>
                <a:gd name="connsiteY9" fmla="*/ 6651 h 313901"/>
                <a:gd name="connsiteX10" fmla="*/ 172988 w 179638"/>
                <a:gd name="connsiteY10" fmla="*/ 140879 h 313901"/>
                <a:gd name="connsiteX11" fmla="*/ 172988 w 179638"/>
                <a:gd name="connsiteY11" fmla="*/ 172987 h 313901"/>
                <a:gd name="connsiteX12" fmla="*/ 38760 w 179638"/>
                <a:gd name="connsiteY12" fmla="*/ 307216 h 313901"/>
                <a:gd name="connsiteX13" fmla="*/ 22705 w 179638"/>
                <a:gd name="connsiteY13" fmla="*/ 313902 h 31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638" h="313901">
                  <a:moveTo>
                    <a:pt x="22705" y="313902"/>
                  </a:moveTo>
                  <a:cubicBezTo>
                    <a:pt x="16627" y="313902"/>
                    <a:pt x="10941" y="311542"/>
                    <a:pt x="6651" y="307251"/>
                  </a:cubicBezTo>
                  <a:cubicBezTo>
                    <a:pt x="2360" y="302961"/>
                    <a:pt x="0" y="297275"/>
                    <a:pt x="0" y="291197"/>
                  </a:cubicBezTo>
                  <a:cubicBezTo>
                    <a:pt x="0" y="285154"/>
                    <a:pt x="2360" y="279433"/>
                    <a:pt x="6651" y="275142"/>
                  </a:cubicBezTo>
                  <a:lnTo>
                    <a:pt x="117530" y="164263"/>
                  </a:lnTo>
                  <a:cubicBezTo>
                    <a:pt x="121570" y="160223"/>
                    <a:pt x="121570" y="153679"/>
                    <a:pt x="117530" y="149675"/>
                  </a:cubicBezTo>
                  <a:lnTo>
                    <a:pt x="6651" y="38795"/>
                  </a:lnTo>
                  <a:cubicBezTo>
                    <a:pt x="-2217" y="29928"/>
                    <a:pt x="-2217" y="15518"/>
                    <a:pt x="6651" y="6651"/>
                  </a:cubicBezTo>
                  <a:cubicBezTo>
                    <a:pt x="10941" y="2360"/>
                    <a:pt x="16662" y="0"/>
                    <a:pt x="22705" y="0"/>
                  </a:cubicBezTo>
                  <a:cubicBezTo>
                    <a:pt x="28784" y="0"/>
                    <a:pt x="34469" y="2360"/>
                    <a:pt x="38760" y="6651"/>
                  </a:cubicBezTo>
                  <a:lnTo>
                    <a:pt x="172988" y="140879"/>
                  </a:lnTo>
                  <a:cubicBezTo>
                    <a:pt x="181855" y="149746"/>
                    <a:pt x="181855" y="164156"/>
                    <a:pt x="172988" y="172987"/>
                  </a:cubicBezTo>
                  <a:lnTo>
                    <a:pt x="38760" y="307216"/>
                  </a:lnTo>
                  <a:cubicBezTo>
                    <a:pt x="34469" y="311542"/>
                    <a:pt x="28748" y="313902"/>
                    <a:pt x="22705" y="313902"/>
                  </a:cubicBez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91" name="直接连接符 190"/>
          <p:cNvCxnSpPr/>
          <p:nvPr/>
        </p:nvCxnSpPr>
        <p:spPr>
          <a:xfrm>
            <a:off x="7642466" y="2803545"/>
            <a:ext cx="162701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/>
          <p:cNvSpPr/>
          <p:nvPr/>
        </p:nvSpPr>
        <p:spPr>
          <a:xfrm>
            <a:off x="4813300" y="3605266"/>
            <a:ext cx="1546224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008256" y="3694384"/>
            <a:ext cx="106436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25,00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040105" y="3791419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5267702" y="4112739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7" name="Rectangle 138+"/>
          <p:cNvSpPr/>
          <p:nvPr/>
        </p:nvSpPr>
        <p:spPr>
          <a:xfrm>
            <a:off x="6480725" y="3605266"/>
            <a:ext cx="1080000" cy="828000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6411595" y="3699510"/>
            <a:ext cx="121539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6571884" y="413240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引导转化率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7" name="Straight Connector 190+"/>
          <p:cNvCxnSpPr/>
          <p:nvPr/>
        </p:nvCxnSpPr>
        <p:spPr>
          <a:xfrm>
            <a:off x="7657087" y="4042524"/>
            <a:ext cx="186835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/>
          <p:cNvSpPr txBox="1"/>
          <p:nvPr/>
        </p:nvSpPr>
        <p:spPr>
          <a:xfrm>
            <a:off x="7657087" y="3635011"/>
            <a:ext cx="19440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内容白皮书吸引的询盘质量最高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其有效转化率高达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7657087" y="4093144"/>
            <a:ext cx="19440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行业峰会获取的线索虽数量众多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但转化率仅为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4813300" y="4766732"/>
            <a:ext cx="1546224" cy="7229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5008256" y="4803309"/>
            <a:ext cx="106436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25,00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6040105" y="4900344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5267702" y="5221664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6020435" y="4766945"/>
            <a:ext cx="2001520" cy="722630"/>
            <a:chOff x="6480725" y="4766731"/>
            <a:chExt cx="1080000" cy="722917"/>
          </a:xfrm>
        </p:grpSpPr>
        <p:sp>
          <p:nvSpPr>
            <p:cNvPr id="234" name="Rectangle 138+"/>
            <p:cNvSpPr/>
            <p:nvPr/>
          </p:nvSpPr>
          <p:spPr>
            <a:xfrm>
              <a:off x="6480725" y="4766731"/>
              <a:ext cx="1080000" cy="722917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6691308" y="4808253"/>
              <a:ext cx="656089" cy="3690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2400"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6571884" y="5241330"/>
              <a:ext cx="897682" cy="21535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>
                  <a:solidFill>
                    <a:schemeClr val="bg1"/>
                  </a:solidFill>
                  <a:latin typeface="quote-cjk-patch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销售转化率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38" name="文本框 237"/>
          <p:cNvSpPr txBox="1"/>
          <p:nvPr/>
        </p:nvSpPr>
        <p:spPr>
          <a:xfrm>
            <a:off x="7728997" y="4949744"/>
            <a:ext cx="172409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销售团队及时跟进，首日跟进率高达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，是转化关键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4813300" y="5824316"/>
            <a:ext cx="1546224" cy="6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5225551" y="5863280"/>
            <a:ext cx="54341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5867438" y="5937713"/>
            <a:ext cx="2051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5" name="TextBox 230+"/>
          <p:cNvSpPr txBox="1"/>
          <p:nvPr/>
        </p:nvSpPr>
        <p:spPr>
          <a:xfrm>
            <a:off x="5227339" y="6206613"/>
            <a:ext cx="71814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成交数量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8" name="Rectangle 138+"/>
          <p:cNvSpPr/>
          <p:nvPr/>
        </p:nvSpPr>
        <p:spPr>
          <a:xfrm>
            <a:off x="6480725" y="5810379"/>
            <a:ext cx="1080000" cy="625937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6411595" y="5863590"/>
            <a:ext cx="121539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40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751420" y="6206613"/>
            <a:ext cx="53861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  <a:latin typeface="quote-cjk-patch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成交率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7714686" y="5956438"/>
            <a:ext cx="173840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超额完成本季度目标（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90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其中大客户贡献占比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右大括号 252"/>
          <p:cNvSpPr/>
          <p:nvPr/>
        </p:nvSpPr>
        <p:spPr>
          <a:xfrm>
            <a:off x="9655834" y="1382057"/>
            <a:ext cx="315288" cy="1541066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4" name="Rectangle 83+"/>
          <p:cNvSpPr/>
          <p:nvPr/>
        </p:nvSpPr>
        <p:spPr>
          <a:xfrm>
            <a:off x="10010996" y="891499"/>
            <a:ext cx="1735917" cy="2466549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10168314" y="2185412"/>
            <a:ext cx="144843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需重点优化广告素材与落地页匹配度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10168314" y="1442866"/>
            <a:ext cx="141064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市场曝光到潜客的转化率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0168314" y="1143671"/>
            <a:ext cx="71814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主要瓶颈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10177387" y="187224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行动建议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10168314" y="2565061"/>
            <a:ext cx="1487066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测试小组，提升社交媒体渠道的点击转化率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66" name="Straight Connector 190+"/>
          <p:cNvCxnSpPr/>
          <p:nvPr/>
        </p:nvCxnSpPr>
        <p:spPr>
          <a:xfrm>
            <a:off x="10170044" y="1719093"/>
            <a:ext cx="141782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ight Brace 252+"/>
          <p:cNvSpPr/>
          <p:nvPr/>
        </p:nvSpPr>
        <p:spPr>
          <a:xfrm>
            <a:off x="9655834" y="3952375"/>
            <a:ext cx="315288" cy="1342612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9" name="Rectangle 83++"/>
          <p:cNvSpPr/>
          <p:nvPr/>
        </p:nvSpPr>
        <p:spPr>
          <a:xfrm>
            <a:off x="10010996" y="3518161"/>
            <a:ext cx="1735917" cy="2057738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10150024" y="3941244"/>
            <a:ext cx="1492477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44145" indent="-144145">
              <a:lnSpc>
                <a:spcPct val="120000"/>
              </a:lnSpc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销售机会阶段的转化率健康，说明产品力与销售能力匹配度高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10150025" y="4948090"/>
            <a:ext cx="145384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将高价值内容设置为核心转化物，吸引更多高质量潜在客户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0149224" y="3705735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机会点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76" name="Straight Connector 190++"/>
          <p:cNvCxnSpPr/>
          <p:nvPr/>
        </p:nvCxnSpPr>
        <p:spPr>
          <a:xfrm>
            <a:off x="10170044" y="4578325"/>
            <a:ext cx="141782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/>
          <p:cNvSpPr txBox="1"/>
          <p:nvPr/>
        </p:nvSpPr>
        <p:spPr>
          <a:xfrm>
            <a:off x="10149224" y="470855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赋能中端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9" name="Rectangle 83+++"/>
          <p:cNvSpPr/>
          <p:nvPr/>
        </p:nvSpPr>
        <p:spPr>
          <a:xfrm>
            <a:off x="10010996" y="5807108"/>
            <a:ext cx="1735917" cy="717517"/>
          </a:xfrm>
          <a:prstGeom prst="rect">
            <a:avLst/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10150025" y="5926817"/>
            <a:ext cx="1299715" cy="54155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复制大客户成功经验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形成标准化打法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44145" marR="0" lvl="0" indent="-14414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赋能全体销售团队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5" name="Right Brace 252++"/>
          <p:cNvSpPr/>
          <p:nvPr/>
        </p:nvSpPr>
        <p:spPr>
          <a:xfrm>
            <a:off x="9655834" y="5843798"/>
            <a:ext cx="299865" cy="573036"/>
          </a:xfrm>
          <a:prstGeom prst="rightBrace">
            <a:avLst>
              <a:gd name="adj1" fmla="val 76704"/>
              <a:gd name="adj2" fmla="val 50000"/>
            </a:avLst>
          </a:prstGeom>
          <a:ln w="603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45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高端人才招聘漏斗分析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漏斗模型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346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8,500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份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1,700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份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435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68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人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简历投递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初筛合格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初试通过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终面通过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成功入职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本次春招聚焦“精准曝光”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简历总量同比下降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但质量显著提升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高端猎头推荐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行业社群挖掘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内部员工举荐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主流招聘平台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初筛通过率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25.0%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面试邀请率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960168" y="3240648"/>
            <a:ext cx="33631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总计流失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1275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人，流失率达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，其中薪资共识是首要障碍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/>
          <p:cNvSpPr txBox="1"/>
          <p:nvPr/>
        </p:nvSpPr>
        <p:spPr>
          <a:xfrm>
            <a:off x="8187803" y="2927805"/>
            <a:ext cx="341119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“初筛”到“初试”环节存在最大流失缺口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8300591" y="346640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行动建议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7960168" y="3711276"/>
            <a:ext cx="3462486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修订职位描述，明确标示“薪资范围”，坦诚沟通薪酬福利包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终面通过率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8300591" y="4054646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渠道优化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0" name="文本框 319"/>
          <p:cNvSpPr txBox="1"/>
          <p:nvPr/>
        </p:nvSpPr>
        <p:spPr>
          <a:xfrm>
            <a:off x="7877618" y="4322659"/>
            <a:ext cx="3917739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“猎头推荐”与“内部举荐”简历至入职转化率是普通渠道的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倍以上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8299474" y="458406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体验固化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7960168" y="4841578"/>
            <a:ext cx="3844001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将各环节梳理成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《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面试体验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SOP》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，打造公司人才招募的核心优势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录用接受率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ATS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系统关键词过滤与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手动复核环节成功挽救了约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的系统误筛优质简历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凸显了人机结合的必要性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得益于有竞争力的薪酬方案、积极的品牌形象以及高效的面试体验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目前新员工已全部到位，高于往年同期水平，证明招聘策略有成效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4" name="图形 342"/>
          <p:cNvSpPr>
            <a:spLocks noChangeAspect="1"/>
          </p:cNvSpPr>
          <p:nvPr/>
        </p:nvSpPr>
        <p:spPr>
          <a:xfrm>
            <a:off x="7971108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5" name="图形 342+"/>
          <p:cNvSpPr>
            <a:spLocks noChangeAspect="1"/>
          </p:cNvSpPr>
          <p:nvPr/>
        </p:nvSpPr>
        <p:spPr>
          <a:xfrm>
            <a:off x="7971108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8" name="图形 346"/>
          <p:cNvSpPr>
            <a:spLocks noChangeAspect="1"/>
          </p:cNvSpPr>
          <p:nvPr/>
        </p:nvSpPr>
        <p:spPr>
          <a:xfrm>
            <a:off x="795304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9" name="图形 346+"/>
          <p:cNvSpPr>
            <a:spLocks noChangeAspect="1"/>
          </p:cNvSpPr>
          <p:nvPr/>
        </p:nvSpPr>
        <p:spPr>
          <a:xfrm>
            <a:off x="795304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3++"/>
          <p:cNvSpPr/>
          <p:nvPr/>
        </p:nvSpPr>
        <p:spPr>
          <a:xfrm>
            <a:off x="5869851" y="3889967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Rectangle 33++"/>
          <p:cNvSpPr/>
          <p:nvPr/>
        </p:nvSpPr>
        <p:spPr>
          <a:xfrm>
            <a:off x="758443" y="3889967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9" name="Rectangle 33++"/>
          <p:cNvSpPr/>
          <p:nvPr/>
        </p:nvSpPr>
        <p:spPr>
          <a:xfrm>
            <a:off x="758443" y="884990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512027" y="409346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持续增长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618006" y="4093467"/>
            <a:ext cx="114294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Rectangle 33++"/>
          <p:cNvSpPr/>
          <p:nvPr/>
        </p:nvSpPr>
        <p:spPr>
          <a:xfrm>
            <a:off x="5869851" y="884990"/>
            <a:ext cx="3708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324373" y="1088490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筹备与开发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661184" y="1088490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Q1-Q2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5836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市场推广项目进展汇报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992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5066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任意多边形: 形状 158"/>
          <p:cNvSpPr/>
          <p:nvPr/>
        </p:nvSpPr>
        <p:spPr>
          <a:xfrm>
            <a:off x="445086" y="1549546"/>
            <a:ext cx="11309085" cy="3818945"/>
          </a:xfrm>
          <a:custGeom>
            <a:avLst/>
            <a:gdLst>
              <a:gd name="connsiteX0" fmla="*/ 0 w 11309085"/>
              <a:gd name="connsiteY0" fmla="*/ 0 h 3818945"/>
              <a:gd name="connsiteX1" fmla="*/ 9804780 w 11309085"/>
              <a:gd name="connsiteY1" fmla="*/ 0 h 3818945"/>
              <a:gd name="connsiteX2" fmla="*/ 9809258 w 11309085"/>
              <a:gd name="connsiteY2" fmla="*/ 0 h 3818945"/>
              <a:gd name="connsiteX3" fmla="*/ 9809258 w 11309085"/>
              <a:gd name="connsiteY3" fmla="*/ 287 h 3818945"/>
              <a:gd name="connsiteX4" fmla="*/ 9958587 w 11309085"/>
              <a:gd name="connsiteY4" fmla="*/ 9859 h 3818945"/>
              <a:gd name="connsiteX5" fmla="*/ 11309085 w 11309085"/>
              <a:gd name="connsiteY5" fmla="*/ 1909472 h 3818945"/>
              <a:gd name="connsiteX6" fmla="*/ 9958587 w 11309085"/>
              <a:gd name="connsiteY6" fmla="*/ 3809086 h 3818945"/>
              <a:gd name="connsiteX7" fmla="*/ 9809258 w 11309085"/>
              <a:gd name="connsiteY7" fmla="*/ 3818657 h 3818945"/>
              <a:gd name="connsiteX8" fmla="*/ 9809258 w 11309085"/>
              <a:gd name="connsiteY8" fmla="*/ 3818943 h 3818945"/>
              <a:gd name="connsiteX9" fmla="*/ 9804796 w 11309085"/>
              <a:gd name="connsiteY9" fmla="*/ 3818943 h 3818945"/>
              <a:gd name="connsiteX10" fmla="*/ 9804780 w 11309085"/>
              <a:gd name="connsiteY10" fmla="*/ 3818944 h 3818945"/>
              <a:gd name="connsiteX11" fmla="*/ 9804764 w 11309085"/>
              <a:gd name="connsiteY11" fmla="*/ 3818943 h 3818945"/>
              <a:gd name="connsiteX12" fmla="*/ 197854 w 11309085"/>
              <a:gd name="connsiteY12" fmla="*/ 3818943 h 3818945"/>
              <a:gd name="connsiteX13" fmla="*/ 197854 w 11309085"/>
              <a:gd name="connsiteY13" fmla="*/ 3818945 h 3818945"/>
              <a:gd name="connsiteX14" fmla="*/ 197853 w 11309085"/>
              <a:gd name="connsiteY14" fmla="*/ 3818943 h 3818945"/>
              <a:gd name="connsiteX15" fmla="*/ 194635 w 11309085"/>
              <a:gd name="connsiteY15" fmla="*/ 3818943 h 3818945"/>
              <a:gd name="connsiteX16" fmla="*/ 194635 w 11309085"/>
              <a:gd name="connsiteY16" fmla="*/ 3812154 h 3818945"/>
              <a:gd name="connsiteX17" fmla="*/ 4559 w 11309085"/>
              <a:gd name="connsiteY17" fmla="*/ 3411161 h 3818945"/>
              <a:gd name="connsiteX18" fmla="*/ 192205 w 11309085"/>
              <a:gd name="connsiteY18" fmla="*/ 3015296 h 3818945"/>
              <a:gd name="connsiteX19" fmla="*/ 197854 w 11309085"/>
              <a:gd name="connsiteY19" fmla="*/ 3015296 h 3818945"/>
              <a:gd name="connsiteX20" fmla="*/ 197854 w 11309085"/>
              <a:gd name="connsiteY20" fmla="*/ 3016471 h 3818945"/>
              <a:gd name="connsiteX21" fmla="*/ 9809258 w 11309085"/>
              <a:gd name="connsiteY21" fmla="*/ 3016471 h 3818945"/>
              <a:gd name="connsiteX22" fmla="*/ 9809258 w 11309085"/>
              <a:gd name="connsiteY22" fmla="*/ 3017455 h 3818945"/>
              <a:gd name="connsiteX23" fmla="*/ 9876674 w 11309085"/>
              <a:gd name="connsiteY23" fmla="*/ 3012089 h 3818945"/>
              <a:gd name="connsiteX24" fmla="*/ 10507951 w 11309085"/>
              <a:gd name="connsiteY24" fmla="*/ 1909472 h 3818945"/>
              <a:gd name="connsiteX25" fmla="*/ 9876674 w 11309085"/>
              <a:gd name="connsiteY25" fmla="*/ 806855 h 3818945"/>
              <a:gd name="connsiteX26" fmla="*/ 9809258 w 11309085"/>
              <a:gd name="connsiteY26" fmla="*/ 801490 h 3818945"/>
              <a:gd name="connsiteX27" fmla="*/ 9809258 w 11309085"/>
              <a:gd name="connsiteY27" fmla="*/ 802471 h 3818945"/>
              <a:gd name="connsiteX28" fmla="*/ 0 w 11309085"/>
              <a:gd name="connsiteY28" fmla="*/ 802471 h 3818945"/>
              <a:gd name="connsiteX29" fmla="*/ 0 w 11309085"/>
              <a:gd name="connsiteY29" fmla="*/ 800712 h 3818945"/>
              <a:gd name="connsiteX30" fmla="*/ 195823 w 11309085"/>
              <a:gd name="connsiteY30" fmla="*/ 408235 h 3818945"/>
              <a:gd name="connsiteX31" fmla="*/ 0 w 11309085"/>
              <a:gd name="connsiteY31" fmla="*/ 15758 h 3818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309085" h="3818945">
                <a:moveTo>
                  <a:pt x="0" y="0"/>
                </a:moveTo>
                <a:lnTo>
                  <a:pt x="9804780" y="0"/>
                </a:lnTo>
                <a:lnTo>
                  <a:pt x="9809258" y="0"/>
                </a:lnTo>
                <a:lnTo>
                  <a:pt x="9809258" y="287"/>
                </a:lnTo>
                <a:lnTo>
                  <a:pt x="9958587" y="9859"/>
                </a:lnTo>
                <a:cubicBezTo>
                  <a:pt x="10717142" y="107643"/>
                  <a:pt x="11309085" y="920811"/>
                  <a:pt x="11309085" y="1909472"/>
                </a:cubicBezTo>
                <a:cubicBezTo>
                  <a:pt x="11309085" y="2898134"/>
                  <a:pt x="10717142" y="3711302"/>
                  <a:pt x="9958587" y="3809086"/>
                </a:cubicBezTo>
                <a:lnTo>
                  <a:pt x="9809258" y="3818657"/>
                </a:lnTo>
                <a:lnTo>
                  <a:pt x="9809258" y="3818943"/>
                </a:lnTo>
                <a:lnTo>
                  <a:pt x="9804796" y="3818943"/>
                </a:lnTo>
                <a:lnTo>
                  <a:pt x="9804780" y="3818944"/>
                </a:lnTo>
                <a:lnTo>
                  <a:pt x="9804764" y="3818943"/>
                </a:lnTo>
                <a:lnTo>
                  <a:pt x="197854" y="3818943"/>
                </a:lnTo>
                <a:lnTo>
                  <a:pt x="197854" y="3818945"/>
                </a:lnTo>
                <a:lnTo>
                  <a:pt x="197853" y="3818943"/>
                </a:lnTo>
                <a:lnTo>
                  <a:pt x="194635" y="3818943"/>
                </a:lnTo>
                <a:lnTo>
                  <a:pt x="194635" y="3812154"/>
                </a:lnTo>
                <a:lnTo>
                  <a:pt x="4559" y="3411161"/>
                </a:lnTo>
                <a:lnTo>
                  <a:pt x="192205" y="3015296"/>
                </a:lnTo>
                <a:lnTo>
                  <a:pt x="197854" y="3015296"/>
                </a:lnTo>
                <a:lnTo>
                  <a:pt x="197854" y="3016471"/>
                </a:lnTo>
                <a:lnTo>
                  <a:pt x="9809258" y="3016471"/>
                </a:lnTo>
                <a:lnTo>
                  <a:pt x="9809258" y="3017455"/>
                </a:lnTo>
                <a:lnTo>
                  <a:pt x="9876674" y="3012089"/>
                </a:lnTo>
                <a:cubicBezTo>
                  <a:pt x="10231253" y="2955331"/>
                  <a:pt x="10507951" y="2483334"/>
                  <a:pt x="10507951" y="1909472"/>
                </a:cubicBezTo>
                <a:cubicBezTo>
                  <a:pt x="10507951" y="1335611"/>
                  <a:pt x="10231253" y="863613"/>
                  <a:pt x="9876674" y="806855"/>
                </a:cubicBezTo>
                <a:lnTo>
                  <a:pt x="9809258" y="801490"/>
                </a:lnTo>
                <a:lnTo>
                  <a:pt x="9809258" y="802471"/>
                </a:lnTo>
                <a:lnTo>
                  <a:pt x="0" y="802471"/>
                </a:lnTo>
                <a:lnTo>
                  <a:pt x="0" y="800712"/>
                </a:lnTo>
                <a:lnTo>
                  <a:pt x="195823" y="408235"/>
                </a:lnTo>
                <a:lnTo>
                  <a:pt x="0" y="1575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任意多边形: 形状 48"/>
          <p:cNvSpPr/>
          <p:nvPr/>
        </p:nvSpPr>
        <p:spPr>
          <a:xfrm rot="2703160">
            <a:off x="4641963" y="1413987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Freeform 48+"/>
          <p:cNvSpPr/>
          <p:nvPr/>
        </p:nvSpPr>
        <p:spPr>
          <a:xfrm rot="2703160">
            <a:off x="9386036" y="1413603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Freeform 48++"/>
          <p:cNvSpPr/>
          <p:nvPr/>
        </p:nvSpPr>
        <p:spPr>
          <a:xfrm rot="18896840" flipH="1">
            <a:off x="9436465" y="4426821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2" name="Freeform 48+"/>
          <p:cNvSpPr/>
          <p:nvPr/>
        </p:nvSpPr>
        <p:spPr>
          <a:xfrm rot="18896840" flipH="1">
            <a:off x="4631663" y="4427817"/>
            <a:ext cx="1094552" cy="1080000"/>
          </a:xfrm>
          <a:custGeom>
            <a:avLst/>
            <a:gdLst>
              <a:gd name="connsiteX0" fmla="*/ 0 w 1094552"/>
              <a:gd name="connsiteY0" fmla="*/ 0 h 1094552"/>
              <a:gd name="connsiteX1" fmla="*/ 1094552 w 1094552"/>
              <a:gd name="connsiteY1" fmla="*/ 0 h 1094552"/>
              <a:gd name="connsiteX2" fmla="*/ 1094552 w 1094552"/>
              <a:gd name="connsiteY2" fmla="*/ 1094552 h 1094552"/>
              <a:gd name="connsiteX3" fmla="*/ 570732 w 1094552"/>
              <a:gd name="connsiteY3" fmla="*/ 1094552 h 1094552"/>
              <a:gd name="connsiteX4" fmla="*/ 831731 w 1094552"/>
              <a:gd name="connsiteY4" fmla="*/ 833073 h 1094552"/>
              <a:gd name="connsiteX5" fmla="*/ 831655 w 1094552"/>
              <a:gd name="connsiteY5" fmla="*/ 832998 h 1094552"/>
              <a:gd name="connsiteX6" fmla="*/ 832998 w 1094552"/>
              <a:gd name="connsiteY6" fmla="*/ 832998 h 1094552"/>
              <a:gd name="connsiteX7" fmla="*/ 832998 w 1094552"/>
              <a:gd name="connsiteY7" fmla="*/ 261554 h 1094552"/>
              <a:gd name="connsiteX8" fmla="*/ 261554 w 1094552"/>
              <a:gd name="connsiteY8" fmla="*/ 261554 h 1094552"/>
              <a:gd name="connsiteX9" fmla="*/ 261554 w 1094552"/>
              <a:gd name="connsiteY9" fmla="*/ 263944 h 1094552"/>
              <a:gd name="connsiteX10" fmla="*/ 260956 w 1094552"/>
              <a:gd name="connsiteY10" fmla="*/ 263347 h 1094552"/>
              <a:gd name="connsiteX11" fmla="*/ 0 w 1094552"/>
              <a:gd name="connsiteY11" fmla="*/ 524784 h 109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4552" h="1094552">
                <a:moveTo>
                  <a:pt x="0" y="0"/>
                </a:moveTo>
                <a:lnTo>
                  <a:pt x="1094552" y="0"/>
                </a:lnTo>
                <a:lnTo>
                  <a:pt x="1094552" y="1094552"/>
                </a:lnTo>
                <a:lnTo>
                  <a:pt x="570732" y="1094552"/>
                </a:lnTo>
                <a:lnTo>
                  <a:pt x="831731" y="833073"/>
                </a:lnTo>
                <a:lnTo>
                  <a:pt x="831655" y="832998"/>
                </a:lnTo>
                <a:lnTo>
                  <a:pt x="832998" y="832998"/>
                </a:lnTo>
                <a:lnTo>
                  <a:pt x="832998" y="261554"/>
                </a:lnTo>
                <a:lnTo>
                  <a:pt x="261554" y="261554"/>
                </a:lnTo>
                <a:lnTo>
                  <a:pt x="261554" y="263944"/>
                </a:lnTo>
                <a:lnTo>
                  <a:pt x="260956" y="263347"/>
                </a:lnTo>
                <a:lnTo>
                  <a:pt x="0" y="5247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半闭框 52"/>
          <p:cNvSpPr/>
          <p:nvPr/>
        </p:nvSpPr>
        <p:spPr>
          <a:xfrm rot="8134532">
            <a:off x="2351595" y="1707293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Half Frame 52+"/>
          <p:cNvSpPr/>
          <p:nvPr/>
        </p:nvSpPr>
        <p:spPr>
          <a:xfrm rot="8134532">
            <a:off x="7486592" y="1707293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Half Frame 52++"/>
          <p:cNvSpPr/>
          <p:nvPr/>
        </p:nvSpPr>
        <p:spPr>
          <a:xfrm rot="13465468" flipH="1">
            <a:off x="7225369" y="4736969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Half Frame 52+"/>
          <p:cNvSpPr/>
          <p:nvPr/>
        </p:nvSpPr>
        <p:spPr>
          <a:xfrm rot="13465468" flipH="1">
            <a:off x="2310448" y="4736968"/>
            <a:ext cx="471526" cy="471526"/>
          </a:xfrm>
          <a:prstGeom prst="halfFrame">
            <a:avLst>
              <a:gd name="adj1" fmla="val 28957"/>
              <a:gd name="adj2" fmla="val 274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09465" y="1088490"/>
            <a:ext cx="161582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项目启动与规划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753277" y="1088490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Q3-Q4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38334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项目立项会议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64587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市场调研完成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38334" y="2468757"/>
            <a:ext cx="1489118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明确项目目标，组建核心团队，初步预算获批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005813" y="2468757"/>
            <a:ext cx="1547931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完成竞品分析与用户画像，为产品定位提供数据支持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9" name="TextBox 63+"/>
          <p:cNvSpPr txBox="1"/>
          <p:nvPr/>
        </p:nvSpPr>
        <p:spPr>
          <a:xfrm>
            <a:off x="6111429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营销策略定稿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0" name="TextBox 65+"/>
          <p:cNvSpPr txBox="1"/>
          <p:nvPr/>
        </p:nvSpPr>
        <p:spPr>
          <a:xfrm>
            <a:off x="8212617" y="180529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宣传素材完成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030852" y="2468629"/>
            <a:ext cx="1443822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确定以“都市探索”为核心的全渠道推广策略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185597" y="2475005"/>
            <a:ext cx="1489118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完成主视觉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、宣传视频脚本及核心文案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527851" y="409346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预热与发布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824998" y="4093467"/>
            <a:ext cx="114294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38334" y="2953221"/>
            <a:ext cx="1549266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确立了以“都市探索”为核心的产品宣发基调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3005813" y="2953221"/>
            <a:ext cx="154793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精准定位了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25-35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岁都市白领为核心目标人群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030852" y="2953221"/>
            <a:ext cx="154793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完成了季度性的媒体投放与内容产出规划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185597" y="2953221"/>
            <a:ext cx="1722659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内部评审通过率达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，为后续制作奠定坚实基础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TextBox 63+"/>
          <p:cNvSpPr txBox="1"/>
          <p:nvPr/>
        </p:nvSpPr>
        <p:spPr>
          <a:xfrm>
            <a:off x="7570411" y="4834231"/>
            <a:ext cx="163641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媒体与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KOC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570411" y="5603958"/>
            <a:ext cx="1758717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邀请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位垂直领域达人进行产品内测，收获首批优质口碑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570411" y="6165294"/>
            <a:ext cx="1794526" cy="363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成功在社交平台积累超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条真实正面评价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0" name="TextBox 65+"/>
          <p:cNvSpPr txBox="1"/>
          <p:nvPr/>
        </p:nvSpPr>
        <p:spPr>
          <a:xfrm>
            <a:off x="5837716" y="48342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线上发布会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828068" y="5603958"/>
            <a:ext cx="154793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成功举办全球线上发布会，直播观看量超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837716" y="6165294"/>
            <a:ext cx="136534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发布会后官网产品预约量单日增长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300%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TextBox 63++"/>
          <p:cNvSpPr txBox="1"/>
          <p:nvPr/>
        </p:nvSpPr>
        <p:spPr>
          <a:xfrm>
            <a:off x="2738301" y="48342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全渠道正式发售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738301" y="5603958"/>
            <a:ext cx="1414267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产品在官网、电商平台及线下门店同步上架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738301" y="6165295"/>
            <a:ext cx="1638829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目标：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力争首周销量突破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万台，抢占市场份额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2" name="TextBox 65++"/>
          <p:cNvSpPr txBox="1"/>
          <p:nvPr/>
        </p:nvSpPr>
        <p:spPr>
          <a:xfrm>
            <a:off x="730916" y="48342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大促活动规划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30916" y="5603958"/>
            <a:ext cx="154793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策划双十一、年末促销等关键营销活动，冲击销售目标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30916" y="6165294"/>
            <a:ext cx="1599829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solidFill>
                  <a:schemeClr val="accent1"/>
                </a:solidFill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目标：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通过组合营销策略，实现销售额环比增长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1207324" y="1133453"/>
            <a:ext cx="100668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1134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人才发展关键里程碑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5226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4595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: 形状 19"/>
          <p:cNvSpPr/>
          <p:nvPr/>
        </p:nvSpPr>
        <p:spPr>
          <a:xfrm rot="4805176">
            <a:off x="5153533" y="-3847133"/>
            <a:ext cx="2024959" cy="11244008"/>
          </a:xfrm>
          <a:custGeom>
            <a:avLst/>
            <a:gdLst>
              <a:gd name="connsiteX0" fmla="*/ 1346383 w 2024959"/>
              <a:gd name="connsiteY0" fmla="*/ 418561 h 11244008"/>
              <a:gd name="connsiteX1" fmla="*/ 1685671 w 2024959"/>
              <a:gd name="connsiteY1" fmla="*/ 0 h 11244008"/>
              <a:gd name="connsiteX2" fmla="*/ 2024959 w 2024959"/>
              <a:gd name="connsiteY2" fmla="*/ 418561 h 11244008"/>
              <a:gd name="connsiteX3" fmla="*/ 1821652 w 2024959"/>
              <a:gd name="connsiteY3" fmla="*/ 418561 h 11244008"/>
              <a:gd name="connsiteX4" fmla="*/ 1791387 w 2024959"/>
              <a:gd name="connsiteY4" fmla="*/ 781374 h 11244008"/>
              <a:gd name="connsiteX5" fmla="*/ 1286274 w 2024959"/>
              <a:gd name="connsiteY5" fmla="*/ 4936768 h 11244008"/>
              <a:gd name="connsiteX6" fmla="*/ 133115 w 2024959"/>
              <a:gd name="connsiteY6" fmla="*/ 10894261 h 11244008"/>
              <a:gd name="connsiteX7" fmla="*/ 0 w 2024959"/>
              <a:gd name="connsiteY7" fmla="*/ 11244008 h 11244008"/>
              <a:gd name="connsiteX8" fmla="*/ 160643 w 2024959"/>
              <a:gd name="connsiteY8" fmla="*/ 10426533 h 11244008"/>
              <a:gd name="connsiteX9" fmla="*/ 862547 w 2024959"/>
              <a:gd name="connsiteY9" fmla="*/ 6173829 h 11244008"/>
              <a:gd name="connsiteX10" fmla="*/ 1498417 w 2024959"/>
              <a:gd name="connsiteY10" fmla="*/ 1029041 h 11244008"/>
              <a:gd name="connsiteX11" fmla="*/ 1549914 w 2024959"/>
              <a:gd name="connsiteY11" fmla="*/ 418561 h 1124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4959" h="11244008">
                <a:moveTo>
                  <a:pt x="1346383" y="418561"/>
                </a:moveTo>
                <a:lnTo>
                  <a:pt x="1685671" y="0"/>
                </a:lnTo>
                <a:lnTo>
                  <a:pt x="2024959" y="418561"/>
                </a:lnTo>
                <a:lnTo>
                  <a:pt x="1821652" y="418561"/>
                </a:lnTo>
                <a:lnTo>
                  <a:pt x="1791387" y="781374"/>
                </a:lnTo>
                <a:cubicBezTo>
                  <a:pt x="1690203" y="1915900"/>
                  <a:pt x="1516975" y="3364008"/>
                  <a:pt x="1286274" y="4936768"/>
                </a:cubicBezTo>
                <a:cubicBezTo>
                  <a:pt x="890788" y="7632933"/>
                  <a:pt x="438727" y="9929690"/>
                  <a:pt x="133115" y="10894261"/>
                </a:cubicBezTo>
                <a:lnTo>
                  <a:pt x="0" y="11244008"/>
                </a:lnTo>
                <a:lnTo>
                  <a:pt x="160643" y="10426533"/>
                </a:lnTo>
                <a:cubicBezTo>
                  <a:pt x="387450" y="9216453"/>
                  <a:pt x="630865" y="7753281"/>
                  <a:pt x="862547" y="6173829"/>
                </a:cubicBezTo>
                <a:cubicBezTo>
                  <a:pt x="1152149" y="4199515"/>
                  <a:pt x="1372011" y="2393966"/>
                  <a:pt x="1498417" y="1029041"/>
                </a:cubicBezTo>
                <a:lnTo>
                  <a:pt x="1549914" y="41856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42914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Rectangle 20+"/>
          <p:cNvSpPr/>
          <p:nvPr/>
        </p:nvSpPr>
        <p:spPr>
          <a:xfrm>
            <a:off x="3321051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" name="Rectangle 20++"/>
          <p:cNvSpPr/>
          <p:nvPr/>
        </p:nvSpPr>
        <p:spPr>
          <a:xfrm>
            <a:off x="9077324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4" name="Rectangle 20+"/>
          <p:cNvSpPr/>
          <p:nvPr/>
        </p:nvSpPr>
        <p:spPr>
          <a:xfrm>
            <a:off x="6199188" y="3300970"/>
            <a:ext cx="2671762" cy="322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412082" y="1556749"/>
            <a:ext cx="733425" cy="7334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6" name="Oval 24+"/>
          <p:cNvSpPr/>
          <p:nvPr/>
        </p:nvSpPr>
        <p:spPr>
          <a:xfrm>
            <a:off x="4290220" y="1505772"/>
            <a:ext cx="733425" cy="7334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7" name="Oval 24++"/>
          <p:cNvSpPr/>
          <p:nvPr/>
        </p:nvSpPr>
        <p:spPr>
          <a:xfrm>
            <a:off x="7168356" y="1405480"/>
            <a:ext cx="733425" cy="7334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Oval 24+++"/>
          <p:cNvSpPr/>
          <p:nvPr/>
        </p:nvSpPr>
        <p:spPr>
          <a:xfrm>
            <a:off x="10046493" y="1254211"/>
            <a:ext cx="733425" cy="7334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99258" y="1708018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TextBox 29+"/>
          <p:cNvSpPr txBox="1"/>
          <p:nvPr/>
        </p:nvSpPr>
        <p:spPr>
          <a:xfrm>
            <a:off x="4477396" y="1657041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育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TextBox 29++"/>
          <p:cNvSpPr txBox="1"/>
          <p:nvPr/>
        </p:nvSpPr>
        <p:spPr>
          <a:xfrm>
            <a:off x="7355532" y="1556749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用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TextBox 29+++"/>
          <p:cNvSpPr txBox="1"/>
          <p:nvPr/>
        </p:nvSpPr>
        <p:spPr>
          <a:xfrm>
            <a:off x="10233669" y="1405480"/>
            <a:ext cx="35907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留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Rectangle 20+"/>
          <p:cNvSpPr/>
          <p:nvPr/>
        </p:nvSpPr>
        <p:spPr>
          <a:xfrm>
            <a:off x="442914" y="2622174"/>
            <a:ext cx="2671762" cy="54012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等腰三角形 35"/>
          <p:cNvSpPr/>
          <p:nvPr/>
        </p:nvSpPr>
        <p:spPr>
          <a:xfrm>
            <a:off x="507105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9" name="Rectangle 20+"/>
          <p:cNvSpPr/>
          <p:nvPr/>
        </p:nvSpPr>
        <p:spPr>
          <a:xfrm>
            <a:off x="3321052" y="2622174"/>
            <a:ext cx="2671762" cy="54012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3385242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3" name="Rectangle 20+"/>
          <p:cNvSpPr/>
          <p:nvPr/>
        </p:nvSpPr>
        <p:spPr>
          <a:xfrm>
            <a:off x="6199188" y="2622174"/>
            <a:ext cx="2671762" cy="54012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>
            <a:off x="6263378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6" name="Rectangle 20+"/>
          <p:cNvSpPr/>
          <p:nvPr/>
        </p:nvSpPr>
        <p:spPr>
          <a:xfrm>
            <a:off x="9077324" y="2622174"/>
            <a:ext cx="2671762" cy="540124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7" name="等腰三角形 46"/>
          <p:cNvSpPr/>
          <p:nvPr/>
        </p:nvSpPr>
        <p:spPr>
          <a:xfrm>
            <a:off x="9141514" y="2266366"/>
            <a:ext cx="2543380" cy="352175"/>
          </a:xfrm>
          <a:prstGeom prst="triangle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49" name="直接连接符 48"/>
          <p:cNvCxnSpPr>
            <a:stCxn id="27" idx="4"/>
          </p:cNvCxnSpPr>
          <p:nvPr/>
        </p:nvCxnSpPr>
        <p:spPr>
          <a:xfrm flipH="1">
            <a:off x="7535068" y="2138905"/>
            <a:ext cx="1" cy="144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8+"/>
          <p:cNvCxnSpPr>
            <a:stCxn id="28" idx="4"/>
          </p:cNvCxnSpPr>
          <p:nvPr/>
        </p:nvCxnSpPr>
        <p:spPr>
          <a:xfrm flipH="1">
            <a:off x="10413205" y="1987636"/>
            <a:ext cx="1" cy="288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2+"/>
          <p:cNvSpPr txBox="1"/>
          <p:nvPr/>
        </p:nvSpPr>
        <p:spPr>
          <a:xfrm>
            <a:off x="3885888" y="1114403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Q1-Q2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TextBox 52++"/>
          <p:cNvSpPr txBox="1"/>
          <p:nvPr/>
        </p:nvSpPr>
        <p:spPr>
          <a:xfrm>
            <a:off x="6764024" y="978172"/>
            <a:ext cx="15420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Q3-Q4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TextBox 52+++"/>
          <p:cNvSpPr txBox="1"/>
          <p:nvPr/>
        </p:nvSpPr>
        <p:spPr>
          <a:xfrm>
            <a:off x="10182373" y="934976"/>
            <a:ext cx="4616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未来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530607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夯实基础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103653" y="2743408"/>
            <a:ext cx="297657" cy="297657"/>
            <a:chOff x="145256" y="169068"/>
            <a:chExt cx="1638299" cy="1638300"/>
          </a:xfrm>
          <a:solidFill>
            <a:schemeClr val="accent1"/>
          </a:solidFill>
        </p:grpSpPr>
        <p:sp>
          <p:nvSpPr>
            <p:cNvPr id="62" name="任意多边形: 形状 61"/>
            <p:cNvSpPr/>
            <p:nvPr/>
          </p:nvSpPr>
          <p:spPr>
            <a:xfrm>
              <a:off x="145256" y="169068"/>
              <a:ext cx="1638299" cy="1638300"/>
            </a:xfrm>
            <a:custGeom>
              <a:avLst/>
              <a:gdLst>
                <a:gd name="connsiteX0" fmla="*/ 1390650 w 1638299"/>
                <a:gd name="connsiteY0" fmla="*/ 1638300 h 1638300"/>
                <a:gd name="connsiteX1" fmla="*/ 247650 w 1638299"/>
                <a:gd name="connsiteY1" fmla="*/ 1638300 h 1638300"/>
                <a:gd name="connsiteX2" fmla="*/ 0 w 1638299"/>
                <a:gd name="connsiteY2" fmla="*/ 1390650 h 1638300"/>
                <a:gd name="connsiteX3" fmla="*/ 0 w 1638299"/>
                <a:gd name="connsiteY3" fmla="*/ 247650 h 1638300"/>
                <a:gd name="connsiteX4" fmla="*/ 247650 w 1638299"/>
                <a:gd name="connsiteY4" fmla="*/ 0 h 1638300"/>
                <a:gd name="connsiteX5" fmla="*/ 1390650 w 1638299"/>
                <a:gd name="connsiteY5" fmla="*/ 0 h 1638300"/>
                <a:gd name="connsiteX6" fmla="*/ 1638300 w 1638299"/>
                <a:gd name="connsiteY6" fmla="*/ 247650 h 1638300"/>
                <a:gd name="connsiteX7" fmla="*/ 1638300 w 1638299"/>
                <a:gd name="connsiteY7" fmla="*/ 1390650 h 1638300"/>
                <a:gd name="connsiteX8" fmla="*/ 1390650 w 1638299"/>
                <a:gd name="connsiteY8" fmla="*/ 1638300 h 1638300"/>
                <a:gd name="connsiteX9" fmla="*/ 247650 w 1638299"/>
                <a:gd name="connsiteY9" fmla="*/ 114300 h 1638300"/>
                <a:gd name="connsiteX10" fmla="*/ 114300 w 1638299"/>
                <a:gd name="connsiteY10" fmla="*/ 247650 h 1638300"/>
                <a:gd name="connsiteX11" fmla="*/ 114300 w 1638299"/>
                <a:gd name="connsiteY11" fmla="*/ 1390650 h 1638300"/>
                <a:gd name="connsiteX12" fmla="*/ 247650 w 1638299"/>
                <a:gd name="connsiteY12" fmla="*/ 1524000 h 1638300"/>
                <a:gd name="connsiteX13" fmla="*/ 1390650 w 1638299"/>
                <a:gd name="connsiteY13" fmla="*/ 1524000 h 1638300"/>
                <a:gd name="connsiteX14" fmla="*/ 1524000 w 1638299"/>
                <a:gd name="connsiteY14" fmla="*/ 1390650 h 1638300"/>
                <a:gd name="connsiteX15" fmla="*/ 1524000 w 1638299"/>
                <a:gd name="connsiteY15" fmla="*/ 247650 h 1638300"/>
                <a:gd name="connsiteX16" fmla="*/ 1390650 w 1638299"/>
                <a:gd name="connsiteY16" fmla="*/ 114300 h 1638300"/>
                <a:gd name="connsiteX17" fmla="*/ 247650 w 1638299"/>
                <a:gd name="connsiteY17" fmla="*/ 1143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38299" h="1638300">
                  <a:moveTo>
                    <a:pt x="1390650" y="1638300"/>
                  </a:moveTo>
                  <a:lnTo>
                    <a:pt x="247650" y="1638300"/>
                  </a:lnTo>
                  <a:cubicBezTo>
                    <a:pt x="111062" y="1638300"/>
                    <a:pt x="0" y="1527239"/>
                    <a:pt x="0" y="1390650"/>
                  </a:cubicBezTo>
                  <a:lnTo>
                    <a:pt x="0" y="247650"/>
                  </a:lnTo>
                  <a:cubicBezTo>
                    <a:pt x="0" y="111061"/>
                    <a:pt x="111062" y="0"/>
                    <a:pt x="247650" y="0"/>
                  </a:cubicBezTo>
                  <a:lnTo>
                    <a:pt x="1390650" y="0"/>
                  </a:lnTo>
                  <a:cubicBezTo>
                    <a:pt x="1527239" y="0"/>
                    <a:pt x="1638300" y="111061"/>
                    <a:pt x="1638300" y="247650"/>
                  </a:cubicBezTo>
                  <a:lnTo>
                    <a:pt x="1638300" y="1390650"/>
                  </a:lnTo>
                  <a:cubicBezTo>
                    <a:pt x="1638300" y="1527239"/>
                    <a:pt x="1527143" y="1638300"/>
                    <a:pt x="1390650" y="1638300"/>
                  </a:cubicBezTo>
                  <a:close/>
                  <a:moveTo>
                    <a:pt x="247650" y="114300"/>
                  </a:moveTo>
                  <a:cubicBezTo>
                    <a:pt x="174117" y="114300"/>
                    <a:pt x="114300" y="174117"/>
                    <a:pt x="114300" y="247650"/>
                  </a:cubicBezTo>
                  <a:lnTo>
                    <a:pt x="114300" y="1390650"/>
                  </a:lnTo>
                  <a:cubicBezTo>
                    <a:pt x="114300" y="1464183"/>
                    <a:pt x="174117" y="1524000"/>
                    <a:pt x="247650" y="1524000"/>
                  </a:cubicBezTo>
                  <a:lnTo>
                    <a:pt x="1390650" y="1524000"/>
                  </a:lnTo>
                  <a:cubicBezTo>
                    <a:pt x="1464183" y="1524000"/>
                    <a:pt x="1524000" y="1464183"/>
                    <a:pt x="1524000" y="1390650"/>
                  </a:cubicBezTo>
                  <a:lnTo>
                    <a:pt x="1524000" y="247650"/>
                  </a:lnTo>
                  <a:cubicBezTo>
                    <a:pt x="1524000" y="174117"/>
                    <a:pt x="1464183" y="114300"/>
                    <a:pt x="1390650" y="114300"/>
                  </a:cubicBezTo>
                  <a:lnTo>
                    <a:pt x="247650" y="114300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640556" y="397668"/>
              <a:ext cx="647699" cy="647699"/>
            </a:xfrm>
            <a:custGeom>
              <a:avLst/>
              <a:gdLst>
                <a:gd name="connsiteX0" fmla="*/ 323850 w 647699"/>
                <a:gd name="connsiteY0" fmla="*/ 647700 h 647699"/>
                <a:gd name="connsiteX1" fmla="*/ 0 w 647699"/>
                <a:gd name="connsiteY1" fmla="*/ 323850 h 647699"/>
                <a:gd name="connsiteX2" fmla="*/ 323850 w 647699"/>
                <a:gd name="connsiteY2" fmla="*/ 0 h 647699"/>
                <a:gd name="connsiteX3" fmla="*/ 647700 w 647699"/>
                <a:gd name="connsiteY3" fmla="*/ 323850 h 647699"/>
                <a:gd name="connsiteX4" fmla="*/ 323850 w 647699"/>
                <a:gd name="connsiteY4" fmla="*/ 647700 h 647699"/>
                <a:gd name="connsiteX5" fmla="*/ 323850 w 647699"/>
                <a:gd name="connsiteY5" fmla="*/ 114300 h 647699"/>
                <a:gd name="connsiteX6" fmla="*/ 114300 w 647699"/>
                <a:gd name="connsiteY6" fmla="*/ 323850 h 647699"/>
                <a:gd name="connsiteX7" fmla="*/ 323850 w 647699"/>
                <a:gd name="connsiteY7" fmla="*/ 533400 h 647699"/>
                <a:gd name="connsiteX8" fmla="*/ 533400 w 647699"/>
                <a:gd name="connsiteY8" fmla="*/ 323850 h 647699"/>
                <a:gd name="connsiteX9" fmla="*/ 323850 w 647699"/>
                <a:gd name="connsiteY9" fmla="*/ 114300 h 64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9" h="647699">
                  <a:moveTo>
                    <a:pt x="323850" y="647700"/>
                  </a:moveTo>
                  <a:cubicBezTo>
                    <a:pt x="145256" y="647700"/>
                    <a:pt x="0" y="502444"/>
                    <a:pt x="0" y="323850"/>
                  </a:cubicBezTo>
                  <a:cubicBezTo>
                    <a:pt x="0" y="145256"/>
                    <a:pt x="145256" y="0"/>
                    <a:pt x="323850" y="0"/>
                  </a:cubicBezTo>
                  <a:cubicBezTo>
                    <a:pt x="502444" y="0"/>
                    <a:pt x="647700" y="145256"/>
                    <a:pt x="647700" y="323850"/>
                  </a:cubicBezTo>
                  <a:cubicBezTo>
                    <a:pt x="647700" y="502444"/>
                    <a:pt x="502444" y="647700"/>
                    <a:pt x="323850" y="647700"/>
                  </a:cubicBezTo>
                  <a:close/>
                  <a:moveTo>
                    <a:pt x="323850" y="114300"/>
                  </a:moveTo>
                  <a:cubicBezTo>
                    <a:pt x="208312" y="114300"/>
                    <a:pt x="114300" y="208312"/>
                    <a:pt x="114300" y="323850"/>
                  </a:cubicBezTo>
                  <a:cubicBezTo>
                    <a:pt x="114300" y="439388"/>
                    <a:pt x="208312" y="533400"/>
                    <a:pt x="323850" y="533400"/>
                  </a:cubicBezTo>
                  <a:cubicBezTo>
                    <a:pt x="439388" y="533400"/>
                    <a:pt x="533400" y="439388"/>
                    <a:pt x="533400" y="323850"/>
                  </a:cubicBezTo>
                  <a:cubicBezTo>
                    <a:pt x="533400" y="208312"/>
                    <a:pt x="439388" y="114300"/>
                    <a:pt x="323850" y="114300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497681" y="929626"/>
              <a:ext cx="989480" cy="658667"/>
            </a:xfrm>
            <a:custGeom>
              <a:avLst/>
              <a:gdLst>
                <a:gd name="connsiteX0" fmla="*/ 57150 w 989480"/>
                <a:gd name="connsiteY0" fmla="*/ 658668 h 658667"/>
                <a:gd name="connsiteX1" fmla="*/ 0 w 989480"/>
                <a:gd name="connsiteY1" fmla="*/ 601517 h 658667"/>
                <a:gd name="connsiteX2" fmla="*/ 0 w 989480"/>
                <a:gd name="connsiteY2" fmla="*/ 249092 h 658667"/>
                <a:gd name="connsiteX3" fmla="*/ 247650 w 989480"/>
                <a:gd name="connsiteY3" fmla="*/ 1442 h 658667"/>
                <a:gd name="connsiteX4" fmla="*/ 276225 w 989480"/>
                <a:gd name="connsiteY4" fmla="*/ 1442 h 658667"/>
                <a:gd name="connsiteX5" fmla="*/ 320135 w 989480"/>
                <a:gd name="connsiteY5" fmla="*/ 871 h 658667"/>
                <a:gd name="connsiteX6" fmla="*/ 468249 w 989480"/>
                <a:gd name="connsiteY6" fmla="*/ 776 h 658667"/>
                <a:gd name="connsiteX7" fmla="*/ 523780 w 989480"/>
                <a:gd name="connsiteY7" fmla="*/ 59450 h 658667"/>
                <a:gd name="connsiteX8" fmla="*/ 465106 w 989480"/>
                <a:gd name="connsiteY8" fmla="*/ 114980 h 658667"/>
                <a:gd name="connsiteX9" fmla="*/ 322040 w 989480"/>
                <a:gd name="connsiteY9" fmla="*/ 115076 h 658667"/>
                <a:gd name="connsiteX10" fmla="*/ 276130 w 989480"/>
                <a:gd name="connsiteY10" fmla="*/ 115647 h 658667"/>
                <a:gd name="connsiteX11" fmla="*/ 247555 w 989480"/>
                <a:gd name="connsiteY11" fmla="*/ 115647 h 658667"/>
                <a:gd name="connsiteX12" fmla="*/ 114205 w 989480"/>
                <a:gd name="connsiteY12" fmla="*/ 248997 h 658667"/>
                <a:gd name="connsiteX13" fmla="*/ 114205 w 989480"/>
                <a:gd name="connsiteY13" fmla="*/ 601422 h 658667"/>
                <a:gd name="connsiteX14" fmla="*/ 57417 w 989480"/>
                <a:gd name="connsiteY14" fmla="*/ 658667 h 658667"/>
                <a:gd name="connsiteX15" fmla="*/ 57150 w 989480"/>
                <a:gd name="connsiteY15" fmla="*/ 658667 h 658667"/>
                <a:gd name="connsiteX16" fmla="*/ 834962 w 989480"/>
                <a:gd name="connsiteY16" fmla="*/ 630093 h 658667"/>
                <a:gd name="connsiteX17" fmla="*/ 640271 w 989480"/>
                <a:gd name="connsiteY17" fmla="*/ 630093 h 658667"/>
                <a:gd name="connsiteX18" fmla="*/ 590741 w 989480"/>
                <a:gd name="connsiteY18" fmla="*/ 601517 h 658667"/>
                <a:gd name="connsiteX19" fmla="*/ 493395 w 989480"/>
                <a:gd name="connsiteY19" fmla="*/ 432925 h 658667"/>
                <a:gd name="connsiteX20" fmla="*/ 493395 w 989480"/>
                <a:gd name="connsiteY20" fmla="*/ 375775 h 658667"/>
                <a:gd name="connsiteX21" fmla="*/ 590741 w 989480"/>
                <a:gd name="connsiteY21" fmla="*/ 207183 h 658667"/>
                <a:gd name="connsiteX22" fmla="*/ 640271 w 989480"/>
                <a:gd name="connsiteY22" fmla="*/ 178607 h 658667"/>
                <a:gd name="connsiteX23" fmla="*/ 834962 w 989480"/>
                <a:gd name="connsiteY23" fmla="*/ 178607 h 658667"/>
                <a:gd name="connsiteX24" fmla="*/ 884492 w 989480"/>
                <a:gd name="connsiteY24" fmla="*/ 207183 h 658667"/>
                <a:gd name="connsiteX25" fmla="*/ 981837 w 989480"/>
                <a:gd name="connsiteY25" fmla="*/ 375775 h 658667"/>
                <a:gd name="connsiteX26" fmla="*/ 981837 w 989480"/>
                <a:gd name="connsiteY26" fmla="*/ 432925 h 658667"/>
                <a:gd name="connsiteX27" fmla="*/ 884492 w 989480"/>
                <a:gd name="connsiteY27" fmla="*/ 601517 h 658667"/>
                <a:gd name="connsiteX28" fmla="*/ 834962 w 989480"/>
                <a:gd name="connsiteY28" fmla="*/ 630093 h 658667"/>
                <a:gd name="connsiteX29" fmla="*/ 673227 w 989480"/>
                <a:gd name="connsiteY29" fmla="*/ 515793 h 658667"/>
                <a:gd name="connsiteX30" fmla="*/ 801910 w 989480"/>
                <a:gd name="connsiteY30" fmla="*/ 515793 h 658667"/>
                <a:gd name="connsiteX31" fmla="*/ 866299 w 989480"/>
                <a:gd name="connsiteY31" fmla="*/ 404350 h 658667"/>
                <a:gd name="connsiteX32" fmla="*/ 801910 w 989480"/>
                <a:gd name="connsiteY32" fmla="*/ 292907 h 658667"/>
                <a:gd name="connsiteX33" fmla="*/ 673227 w 989480"/>
                <a:gd name="connsiteY33" fmla="*/ 292907 h 658667"/>
                <a:gd name="connsiteX34" fmla="*/ 608838 w 989480"/>
                <a:gd name="connsiteY34" fmla="*/ 404350 h 658667"/>
                <a:gd name="connsiteX35" fmla="*/ 673227 w 989480"/>
                <a:gd name="connsiteY35" fmla="*/ 515793 h 65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89480" h="658667">
                  <a:moveTo>
                    <a:pt x="57150" y="658668"/>
                  </a:moveTo>
                  <a:cubicBezTo>
                    <a:pt x="25622" y="658668"/>
                    <a:pt x="0" y="633045"/>
                    <a:pt x="0" y="601517"/>
                  </a:cubicBezTo>
                  <a:lnTo>
                    <a:pt x="0" y="249092"/>
                  </a:lnTo>
                  <a:cubicBezTo>
                    <a:pt x="0" y="112504"/>
                    <a:pt x="111062" y="1442"/>
                    <a:pt x="247650" y="1442"/>
                  </a:cubicBezTo>
                  <a:lnTo>
                    <a:pt x="276225" y="1442"/>
                  </a:lnTo>
                  <a:cubicBezTo>
                    <a:pt x="288036" y="1442"/>
                    <a:pt x="302990" y="1157"/>
                    <a:pt x="320135" y="871"/>
                  </a:cubicBezTo>
                  <a:cubicBezTo>
                    <a:pt x="359474" y="204"/>
                    <a:pt x="413480" y="-653"/>
                    <a:pt x="468249" y="776"/>
                  </a:cubicBezTo>
                  <a:cubicBezTo>
                    <a:pt x="499777" y="1633"/>
                    <a:pt x="524637" y="27922"/>
                    <a:pt x="523780" y="59450"/>
                  </a:cubicBezTo>
                  <a:cubicBezTo>
                    <a:pt x="522922" y="90977"/>
                    <a:pt x="496634" y="115457"/>
                    <a:pt x="465106" y="114980"/>
                  </a:cubicBezTo>
                  <a:cubicBezTo>
                    <a:pt x="412814" y="113552"/>
                    <a:pt x="362426" y="114409"/>
                    <a:pt x="322040" y="115076"/>
                  </a:cubicBezTo>
                  <a:cubicBezTo>
                    <a:pt x="304038" y="115361"/>
                    <a:pt x="288512" y="115647"/>
                    <a:pt x="276130" y="115647"/>
                  </a:cubicBezTo>
                  <a:lnTo>
                    <a:pt x="247555" y="115647"/>
                  </a:lnTo>
                  <a:cubicBezTo>
                    <a:pt x="174022" y="115647"/>
                    <a:pt x="114205" y="175464"/>
                    <a:pt x="114205" y="248997"/>
                  </a:cubicBezTo>
                  <a:lnTo>
                    <a:pt x="114205" y="601422"/>
                  </a:lnTo>
                  <a:cubicBezTo>
                    <a:pt x="114331" y="632911"/>
                    <a:pt x="88906" y="658541"/>
                    <a:pt x="57417" y="658667"/>
                  </a:cubicBezTo>
                  <a:cubicBezTo>
                    <a:pt x="57328" y="658667"/>
                    <a:pt x="57239" y="658667"/>
                    <a:pt x="57150" y="658667"/>
                  </a:cubicBezTo>
                  <a:close/>
                  <a:moveTo>
                    <a:pt x="834962" y="630093"/>
                  </a:moveTo>
                  <a:lnTo>
                    <a:pt x="640271" y="630093"/>
                  </a:lnTo>
                  <a:cubicBezTo>
                    <a:pt x="619887" y="630093"/>
                    <a:pt x="601028" y="619234"/>
                    <a:pt x="590741" y="601517"/>
                  </a:cubicBezTo>
                  <a:lnTo>
                    <a:pt x="493395" y="432925"/>
                  </a:lnTo>
                  <a:cubicBezTo>
                    <a:pt x="483204" y="415238"/>
                    <a:pt x="483204" y="393462"/>
                    <a:pt x="493395" y="375775"/>
                  </a:cubicBezTo>
                  <a:lnTo>
                    <a:pt x="590741" y="207183"/>
                  </a:lnTo>
                  <a:cubicBezTo>
                    <a:pt x="600932" y="189466"/>
                    <a:pt x="619792" y="178607"/>
                    <a:pt x="640271" y="178607"/>
                  </a:cubicBezTo>
                  <a:lnTo>
                    <a:pt x="834962" y="178607"/>
                  </a:lnTo>
                  <a:cubicBezTo>
                    <a:pt x="855345" y="178607"/>
                    <a:pt x="874205" y="189466"/>
                    <a:pt x="884492" y="207183"/>
                  </a:cubicBezTo>
                  <a:lnTo>
                    <a:pt x="981837" y="375775"/>
                  </a:lnTo>
                  <a:cubicBezTo>
                    <a:pt x="992028" y="393462"/>
                    <a:pt x="992028" y="415238"/>
                    <a:pt x="981837" y="432925"/>
                  </a:cubicBezTo>
                  <a:lnTo>
                    <a:pt x="884492" y="601517"/>
                  </a:lnTo>
                  <a:cubicBezTo>
                    <a:pt x="874205" y="619234"/>
                    <a:pt x="855345" y="630093"/>
                    <a:pt x="834962" y="630093"/>
                  </a:cubicBezTo>
                  <a:close/>
                  <a:moveTo>
                    <a:pt x="673227" y="515793"/>
                  </a:moveTo>
                  <a:lnTo>
                    <a:pt x="801910" y="515793"/>
                  </a:lnTo>
                  <a:lnTo>
                    <a:pt x="866299" y="404350"/>
                  </a:lnTo>
                  <a:lnTo>
                    <a:pt x="801910" y="292907"/>
                  </a:lnTo>
                  <a:lnTo>
                    <a:pt x="673227" y="292907"/>
                  </a:lnTo>
                  <a:lnTo>
                    <a:pt x="608838" y="404350"/>
                  </a:lnTo>
                  <a:lnTo>
                    <a:pt x="673227" y="515793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4411463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重点突破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图形 69"/>
          <p:cNvSpPr/>
          <p:nvPr/>
        </p:nvSpPr>
        <p:spPr>
          <a:xfrm>
            <a:off x="3979073" y="2740685"/>
            <a:ext cx="303093" cy="303103"/>
          </a:xfrm>
          <a:custGeom>
            <a:avLst/>
            <a:gdLst>
              <a:gd name="connsiteX0" fmla="*/ 153713 w 923305"/>
              <a:gd name="connsiteY0" fmla="*/ 384852 h 923338"/>
              <a:gd name="connsiteX1" fmla="*/ 153713 w 923305"/>
              <a:gd name="connsiteY1" fmla="*/ 461795 h 923338"/>
              <a:gd name="connsiteX2" fmla="*/ 76866 w 923305"/>
              <a:gd name="connsiteY2" fmla="*/ 461795 h 923338"/>
              <a:gd name="connsiteX3" fmla="*/ 76866 w 923305"/>
              <a:gd name="connsiteY3" fmla="*/ 846395 h 923338"/>
              <a:gd name="connsiteX4" fmla="*/ 845412 w 923305"/>
              <a:gd name="connsiteY4" fmla="*/ 846395 h 923338"/>
              <a:gd name="connsiteX5" fmla="*/ 845412 w 923305"/>
              <a:gd name="connsiteY5" fmla="*/ 461776 h 923338"/>
              <a:gd name="connsiteX6" fmla="*/ 768546 w 923305"/>
              <a:gd name="connsiteY6" fmla="*/ 461776 h 923338"/>
              <a:gd name="connsiteX7" fmla="*/ 768546 w 923305"/>
              <a:gd name="connsiteY7" fmla="*/ 384852 h 923338"/>
              <a:gd name="connsiteX8" fmla="*/ 883845 w 923305"/>
              <a:gd name="connsiteY8" fmla="*/ 384852 h 923338"/>
              <a:gd name="connsiteX9" fmla="*/ 922259 w 923305"/>
              <a:gd name="connsiteY9" fmla="*/ 423324 h 923338"/>
              <a:gd name="connsiteX10" fmla="*/ 922259 w 923305"/>
              <a:gd name="connsiteY10" fmla="*/ 884867 h 923338"/>
              <a:gd name="connsiteX11" fmla="*/ 883845 w 923305"/>
              <a:gd name="connsiteY11" fmla="*/ 923338 h 923338"/>
              <a:gd name="connsiteX12" fmla="*/ 38433 w 923305"/>
              <a:gd name="connsiteY12" fmla="*/ 923338 h 923338"/>
              <a:gd name="connsiteX13" fmla="*/ 0 w 923305"/>
              <a:gd name="connsiteY13" fmla="*/ 884867 h 923338"/>
              <a:gd name="connsiteX14" fmla="*/ 0 w 923305"/>
              <a:gd name="connsiteY14" fmla="*/ 423324 h 923338"/>
              <a:gd name="connsiteX15" fmla="*/ 38433 w 923305"/>
              <a:gd name="connsiteY15" fmla="*/ 384852 h 923338"/>
              <a:gd name="connsiteX16" fmla="*/ 153694 w 923305"/>
              <a:gd name="connsiteY16" fmla="*/ 384852 h 923338"/>
              <a:gd name="connsiteX17" fmla="*/ 730132 w 923305"/>
              <a:gd name="connsiteY17" fmla="*/ 692567 h 923338"/>
              <a:gd name="connsiteX18" fmla="*/ 768594 w 923305"/>
              <a:gd name="connsiteY18" fmla="*/ 731029 h 923338"/>
              <a:gd name="connsiteX19" fmla="*/ 730132 w 923305"/>
              <a:gd name="connsiteY19" fmla="*/ 769491 h 923338"/>
              <a:gd name="connsiteX20" fmla="*/ 422706 w 923305"/>
              <a:gd name="connsiteY20" fmla="*/ 769491 h 923338"/>
              <a:gd name="connsiteX21" fmla="*/ 384235 w 923305"/>
              <a:gd name="connsiteY21" fmla="*/ 731019 h 923338"/>
              <a:gd name="connsiteX22" fmla="*/ 422706 w 923305"/>
              <a:gd name="connsiteY22" fmla="*/ 692547 h 923338"/>
              <a:gd name="connsiteX23" fmla="*/ 824676 w 923305"/>
              <a:gd name="connsiteY23" fmla="*/ 983 h 923338"/>
              <a:gd name="connsiteX24" fmla="*/ 870692 w 923305"/>
              <a:gd name="connsiteY24" fmla="*/ 29808 h 923338"/>
              <a:gd name="connsiteX25" fmla="*/ 870784 w 923305"/>
              <a:gd name="connsiteY25" fmla="*/ 30221 h 923338"/>
              <a:gd name="connsiteX26" fmla="*/ 922278 w 923305"/>
              <a:gd name="connsiteY26" fmla="*/ 255607 h 923338"/>
              <a:gd name="connsiteX27" fmla="*/ 892782 w 923305"/>
              <a:gd name="connsiteY27" fmla="*/ 302903 h 923338"/>
              <a:gd name="connsiteX28" fmla="*/ 871919 w 923305"/>
              <a:gd name="connsiteY28" fmla="*/ 302061 h 923338"/>
              <a:gd name="connsiteX29" fmla="*/ 845432 w 923305"/>
              <a:gd name="connsiteY29" fmla="*/ 272515 h 923338"/>
              <a:gd name="connsiteX30" fmla="*/ 822368 w 923305"/>
              <a:gd name="connsiteY30" fmla="*/ 164872 h 923338"/>
              <a:gd name="connsiteX31" fmla="*/ 609486 w 923305"/>
              <a:gd name="connsiteY31" fmla="*/ 520253 h 923338"/>
              <a:gd name="connsiteX32" fmla="*/ 556844 w 923305"/>
              <a:gd name="connsiteY32" fmla="*/ 533783 h 923338"/>
              <a:gd name="connsiteX33" fmla="*/ 554914 w 923305"/>
              <a:gd name="connsiteY33" fmla="*/ 532564 h 923338"/>
              <a:gd name="connsiteX34" fmla="*/ 360459 w 923305"/>
              <a:gd name="connsiteY34" fmla="*/ 402530 h 923338"/>
              <a:gd name="connsiteX35" fmla="*/ 226732 w 923305"/>
              <a:gd name="connsiteY35" fmla="*/ 671023 h 923338"/>
              <a:gd name="connsiteX36" fmla="*/ 192146 w 923305"/>
              <a:gd name="connsiteY36" fmla="*/ 692567 h 923338"/>
              <a:gd name="connsiteX37" fmla="*/ 175219 w 923305"/>
              <a:gd name="connsiteY37" fmla="*/ 688720 h 923338"/>
              <a:gd name="connsiteX38" fmla="*/ 157941 w 923305"/>
              <a:gd name="connsiteY38" fmla="*/ 637158 h 923338"/>
              <a:gd name="connsiteX39" fmla="*/ 158330 w 923305"/>
              <a:gd name="connsiteY39" fmla="*/ 636398 h 923338"/>
              <a:gd name="connsiteX40" fmla="*/ 312024 w 923305"/>
              <a:gd name="connsiteY40" fmla="*/ 328703 h 923338"/>
              <a:gd name="connsiteX41" fmla="*/ 363732 w 923305"/>
              <a:gd name="connsiteY41" fmla="*/ 311958 h 923338"/>
              <a:gd name="connsiteX42" fmla="*/ 367384 w 923305"/>
              <a:gd name="connsiteY42" fmla="*/ 314084 h 923338"/>
              <a:gd name="connsiteX43" fmla="*/ 564128 w 923305"/>
              <a:gd name="connsiteY43" fmla="*/ 445618 h 923338"/>
              <a:gd name="connsiteX44" fmla="*/ 773951 w 923305"/>
              <a:gd name="connsiteY44" fmla="*/ 97931 h 923338"/>
              <a:gd name="connsiteX45" fmla="*/ 779337 w 923305"/>
              <a:gd name="connsiteY45" fmla="*/ 92545 h 923338"/>
              <a:gd name="connsiteX46" fmla="*/ 617180 w 923305"/>
              <a:gd name="connsiteY46" fmla="*/ 128709 h 923338"/>
              <a:gd name="connsiteX47" fmla="*/ 569876 w 923305"/>
              <a:gd name="connsiteY47" fmla="*/ 99432 h 923338"/>
              <a:gd name="connsiteX48" fmla="*/ 570745 w 923305"/>
              <a:gd name="connsiteY48" fmla="*/ 78292 h 923338"/>
              <a:gd name="connsiteX49" fmla="*/ 600252 w 923305"/>
              <a:gd name="connsiteY49" fmla="*/ 51785 h 923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923305" h="923338">
                <a:moveTo>
                  <a:pt x="153713" y="384852"/>
                </a:moveTo>
                <a:lnTo>
                  <a:pt x="153713" y="461795"/>
                </a:lnTo>
                <a:lnTo>
                  <a:pt x="76866" y="461795"/>
                </a:lnTo>
                <a:lnTo>
                  <a:pt x="76866" y="846395"/>
                </a:lnTo>
                <a:lnTo>
                  <a:pt x="845412" y="846395"/>
                </a:lnTo>
                <a:lnTo>
                  <a:pt x="845412" y="461776"/>
                </a:lnTo>
                <a:lnTo>
                  <a:pt x="768546" y="461776"/>
                </a:lnTo>
                <a:lnTo>
                  <a:pt x="768546" y="384852"/>
                </a:lnTo>
                <a:lnTo>
                  <a:pt x="883845" y="384852"/>
                </a:lnTo>
                <a:cubicBezTo>
                  <a:pt x="905062" y="384852"/>
                  <a:pt x="922259" y="402068"/>
                  <a:pt x="922259" y="423324"/>
                </a:cubicBezTo>
                <a:lnTo>
                  <a:pt x="922259" y="884867"/>
                </a:lnTo>
                <a:cubicBezTo>
                  <a:pt x="922259" y="906122"/>
                  <a:pt x="905062" y="923338"/>
                  <a:pt x="883845" y="923338"/>
                </a:cubicBezTo>
                <a:lnTo>
                  <a:pt x="38433" y="923338"/>
                </a:lnTo>
                <a:cubicBezTo>
                  <a:pt x="17196" y="923328"/>
                  <a:pt x="-11" y="906103"/>
                  <a:pt x="0" y="884867"/>
                </a:cubicBezTo>
                <a:lnTo>
                  <a:pt x="0" y="423324"/>
                </a:lnTo>
                <a:cubicBezTo>
                  <a:pt x="0" y="402068"/>
                  <a:pt x="17197" y="384852"/>
                  <a:pt x="38433" y="384852"/>
                </a:cubicBezTo>
                <a:lnTo>
                  <a:pt x="153694" y="384852"/>
                </a:lnTo>
                <a:close/>
                <a:moveTo>
                  <a:pt x="730132" y="692567"/>
                </a:moveTo>
                <a:cubicBezTo>
                  <a:pt x="751374" y="692567"/>
                  <a:pt x="768594" y="709787"/>
                  <a:pt x="768594" y="731029"/>
                </a:cubicBezTo>
                <a:cubicBezTo>
                  <a:pt x="768594" y="752271"/>
                  <a:pt x="751374" y="769491"/>
                  <a:pt x="730132" y="769491"/>
                </a:cubicBezTo>
                <a:lnTo>
                  <a:pt x="422706" y="769491"/>
                </a:lnTo>
                <a:cubicBezTo>
                  <a:pt x="401459" y="769491"/>
                  <a:pt x="384235" y="752266"/>
                  <a:pt x="384235" y="731019"/>
                </a:cubicBezTo>
                <a:cubicBezTo>
                  <a:pt x="384235" y="709772"/>
                  <a:pt x="401459" y="692547"/>
                  <a:pt x="422706" y="692547"/>
                </a:cubicBezTo>
                <a:close/>
                <a:moveTo>
                  <a:pt x="824676" y="983"/>
                </a:moveTo>
                <a:cubicBezTo>
                  <a:pt x="845343" y="-3764"/>
                  <a:pt x="865945" y="9141"/>
                  <a:pt x="870692" y="29808"/>
                </a:cubicBezTo>
                <a:cubicBezTo>
                  <a:pt x="870723" y="29945"/>
                  <a:pt x="870754" y="30083"/>
                  <a:pt x="870784" y="30221"/>
                </a:cubicBezTo>
                <a:lnTo>
                  <a:pt x="922278" y="255607"/>
                </a:lnTo>
                <a:cubicBezTo>
                  <a:pt x="927194" y="276813"/>
                  <a:pt x="913988" y="297988"/>
                  <a:pt x="892782" y="302903"/>
                </a:cubicBezTo>
                <a:cubicBezTo>
                  <a:pt x="885878" y="304503"/>
                  <a:pt x="878671" y="304212"/>
                  <a:pt x="871919" y="302061"/>
                </a:cubicBezTo>
                <a:cubicBezTo>
                  <a:pt x="858410" y="297706"/>
                  <a:pt x="848290" y="286418"/>
                  <a:pt x="845432" y="272515"/>
                </a:cubicBezTo>
                <a:lnTo>
                  <a:pt x="822368" y="164872"/>
                </a:lnTo>
                <a:lnTo>
                  <a:pt x="609486" y="520253"/>
                </a:lnTo>
                <a:cubicBezTo>
                  <a:pt x="598685" y="538526"/>
                  <a:pt x="575117" y="544584"/>
                  <a:pt x="556844" y="533783"/>
                </a:cubicBezTo>
                <a:cubicBezTo>
                  <a:pt x="556189" y="533396"/>
                  <a:pt x="555545" y="532989"/>
                  <a:pt x="554914" y="532564"/>
                </a:cubicBezTo>
                <a:lnTo>
                  <a:pt x="360459" y="402530"/>
                </a:lnTo>
                <a:lnTo>
                  <a:pt x="226732" y="671023"/>
                </a:lnTo>
                <a:cubicBezTo>
                  <a:pt x="220272" y="684227"/>
                  <a:pt x="206846" y="692591"/>
                  <a:pt x="192146" y="692567"/>
                </a:cubicBezTo>
                <a:cubicBezTo>
                  <a:pt x="186281" y="692621"/>
                  <a:pt x="180484" y="691303"/>
                  <a:pt x="175219" y="688720"/>
                </a:cubicBezTo>
                <a:cubicBezTo>
                  <a:pt x="156209" y="679252"/>
                  <a:pt x="148474" y="656167"/>
                  <a:pt x="157941" y="637158"/>
                </a:cubicBezTo>
                <a:cubicBezTo>
                  <a:pt x="158068" y="636903"/>
                  <a:pt x="158197" y="636650"/>
                  <a:pt x="158330" y="636398"/>
                </a:cubicBezTo>
                <a:lnTo>
                  <a:pt x="312024" y="328703"/>
                </a:lnTo>
                <a:cubicBezTo>
                  <a:pt x="321678" y="309800"/>
                  <a:pt x="344829" y="302303"/>
                  <a:pt x="363732" y="311958"/>
                </a:cubicBezTo>
                <a:cubicBezTo>
                  <a:pt x="364988" y="312599"/>
                  <a:pt x="366207" y="313309"/>
                  <a:pt x="367384" y="314084"/>
                </a:cubicBezTo>
                <a:lnTo>
                  <a:pt x="564128" y="445618"/>
                </a:lnTo>
                <a:lnTo>
                  <a:pt x="773951" y="97931"/>
                </a:lnTo>
                <a:cubicBezTo>
                  <a:pt x="775548" y="95969"/>
                  <a:pt x="777356" y="94161"/>
                  <a:pt x="779337" y="92545"/>
                </a:cubicBezTo>
                <a:lnTo>
                  <a:pt x="617180" y="128709"/>
                </a:lnTo>
                <a:cubicBezTo>
                  <a:pt x="596033" y="133687"/>
                  <a:pt x="574854" y="120579"/>
                  <a:pt x="569876" y="99432"/>
                </a:cubicBezTo>
                <a:cubicBezTo>
                  <a:pt x="568229" y="92438"/>
                  <a:pt x="568530" y="85127"/>
                  <a:pt x="570745" y="78292"/>
                </a:cubicBezTo>
                <a:cubicBezTo>
                  <a:pt x="575084" y="64783"/>
                  <a:pt x="586358" y="54655"/>
                  <a:pt x="600252" y="51785"/>
                </a:cubicBezTo>
                <a:close/>
              </a:path>
            </a:pathLst>
          </a:custGeom>
          <a:solidFill>
            <a:schemeClr val="accent2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281623" y="275373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深化运营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80" name="组合 79"/>
          <p:cNvGrpSpPr>
            <a:grpSpLocks noChangeAspect="1"/>
          </p:cNvGrpSpPr>
          <p:nvPr/>
        </p:nvGrpSpPr>
        <p:grpSpPr>
          <a:xfrm>
            <a:off x="6865186" y="2748236"/>
            <a:ext cx="268424" cy="288000"/>
            <a:chOff x="65024" y="634"/>
            <a:chExt cx="1774089" cy="1903476"/>
          </a:xfrm>
          <a:solidFill>
            <a:schemeClr val="accent3"/>
          </a:solidFill>
        </p:grpSpPr>
        <p:sp>
          <p:nvSpPr>
            <p:cNvPr id="78" name="任意多边形: 形状 77"/>
            <p:cNvSpPr/>
            <p:nvPr/>
          </p:nvSpPr>
          <p:spPr>
            <a:xfrm>
              <a:off x="65024" y="634"/>
              <a:ext cx="1774089" cy="1903476"/>
            </a:xfrm>
            <a:custGeom>
              <a:avLst/>
              <a:gdLst>
                <a:gd name="connsiteX0" fmla="*/ 1388364 w 1774089"/>
                <a:gd name="connsiteY0" fmla="*/ 1903349 h 1903476"/>
                <a:gd name="connsiteX1" fmla="*/ 441706 w 1774089"/>
                <a:gd name="connsiteY1" fmla="*/ 1903349 h 1903476"/>
                <a:gd name="connsiteX2" fmla="*/ 0 w 1774089"/>
                <a:gd name="connsiteY2" fmla="*/ 1473581 h 1903476"/>
                <a:gd name="connsiteX3" fmla="*/ 0 w 1774089"/>
                <a:gd name="connsiteY3" fmla="*/ 429768 h 1903476"/>
                <a:gd name="connsiteX4" fmla="*/ 378714 w 1774089"/>
                <a:gd name="connsiteY4" fmla="*/ 0 h 1903476"/>
                <a:gd name="connsiteX5" fmla="*/ 1388364 w 1774089"/>
                <a:gd name="connsiteY5" fmla="*/ 0 h 1903476"/>
                <a:gd name="connsiteX6" fmla="*/ 1766951 w 1774089"/>
                <a:gd name="connsiteY6" fmla="*/ 429768 h 1903476"/>
                <a:gd name="connsiteX7" fmla="*/ 1766951 w 1774089"/>
                <a:gd name="connsiteY7" fmla="*/ 798068 h 1903476"/>
                <a:gd name="connsiteX8" fmla="*/ 1754251 w 1774089"/>
                <a:gd name="connsiteY8" fmla="*/ 834898 h 1903476"/>
                <a:gd name="connsiteX9" fmla="*/ 1249553 w 1774089"/>
                <a:gd name="connsiteY9" fmla="*/ 1448943 h 1903476"/>
                <a:gd name="connsiteX10" fmla="*/ 1173734 w 1774089"/>
                <a:gd name="connsiteY10" fmla="*/ 1467358 h 1903476"/>
                <a:gd name="connsiteX11" fmla="*/ 851916 w 1774089"/>
                <a:gd name="connsiteY11" fmla="*/ 1307719 h 1903476"/>
                <a:gd name="connsiteX12" fmla="*/ 821358 w 1774089"/>
                <a:gd name="connsiteY12" fmla="*/ 1238359 h 1903476"/>
                <a:gd name="connsiteX13" fmla="*/ 826770 w 1774089"/>
                <a:gd name="connsiteY13" fmla="*/ 1227963 h 1903476"/>
                <a:gd name="connsiteX14" fmla="*/ 908812 w 1774089"/>
                <a:gd name="connsiteY14" fmla="*/ 1203452 h 1903476"/>
                <a:gd name="connsiteX15" fmla="*/ 1142238 w 1774089"/>
                <a:gd name="connsiteY15" fmla="*/ 1313942 h 1903476"/>
                <a:gd name="connsiteX16" fmla="*/ 1217930 w 1774089"/>
                <a:gd name="connsiteY16" fmla="*/ 1295527 h 1903476"/>
                <a:gd name="connsiteX17" fmla="*/ 1634490 w 1774089"/>
                <a:gd name="connsiteY17" fmla="*/ 791972 h 1903476"/>
                <a:gd name="connsiteX18" fmla="*/ 1647063 w 1774089"/>
                <a:gd name="connsiteY18" fmla="*/ 755142 h 1903476"/>
                <a:gd name="connsiteX19" fmla="*/ 1647063 w 1774089"/>
                <a:gd name="connsiteY19" fmla="*/ 429895 h 1903476"/>
                <a:gd name="connsiteX20" fmla="*/ 1394714 w 1774089"/>
                <a:gd name="connsiteY20" fmla="*/ 122936 h 1903476"/>
                <a:gd name="connsiteX21" fmla="*/ 385064 w 1774089"/>
                <a:gd name="connsiteY21" fmla="*/ 122936 h 1903476"/>
                <a:gd name="connsiteX22" fmla="*/ 132588 w 1774089"/>
                <a:gd name="connsiteY22" fmla="*/ 429895 h 1903476"/>
                <a:gd name="connsiteX23" fmla="*/ 132588 w 1774089"/>
                <a:gd name="connsiteY23" fmla="*/ 1473708 h 1903476"/>
                <a:gd name="connsiteX24" fmla="*/ 448183 w 1774089"/>
                <a:gd name="connsiteY24" fmla="*/ 1780667 h 1903476"/>
                <a:gd name="connsiteX25" fmla="*/ 1394714 w 1774089"/>
                <a:gd name="connsiteY25" fmla="*/ 1780667 h 1903476"/>
                <a:gd name="connsiteX26" fmla="*/ 1647063 w 1774089"/>
                <a:gd name="connsiteY26" fmla="*/ 1590294 h 1903476"/>
                <a:gd name="connsiteX27" fmla="*/ 1710182 w 1774089"/>
                <a:gd name="connsiteY27" fmla="*/ 1535049 h 1903476"/>
                <a:gd name="connsiteX28" fmla="*/ 1773301 w 1774089"/>
                <a:gd name="connsiteY28" fmla="*/ 1602613 h 1903476"/>
                <a:gd name="connsiteX29" fmla="*/ 1388364 w 1774089"/>
                <a:gd name="connsiteY29" fmla="*/ 1903476 h 190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74089" h="1903476">
                  <a:moveTo>
                    <a:pt x="1388364" y="1903349"/>
                  </a:moveTo>
                  <a:lnTo>
                    <a:pt x="441706" y="1903349"/>
                  </a:lnTo>
                  <a:cubicBezTo>
                    <a:pt x="195580" y="1903349"/>
                    <a:pt x="0" y="1712976"/>
                    <a:pt x="0" y="1473581"/>
                  </a:cubicBezTo>
                  <a:lnTo>
                    <a:pt x="0" y="429768"/>
                  </a:lnTo>
                  <a:cubicBezTo>
                    <a:pt x="127" y="172085"/>
                    <a:pt x="151511" y="0"/>
                    <a:pt x="378714" y="0"/>
                  </a:cubicBezTo>
                  <a:lnTo>
                    <a:pt x="1388364" y="0"/>
                  </a:lnTo>
                  <a:cubicBezTo>
                    <a:pt x="1615567" y="0"/>
                    <a:pt x="1766951" y="171958"/>
                    <a:pt x="1766951" y="429768"/>
                  </a:cubicBezTo>
                  <a:lnTo>
                    <a:pt x="1766951" y="798068"/>
                  </a:lnTo>
                  <a:cubicBezTo>
                    <a:pt x="1766951" y="810387"/>
                    <a:pt x="1760601" y="822706"/>
                    <a:pt x="1754251" y="834898"/>
                  </a:cubicBezTo>
                  <a:lnTo>
                    <a:pt x="1249553" y="1448943"/>
                  </a:lnTo>
                  <a:cubicBezTo>
                    <a:pt x="1231973" y="1472479"/>
                    <a:pt x="1200152" y="1480208"/>
                    <a:pt x="1173734" y="1467358"/>
                  </a:cubicBezTo>
                  <a:lnTo>
                    <a:pt x="851916" y="1307719"/>
                  </a:lnTo>
                  <a:cubicBezTo>
                    <a:pt x="824324" y="1297004"/>
                    <a:pt x="810643" y="1265950"/>
                    <a:pt x="821358" y="1238359"/>
                  </a:cubicBezTo>
                  <a:cubicBezTo>
                    <a:pt x="822777" y="1234706"/>
                    <a:pt x="824592" y="1231220"/>
                    <a:pt x="826770" y="1227963"/>
                  </a:cubicBezTo>
                  <a:cubicBezTo>
                    <a:pt x="839470" y="1197229"/>
                    <a:pt x="877189" y="1185037"/>
                    <a:pt x="908812" y="1203452"/>
                  </a:cubicBezTo>
                  <a:lnTo>
                    <a:pt x="1142238" y="1313942"/>
                  </a:lnTo>
                  <a:cubicBezTo>
                    <a:pt x="1168623" y="1326721"/>
                    <a:pt x="1200364" y="1318999"/>
                    <a:pt x="1217930" y="1295527"/>
                  </a:cubicBezTo>
                  <a:lnTo>
                    <a:pt x="1634490" y="791972"/>
                  </a:lnTo>
                  <a:cubicBezTo>
                    <a:pt x="1640840" y="779780"/>
                    <a:pt x="1647063" y="767461"/>
                    <a:pt x="1647063" y="755142"/>
                  </a:cubicBezTo>
                  <a:lnTo>
                    <a:pt x="1647063" y="429895"/>
                  </a:lnTo>
                  <a:cubicBezTo>
                    <a:pt x="1647063" y="282575"/>
                    <a:pt x="1577594" y="122936"/>
                    <a:pt x="1394714" y="122936"/>
                  </a:cubicBezTo>
                  <a:lnTo>
                    <a:pt x="385064" y="122936"/>
                  </a:lnTo>
                  <a:cubicBezTo>
                    <a:pt x="202057" y="122936"/>
                    <a:pt x="132588" y="282575"/>
                    <a:pt x="132588" y="429895"/>
                  </a:cubicBezTo>
                  <a:lnTo>
                    <a:pt x="132588" y="1473708"/>
                  </a:lnTo>
                  <a:cubicBezTo>
                    <a:pt x="132588" y="1645539"/>
                    <a:pt x="271399" y="1780667"/>
                    <a:pt x="448183" y="1780667"/>
                  </a:cubicBezTo>
                  <a:lnTo>
                    <a:pt x="1394714" y="1780667"/>
                  </a:lnTo>
                  <a:cubicBezTo>
                    <a:pt x="1546098" y="1780667"/>
                    <a:pt x="1628140" y="1719326"/>
                    <a:pt x="1647063" y="1590294"/>
                  </a:cubicBezTo>
                  <a:cubicBezTo>
                    <a:pt x="1653413" y="1559687"/>
                    <a:pt x="1678559" y="1535049"/>
                    <a:pt x="1710182" y="1535049"/>
                  </a:cubicBezTo>
                  <a:cubicBezTo>
                    <a:pt x="1748028" y="1535049"/>
                    <a:pt x="1779524" y="1565783"/>
                    <a:pt x="1773301" y="1602613"/>
                  </a:cubicBezTo>
                  <a:cubicBezTo>
                    <a:pt x="1741678" y="1799082"/>
                    <a:pt x="1609217" y="1903476"/>
                    <a:pt x="1388364" y="1903476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443610" y="369189"/>
              <a:ext cx="1009776" cy="613790"/>
            </a:xfrm>
            <a:custGeom>
              <a:avLst/>
              <a:gdLst>
                <a:gd name="connsiteX0" fmla="*/ 504952 w 1009776"/>
                <a:gd name="connsiteY0" fmla="*/ 490982 h 613790"/>
                <a:gd name="connsiteX1" fmla="*/ 63119 w 1009776"/>
                <a:gd name="connsiteY1" fmla="*/ 490982 h 613790"/>
                <a:gd name="connsiteX2" fmla="*/ 0 w 1009776"/>
                <a:gd name="connsiteY2" fmla="*/ 552450 h 613790"/>
                <a:gd name="connsiteX3" fmla="*/ 63119 w 1009776"/>
                <a:gd name="connsiteY3" fmla="*/ 613791 h 613790"/>
                <a:gd name="connsiteX4" fmla="*/ 504825 w 1009776"/>
                <a:gd name="connsiteY4" fmla="*/ 613791 h 613790"/>
                <a:gd name="connsiteX5" fmla="*/ 567944 w 1009776"/>
                <a:gd name="connsiteY5" fmla="*/ 552450 h 613790"/>
                <a:gd name="connsiteX6" fmla="*/ 504825 w 1009776"/>
                <a:gd name="connsiteY6" fmla="*/ 490982 h 613790"/>
                <a:gd name="connsiteX7" fmla="*/ 757301 w 1009776"/>
                <a:gd name="connsiteY7" fmla="*/ 245491 h 613790"/>
                <a:gd name="connsiteX8" fmla="*/ 63246 w 1009776"/>
                <a:gd name="connsiteY8" fmla="*/ 245491 h 613790"/>
                <a:gd name="connsiteX9" fmla="*/ 127 w 1009776"/>
                <a:gd name="connsiteY9" fmla="*/ 306959 h 613790"/>
                <a:gd name="connsiteX10" fmla="*/ 63246 w 1009776"/>
                <a:gd name="connsiteY10" fmla="*/ 368300 h 613790"/>
                <a:gd name="connsiteX11" fmla="*/ 757301 w 1009776"/>
                <a:gd name="connsiteY11" fmla="*/ 368300 h 613790"/>
                <a:gd name="connsiteX12" fmla="*/ 820420 w 1009776"/>
                <a:gd name="connsiteY12" fmla="*/ 306959 h 613790"/>
                <a:gd name="connsiteX13" fmla="*/ 757301 w 1009776"/>
                <a:gd name="connsiteY13" fmla="*/ 245491 h 613790"/>
                <a:gd name="connsiteX14" fmla="*/ 946658 w 1009776"/>
                <a:gd name="connsiteY14" fmla="*/ 0 h 613790"/>
                <a:gd name="connsiteX15" fmla="*/ 63246 w 1009776"/>
                <a:gd name="connsiteY15" fmla="*/ 0 h 613790"/>
                <a:gd name="connsiteX16" fmla="*/ 127 w 1009776"/>
                <a:gd name="connsiteY16" fmla="*/ 61341 h 613790"/>
                <a:gd name="connsiteX17" fmla="*/ 63246 w 1009776"/>
                <a:gd name="connsiteY17" fmla="*/ 122809 h 613790"/>
                <a:gd name="connsiteX18" fmla="*/ 946658 w 1009776"/>
                <a:gd name="connsiteY18" fmla="*/ 122809 h 613790"/>
                <a:gd name="connsiteX19" fmla="*/ 1009777 w 1009776"/>
                <a:gd name="connsiteY19" fmla="*/ 61341 h 613790"/>
                <a:gd name="connsiteX20" fmla="*/ 946658 w 1009776"/>
                <a:gd name="connsiteY20" fmla="*/ 0 h 61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09776" h="613790">
                  <a:moveTo>
                    <a:pt x="504952" y="490982"/>
                  </a:moveTo>
                  <a:lnTo>
                    <a:pt x="63119" y="490982"/>
                  </a:lnTo>
                  <a:cubicBezTo>
                    <a:pt x="25273" y="490982"/>
                    <a:pt x="0" y="515620"/>
                    <a:pt x="0" y="552450"/>
                  </a:cubicBezTo>
                  <a:cubicBezTo>
                    <a:pt x="0" y="589280"/>
                    <a:pt x="25273" y="613791"/>
                    <a:pt x="63119" y="613791"/>
                  </a:cubicBezTo>
                  <a:lnTo>
                    <a:pt x="504825" y="613791"/>
                  </a:lnTo>
                  <a:cubicBezTo>
                    <a:pt x="542671" y="613791"/>
                    <a:pt x="567944" y="589280"/>
                    <a:pt x="567944" y="552450"/>
                  </a:cubicBezTo>
                  <a:cubicBezTo>
                    <a:pt x="567944" y="515620"/>
                    <a:pt x="542671" y="490982"/>
                    <a:pt x="504825" y="490982"/>
                  </a:cubicBezTo>
                  <a:close/>
                  <a:moveTo>
                    <a:pt x="757301" y="245491"/>
                  </a:moveTo>
                  <a:lnTo>
                    <a:pt x="63246" y="245491"/>
                  </a:lnTo>
                  <a:cubicBezTo>
                    <a:pt x="25400" y="245491"/>
                    <a:pt x="127" y="270129"/>
                    <a:pt x="127" y="306959"/>
                  </a:cubicBezTo>
                  <a:cubicBezTo>
                    <a:pt x="127" y="343789"/>
                    <a:pt x="25400" y="368300"/>
                    <a:pt x="63246" y="368300"/>
                  </a:cubicBezTo>
                  <a:lnTo>
                    <a:pt x="757301" y="368300"/>
                  </a:lnTo>
                  <a:cubicBezTo>
                    <a:pt x="795147" y="368300"/>
                    <a:pt x="820420" y="343789"/>
                    <a:pt x="820420" y="306959"/>
                  </a:cubicBezTo>
                  <a:cubicBezTo>
                    <a:pt x="820420" y="270129"/>
                    <a:pt x="795147" y="245491"/>
                    <a:pt x="757301" y="245491"/>
                  </a:cubicBezTo>
                  <a:close/>
                  <a:moveTo>
                    <a:pt x="946658" y="0"/>
                  </a:moveTo>
                  <a:lnTo>
                    <a:pt x="63246" y="0"/>
                  </a:lnTo>
                  <a:cubicBezTo>
                    <a:pt x="25400" y="0"/>
                    <a:pt x="127" y="24511"/>
                    <a:pt x="127" y="61341"/>
                  </a:cubicBezTo>
                  <a:cubicBezTo>
                    <a:pt x="127" y="98171"/>
                    <a:pt x="25400" y="122809"/>
                    <a:pt x="63246" y="122809"/>
                  </a:cubicBezTo>
                  <a:lnTo>
                    <a:pt x="946658" y="122809"/>
                  </a:lnTo>
                  <a:cubicBezTo>
                    <a:pt x="984504" y="122809"/>
                    <a:pt x="1009777" y="98171"/>
                    <a:pt x="1009777" y="61341"/>
                  </a:cubicBezTo>
                  <a:cubicBezTo>
                    <a:pt x="1009777" y="24511"/>
                    <a:pt x="984504" y="0"/>
                    <a:pt x="946658" y="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10158349" y="2760846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前瞻布局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86" name="图形 84"/>
          <p:cNvSpPr/>
          <p:nvPr/>
        </p:nvSpPr>
        <p:spPr>
          <a:xfrm>
            <a:off x="9744731" y="2746628"/>
            <a:ext cx="277738" cy="285580"/>
          </a:xfrm>
          <a:custGeom>
            <a:avLst/>
            <a:gdLst>
              <a:gd name="connsiteX0" fmla="*/ 908125 w 1792942"/>
              <a:gd name="connsiteY0" fmla="*/ 1208603 h 1843563"/>
              <a:gd name="connsiteX1" fmla="*/ 899609 w 1792942"/>
              <a:gd name="connsiteY1" fmla="*/ 1204674 h 1843563"/>
              <a:gd name="connsiteX2" fmla="*/ 896135 w 1792942"/>
              <a:gd name="connsiteY2" fmla="*/ 1195268 h 1843563"/>
              <a:gd name="connsiteX3" fmla="*/ 896135 w 1792942"/>
              <a:gd name="connsiteY3" fmla="*/ 1080016 h 1843563"/>
              <a:gd name="connsiteX4" fmla="*/ 908013 w 1792942"/>
              <a:gd name="connsiteY4" fmla="*/ 1066681 h 1843563"/>
              <a:gd name="connsiteX5" fmla="*/ 1524561 w 1792942"/>
              <a:gd name="connsiteY5" fmla="*/ 1066681 h 1843563"/>
              <a:gd name="connsiteX6" fmla="*/ 1536663 w 1792942"/>
              <a:gd name="connsiteY6" fmla="*/ 1080016 h 1843563"/>
              <a:gd name="connsiteX7" fmla="*/ 1536663 w 1792942"/>
              <a:gd name="connsiteY7" fmla="*/ 1195149 h 1843563"/>
              <a:gd name="connsiteX8" fmla="*/ 1524680 w 1792942"/>
              <a:gd name="connsiteY8" fmla="*/ 1208601 h 1843563"/>
              <a:gd name="connsiteX9" fmla="*/ 1524561 w 1792942"/>
              <a:gd name="connsiteY9" fmla="*/ 1208603 h 1843563"/>
              <a:gd name="connsiteX10" fmla="*/ 908125 w 1792942"/>
              <a:gd name="connsiteY10" fmla="*/ 1208603 h 1843563"/>
              <a:gd name="connsiteX11" fmla="*/ 908125 w 1792942"/>
              <a:gd name="connsiteY11" fmla="*/ 1491853 h 1843563"/>
              <a:gd name="connsiteX12" fmla="*/ 899609 w 1792942"/>
              <a:gd name="connsiteY12" fmla="*/ 1487924 h 1843563"/>
              <a:gd name="connsiteX13" fmla="*/ 896135 w 1792942"/>
              <a:gd name="connsiteY13" fmla="*/ 1478518 h 1843563"/>
              <a:gd name="connsiteX14" fmla="*/ 896135 w 1792942"/>
              <a:gd name="connsiteY14" fmla="*/ 1363385 h 1843563"/>
              <a:gd name="connsiteX15" fmla="*/ 908013 w 1792942"/>
              <a:gd name="connsiteY15" fmla="*/ 1350050 h 1843563"/>
              <a:gd name="connsiteX16" fmla="*/ 1524561 w 1792942"/>
              <a:gd name="connsiteY16" fmla="*/ 1350050 h 1843563"/>
              <a:gd name="connsiteX17" fmla="*/ 1536663 w 1792942"/>
              <a:gd name="connsiteY17" fmla="*/ 1363266 h 1843563"/>
              <a:gd name="connsiteX18" fmla="*/ 1536663 w 1792942"/>
              <a:gd name="connsiteY18" fmla="*/ 1478399 h 1843563"/>
              <a:gd name="connsiteX19" fmla="*/ 1524680 w 1792942"/>
              <a:gd name="connsiteY19" fmla="*/ 1491850 h 1843563"/>
              <a:gd name="connsiteX20" fmla="*/ 1524561 w 1792942"/>
              <a:gd name="connsiteY20" fmla="*/ 1491853 h 1843563"/>
              <a:gd name="connsiteX21" fmla="*/ 908125 w 1792942"/>
              <a:gd name="connsiteY21" fmla="*/ 1491853 h 1843563"/>
              <a:gd name="connsiteX22" fmla="*/ 1792942 w 1792942"/>
              <a:gd name="connsiteY22" fmla="*/ 731520 h 1843563"/>
              <a:gd name="connsiteX23" fmla="*/ 1792942 w 1792942"/>
              <a:gd name="connsiteY23" fmla="*/ 1744266 h 1843563"/>
              <a:gd name="connsiteX24" fmla="*/ 1766720 w 1792942"/>
              <a:gd name="connsiteY24" fmla="*/ 1814513 h 1843563"/>
              <a:gd name="connsiteX25" fmla="*/ 1703295 w 1792942"/>
              <a:gd name="connsiteY25" fmla="*/ 1843564 h 1843563"/>
              <a:gd name="connsiteX26" fmla="*/ 89648 w 1792942"/>
              <a:gd name="connsiteY26" fmla="*/ 1843564 h 1843563"/>
              <a:gd name="connsiteX27" fmla="*/ 26222 w 1792942"/>
              <a:gd name="connsiteY27" fmla="*/ 1814513 h 1843563"/>
              <a:gd name="connsiteX28" fmla="*/ 0 w 1792942"/>
              <a:gd name="connsiteY28" fmla="*/ 1744266 h 1843563"/>
              <a:gd name="connsiteX29" fmla="*/ 0 w 1792942"/>
              <a:gd name="connsiteY29" fmla="*/ 241340 h 1843563"/>
              <a:gd name="connsiteX30" fmla="*/ 89648 w 1792942"/>
              <a:gd name="connsiteY30" fmla="*/ 142042 h 1843563"/>
              <a:gd name="connsiteX31" fmla="*/ 372036 w 1792942"/>
              <a:gd name="connsiteY31" fmla="*/ 142042 h 1843563"/>
              <a:gd name="connsiteX32" fmla="*/ 384138 w 1792942"/>
              <a:gd name="connsiteY32" fmla="*/ 128711 h 1843563"/>
              <a:gd name="connsiteX33" fmla="*/ 384138 w 1792942"/>
              <a:gd name="connsiteY33" fmla="*/ 128707 h 1843563"/>
              <a:gd name="connsiteX34" fmla="*/ 384138 w 1792942"/>
              <a:gd name="connsiteY34" fmla="*/ 70961 h 1843563"/>
              <a:gd name="connsiteX35" fmla="*/ 448124 w 1792942"/>
              <a:gd name="connsiteY35" fmla="*/ 0 h 1843563"/>
              <a:gd name="connsiteX36" fmla="*/ 512109 w 1792942"/>
              <a:gd name="connsiteY36" fmla="*/ 70961 h 1843563"/>
              <a:gd name="connsiteX37" fmla="*/ 512109 w 1792942"/>
              <a:gd name="connsiteY37" fmla="*/ 128707 h 1843563"/>
              <a:gd name="connsiteX38" fmla="*/ 524100 w 1792942"/>
              <a:gd name="connsiteY38" fmla="*/ 142042 h 1843563"/>
              <a:gd name="connsiteX39" fmla="*/ 1268394 w 1792942"/>
              <a:gd name="connsiteY39" fmla="*/ 142042 h 1843563"/>
              <a:gd name="connsiteX40" fmla="*/ 1280385 w 1792942"/>
              <a:gd name="connsiteY40" fmla="*/ 128707 h 1843563"/>
              <a:gd name="connsiteX41" fmla="*/ 1280385 w 1792942"/>
              <a:gd name="connsiteY41" fmla="*/ 70961 h 1843563"/>
              <a:gd name="connsiteX42" fmla="*/ 1344370 w 1792942"/>
              <a:gd name="connsiteY42" fmla="*/ 0 h 1843563"/>
              <a:gd name="connsiteX43" fmla="*/ 1408468 w 1792942"/>
              <a:gd name="connsiteY43" fmla="*/ 70961 h 1843563"/>
              <a:gd name="connsiteX44" fmla="*/ 1408468 w 1792942"/>
              <a:gd name="connsiteY44" fmla="*/ 128707 h 1843563"/>
              <a:gd name="connsiteX45" fmla="*/ 1420458 w 1792942"/>
              <a:gd name="connsiteY45" fmla="*/ 142042 h 1843563"/>
              <a:gd name="connsiteX46" fmla="*/ 1702622 w 1792942"/>
              <a:gd name="connsiteY46" fmla="*/ 142042 h 1843563"/>
              <a:gd name="connsiteX47" fmla="*/ 1766048 w 1792942"/>
              <a:gd name="connsiteY47" fmla="*/ 171093 h 1843563"/>
              <a:gd name="connsiteX48" fmla="*/ 1792269 w 1792942"/>
              <a:gd name="connsiteY48" fmla="*/ 241340 h 1843563"/>
              <a:gd name="connsiteX49" fmla="*/ 1792269 w 1792942"/>
              <a:gd name="connsiteY49" fmla="*/ 731639 h 1843563"/>
              <a:gd name="connsiteX50" fmla="*/ 1792942 w 1792942"/>
              <a:gd name="connsiteY50" fmla="*/ 731639 h 1843563"/>
              <a:gd name="connsiteX51" fmla="*/ 1792942 w 1792942"/>
              <a:gd name="connsiteY51" fmla="*/ 731520 h 1843563"/>
              <a:gd name="connsiteX52" fmla="*/ 1665419 w 1792942"/>
              <a:gd name="connsiteY52" fmla="*/ 851773 h 1843563"/>
              <a:gd name="connsiteX53" fmla="*/ 1664298 w 1792942"/>
              <a:gd name="connsiteY53" fmla="*/ 851773 h 1843563"/>
              <a:gd name="connsiteX54" fmla="*/ 1664298 w 1792942"/>
              <a:gd name="connsiteY54" fmla="*/ 850702 h 1843563"/>
              <a:gd name="connsiteX55" fmla="*/ 139850 w 1792942"/>
              <a:gd name="connsiteY55" fmla="*/ 850702 h 1843563"/>
              <a:gd name="connsiteX56" fmla="*/ 131333 w 1792942"/>
              <a:gd name="connsiteY56" fmla="*/ 854631 h 1843563"/>
              <a:gd name="connsiteX57" fmla="*/ 127860 w 1792942"/>
              <a:gd name="connsiteY57" fmla="*/ 864156 h 1843563"/>
              <a:gd name="connsiteX58" fmla="*/ 127860 w 1792942"/>
              <a:gd name="connsiteY58" fmla="*/ 1688544 h 1843563"/>
              <a:gd name="connsiteX59" fmla="*/ 139850 w 1792942"/>
              <a:gd name="connsiteY59" fmla="*/ 1701760 h 1843563"/>
              <a:gd name="connsiteX60" fmla="*/ 1653541 w 1792942"/>
              <a:gd name="connsiteY60" fmla="*/ 1701760 h 1843563"/>
              <a:gd name="connsiteX61" fmla="*/ 1665419 w 1792942"/>
              <a:gd name="connsiteY61" fmla="*/ 1688425 h 1843563"/>
              <a:gd name="connsiteX62" fmla="*/ 1665419 w 1792942"/>
              <a:gd name="connsiteY62" fmla="*/ 851773 h 1843563"/>
              <a:gd name="connsiteX63" fmla="*/ 384138 w 1792942"/>
              <a:gd name="connsiteY63" fmla="*/ 296942 h 1843563"/>
              <a:gd name="connsiteX64" fmla="*/ 380552 w 1792942"/>
              <a:gd name="connsiteY64" fmla="*/ 287536 h 1843563"/>
              <a:gd name="connsiteX65" fmla="*/ 371924 w 1792942"/>
              <a:gd name="connsiteY65" fmla="*/ 283726 h 1843563"/>
              <a:gd name="connsiteX66" fmla="*/ 139738 w 1792942"/>
              <a:gd name="connsiteY66" fmla="*/ 283726 h 1843563"/>
              <a:gd name="connsiteX67" fmla="*/ 127857 w 1792942"/>
              <a:gd name="connsiteY67" fmla="*/ 296816 h 1843563"/>
              <a:gd name="connsiteX68" fmla="*/ 127860 w 1792942"/>
              <a:gd name="connsiteY68" fmla="*/ 296942 h 1843563"/>
              <a:gd name="connsiteX69" fmla="*/ 127860 w 1792942"/>
              <a:gd name="connsiteY69" fmla="*/ 695563 h 1843563"/>
              <a:gd name="connsiteX70" fmla="*/ 139850 w 1792942"/>
              <a:gd name="connsiteY70" fmla="*/ 708898 h 1843563"/>
              <a:gd name="connsiteX71" fmla="*/ 1652196 w 1792942"/>
              <a:gd name="connsiteY71" fmla="*/ 708898 h 1843563"/>
              <a:gd name="connsiteX72" fmla="*/ 1664186 w 1792942"/>
              <a:gd name="connsiteY72" fmla="*/ 695563 h 1843563"/>
              <a:gd name="connsiteX73" fmla="*/ 1664186 w 1792942"/>
              <a:gd name="connsiteY73" fmla="*/ 296942 h 1843563"/>
              <a:gd name="connsiteX74" fmla="*/ 1660712 w 1792942"/>
              <a:gd name="connsiteY74" fmla="*/ 287536 h 1843563"/>
              <a:gd name="connsiteX75" fmla="*/ 1652196 w 1792942"/>
              <a:gd name="connsiteY75" fmla="*/ 283726 h 1843563"/>
              <a:gd name="connsiteX76" fmla="*/ 1420346 w 1792942"/>
              <a:gd name="connsiteY76" fmla="*/ 283726 h 1843563"/>
              <a:gd name="connsiteX77" fmla="*/ 1411830 w 1792942"/>
              <a:gd name="connsiteY77" fmla="*/ 287536 h 1843563"/>
              <a:gd name="connsiteX78" fmla="*/ 1408356 w 1792942"/>
              <a:gd name="connsiteY78" fmla="*/ 296942 h 1843563"/>
              <a:gd name="connsiteX79" fmla="*/ 1408356 w 1792942"/>
              <a:gd name="connsiteY79" fmla="*/ 354449 h 1843563"/>
              <a:gd name="connsiteX80" fmla="*/ 1344398 w 1792942"/>
              <a:gd name="connsiteY80" fmla="*/ 425291 h 1843563"/>
              <a:gd name="connsiteX81" fmla="*/ 1344370 w 1792942"/>
              <a:gd name="connsiteY81" fmla="*/ 425291 h 1843563"/>
              <a:gd name="connsiteX82" fmla="*/ 1280273 w 1792942"/>
              <a:gd name="connsiteY82" fmla="*/ 354449 h 1843563"/>
              <a:gd name="connsiteX83" fmla="*/ 1280273 w 1792942"/>
              <a:gd name="connsiteY83" fmla="*/ 296942 h 1843563"/>
              <a:gd name="connsiteX84" fmla="*/ 1276799 w 1792942"/>
              <a:gd name="connsiteY84" fmla="*/ 287536 h 1843563"/>
              <a:gd name="connsiteX85" fmla="*/ 1268282 w 1792942"/>
              <a:gd name="connsiteY85" fmla="*/ 283726 h 1843563"/>
              <a:gd name="connsiteX86" fmla="*/ 524100 w 1792942"/>
              <a:gd name="connsiteY86" fmla="*/ 283726 h 1843563"/>
              <a:gd name="connsiteX87" fmla="*/ 512109 w 1792942"/>
              <a:gd name="connsiteY87" fmla="*/ 296942 h 1843563"/>
              <a:gd name="connsiteX88" fmla="*/ 512109 w 1792942"/>
              <a:gd name="connsiteY88" fmla="*/ 354449 h 1843563"/>
              <a:gd name="connsiteX89" fmla="*/ 493396 w 1792942"/>
              <a:gd name="connsiteY89" fmla="*/ 404574 h 1843563"/>
              <a:gd name="connsiteX90" fmla="*/ 448124 w 1792942"/>
              <a:gd name="connsiteY90" fmla="*/ 425172 h 1843563"/>
              <a:gd name="connsiteX91" fmla="*/ 384138 w 1792942"/>
              <a:gd name="connsiteY91" fmla="*/ 354092 h 1843563"/>
              <a:gd name="connsiteX92" fmla="*/ 384138 w 1792942"/>
              <a:gd name="connsiteY92" fmla="*/ 296942 h 1843563"/>
              <a:gd name="connsiteX93" fmla="*/ 428962 w 1792942"/>
              <a:gd name="connsiteY93" fmla="*/ 1290042 h 1843563"/>
              <a:gd name="connsiteX94" fmla="*/ 445598 w 1792942"/>
              <a:gd name="connsiteY94" fmla="*/ 1292518 h 1843563"/>
              <a:gd name="connsiteX95" fmla="*/ 445995 w 1792942"/>
              <a:gd name="connsiteY95" fmla="*/ 1292185 h 1843563"/>
              <a:gd name="connsiteX96" fmla="*/ 728383 w 1792942"/>
              <a:gd name="connsiteY96" fmla="*/ 1044654 h 1843563"/>
              <a:gd name="connsiteX97" fmla="*/ 744644 w 1792942"/>
              <a:gd name="connsiteY97" fmla="*/ 1046166 h 1843563"/>
              <a:gd name="connsiteX98" fmla="*/ 745192 w 1792942"/>
              <a:gd name="connsiteY98" fmla="*/ 1046917 h 1843563"/>
              <a:gd name="connsiteX99" fmla="*/ 809738 w 1792942"/>
              <a:gd name="connsiteY99" fmla="*/ 1137285 h 1843563"/>
              <a:gd name="connsiteX100" fmla="*/ 807833 w 1792942"/>
              <a:gd name="connsiteY100" fmla="*/ 1155978 h 1843563"/>
              <a:gd name="connsiteX101" fmla="*/ 415515 w 1792942"/>
              <a:gd name="connsiteY101" fmla="*/ 1499830 h 1843563"/>
              <a:gd name="connsiteX102" fmla="*/ 415290 w 1792942"/>
              <a:gd name="connsiteY102" fmla="*/ 1499592 h 1843563"/>
              <a:gd name="connsiteX103" fmla="*/ 263563 w 1792942"/>
              <a:gd name="connsiteY103" fmla="*/ 1287304 h 1843563"/>
              <a:gd name="connsiteX104" fmla="*/ 265580 w 1792942"/>
              <a:gd name="connsiteY104" fmla="*/ 1268730 h 1843563"/>
              <a:gd name="connsiteX105" fmla="*/ 347159 w 1792942"/>
              <a:gd name="connsiteY105" fmla="*/ 1197054 h 1843563"/>
              <a:gd name="connsiteX106" fmla="*/ 363725 w 1792942"/>
              <a:gd name="connsiteY106" fmla="*/ 1198718 h 1843563"/>
              <a:gd name="connsiteX107" fmla="*/ 364080 w 1792942"/>
              <a:gd name="connsiteY107" fmla="*/ 1199198 h 1843563"/>
              <a:gd name="connsiteX108" fmla="*/ 428850 w 1792942"/>
              <a:gd name="connsiteY108" fmla="*/ 1290161 h 1843563"/>
              <a:gd name="connsiteX109" fmla="*/ 428962 w 1792942"/>
              <a:gd name="connsiteY109" fmla="*/ 1290042 h 1843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792942" h="1843563">
                <a:moveTo>
                  <a:pt x="908125" y="1208603"/>
                </a:moveTo>
                <a:cubicBezTo>
                  <a:pt x="904897" y="1208604"/>
                  <a:pt x="901813" y="1207181"/>
                  <a:pt x="899609" y="1204674"/>
                </a:cubicBezTo>
                <a:cubicBezTo>
                  <a:pt x="897355" y="1202131"/>
                  <a:pt x="896110" y="1198762"/>
                  <a:pt x="896135" y="1195268"/>
                </a:cubicBezTo>
                <a:lnTo>
                  <a:pt x="896135" y="1080016"/>
                </a:lnTo>
                <a:cubicBezTo>
                  <a:pt x="896135" y="1072753"/>
                  <a:pt x="901514" y="1066681"/>
                  <a:pt x="908013" y="1066681"/>
                </a:cubicBezTo>
                <a:lnTo>
                  <a:pt x="1524561" y="1066681"/>
                </a:lnTo>
                <a:cubicBezTo>
                  <a:pt x="1531284" y="1066681"/>
                  <a:pt x="1536663" y="1072634"/>
                  <a:pt x="1536663" y="1080016"/>
                </a:cubicBezTo>
                <a:lnTo>
                  <a:pt x="1536663" y="1195149"/>
                </a:lnTo>
                <a:cubicBezTo>
                  <a:pt x="1536850" y="1202380"/>
                  <a:pt x="1531485" y="1208402"/>
                  <a:pt x="1524680" y="1208601"/>
                </a:cubicBezTo>
                <a:cubicBezTo>
                  <a:pt x="1524640" y="1208602"/>
                  <a:pt x="1524600" y="1208603"/>
                  <a:pt x="1524561" y="1208603"/>
                </a:cubicBezTo>
                <a:lnTo>
                  <a:pt x="908125" y="1208603"/>
                </a:lnTo>
                <a:close/>
                <a:moveTo>
                  <a:pt x="908125" y="1491853"/>
                </a:moveTo>
                <a:cubicBezTo>
                  <a:pt x="904897" y="1491853"/>
                  <a:pt x="901813" y="1490431"/>
                  <a:pt x="899609" y="1487924"/>
                </a:cubicBezTo>
                <a:cubicBezTo>
                  <a:pt x="897355" y="1485381"/>
                  <a:pt x="896110" y="1482012"/>
                  <a:pt x="896135" y="1478518"/>
                </a:cubicBezTo>
                <a:lnTo>
                  <a:pt x="896135" y="1363385"/>
                </a:lnTo>
                <a:cubicBezTo>
                  <a:pt x="896008" y="1356241"/>
                  <a:pt x="901293" y="1350308"/>
                  <a:pt x="908013" y="1350050"/>
                </a:cubicBezTo>
                <a:lnTo>
                  <a:pt x="1524561" y="1350050"/>
                </a:lnTo>
                <a:cubicBezTo>
                  <a:pt x="1531284" y="1350050"/>
                  <a:pt x="1536663" y="1356003"/>
                  <a:pt x="1536663" y="1363266"/>
                </a:cubicBezTo>
                <a:lnTo>
                  <a:pt x="1536663" y="1478399"/>
                </a:lnTo>
                <a:cubicBezTo>
                  <a:pt x="1536850" y="1485630"/>
                  <a:pt x="1531485" y="1491652"/>
                  <a:pt x="1524680" y="1491850"/>
                </a:cubicBezTo>
                <a:cubicBezTo>
                  <a:pt x="1524640" y="1491851"/>
                  <a:pt x="1524600" y="1491852"/>
                  <a:pt x="1524561" y="1491853"/>
                </a:cubicBezTo>
                <a:lnTo>
                  <a:pt x="908125" y="1491853"/>
                </a:lnTo>
                <a:close/>
                <a:moveTo>
                  <a:pt x="1792942" y="731520"/>
                </a:moveTo>
                <a:lnTo>
                  <a:pt x="1792942" y="1744266"/>
                </a:lnTo>
                <a:cubicBezTo>
                  <a:pt x="1793020" y="1770391"/>
                  <a:pt x="1783630" y="1795546"/>
                  <a:pt x="1766720" y="1814513"/>
                </a:cubicBezTo>
                <a:cubicBezTo>
                  <a:pt x="1750183" y="1832967"/>
                  <a:pt x="1727277" y="1843459"/>
                  <a:pt x="1703295" y="1843564"/>
                </a:cubicBezTo>
                <a:lnTo>
                  <a:pt x="89648" y="1843564"/>
                </a:lnTo>
                <a:cubicBezTo>
                  <a:pt x="65665" y="1843459"/>
                  <a:pt x="42760" y="1832967"/>
                  <a:pt x="26222" y="1814513"/>
                </a:cubicBezTo>
                <a:cubicBezTo>
                  <a:pt x="9312" y="1795546"/>
                  <a:pt x="-77" y="1770391"/>
                  <a:pt x="0" y="1744266"/>
                </a:cubicBezTo>
                <a:lnTo>
                  <a:pt x="0" y="241340"/>
                </a:lnTo>
                <a:cubicBezTo>
                  <a:pt x="0" y="186571"/>
                  <a:pt x="40118" y="142042"/>
                  <a:pt x="89648" y="142042"/>
                </a:cubicBezTo>
                <a:lnTo>
                  <a:pt x="372036" y="142042"/>
                </a:lnTo>
                <a:cubicBezTo>
                  <a:pt x="378842" y="141911"/>
                  <a:pt x="384261" y="135943"/>
                  <a:pt x="384138" y="128711"/>
                </a:cubicBezTo>
                <a:cubicBezTo>
                  <a:pt x="384138" y="128709"/>
                  <a:pt x="384138" y="128708"/>
                  <a:pt x="384138" y="128707"/>
                </a:cubicBezTo>
                <a:lnTo>
                  <a:pt x="384138" y="70961"/>
                </a:lnTo>
                <a:cubicBezTo>
                  <a:pt x="384138" y="31790"/>
                  <a:pt x="412825" y="0"/>
                  <a:pt x="448124" y="0"/>
                </a:cubicBezTo>
                <a:cubicBezTo>
                  <a:pt x="483534" y="0"/>
                  <a:pt x="512109" y="31790"/>
                  <a:pt x="512109" y="70961"/>
                </a:cubicBezTo>
                <a:lnTo>
                  <a:pt x="512109" y="128707"/>
                </a:lnTo>
                <a:cubicBezTo>
                  <a:pt x="511984" y="135895"/>
                  <a:pt x="517336" y="141847"/>
                  <a:pt x="524100" y="142042"/>
                </a:cubicBezTo>
                <a:lnTo>
                  <a:pt x="1268394" y="142042"/>
                </a:lnTo>
                <a:cubicBezTo>
                  <a:pt x="1275158" y="141847"/>
                  <a:pt x="1280510" y="135895"/>
                  <a:pt x="1280385" y="128707"/>
                </a:cubicBezTo>
                <a:lnTo>
                  <a:pt x="1280385" y="70961"/>
                </a:lnTo>
                <a:cubicBezTo>
                  <a:pt x="1280385" y="31790"/>
                  <a:pt x="1309072" y="0"/>
                  <a:pt x="1344370" y="0"/>
                </a:cubicBezTo>
                <a:cubicBezTo>
                  <a:pt x="1379781" y="0"/>
                  <a:pt x="1408468" y="31790"/>
                  <a:pt x="1408468" y="70961"/>
                </a:cubicBezTo>
                <a:lnTo>
                  <a:pt x="1408468" y="128707"/>
                </a:lnTo>
                <a:cubicBezTo>
                  <a:pt x="1408342" y="135895"/>
                  <a:pt x="1413694" y="141847"/>
                  <a:pt x="1420458" y="142042"/>
                </a:cubicBezTo>
                <a:lnTo>
                  <a:pt x="1702622" y="142042"/>
                </a:lnTo>
                <a:cubicBezTo>
                  <a:pt x="1726379" y="142042"/>
                  <a:pt x="1749239" y="152519"/>
                  <a:pt x="1766048" y="171093"/>
                </a:cubicBezTo>
                <a:cubicBezTo>
                  <a:pt x="1782857" y="189786"/>
                  <a:pt x="1792269" y="215027"/>
                  <a:pt x="1792269" y="241340"/>
                </a:cubicBezTo>
                <a:lnTo>
                  <a:pt x="1792269" y="731639"/>
                </a:lnTo>
                <a:lnTo>
                  <a:pt x="1792942" y="731639"/>
                </a:lnTo>
                <a:lnTo>
                  <a:pt x="1792942" y="731520"/>
                </a:lnTo>
                <a:close/>
                <a:moveTo>
                  <a:pt x="1665419" y="851773"/>
                </a:moveTo>
                <a:lnTo>
                  <a:pt x="1664298" y="851773"/>
                </a:lnTo>
                <a:lnTo>
                  <a:pt x="1664298" y="850702"/>
                </a:lnTo>
                <a:lnTo>
                  <a:pt x="139850" y="850702"/>
                </a:lnTo>
                <a:cubicBezTo>
                  <a:pt x="136621" y="850701"/>
                  <a:pt x="133538" y="852124"/>
                  <a:pt x="131333" y="854631"/>
                </a:cubicBezTo>
                <a:cubicBezTo>
                  <a:pt x="129031" y="857190"/>
                  <a:pt x="127782" y="860617"/>
                  <a:pt x="127860" y="864156"/>
                </a:cubicBezTo>
                <a:lnTo>
                  <a:pt x="127860" y="1688544"/>
                </a:lnTo>
                <a:cubicBezTo>
                  <a:pt x="127796" y="1695687"/>
                  <a:pt x="133130" y="1701566"/>
                  <a:pt x="139850" y="1701760"/>
                </a:cubicBezTo>
                <a:lnTo>
                  <a:pt x="1653541" y="1701760"/>
                </a:lnTo>
                <a:cubicBezTo>
                  <a:pt x="1660261" y="1701502"/>
                  <a:pt x="1665545" y="1695569"/>
                  <a:pt x="1665419" y="1688425"/>
                </a:cubicBezTo>
                <a:lnTo>
                  <a:pt x="1665419" y="851773"/>
                </a:lnTo>
                <a:close/>
                <a:moveTo>
                  <a:pt x="384138" y="296942"/>
                </a:moveTo>
                <a:cubicBezTo>
                  <a:pt x="384110" y="293437"/>
                  <a:pt x="382828" y="290074"/>
                  <a:pt x="380552" y="287536"/>
                </a:cubicBezTo>
                <a:cubicBezTo>
                  <a:pt x="378310" y="285030"/>
                  <a:pt x="375177" y="283647"/>
                  <a:pt x="371924" y="283726"/>
                </a:cubicBezTo>
                <a:lnTo>
                  <a:pt x="139738" y="283726"/>
                </a:lnTo>
                <a:cubicBezTo>
                  <a:pt x="133055" y="283855"/>
                  <a:pt x="127736" y="289715"/>
                  <a:pt x="127857" y="296816"/>
                </a:cubicBezTo>
                <a:cubicBezTo>
                  <a:pt x="127858" y="296858"/>
                  <a:pt x="127858" y="296900"/>
                  <a:pt x="127860" y="296942"/>
                </a:cubicBezTo>
                <a:lnTo>
                  <a:pt x="127860" y="695563"/>
                </a:lnTo>
                <a:cubicBezTo>
                  <a:pt x="127734" y="702751"/>
                  <a:pt x="133086" y="708703"/>
                  <a:pt x="139850" y="708898"/>
                </a:cubicBezTo>
                <a:lnTo>
                  <a:pt x="1652196" y="708898"/>
                </a:lnTo>
                <a:cubicBezTo>
                  <a:pt x="1658960" y="708703"/>
                  <a:pt x="1664312" y="702751"/>
                  <a:pt x="1664186" y="695563"/>
                </a:cubicBezTo>
                <a:lnTo>
                  <a:pt x="1664186" y="296942"/>
                </a:lnTo>
                <a:cubicBezTo>
                  <a:pt x="1664199" y="293451"/>
                  <a:pt x="1662956" y="290086"/>
                  <a:pt x="1660712" y="287536"/>
                </a:cubicBezTo>
                <a:cubicBezTo>
                  <a:pt x="1658481" y="285085"/>
                  <a:pt x="1655405" y="283709"/>
                  <a:pt x="1652196" y="283726"/>
                </a:cubicBezTo>
                <a:lnTo>
                  <a:pt x="1420346" y="283726"/>
                </a:lnTo>
                <a:cubicBezTo>
                  <a:pt x="1417137" y="283709"/>
                  <a:pt x="1414061" y="285085"/>
                  <a:pt x="1411830" y="287536"/>
                </a:cubicBezTo>
                <a:cubicBezTo>
                  <a:pt x="1409585" y="290086"/>
                  <a:pt x="1408343" y="293451"/>
                  <a:pt x="1408356" y="296942"/>
                </a:cubicBezTo>
                <a:lnTo>
                  <a:pt x="1408356" y="354449"/>
                </a:lnTo>
                <a:cubicBezTo>
                  <a:pt x="1409106" y="392777"/>
                  <a:pt x="1380471" y="424494"/>
                  <a:pt x="1344398" y="425291"/>
                </a:cubicBezTo>
                <a:cubicBezTo>
                  <a:pt x="1344389" y="425291"/>
                  <a:pt x="1344379" y="425291"/>
                  <a:pt x="1344370" y="425291"/>
                </a:cubicBezTo>
                <a:cubicBezTo>
                  <a:pt x="1308269" y="424510"/>
                  <a:pt x="1279585" y="392808"/>
                  <a:pt x="1280273" y="354449"/>
                </a:cubicBezTo>
                <a:lnTo>
                  <a:pt x="1280273" y="296942"/>
                </a:lnTo>
                <a:cubicBezTo>
                  <a:pt x="1280286" y="293451"/>
                  <a:pt x="1279043" y="290086"/>
                  <a:pt x="1276799" y="287536"/>
                </a:cubicBezTo>
                <a:cubicBezTo>
                  <a:pt x="1274583" y="285061"/>
                  <a:pt x="1271497" y="283680"/>
                  <a:pt x="1268282" y="283726"/>
                </a:cubicBezTo>
                <a:lnTo>
                  <a:pt x="524100" y="283726"/>
                </a:lnTo>
                <a:cubicBezTo>
                  <a:pt x="517380" y="283920"/>
                  <a:pt x="512046" y="289800"/>
                  <a:pt x="512109" y="296942"/>
                </a:cubicBezTo>
                <a:lnTo>
                  <a:pt x="512109" y="354449"/>
                </a:lnTo>
                <a:cubicBezTo>
                  <a:pt x="512157" y="373090"/>
                  <a:pt x="505457" y="391037"/>
                  <a:pt x="493396" y="404574"/>
                </a:cubicBezTo>
                <a:cubicBezTo>
                  <a:pt x="481608" y="417755"/>
                  <a:pt x="465236" y="425203"/>
                  <a:pt x="448124" y="425172"/>
                </a:cubicBezTo>
                <a:cubicBezTo>
                  <a:pt x="412004" y="424262"/>
                  <a:pt x="383387" y="392472"/>
                  <a:pt x="384138" y="354092"/>
                </a:cubicBezTo>
                <a:lnTo>
                  <a:pt x="384138" y="296942"/>
                </a:lnTo>
                <a:close/>
                <a:moveTo>
                  <a:pt x="428962" y="1290042"/>
                </a:moveTo>
                <a:cubicBezTo>
                  <a:pt x="432912" y="1295607"/>
                  <a:pt x="440360" y="1296715"/>
                  <a:pt x="445598" y="1292518"/>
                </a:cubicBezTo>
                <a:cubicBezTo>
                  <a:pt x="445732" y="1292410"/>
                  <a:pt x="445864" y="1292299"/>
                  <a:pt x="445995" y="1292185"/>
                </a:cubicBezTo>
                <a:lnTo>
                  <a:pt x="728383" y="1044654"/>
                </a:lnTo>
                <a:cubicBezTo>
                  <a:pt x="733266" y="1040301"/>
                  <a:pt x="740546" y="1040977"/>
                  <a:pt x="744644" y="1046166"/>
                </a:cubicBezTo>
                <a:cubicBezTo>
                  <a:pt x="744835" y="1046408"/>
                  <a:pt x="745018" y="1046659"/>
                  <a:pt x="745192" y="1046917"/>
                </a:cubicBezTo>
                <a:lnTo>
                  <a:pt x="809738" y="1137285"/>
                </a:lnTo>
                <a:cubicBezTo>
                  <a:pt x="813866" y="1143068"/>
                  <a:pt x="813030" y="1151268"/>
                  <a:pt x="807833" y="1155978"/>
                </a:cubicBezTo>
                <a:lnTo>
                  <a:pt x="415515" y="1499830"/>
                </a:lnTo>
                <a:lnTo>
                  <a:pt x="415290" y="1499592"/>
                </a:lnTo>
                <a:lnTo>
                  <a:pt x="263563" y="1287304"/>
                </a:lnTo>
                <a:cubicBezTo>
                  <a:pt x="259533" y="1281512"/>
                  <a:pt x="260414" y="1273394"/>
                  <a:pt x="265580" y="1268730"/>
                </a:cubicBezTo>
                <a:lnTo>
                  <a:pt x="347159" y="1197054"/>
                </a:lnTo>
                <a:cubicBezTo>
                  <a:pt x="352166" y="1192653"/>
                  <a:pt x="359583" y="1193398"/>
                  <a:pt x="363725" y="1198718"/>
                </a:cubicBezTo>
                <a:cubicBezTo>
                  <a:pt x="363847" y="1198875"/>
                  <a:pt x="363965" y="1199035"/>
                  <a:pt x="364080" y="1199198"/>
                </a:cubicBezTo>
                <a:lnTo>
                  <a:pt x="428850" y="1290161"/>
                </a:lnTo>
                <a:lnTo>
                  <a:pt x="428962" y="1290042"/>
                </a:lnTo>
                <a:close/>
              </a:path>
            </a:pathLst>
          </a:custGeom>
          <a:solidFill>
            <a:schemeClr val="accent4"/>
          </a:solidFill>
          <a:ln w="1751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8" name="Isosceles Triangle 35+"/>
          <p:cNvSpPr/>
          <p:nvPr/>
        </p:nvSpPr>
        <p:spPr>
          <a:xfrm>
            <a:off x="1077528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9" name="Isosceles Triangle 35++"/>
          <p:cNvSpPr/>
          <p:nvPr/>
        </p:nvSpPr>
        <p:spPr>
          <a:xfrm>
            <a:off x="3955665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Isosceles Triangle 35+++"/>
          <p:cNvSpPr/>
          <p:nvPr/>
        </p:nvSpPr>
        <p:spPr>
          <a:xfrm>
            <a:off x="6833801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Isosceles Triangle 35++++"/>
          <p:cNvSpPr/>
          <p:nvPr/>
        </p:nvSpPr>
        <p:spPr>
          <a:xfrm>
            <a:off x="9711937" y="2345351"/>
            <a:ext cx="1402534" cy="194206"/>
          </a:xfrm>
          <a:prstGeom prst="triangl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40063" y="3511123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人才盘点与规划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22914" y="3858255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完成全公司范围的人才盘点，识别高潜员工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，明确关键岗位继任计划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1" name="组合 100"/>
          <p:cNvGrpSpPr>
            <a:grpSpLocks noChangeAspect="1"/>
          </p:cNvGrpSpPr>
          <p:nvPr/>
        </p:nvGrpSpPr>
        <p:grpSpPr>
          <a:xfrm>
            <a:off x="622914" y="3476489"/>
            <a:ext cx="252000" cy="284713"/>
            <a:chOff x="33143" y="19049"/>
            <a:chExt cx="1638065" cy="1850707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414764" y="480060"/>
              <a:ext cx="1101304" cy="1194435"/>
            </a:xfrm>
            <a:custGeom>
              <a:avLst/>
              <a:gdLst>
                <a:gd name="connsiteX0" fmla="*/ 626882 w 1101304"/>
                <a:gd name="connsiteY0" fmla="*/ 104775 h 1194435"/>
                <a:gd name="connsiteX1" fmla="*/ 52082 w 1101304"/>
                <a:gd name="connsiteY1" fmla="*/ 104775 h 1194435"/>
                <a:gd name="connsiteX2" fmla="*/ 0 w 1101304"/>
                <a:gd name="connsiteY2" fmla="*/ 52388 h 1194435"/>
                <a:gd name="connsiteX3" fmla="*/ 52082 w 1101304"/>
                <a:gd name="connsiteY3" fmla="*/ 0 h 1194435"/>
                <a:gd name="connsiteX4" fmla="*/ 626882 w 1101304"/>
                <a:gd name="connsiteY4" fmla="*/ 0 h 1194435"/>
                <a:gd name="connsiteX5" fmla="*/ 678964 w 1101304"/>
                <a:gd name="connsiteY5" fmla="*/ 52388 h 1194435"/>
                <a:gd name="connsiteX6" fmla="*/ 626882 w 1101304"/>
                <a:gd name="connsiteY6" fmla="*/ 104775 h 1194435"/>
                <a:gd name="connsiteX7" fmla="*/ 626882 w 1101304"/>
                <a:gd name="connsiteY7" fmla="*/ 371475 h 1194435"/>
                <a:gd name="connsiteX8" fmla="*/ 52082 w 1101304"/>
                <a:gd name="connsiteY8" fmla="*/ 371475 h 1194435"/>
                <a:gd name="connsiteX9" fmla="*/ 0 w 1101304"/>
                <a:gd name="connsiteY9" fmla="*/ 319087 h 1194435"/>
                <a:gd name="connsiteX10" fmla="*/ 52082 w 1101304"/>
                <a:gd name="connsiteY10" fmla="*/ 266700 h 1194435"/>
                <a:gd name="connsiteX11" fmla="*/ 626882 w 1101304"/>
                <a:gd name="connsiteY11" fmla="*/ 266700 h 1194435"/>
                <a:gd name="connsiteX12" fmla="*/ 678964 w 1101304"/>
                <a:gd name="connsiteY12" fmla="*/ 319087 h 1194435"/>
                <a:gd name="connsiteX13" fmla="*/ 626882 w 1101304"/>
                <a:gd name="connsiteY13" fmla="*/ 371475 h 1194435"/>
                <a:gd name="connsiteX14" fmla="*/ 751879 w 1101304"/>
                <a:gd name="connsiteY14" fmla="*/ 1194435 h 1194435"/>
                <a:gd name="connsiteX15" fmla="*/ 402454 w 1101304"/>
                <a:gd name="connsiteY15" fmla="*/ 842963 h 1194435"/>
                <a:gd name="connsiteX16" fmla="*/ 751879 w 1101304"/>
                <a:gd name="connsiteY16" fmla="*/ 491490 h 1194435"/>
                <a:gd name="connsiteX17" fmla="*/ 1101305 w 1101304"/>
                <a:gd name="connsiteY17" fmla="*/ 842963 h 1194435"/>
                <a:gd name="connsiteX18" fmla="*/ 751879 w 1101304"/>
                <a:gd name="connsiteY18" fmla="*/ 1194435 h 1194435"/>
                <a:gd name="connsiteX19" fmla="*/ 751879 w 1101304"/>
                <a:gd name="connsiteY19" fmla="*/ 596265 h 1194435"/>
                <a:gd name="connsiteX20" fmla="*/ 506619 w 1101304"/>
                <a:gd name="connsiteY20" fmla="*/ 842963 h 1194435"/>
                <a:gd name="connsiteX21" fmla="*/ 751879 w 1101304"/>
                <a:gd name="connsiteY21" fmla="*/ 1089660 h 1194435"/>
                <a:gd name="connsiteX22" fmla="*/ 997140 w 1101304"/>
                <a:gd name="connsiteY22" fmla="*/ 842963 h 1194435"/>
                <a:gd name="connsiteX23" fmla="*/ 751879 w 1101304"/>
                <a:gd name="connsiteY23" fmla="*/ 596265 h 119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01304" h="1194435">
                  <a:moveTo>
                    <a:pt x="626882" y="104775"/>
                  </a:moveTo>
                  <a:lnTo>
                    <a:pt x="52082" y="104775"/>
                  </a:lnTo>
                  <a:cubicBezTo>
                    <a:pt x="23674" y="104775"/>
                    <a:pt x="0" y="80962"/>
                    <a:pt x="0" y="52388"/>
                  </a:cubicBezTo>
                  <a:cubicBezTo>
                    <a:pt x="0" y="23812"/>
                    <a:pt x="23674" y="0"/>
                    <a:pt x="52082" y="0"/>
                  </a:cubicBezTo>
                  <a:lnTo>
                    <a:pt x="626882" y="0"/>
                  </a:lnTo>
                  <a:cubicBezTo>
                    <a:pt x="655290" y="0"/>
                    <a:pt x="678964" y="23812"/>
                    <a:pt x="678964" y="52388"/>
                  </a:cubicBezTo>
                  <a:cubicBezTo>
                    <a:pt x="678964" y="80962"/>
                    <a:pt x="655290" y="104775"/>
                    <a:pt x="626882" y="104775"/>
                  </a:cubicBezTo>
                  <a:close/>
                  <a:moveTo>
                    <a:pt x="626882" y="371475"/>
                  </a:moveTo>
                  <a:lnTo>
                    <a:pt x="52082" y="371475"/>
                  </a:lnTo>
                  <a:cubicBezTo>
                    <a:pt x="23674" y="371475"/>
                    <a:pt x="0" y="347663"/>
                    <a:pt x="0" y="319087"/>
                  </a:cubicBezTo>
                  <a:cubicBezTo>
                    <a:pt x="0" y="290513"/>
                    <a:pt x="23674" y="266700"/>
                    <a:pt x="52082" y="266700"/>
                  </a:cubicBezTo>
                  <a:lnTo>
                    <a:pt x="626882" y="266700"/>
                  </a:lnTo>
                  <a:cubicBezTo>
                    <a:pt x="655290" y="266700"/>
                    <a:pt x="678964" y="290513"/>
                    <a:pt x="678964" y="319087"/>
                  </a:cubicBezTo>
                  <a:cubicBezTo>
                    <a:pt x="678964" y="347663"/>
                    <a:pt x="655290" y="371475"/>
                    <a:pt x="626882" y="371475"/>
                  </a:cubicBezTo>
                  <a:close/>
                  <a:moveTo>
                    <a:pt x="751879" y="1194435"/>
                  </a:moveTo>
                  <a:cubicBezTo>
                    <a:pt x="559648" y="1194435"/>
                    <a:pt x="402454" y="1036320"/>
                    <a:pt x="402454" y="842963"/>
                  </a:cubicBezTo>
                  <a:cubicBezTo>
                    <a:pt x="402454" y="649605"/>
                    <a:pt x="559648" y="491490"/>
                    <a:pt x="751879" y="491490"/>
                  </a:cubicBezTo>
                  <a:cubicBezTo>
                    <a:pt x="944111" y="491490"/>
                    <a:pt x="1101305" y="649605"/>
                    <a:pt x="1101305" y="842963"/>
                  </a:cubicBezTo>
                  <a:cubicBezTo>
                    <a:pt x="1101305" y="1036320"/>
                    <a:pt x="944111" y="1194435"/>
                    <a:pt x="751879" y="1194435"/>
                  </a:cubicBezTo>
                  <a:close/>
                  <a:moveTo>
                    <a:pt x="751879" y="596265"/>
                  </a:moveTo>
                  <a:cubicBezTo>
                    <a:pt x="616465" y="596265"/>
                    <a:pt x="506619" y="706755"/>
                    <a:pt x="506619" y="842963"/>
                  </a:cubicBezTo>
                  <a:cubicBezTo>
                    <a:pt x="506619" y="979170"/>
                    <a:pt x="616465" y="1089660"/>
                    <a:pt x="751879" y="1089660"/>
                  </a:cubicBezTo>
                  <a:cubicBezTo>
                    <a:pt x="887294" y="1089660"/>
                    <a:pt x="997140" y="979170"/>
                    <a:pt x="997140" y="842963"/>
                  </a:cubicBezTo>
                  <a:cubicBezTo>
                    <a:pt x="997140" y="706755"/>
                    <a:pt x="887294" y="596265"/>
                    <a:pt x="751879" y="596265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33143" y="19049"/>
              <a:ext cx="1638065" cy="1850707"/>
            </a:xfrm>
            <a:custGeom>
              <a:avLst/>
              <a:gdLst>
                <a:gd name="connsiteX0" fmla="*/ 1586144 w 1638065"/>
                <a:gd name="connsiteY0" fmla="*/ 1840230 h 1850707"/>
                <a:gd name="connsiteX1" fmla="*/ 1547319 w 1638065"/>
                <a:gd name="connsiteY1" fmla="*/ 1823085 h 1850707"/>
                <a:gd name="connsiteX2" fmla="*/ 1305846 w 1638065"/>
                <a:gd name="connsiteY2" fmla="*/ 1551623 h 1850707"/>
                <a:gd name="connsiteX3" fmla="*/ 1309634 w 1638065"/>
                <a:gd name="connsiteY3" fmla="*/ 1477328 h 1850707"/>
                <a:gd name="connsiteX4" fmla="*/ 1383496 w 1638065"/>
                <a:gd name="connsiteY4" fmla="*/ 1481138 h 1850707"/>
                <a:gd name="connsiteX5" fmla="*/ 1624969 w 1638065"/>
                <a:gd name="connsiteY5" fmla="*/ 1752600 h 1850707"/>
                <a:gd name="connsiteX6" fmla="*/ 1621181 w 1638065"/>
                <a:gd name="connsiteY6" fmla="*/ 1826895 h 1850707"/>
                <a:gd name="connsiteX7" fmla="*/ 1586144 w 1638065"/>
                <a:gd name="connsiteY7" fmla="*/ 1840230 h 1850707"/>
                <a:gd name="connsiteX8" fmla="*/ 563436 w 1638065"/>
                <a:gd name="connsiteY8" fmla="*/ 1850708 h 1850707"/>
                <a:gd name="connsiteX9" fmla="*/ 47348 w 1638065"/>
                <a:gd name="connsiteY9" fmla="*/ 1850708 h 1850707"/>
                <a:gd name="connsiteX10" fmla="*/ 0 w 1638065"/>
                <a:gd name="connsiteY10" fmla="*/ 1803083 h 1850707"/>
                <a:gd name="connsiteX11" fmla="*/ 0 w 1638065"/>
                <a:gd name="connsiteY11" fmla="*/ 47625 h 1850707"/>
                <a:gd name="connsiteX12" fmla="*/ 47348 w 1638065"/>
                <a:gd name="connsiteY12" fmla="*/ 0 h 1850707"/>
                <a:gd name="connsiteX13" fmla="*/ 1404329 w 1638065"/>
                <a:gd name="connsiteY13" fmla="*/ 0 h 1850707"/>
                <a:gd name="connsiteX14" fmla="*/ 1451677 w 1638065"/>
                <a:gd name="connsiteY14" fmla="*/ 47625 h 1850707"/>
                <a:gd name="connsiteX15" fmla="*/ 1451677 w 1638065"/>
                <a:gd name="connsiteY15" fmla="*/ 562928 h 1850707"/>
                <a:gd name="connsiteX16" fmla="*/ 1404329 w 1638065"/>
                <a:gd name="connsiteY16" fmla="*/ 610553 h 1850707"/>
                <a:gd name="connsiteX17" fmla="*/ 1356982 w 1638065"/>
                <a:gd name="connsiteY17" fmla="*/ 562928 h 1850707"/>
                <a:gd name="connsiteX18" fmla="*/ 1356982 w 1638065"/>
                <a:gd name="connsiteY18" fmla="*/ 95250 h 1850707"/>
                <a:gd name="connsiteX19" fmla="*/ 94695 w 1638065"/>
                <a:gd name="connsiteY19" fmla="*/ 95250 h 1850707"/>
                <a:gd name="connsiteX20" fmla="*/ 94695 w 1638065"/>
                <a:gd name="connsiteY20" fmla="*/ 1755458 h 1850707"/>
                <a:gd name="connsiteX21" fmla="*/ 563436 w 1638065"/>
                <a:gd name="connsiteY21" fmla="*/ 1755458 h 1850707"/>
                <a:gd name="connsiteX22" fmla="*/ 610784 w 1638065"/>
                <a:gd name="connsiteY22" fmla="*/ 1803083 h 1850707"/>
                <a:gd name="connsiteX23" fmla="*/ 563436 w 1638065"/>
                <a:gd name="connsiteY23" fmla="*/ 1850708 h 185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38065" h="1850707">
                  <a:moveTo>
                    <a:pt x="1586144" y="1840230"/>
                  </a:moveTo>
                  <a:cubicBezTo>
                    <a:pt x="1571940" y="1840230"/>
                    <a:pt x="1557735" y="1834515"/>
                    <a:pt x="1547319" y="1823085"/>
                  </a:cubicBezTo>
                  <a:lnTo>
                    <a:pt x="1305846" y="1551623"/>
                  </a:lnTo>
                  <a:cubicBezTo>
                    <a:pt x="1286907" y="1529715"/>
                    <a:pt x="1288801" y="1497330"/>
                    <a:pt x="1309634" y="1477328"/>
                  </a:cubicBezTo>
                  <a:cubicBezTo>
                    <a:pt x="1331414" y="1458278"/>
                    <a:pt x="1363610" y="1460183"/>
                    <a:pt x="1383496" y="1481138"/>
                  </a:cubicBezTo>
                  <a:lnTo>
                    <a:pt x="1624969" y="1752600"/>
                  </a:lnTo>
                  <a:cubicBezTo>
                    <a:pt x="1643908" y="1774508"/>
                    <a:pt x="1642014" y="1806893"/>
                    <a:pt x="1621181" y="1826895"/>
                  </a:cubicBezTo>
                  <a:cubicBezTo>
                    <a:pt x="1610764" y="1835468"/>
                    <a:pt x="1598454" y="1840230"/>
                    <a:pt x="1586144" y="1840230"/>
                  </a:cubicBezTo>
                  <a:close/>
                  <a:moveTo>
                    <a:pt x="563436" y="1850708"/>
                  </a:moveTo>
                  <a:lnTo>
                    <a:pt x="47348" y="1850708"/>
                  </a:lnTo>
                  <a:cubicBezTo>
                    <a:pt x="20833" y="1850708"/>
                    <a:pt x="0" y="1829753"/>
                    <a:pt x="0" y="1803083"/>
                  </a:cubicBezTo>
                  <a:lnTo>
                    <a:pt x="0" y="47625"/>
                  </a:lnTo>
                  <a:cubicBezTo>
                    <a:pt x="0" y="20955"/>
                    <a:pt x="20833" y="0"/>
                    <a:pt x="47348" y="0"/>
                  </a:cubicBezTo>
                  <a:lnTo>
                    <a:pt x="1404329" y="0"/>
                  </a:lnTo>
                  <a:cubicBezTo>
                    <a:pt x="1430844" y="0"/>
                    <a:pt x="1451677" y="20955"/>
                    <a:pt x="1451677" y="47625"/>
                  </a:cubicBezTo>
                  <a:lnTo>
                    <a:pt x="1451677" y="562928"/>
                  </a:lnTo>
                  <a:cubicBezTo>
                    <a:pt x="1451677" y="589598"/>
                    <a:pt x="1430844" y="610553"/>
                    <a:pt x="1404329" y="610553"/>
                  </a:cubicBezTo>
                  <a:cubicBezTo>
                    <a:pt x="1377814" y="610553"/>
                    <a:pt x="1356982" y="589598"/>
                    <a:pt x="1356982" y="562928"/>
                  </a:cubicBezTo>
                  <a:lnTo>
                    <a:pt x="1356982" y="95250"/>
                  </a:lnTo>
                  <a:lnTo>
                    <a:pt x="94695" y="95250"/>
                  </a:lnTo>
                  <a:lnTo>
                    <a:pt x="94695" y="1755458"/>
                  </a:lnTo>
                  <a:lnTo>
                    <a:pt x="563436" y="1755458"/>
                  </a:lnTo>
                  <a:cubicBezTo>
                    <a:pt x="589951" y="1755458"/>
                    <a:pt x="610784" y="1776413"/>
                    <a:pt x="610784" y="1803083"/>
                  </a:cubicBezTo>
                  <a:cubicBezTo>
                    <a:pt x="610784" y="1829753"/>
                    <a:pt x="589951" y="1850708"/>
                    <a:pt x="563436" y="1850708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1040063" y="4531847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招聘体系优化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109" name="组合 108"/>
          <p:cNvGrpSpPr>
            <a:grpSpLocks noChangeAspect="1"/>
          </p:cNvGrpSpPr>
          <p:nvPr/>
        </p:nvGrpSpPr>
        <p:grpSpPr>
          <a:xfrm>
            <a:off x="622914" y="4495569"/>
            <a:ext cx="345599" cy="288000"/>
            <a:chOff x="0" y="158750"/>
            <a:chExt cx="1904999" cy="1587500"/>
          </a:xfrm>
          <a:solidFill>
            <a:schemeClr val="accent1"/>
          </a:solidFill>
        </p:grpSpPr>
        <p:sp>
          <p:nvSpPr>
            <p:cNvPr id="107" name="任意多边形: 形状 106"/>
            <p:cNvSpPr/>
            <p:nvPr/>
          </p:nvSpPr>
          <p:spPr>
            <a:xfrm>
              <a:off x="0" y="158750"/>
              <a:ext cx="1666875" cy="1587500"/>
            </a:xfrm>
            <a:custGeom>
              <a:avLst/>
              <a:gdLst>
                <a:gd name="connsiteX0" fmla="*/ 1270000 w 1666875"/>
                <a:gd name="connsiteY0" fmla="*/ 1587500 h 1587500"/>
                <a:gd name="connsiteX1" fmla="*/ 79375 w 1666875"/>
                <a:gd name="connsiteY1" fmla="*/ 1587500 h 1587500"/>
                <a:gd name="connsiteX2" fmla="*/ 0 w 1666875"/>
                <a:gd name="connsiteY2" fmla="*/ 1508125 h 1587500"/>
                <a:gd name="connsiteX3" fmla="*/ 0 w 1666875"/>
                <a:gd name="connsiteY3" fmla="*/ 1349375 h 1587500"/>
                <a:gd name="connsiteX4" fmla="*/ 396875 w 1666875"/>
                <a:gd name="connsiteY4" fmla="*/ 952500 h 1587500"/>
                <a:gd name="connsiteX5" fmla="*/ 952500 w 1666875"/>
                <a:gd name="connsiteY5" fmla="*/ 952500 h 1587500"/>
                <a:gd name="connsiteX6" fmla="*/ 1349375 w 1666875"/>
                <a:gd name="connsiteY6" fmla="*/ 1349375 h 1587500"/>
                <a:gd name="connsiteX7" fmla="*/ 1349375 w 1666875"/>
                <a:gd name="connsiteY7" fmla="*/ 1508125 h 1587500"/>
                <a:gd name="connsiteX8" fmla="*/ 1270000 w 1666875"/>
                <a:gd name="connsiteY8" fmla="*/ 1587500 h 1587500"/>
                <a:gd name="connsiteX9" fmla="*/ 158750 w 1666875"/>
                <a:gd name="connsiteY9" fmla="*/ 1428750 h 1587500"/>
                <a:gd name="connsiteX10" fmla="*/ 1190625 w 1666875"/>
                <a:gd name="connsiteY10" fmla="*/ 1428750 h 1587500"/>
                <a:gd name="connsiteX11" fmla="*/ 1190625 w 1666875"/>
                <a:gd name="connsiteY11" fmla="*/ 1349375 h 1587500"/>
                <a:gd name="connsiteX12" fmla="*/ 952500 w 1666875"/>
                <a:gd name="connsiteY12" fmla="*/ 1111250 h 1587500"/>
                <a:gd name="connsiteX13" fmla="*/ 396875 w 1666875"/>
                <a:gd name="connsiteY13" fmla="*/ 1111250 h 1587500"/>
                <a:gd name="connsiteX14" fmla="*/ 158750 w 1666875"/>
                <a:gd name="connsiteY14" fmla="*/ 1349375 h 1587500"/>
                <a:gd name="connsiteX15" fmla="*/ 158750 w 1666875"/>
                <a:gd name="connsiteY15" fmla="*/ 1428750 h 1587500"/>
                <a:gd name="connsiteX16" fmla="*/ 674688 w 1666875"/>
                <a:gd name="connsiteY16" fmla="*/ 793750 h 1587500"/>
                <a:gd name="connsiteX17" fmla="*/ 277813 w 1666875"/>
                <a:gd name="connsiteY17" fmla="*/ 396875 h 1587500"/>
                <a:gd name="connsiteX18" fmla="*/ 674688 w 1666875"/>
                <a:gd name="connsiteY18" fmla="*/ 0 h 1587500"/>
                <a:gd name="connsiteX19" fmla="*/ 1071563 w 1666875"/>
                <a:gd name="connsiteY19" fmla="*/ 396875 h 1587500"/>
                <a:gd name="connsiteX20" fmla="*/ 674688 w 1666875"/>
                <a:gd name="connsiteY20" fmla="*/ 793750 h 1587500"/>
                <a:gd name="connsiteX21" fmla="*/ 674688 w 1666875"/>
                <a:gd name="connsiteY21" fmla="*/ 158750 h 1587500"/>
                <a:gd name="connsiteX22" fmla="*/ 436563 w 1666875"/>
                <a:gd name="connsiteY22" fmla="*/ 396875 h 1587500"/>
                <a:gd name="connsiteX23" fmla="*/ 674688 w 1666875"/>
                <a:gd name="connsiteY23" fmla="*/ 635000 h 1587500"/>
                <a:gd name="connsiteX24" fmla="*/ 912813 w 1666875"/>
                <a:gd name="connsiteY24" fmla="*/ 396875 h 1587500"/>
                <a:gd name="connsiteX25" fmla="*/ 674688 w 1666875"/>
                <a:gd name="connsiteY25" fmla="*/ 158750 h 1587500"/>
                <a:gd name="connsiteX26" fmla="*/ 1587500 w 1666875"/>
                <a:gd name="connsiteY26" fmla="*/ 1031875 h 1587500"/>
                <a:gd name="connsiteX27" fmla="*/ 1508125 w 1666875"/>
                <a:gd name="connsiteY27" fmla="*/ 952500 h 1587500"/>
                <a:gd name="connsiteX28" fmla="*/ 1508125 w 1666875"/>
                <a:gd name="connsiteY28" fmla="*/ 476250 h 1587500"/>
                <a:gd name="connsiteX29" fmla="*/ 1587500 w 1666875"/>
                <a:gd name="connsiteY29" fmla="*/ 396875 h 1587500"/>
                <a:gd name="connsiteX30" fmla="*/ 1666875 w 1666875"/>
                <a:gd name="connsiteY30" fmla="*/ 476250 h 1587500"/>
                <a:gd name="connsiteX31" fmla="*/ 1666875 w 1666875"/>
                <a:gd name="connsiteY31" fmla="*/ 952500 h 1587500"/>
                <a:gd name="connsiteX32" fmla="*/ 1587500 w 1666875"/>
                <a:gd name="connsiteY32" fmla="*/ 1031875 h 15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666875" h="1587500">
                  <a:moveTo>
                    <a:pt x="1270000" y="1587500"/>
                  </a:moveTo>
                  <a:lnTo>
                    <a:pt x="79375" y="1587500"/>
                  </a:lnTo>
                  <a:cubicBezTo>
                    <a:pt x="31750" y="1587500"/>
                    <a:pt x="0" y="1555750"/>
                    <a:pt x="0" y="1508125"/>
                  </a:cubicBezTo>
                  <a:lnTo>
                    <a:pt x="0" y="1349375"/>
                  </a:lnTo>
                  <a:cubicBezTo>
                    <a:pt x="0" y="1127125"/>
                    <a:pt x="174625" y="952500"/>
                    <a:pt x="396875" y="952500"/>
                  </a:cubicBezTo>
                  <a:lnTo>
                    <a:pt x="952500" y="952500"/>
                  </a:lnTo>
                  <a:cubicBezTo>
                    <a:pt x="1174750" y="952500"/>
                    <a:pt x="1349375" y="1127125"/>
                    <a:pt x="1349375" y="1349375"/>
                  </a:cubicBezTo>
                  <a:lnTo>
                    <a:pt x="1349375" y="1508125"/>
                  </a:lnTo>
                  <a:cubicBezTo>
                    <a:pt x="1349375" y="1555750"/>
                    <a:pt x="1317625" y="1587500"/>
                    <a:pt x="1270000" y="1587500"/>
                  </a:cubicBezTo>
                  <a:close/>
                  <a:moveTo>
                    <a:pt x="158750" y="1428750"/>
                  </a:moveTo>
                  <a:lnTo>
                    <a:pt x="1190625" y="1428750"/>
                  </a:lnTo>
                  <a:lnTo>
                    <a:pt x="1190625" y="1349375"/>
                  </a:lnTo>
                  <a:cubicBezTo>
                    <a:pt x="1190625" y="1214438"/>
                    <a:pt x="1087438" y="1111250"/>
                    <a:pt x="952500" y="1111250"/>
                  </a:cubicBezTo>
                  <a:lnTo>
                    <a:pt x="396875" y="1111250"/>
                  </a:lnTo>
                  <a:cubicBezTo>
                    <a:pt x="261938" y="1111250"/>
                    <a:pt x="158750" y="1214438"/>
                    <a:pt x="158750" y="1349375"/>
                  </a:cubicBezTo>
                  <a:lnTo>
                    <a:pt x="158750" y="1428750"/>
                  </a:lnTo>
                  <a:close/>
                  <a:moveTo>
                    <a:pt x="674688" y="793750"/>
                  </a:moveTo>
                  <a:cubicBezTo>
                    <a:pt x="452438" y="793750"/>
                    <a:pt x="277813" y="619125"/>
                    <a:pt x="277813" y="396875"/>
                  </a:cubicBezTo>
                  <a:cubicBezTo>
                    <a:pt x="277813" y="174625"/>
                    <a:pt x="452438" y="0"/>
                    <a:pt x="674688" y="0"/>
                  </a:cubicBezTo>
                  <a:cubicBezTo>
                    <a:pt x="896938" y="0"/>
                    <a:pt x="1071563" y="174625"/>
                    <a:pt x="1071563" y="396875"/>
                  </a:cubicBezTo>
                  <a:cubicBezTo>
                    <a:pt x="1071563" y="619125"/>
                    <a:pt x="896938" y="793750"/>
                    <a:pt x="674688" y="793750"/>
                  </a:cubicBezTo>
                  <a:close/>
                  <a:moveTo>
                    <a:pt x="674688" y="158750"/>
                  </a:moveTo>
                  <a:cubicBezTo>
                    <a:pt x="539750" y="158750"/>
                    <a:pt x="436563" y="261937"/>
                    <a:pt x="436563" y="396875"/>
                  </a:cubicBezTo>
                  <a:cubicBezTo>
                    <a:pt x="436563" y="531813"/>
                    <a:pt x="539750" y="635000"/>
                    <a:pt x="674688" y="635000"/>
                  </a:cubicBezTo>
                  <a:cubicBezTo>
                    <a:pt x="809625" y="635000"/>
                    <a:pt x="912813" y="531813"/>
                    <a:pt x="912813" y="396875"/>
                  </a:cubicBezTo>
                  <a:cubicBezTo>
                    <a:pt x="912813" y="261937"/>
                    <a:pt x="809625" y="158750"/>
                    <a:pt x="674688" y="158750"/>
                  </a:cubicBezTo>
                  <a:close/>
                  <a:moveTo>
                    <a:pt x="1587500" y="1031875"/>
                  </a:moveTo>
                  <a:cubicBezTo>
                    <a:pt x="1539875" y="1031875"/>
                    <a:pt x="1508125" y="1000125"/>
                    <a:pt x="1508125" y="952500"/>
                  </a:cubicBezTo>
                  <a:lnTo>
                    <a:pt x="1508125" y="476250"/>
                  </a:lnTo>
                  <a:cubicBezTo>
                    <a:pt x="1508125" y="428625"/>
                    <a:pt x="1539875" y="396875"/>
                    <a:pt x="1587500" y="396875"/>
                  </a:cubicBezTo>
                  <a:cubicBezTo>
                    <a:pt x="1635125" y="396875"/>
                    <a:pt x="1666875" y="428625"/>
                    <a:pt x="1666875" y="476250"/>
                  </a:cubicBezTo>
                  <a:lnTo>
                    <a:pt x="1666875" y="952500"/>
                  </a:lnTo>
                  <a:cubicBezTo>
                    <a:pt x="1666875" y="1000125"/>
                    <a:pt x="1635125" y="1031875"/>
                    <a:pt x="1587500" y="103187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1270000" y="793749"/>
              <a:ext cx="634999" cy="158750"/>
            </a:xfrm>
            <a:custGeom>
              <a:avLst/>
              <a:gdLst>
                <a:gd name="connsiteX0" fmla="*/ 555625 w 634999"/>
                <a:gd name="connsiteY0" fmla="*/ 158750 h 158750"/>
                <a:gd name="connsiteX1" fmla="*/ 79375 w 634999"/>
                <a:gd name="connsiteY1" fmla="*/ 158750 h 158750"/>
                <a:gd name="connsiteX2" fmla="*/ 0 w 634999"/>
                <a:gd name="connsiteY2" fmla="*/ 79375 h 158750"/>
                <a:gd name="connsiteX3" fmla="*/ 79375 w 634999"/>
                <a:gd name="connsiteY3" fmla="*/ 0 h 158750"/>
                <a:gd name="connsiteX4" fmla="*/ 555625 w 634999"/>
                <a:gd name="connsiteY4" fmla="*/ 0 h 158750"/>
                <a:gd name="connsiteX5" fmla="*/ 635000 w 634999"/>
                <a:gd name="connsiteY5" fmla="*/ 79375 h 158750"/>
                <a:gd name="connsiteX6" fmla="*/ 555625 w 634999"/>
                <a:gd name="connsiteY6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999" h="158750">
                  <a:moveTo>
                    <a:pt x="555625" y="158750"/>
                  </a:moveTo>
                  <a:lnTo>
                    <a:pt x="79375" y="158750"/>
                  </a:lnTo>
                  <a:cubicBezTo>
                    <a:pt x="31750" y="158750"/>
                    <a:pt x="0" y="127000"/>
                    <a:pt x="0" y="79375"/>
                  </a:cubicBezTo>
                  <a:cubicBezTo>
                    <a:pt x="0" y="31750"/>
                    <a:pt x="31750" y="0"/>
                    <a:pt x="79375" y="0"/>
                  </a:cubicBezTo>
                  <a:lnTo>
                    <a:pt x="555625" y="0"/>
                  </a:lnTo>
                  <a:cubicBezTo>
                    <a:pt x="603250" y="0"/>
                    <a:pt x="635000" y="31750"/>
                    <a:pt x="635000" y="79375"/>
                  </a:cubicBezTo>
                  <a:cubicBezTo>
                    <a:pt x="635000" y="127000"/>
                    <a:pt x="603250" y="158750"/>
                    <a:pt x="555625" y="15875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11" name="文本框 110"/>
          <p:cNvSpPr txBox="1"/>
          <p:nvPr/>
        </p:nvSpPr>
        <p:spPr>
          <a:xfrm>
            <a:off x="622914" y="4874987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升级面试评估流程，引入结构化行为面试法，提升招聘精准度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040063" y="5527154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员工敬业度调研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grpSp>
        <p:nvGrpSpPr>
          <p:cNvPr id="119" name="组合 118"/>
          <p:cNvGrpSpPr>
            <a:grpSpLocks noChangeAspect="1"/>
          </p:cNvGrpSpPr>
          <p:nvPr/>
        </p:nvGrpSpPr>
        <p:grpSpPr>
          <a:xfrm>
            <a:off x="624473" y="5508104"/>
            <a:ext cx="288000" cy="288000"/>
            <a:chOff x="0" y="0"/>
            <a:chExt cx="1905000" cy="1905000"/>
          </a:xfrm>
          <a:solidFill>
            <a:schemeClr val="accent1"/>
          </a:solidFill>
        </p:grpSpPr>
        <p:sp>
          <p:nvSpPr>
            <p:cNvPr id="117" name="任意多边形: 形状 116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0 w 1905000"/>
                <a:gd name="connsiteY1" fmla="*/ 1905000 h 1905000"/>
                <a:gd name="connsiteX2" fmla="*/ 1905000 w 1905000"/>
                <a:gd name="connsiteY2" fmla="*/ 1905000 h 1905000"/>
                <a:gd name="connsiteX3" fmla="*/ 1905000 w 1905000"/>
                <a:gd name="connsiteY3" fmla="*/ 0 h 1905000"/>
                <a:gd name="connsiteX4" fmla="*/ 1785938 w 1905000"/>
                <a:gd name="connsiteY4" fmla="*/ 1785938 h 1905000"/>
                <a:gd name="connsiteX5" fmla="*/ 119063 w 1905000"/>
                <a:gd name="connsiteY5" fmla="*/ 1785938 h 1905000"/>
                <a:gd name="connsiteX6" fmla="*/ 119063 w 1905000"/>
                <a:gd name="connsiteY6" fmla="*/ 1309688 h 1905000"/>
                <a:gd name="connsiteX7" fmla="*/ 1785938 w 1905000"/>
                <a:gd name="connsiteY7" fmla="*/ 1309688 h 1905000"/>
                <a:gd name="connsiteX8" fmla="*/ 1785938 w 1905000"/>
                <a:gd name="connsiteY8" fmla="*/ 1190625 h 1905000"/>
                <a:gd name="connsiteX9" fmla="*/ 119063 w 1905000"/>
                <a:gd name="connsiteY9" fmla="*/ 1190625 h 1905000"/>
                <a:gd name="connsiteX10" fmla="*/ 119063 w 1905000"/>
                <a:gd name="connsiteY10" fmla="*/ 714375 h 1905000"/>
                <a:gd name="connsiteX11" fmla="*/ 958632 w 1905000"/>
                <a:gd name="connsiteY11" fmla="*/ 714375 h 1905000"/>
                <a:gd name="connsiteX12" fmla="*/ 958632 w 1905000"/>
                <a:gd name="connsiteY12" fmla="*/ 595313 h 1905000"/>
                <a:gd name="connsiteX13" fmla="*/ 119063 w 1905000"/>
                <a:gd name="connsiteY13" fmla="*/ 595313 h 1905000"/>
                <a:gd name="connsiteX14" fmla="*/ 119063 w 1905000"/>
                <a:gd name="connsiteY14" fmla="*/ 119063 h 1905000"/>
                <a:gd name="connsiteX15" fmla="*/ 1785938 w 1905000"/>
                <a:gd name="connsiteY15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0"/>
                  </a:lnTo>
                  <a:close/>
                  <a:moveTo>
                    <a:pt x="1785938" y="1785938"/>
                  </a:moveTo>
                  <a:lnTo>
                    <a:pt x="119063" y="1785938"/>
                  </a:lnTo>
                  <a:lnTo>
                    <a:pt x="119063" y="1309688"/>
                  </a:lnTo>
                  <a:lnTo>
                    <a:pt x="1785938" y="1309688"/>
                  </a:lnTo>
                  <a:close/>
                  <a:moveTo>
                    <a:pt x="1785938" y="1190625"/>
                  </a:moveTo>
                  <a:lnTo>
                    <a:pt x="119063" y="1190625"/>
                  </a:lnTo>
                  <a:lnTo>
                    <a:pt x="119063" y="714375"/>
                  </a:lnTo>
                  <a:lnTo>
                    <a:pt x="958632" y="714375"/>
                  </a:lnTo>
                  <a:lnTo>
                    <a:pt x="958632" y="595313"/>
                  </a:lnTo>
                  <a:lnTo>
                    <a:pt x="119063" y="595313"/>
                  </a:lnTo>
                  <a:lnTo>
                    <a:pt x="119063" y="119063"/>
                  </a:lnTo>
                  <a:lnTo>
                    <a:pt x="1785938" y="1190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307300" y="295632"/>
              <a:ext cx="1369754" cy="1311830"/>
            </a:xfrm>
            <a:custGeom>
              <a:avLst/>
              <a:gdLst>
                <a:gd name="connsiteX0" fmla="*/ 0 w 1369754"/>
                <a:gd name="connsiteY0" fmla="*/ 0 h 1311830"/>
                <a:gd name="connsiteX1" fmla="*/ 357187 w 1369754"/>
                <a:gd name="connsiteY1" fmla="*/ 0 h 1311830"/>
                <a:gd name="connsiteX2" fmla="*/ 357187 w 1369754"/>
                <a:gd name="connsiteY2" fmla="*/ 119063 h 1311830"/>
                <a:gd name="connsiteX3" fmla="*/ 0 w 1369754"/>
                <a:gd name="connsiteY3" fmla="*/ 119063 h 1311830"/>
                <a:gd name="connsiteX4" fmla="*/ 0 w 1369754"/>
                <a:gd name="connsiteY4" fmla="*/ 597634 h 1311830"/>
                <a:gd name="connsiteX5" fmla="*/ 357187 w 1369754"/>
                <a:gd name="connsiteY5" fmla="*/ 597634 h 1311830"/>
                <a:gd name="connsiteX6" fmla="*/ 357187 w 1369754"/>
                <a:gd name="connsiteY6" fmla="*/ 716697 h 1311830"/>
                <a:gd name="connsiteX7" fmla="*/ 0 w 1369754"/>
                <a:gd name="connsiteY7" fmla="*/ 716697 h 1311830"/>
                <a:gd name="connsiteX8" fmla="*/ 0 w 1369754"/>
                <a:gd name="connsiteY8" fmla="*/ 1192768 h 1311830"/>
                <a:gd name="connsiteX9" fmla="*/ 357187 w 1369754"/>
                <a:gd name="connsiteY9" fmla="*/ 1192768 h 1311830"/>
                <a:gd name="connsiteX10" fmla="*/ 357187 w 1369754"/>
                <a:gd name="connsiteY10" fmla="*/ 1311831 h 1311830"/>
                <a:gd name="connsiteX11" fmla="*/ 0 w 1369754"/>
                <a:gd name="connsiteY11" fmla="*/ 1311831 h 1311830"/>
                <a:gd name="connsiteX12" fmla="*/ 1033046 w 1369754"/>
                <a:gd name="connsiteY12" fmla="*/ 534591 h 1311830"/>
                <a:gd name="connsiteX13" fmla="*/ 1369755 w 1369754"/>
                <a:gd name="connsiteY13" fmla="*/ 197822 h 1311830"/>
                <a:gd name="connsiteX14" fmla="*/ 1285577 w 1369754"/>
                <a:gd name="connsiteY14" fmla="*/ 113645 h 1311830"/>
                <a:gd name="connsiteX15" fmla="*/ 1033046 w 1369754"/>
                <a:gd name="connsiteY15" fmla="*/ 366177 h 1311830"/>
                <a:gd name="connsiteX16" fmla="*/ 864632 w 1369754"/>
                <a:gd name="connsiteY16" fmla="*/ 197822 h 1311830"/>
                <a:gd name="connsiteX17" fmla="*/ 780455 w 1369754"/>
                <a:gd name="connsiteY17" fmla="*/ 282000 h 1311830"/>
                <a:gd name="connsiteX18" fmla="*/ 948809 w 1369754"/>
                <a:gd name="connsiteY18" fmla="*/ 450413 h 1311830"/>
                <a:gd name="connsiteX19" fmla="*/ 1033046 w 1369754"/>
                <a:gd name="connsiteY19" fmla="*/ 534591 h 1311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69754" h="1311830">
                  <a:moveTo>
                    <a:pt x="0" y="0"/>
                  </a:moveTo>
                  <a:lnTo>
                    <a:pt x="357187" y="0"/>
                  </a:lnTo>
                  <a:lnTo>
                    <a:pt x="357187" y="119063"/>
                  </a:lnTo>
                  <a:lnTo>
                    <a:pt x="0" y="119063"/>
                  </a:lnTo>
                  <a:close/>
                  <a:moveTo>
                    <a:pt x="0" y="597634"/>
                  </a:moveTo>
                  <a:lnTo>
                    <a:pt x="357187" y="597634"/>
                  </a:lnTo>
                  <a:lnTo>
                    <a:pt x="357187" y="716697"/>
                  </a:lnTo>
                  <a:lnTo>
                    <a:pt x="0" y="716697"/>
                  </a:lnTo>
                  <a:close/>
                  <a:moveTo>
                    <a:pt x="0" y="1192768"/>
                  </a:moveTo>
                  <a:lnTo>
                    <a:pt x="357187" y="1192768"/>
                  </a:lnTo>
                  <a:lnTo>
                    <a:pt x="357187" y="1311831"/>
                  </a:lnTo>
                  <a:lnTo>
                    <a:pt x="0" y="1311831"/>
                  </a:lnTo>
                  <a:close/>
                  <a:moveTo>
                    <a:pt x="1033046" y="534591"/>
                  </a:moveTo>
                  <a:lnTo>
                    <a:pt x="1369755" y="197822"/>
                  </a:lnTo>
                  <a:lnTo>
                    <a:pt x="1285577" y="113645"/>
                  </a:lnTo>
                  <a:lnTo>
                    <a:pt x="1033046" y="366177"/>
                  </a:lnTo>
                  <a:lnTo>
                    <a:pt x="864632" y="197822"/>
                  </a:lnTo>
                  <a:lnTo>
                    <a:pt x="780455" y="282000"/>
                  </a:lnTo>
                  <a:lnTo>
                    <a:pt x="948809" y="450413"/>
                  </a:lnTo>
                  <a:lnTo>
                    <a:pt x="1033046" y="534591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21" name="文本框 120"/>
          <p:cNvSpPr txBox="1"/>
          <p:nvPr/>
        </p:nvSpPr>
        <p:spPr>
          <a:xfrm>
            <a:off x="622914" y="5878053"/>
            <a:ext cx="2312371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启动年度敬业度调研，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回收率达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，为改进工作提供数据基线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949741" y="3511123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春季招聘攻坚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949741" y="4531847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领导力项目启动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3949741" y="5527154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薪酬福利体系刷新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3543300" y="3858255"/>
            <a:ext cx="2295525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成功完成研发与市场两大核心部门扩编，招聘到岗率达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98%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543300" y="4874987"/>
            <a:ext cx="219347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启动“星航计划”首期管理层培训，覆盖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名中层管理者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3543300" y="5878053"/>
            <a:ext cx="2156213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完成薪酬数据分析与对标，制定更具市场竞争力的调薪方案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3548142" y="3487915"/>
            <a:ext cx="278934" cy="301004"/>
            <a:chOff x="184394" y="118776"/>
            <a:chExt cx="1547145" cy="1669561"/>
          </a:xfrm>
          <a:solidFill>
            <a:schemeClr val="accent2"/>
          </a:solidFill>
        </p:grpSpPr>
        <p:sp>
          <p:nvSpPr>
            <p:cNvPr id="137" name="任意多边形: 形状 136"/>
            <p:cNvSpPr/>
            <p:nvPr/>
          </p:nvSpPr>
          <p:spPr>
            <a:xfrm>
              <a:off x="574281" y="1073238"/>
              <a:ext cx="767362" cy="499614"/>
            </a:xfrm>
            <a:custGeom>
              <a:avLst/>
              <a:gdLst>
                <a:gd name="connsiteX0" fmla="*/ 403193 w 767362"/>
                <a:gd name="connsiteY0" fmla="*/ 410575 h 499614"/>
                <a:gd name="connsiteX1" fmla="*/ 52264 w 767362"/>
                <a:gd name="connsiteY1" fmla="*/ 410575 h 499614"/>
                <a:gd name="connsiteX2" fmla="*/ 0 w 767362"/>
                <a:gd name="connsiteY2" fmla="*/ 455105 h 499614"/>
                <a:gd name="connsiteX3" fmla="*/ 52264 w 767362"/>
                <a:gd name="connsiteY3" fmla="*/ 499615 h 499614"/>
                <a:gd name="connsiteX4" fmla="*/ 403174 w 767362"/>
                <a:gd name="connsiteY4" fmla="*/ 499615 h 499614"/>
                <a:gd name="connsiteX5" fmla="*/ 455447 w 767362"/>
                <a:gd name="connsiteY5" fmla="*/ 455105 h 499614"/>
                <a:gd name="connsiteX6" fmla="*/ 403193 w 767362"/>
                <a:gd name="connsiteY6" fmla="*/ 410575 h 499614"/>
                <a:gd name="connsiteX7" fmla="*/ 52264 w 767362"/>
                <a:gd name="connsiteY7" fmla="*/ 88373 h 499614"/>
                <a:gd name="connsiteX8" fmla="*/ 715089 w 767362"/>
                <a:gd name="connsiteY8" fmla="*/ 88373 h 499614"/>
                <a:gd name="connsiteX9" fmla="*/ 767363 w 767362"/>
                <a:gd name="connsiteY9" fmla="*/ 44177 h 499614"/>
                <a:gd name="connsiteX10" fmla="*/ 715089 w 767362"/>
                <a:gd name="connsiteY10" fmla="*/ 0 h 499614"/>
                <a:gd name="connsiteX11" fmla="*/ 52264 w 767362"/>
                <a:gd name="connsiteY11" fmla="*/ 0 h 499614"/>
                <a:gd name="connsiteX12" fmla="*/ 0 w 767362"/>
                <a:gd name="connsiteY12" fmla="*/ 44177 h 499614"/>
                <a:gd name="connsiteX13" fmla="*/ 52264 w 767362"/>
                <a:gd name="connsiteY13" fmla="*/ 88373 h 499614"/>
                <a:gd name="connsiteX14" fmla="*/ 52264 w 767362"/>
                <a:gd name="connsiteY14" fmla="*/ 293818 h 499614"/>
                <a:gd name="connsiteX15" fmla="*/ 621001 w 767362"/>
                <a:gd name="connsiteY15" fmla="*/ 293818 h 499614"/>
                <a:gd name="connsiteX16" fmla="*/ 673284 w 767362"/>
                <a:gd name="connsiteY16" fmla="*/ 249631 h 499614"/>
                <a:gd name="connsiteX17" fmla="*/ 621001 w 767362"/>
                <a:gd name="connsiteY17" fmla="*/ 205454 h 499614"/>
                <a:gd name="connsiteX18" fmla="*/ 52264 w 767362"/>
                <a:gd name="connsiteY18" fmla="*/ 205454 h 499614"/>
                <a:gd name="connsiteX19" fmla="*/ 0 w 767362"/>
                <a:gd name="connsiteY19" fmla="*/ 249631 h 499614"/>
                <a:gd name="connsiteX20" fmla="*/ 52264 w 767362"/>
                <a:gd name="connsiteY20" fmla="*/ 293818 h 49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7362" h="499614">
                  <a:moveTo>
                    <a:pt x="403193" y="410575"/>
                  </a:moveTo>
                  <a:lnTo>
                    <a:pt x="52264" y="410575"/>
                  </a:lnTo>
                  <a:cubicBezTo>
                    <a:pt x="23403" y="410575"/>
                    <a:pt x="0" y="430511"/>
                    <a:pt x="0" y="455105"/>
                  </a:cubicBezTo>
                  <a:cubicBezTo>
                    <a:pt x="0" y="479698"/>
                    <a:pt x="23393" y="499615"/>
                    <a:pt x="52264" y="499615"/>
                  </a:cubicBezTo>
                  <a:lnTo>
                    <a:pt x="403174" y="499615"/>
                  </a:lnTo>
                  <a:cubicBezTo>
                    <a:pt x="432044" y="499615"/>
                    <a:pt x="455447" y="479698"/>
                    <a:pt x="455447" y="455105"/>
                  </a:cubicBezTo>
                  <a:cubicBezTo>
                    <a:pt x="455447" y="430511"/>
                    <a:pt x="432054" y="410575"/>
                    <a:pt x="403193" y="410575"/>
                  </a:cubicBezTo>
                  <a:close/>
                  <a:moveTo>
                    <a:pt x="52264" y="88373"/>
                  </a:moveTo>
                  <a:lnTo>
                    <a:pt x="715089" y="88373"/>
                  </a:lnTo>
                  <a:cubicBezTo>
                    <a:pt x="743960" y="88373"/>
                    <a:pt x="767363" y="68590"/>
                    <a:pt x="767363" y="44177"/>
                  </a:cubicBezTo>
                  <a:cubicBezTo>
                    <a:pt x="767363" y="19783"/>
                    <a:pt x="743960" y="0"/>
                    <a:pt x="715089" y="0"/>
                  </a:cubicBezTo>
                  <a:lnTo>
                    <a:pt x="52264" y="0"/>
                  </a:lnTo>
                  <a:cubicBezTo>
                    <a:pt x="23403" y="0"/>
                    <a:pt x="0" y="19783"/>
                    <a:pt x="0" y="44177"/>
                  </a:cubicBezTo>
                  <a:cubicBezTo>
                    <a:pt x="0" y="68590"/>
                    <a:pt x="23403" y="88373"/>
                    <a:pt x="52264" y="88373"/>
                  </a:cubicBezTo>
                  <a:close/>
                  <a:moveTo>
                    <a:pt x="52264" y="293818"/>
                  </a:moveTo>
                  <a:lnTo>
                    <a:pt x="621001" y="293818"/>
                  </a:lnTo>
                  <a:cubicBezTo>
                    <a:pt x="649872" y="293818"/>
                    <a:pt x="673284" y="274034"/>
                    <a:pt x="673284" y="249631"/>
                  </a:cubicBezTo>
                  <a:cubicBezTo>
                    <a:pt x="673284" y="225228"/>
                    <a:pt x="649891" y="205454"/>
                    <a:pt x="621001" y="205454"/>
                  </a:cubicBezTo>
                  <a:lnTo>
                    <a:pt x="52264" y="205454"/>
                  </a:lnTo>
                  <a:cubicBezTo>
                    <a:pt x="23403" y="205454"/>
                    <a:pt x="0" y="225228"/>
                    <a:pt x="0" y="249631"/>
                  </a:cubicBezTo>
                  <a:cubicBezTo>
                    <a:pt x="0" y="274034"/>
                    <a:pt x="23403" y="293818"/>
                    <a:pt x="52264" y="293818"/>
                  </a:cubicBez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184394" y="118776"/>
              <a:ext cx="1547145" cy="1669561"/>
            </a:xfrm>
            <a:custGeom>
              <a:avLst/>
              <a:gdLst>
                <a:gd name="connsiteX0" fmla="*/ 1377906 w 1547145"/>
                <a:gd name="connsiteY0" fmla="*/ 0 h 1669561"/>
                <a:gd name="connsiteX1" fmla="*/ 169240 w 1547145"/>
                <a:gd name="connsiteY1" fmla="*/ 0 h 1669561"/>
                <a:gd name="connsiteX2" fmla="*/ 0 w 1547145"/>
                <a:gd name="connsiteY2" fmla="*/ 169240 h 1669561"/>
                <a:gd name="connsiteX3" fmla="*/ 0 w 1547145"/>
                <a:gd name="connsiteY3" fmla="*/ 1500321 h 1669561"/>
                <a:gd name="connsiteX4" fmla="*/ 169240 w 1547145"/>
                <a:gd name="connsiteY4" fmla="*/ 1669561 h 1669561"/>
                <a:gd name="connsiteX5" fmla="*/ 1124474 w 1547145"/>
                <a:gd name="connsiteY5" fmla="*/ 1669561 h 1669561"/>
                <a:gd name="connsiteX6" fmla="*/ 1161688 w 1547145"/>
                <a:gd name="connsiteY6" fmla="*/ 1654007 h 1669561"/>
                <a:gd name="connsiteX7" fmla="*/ 1532077 w 1547145"/>
                <a:gd name="connsiteY7" fmla="*/ 1278750 h 1669561"/>
                <a:gd name="connsiteX8" fmla="*/ 1547146 w 1547145"/>
                <a:gd name="connsiteY8" fmla="*/ 1242031 h 1669561"/>
                <a:gd name="connsiteX9" fmla="*/ 1547146 w 1547145"/>
                <a:gd name="connsiteY9" fmla="*/ 169240 h 1669561"/>
                <a:gd name="connsiteX10" fmla="*/ 1377906 w 1547145"/>
                <a:gd name="connsiteY10" fmla="*/ 0 h 1669561"/>
                <a:gd name="connsiteX11" fmla="*/ 1150525 w 1547145"/>
                <a:gd name="connsiteY11" fmla="*/ 1554385 h 1669561"/>
                <a:gd name="connsiteX12" fmla="*/ 1150525 w 1547145"/>
                <a:gd name="connsiteY12" fmla="*/ 1362227 h 1669561"/>
                <a:gd name="connsiteX13" fmla="*/ 1245394 w 1547145"/>
                <a:gd name="connsiteY13" fmla="*/ 1267358 h 1669561"/>
                <a:gd name="connsiteX14" fmla="*/ 1433808 w 1547145"/>
                <a:gd name="connsiteY14" fmla="*/ 1267358 h 1669561"/>
                <a:gd name="connsiteX15" fmla="*/ 1150525 w 1547145"/>
                <a:gd name="connsiteY15" fmla="*/ 1554385 h 1669561"/>
                <a:gd name="connsiteX16" fmla="*/ 1461430 w 1547145"/>
                <a:gd name="connsiteY16" fmla="*/ 1189654 h 1669561"/>
                <a:gd name="connsiteX17" fmla="*/ 1241460 w 1547145"/>
                <a:gd name="connsiteY17" fmla="*/ 1189654 h 1669561"/>
                <a:gd name="connsiteX18" fmla="*/ 1072210 w 1547145"/>
                <a:gd name="connsiteY18" fmla="*/ 1358884 h 1669561"/>
                <a:gd name="connsiteX19" fmla="*/ 1072210 w 1547145"/>
                <a:gd name="connsiteY19" fmla="*/ 1593256 h 1669561"/>
                <a:gd name="connsiteX20" fmla="*/ 169240 w 1547145"/>
                <a:gd name="connsiteY20" fmla="*/ 1593256 h 1669561"/>
                <a:gd name="connsiteX21" fmla="*/ 76314 w 1547145"/>
                <a:gd name="connsiteY21" fmla="*/ 1500321 h 1669561"/>
                <a:gd name="connsiteX22" fmla="*/ 76314 w 1547145"/>
                <a:gd name="connsiteY22" fmla="*/ 169240 h 1669561"/>
                <a:gd name="connsiteX23" fmla="*/ 169240 w 1547145"/>
                <a:gd name="connsiteY23" fmla="*/ 76314 h 1669561"/>
                <a:gd name="connsiteX24" fmla="*/ 1377925 w 1547145"/>
                <a:gd name="connsiteY24" fmla="*/ 76314 h 1669561"/>
                <a:gd name="connsiteX25" fmla="*/ 1461440 w 1547145"/>
                <a:gd name="connsiteY25" fmla="*/ 169240 h 1669561"/>
                <a:gd name="connsiteX26" fmla="*/ 1461430 w 1547145"/>
                <a:gd name="connsiteY26" fmla="*/ 1189654 h 166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47145" h="1669561">
                  <a:moveTo>
                    <a:pt x="1377906" y="0"/>
                  </a:moveTo>
                  <a:lnTo>
                    <a:pt x="169240" y="0"/>
                  </a:lnTo>
                  <a:cubicBezTo>
                    <a:pt x="75914" y="0"/>
                    <a:pt x="0" y="75924"/>
                    <a:pt x="0" y="169240"/>
                  </a:cubicBezTo>
                  <a:lnTo>
                    <a:pt x="0" y="1500321"/>
                  </a:lnTo>
                  <a:cubicBezTo>
                    <a:pt x="0" y="1593647"/>
                    <a:pt x="75914" y="1669561"/>
                    <a:pt x="169240" y="1669561"/>
                  </a:cubicBezTo>
                  <a:lnTo>
                    <a:pt x="1124474" y="1669561"/>
                  </a:lnTo>
                  <a:cubicBezTo>
                    <a:pt x="1138461" y="1669567"/>
                    <a:pt x="1151866" y="1663964"/>
                    <a:pt x="1161688" y="1654007"/>
                  </a:cubicBezTo>
                  <a:lnTo>
                    <a:pt x="1532077" y="1278750"/>
                  </a:lnTo>
                  <a:cubicBezTo>
                    <a:pt x="1541738" y="1268971"/>
                    <a:pt x="1547152" y="1255777"/>
                    <a:pt x="1547146" y="1242031"/>
                  </a:cubicBezTo>
                  <a:lnTo>
                    <a:pt x="1547146" y="169240"/>
                  </a:lnTo>
                  <a:cubicBezTo>
                    <a:pt x="1547146" y="75924"/>
                    <a:pt x="1471232" y="0"/>
                    <a:pt x="1377906" y="0"/>
                  </a:cubicBezTo>
                  <a:close/>
                  <a:moveTo>
                    <a:pt x="1150525" y="1554385"/>
                  </a:moveTo>
                  <a:lnTo>
                    <a:pt x="1150525" y="1362227"/>
                  </a:lnTo>
                  <a:cubicBezTo>
                    <a:pt x="1150525" y="1309926"/>
                    <a:pt x="1193082" y="1267358"/>
                    <a:pt x="1245394" y="1267358"/>
                  </a:cubicBezTo>
                  <a:lnTo>
                    <a:pt x="1433808" y="1267358"/>
                  </a:lnTo>
                  <a:lnTo>
                    <a:pt x="1150525" y="1554385"/>
                  </a:lnTo>
                  <a:close/>
                  <a:moveTo>
                    <a:pt x="1461430" y="1189654"/>
                  </a:moveTo>
                  <a:lnTo>
                    <a:pt x="1241460" y="1189654"/>
                  </a:lnTo>
                  <a:cubicBezTo>
                    <a:pt x="1148153" y="1189654"/>
                    <a:pt x="1072210" y="1265577"/>
                    <a:pt x="1072210" y="1358884"/>
                  </a:cubicBezTo>
                  <a:lnTo>
                    <a:pt x="1072210" y="1593256"/>
                  </a:lnTo>
                  <a:lnTo>
                    <a:pt x="169240" y="1593256"/>
                  </a:lnTo>
                  <a:cubicBezTo>
                    <a:pt x="133560" y="1593256"/>
                    <a:pt x="76314" y="1536011"/>
                    <a:pt x="76314" y="1500321"/>
                  </a:cubicBezTo>
                  <a:lnTo>
                    <a:pt x="76314" y="169240"/>
                  </a:lnTo>
                  <a:cubicBezTo>
                    <a:pt x="76314" y="133550"/>
                    <a:pt x="133569" y="76314"/>
                    <a:pt x="169240" y="76314"/>
                  </a:cubicBezTo>
                  <a:lnTo>
                    <a:pt x="1377925" y="76314"/>
                  </a:lnTo>
                  <a:cubicBezTo>
                    <a:pt x="1413586" y="76314"/>
                    <a:pt x="1461440" y="133560"/>
                    <a:pt x="1461440" y="169240"/>
                  </a:cubicBezTo>
                  <a:lnTo>
                    <a:pt x="1461430" y="1189654"/>
                  </a:ln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580521" y="307590"/>
              <a:ext cx="754891" cy="673331"/>
            </a:xfrm>
            <a:custGeom>
              <a:avLst/>
              <a:gdLst>
                <a:gd name="connsiteX0" fmla="*/ 753855 w 754891"/>
                <a:gd name="connsiteY0" fmla="*/ 610667 h 673331"/>
                <a:gd name="connsiteX1" fmla="*/ 621896 w 754891"/>
                <a:gd name="connsiteY1" fmla="*/ 391001 h 673331"/>
                <a:gd name="connsiteX2" fmla="*/ 531675 w 754891"/>
                <a:gd name="connsiteY2" fmla="*/ 335471 h 673331"/>
                <a:gd name="connsiteX3" fmla="*/ 580690 w 754891"/>
                <a:gd name="connsiteY3" fmla="*/ 203235 h 673331"/>
                <a:gd name="connsiteX4" fmla="*/ 377455 w 754891"/>
                <a:gd name="connsiteY4" fmla="*/ 0 h 673331"/>
                <a:gd name="connsiteX5" fmla="*/ 174221 w 754891"/>
                <a:gd name="connsiteY5" fmla="*/ 203235 h 673331"/>
                <a:gd name="connsiteX6" fmla="*/ 223046 w 754891"/>
                <a:gd name="connsiteY6" fmla="*/ 335242 h 673331"/>
                <a:gd name="connsiteX7" fmla="*/ 133825 w 754891"/>
                <a:gd name="connsiteY7" fmla="*/ 389725 h 673331"/>
                <a:gd name="connsiteX8" fmla="*/ 1170 w 754891"/>
                <a:gd name="connsiteY8" fmla="*/ 606590 h 673331"/>
                <a:gd name="connsiteX9" fmla="*/ 41318 w 754891"/>
                <a:gd name="connsiteY9" fmla="*/ 668632 h 673331"/>
                <a:gd name="connsiteX10" fmla="*/ 41337 w 754891"/>
                <a:gd name="connsiteY10" fmla="*/ 668636 h 673331"/>
                <a:gd name="connsiteX11" fmla="*/ 65626 w 754891"/>
                <a:gd name="connsiteY11" fmla="*/ 668026 h 673331"/>
                <a:gd name="connsiteX12" fmla="*/ 372864 w 754891"/>
                <a:gd name="connsiteY12" fmla="*/ 381581 h 673331"/>
                <a:gd name="connsiteX13" fmla="*/ 680103 w 754891"/>
                <a:gd name="connsiteY13" fmla="*/ 668036 h 673331"/>
                <a:gd name="connsiteX14" fmla="*/ 702563 w 754891"/>
                <a:gd name="connsiteY14" fmla="*/ 673332 h 673331"/>
                <a:gd name="connsiteX15" fmla="*/ 754892 w 754891"/>
                <a:gd name="connsiteY15" fmla="*/ 621057 h 673331"/>
                <a:gd name="connsiteX16" fmla="*/ 753855 w 754891"/>
                <a:gd name="connsiteY16" fmla="*/ 610667 h 673331"/>
                <a:gd name="connsiteX17" fmla="*/ 377446 w 754891"/>
                <a:gd name="connsiteY17" fmla="*/ 323821 h 673331"/>
                <a:gd name="connsiteX18" fmla="*/ 247449 w 754891"/>
                <a:gd name="connsiteY18" fmla="*/ 193824 h 673331"/>
                <a:gd name="connsiteX19" fmla="*/ 377446 w 754891"/>
                <a:gd name="connsiteY19" fmla="*/ 63846 h 673331"/>
                <a:gd name="connsiteX20" fmla="*/ 507424 w 754891"/>
                <a:gd name="connsiteY20" fmla="*/ 193824 h 673331"/>
                <a:gd name="connsiteX21" fmla="*/ 377446 w 754891"/>
                <a:gd name="connsiteY21" fmla="*/ 323821 h 673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4891" h="673331">
                  <a:moveTo>
                    <a:pt x="753855" y="610667"/>
                  </a:moveTo>
                  <a:cubicBezTo>
                    <a:pt x="736500" y="525028"/>
                    <a:pt x="689637" y="447018"/>
                    <a:pt x="621896" y="391001"/>
                  </a:cubicBezTo>
                  <a:cubicBezTo>
                    <a:pt x="594535" y="368407"/>
                    <a:pt x="564172" y="349719"/>
                    <a:pt x="531675" y="335471"/>
                  </a:cubicBezTo>
                  <a:cubicBezTo>
                    <a:pt x="563338" y="298694"/>
                    <a:pt x="580734" y="251764"/>
                    <a:pt x="580690" y="203235"/>
                  </a:cubicBezTo>
                  <a:cubicBezTo>
                    <a:pt x="580690" y="91164"/>
                    <a:pt x="489517" y="0"/>
                    <a:pt x="377455" y="0"/>
                  </a:cubicBezTo>
                  <a:cubicBezTo>
                    <a:pt x="265384" y="0"/>
                    <a:pt x="174221" y="91164"/>
                    <a:pt x="174221" y="203235"/>
                  </a:cubicBezTo>
                  <a:cubicBezTo>
                    <a:pt x="174179" y="251661"/>
                    <a:pt x="191502" y="298498"/>
                    <a:pt x="223046" y="335242"/>
                  </a:cubicBezTo>
                  <a:cubicBezTo>
                    <a:pt x="190954" y="349238"/>
                    <a:pt x="160934" y="367570"/>
                    <a:pt x="133825" y="389725"/>
                  </a:cubicBezTo>
                  <a:cubicBezTo>
                    <a:pt x="66398" y="444884"/>
                    <a:pt x="19277" y="521903"/>
                    <a:pt x="1170" y="606590"/>
                  </a:cubicBezTo>
                  <a:cubicBezTo>
                    <a:pt x="-4876" y="634809"/>
                    <a:pt x="13099" y="662586"/>
                    <a:pt x="41318" y="668632"/>
                  </a:cubicBezTo>
                  <a:cubicBezTo>
                    <a:pt x="41324" y="668633"/>
                    <a:pt x="41331" y="668635"/>
                    <a:pt x="41337" y="668636"/>
                  </a:cubicBezTo>
                  <a:cubicBezTo>
                    <a:pt x="49369" y="670348"/>
                    <a:pt x="57691" y="670139"/>
                    <a:pt x="65626" y="668026"/>
                  </a:cubicBezTo>
                  <a:cubicBezTo>
                    <a:pt x="76742" y="507987"/>
                    <a:pt x="210006" y="381581"/>
                    <a:pt x="372864" y="381581"/>
                  </a:cubicBezTo>
                  <a:cubicBezTo>
                    <a:pt x="535742" y="381581"/>
                    <a:pt x="668987" y="507987"/>
                    <a:pt x="680103" y="668036"/>
                  </a:cubicBezTo>
                  <a:cubicBezTo>
                    <a:pt x="687095" y="671470"/>
                    <a:pt x="694773" y="673280"/>
                    <a:pt x="702563" y="673332"/>
                  </a:cubicBezTo>
                  <a:cubicBezTo>
                    <a:pt x="731448" y="673347"/>
                    <a:pt x="754877" y="649943"/>
                    <a:pt x="754892" y="621057"/>
                  </a:cubicBezTo>
                  <a:cubicBezTo>
                    <a:pt x="754894" y="617568"/>
                    <a:pt x="754546" y="614087"/>
                    <a:pt x="753855" y="610667"/>
                  </a:cubicBezTo>
                  <a:close/>
                  <a:moveTo>
                    <a:pt x="377446" y="323821"/>
                  </a:moveTo>
                  <a:cubicBezTo>
                    <a:pt x="305770" y="323821"/>
                    <a:pt x="247449" y="265500"/>
                    <a:pt x="247449" y="193824"/>
                  </a:cubicBezTo>
                  <a:cubicBezTo>
                    <a:pt x="247449" y="122149"/>
                    <a:pt x="305770" y="63846"/>
                    <a:pt x="377446" y="63846"/>
                  </a:cubicBezTo>
                  <a:cubicBezTo>
                    <a:pt x="449122" y="63846"/>
                    <a:pt x="507424" y="122149"/>
                    <a:pt x="507424" y="193824"/>
                  </a:cubicBezTo>
                  <a:cubicBezTo>
                    <a:pt x="507434" y="265500"/>
                    <a:pt x="449131" y="323821"/>
                    <a:pt x="377446" y="323821"/>
                  </a:cubicBezTo>
                  <a:close/>
                </a:path>
              </a:pathLst>
            </a:custGeom>
            <a:grpFill/>
            <a:ln w="186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6" name="组合 145"/>
          <p:cNvGrpSpPr>
            <a:grpSpLocks noChangeAspect="1"/>
          </p:cNvGrpSpPr>
          <p:nvPr/>
        </p:nvGrpSpPr>
        <p:grpSpPr>
          <a:xfrm>
            <a:off x="3549739" y="4437909"/>
            <a:ext cx="288000" cy="334634"/>
            <a:chOff x="133111" y="0"/>
            <a:chExt cx="1639522" cy="1904999"/>
          </a:xfrm>
          <a:solidFill>
            <a:schemeClr val="accent2"/>
          </a:solidFill>
        </p:grpSpPr>
        <p:sp>
          <p:nvSpPr>
            <p:cNvPr id="144" name="任意多边形: 形状 143"/>
            <p:cNvSpPr/>
            <p:nvPr/>
          </p:nvSpPr>
          <p:spPr>
            <a:xfrm>
              <a:off x="133111" y="0"/>
              <a:ext cx="1480041" cy="1894344"/>
            </a:xfrm>
            <a:custGeom>
              <a:avLst/>
              <a:gdLst>
                <a:gd name="connsiteX0" fmla="*/ 1347437 w 1480041"/>
                <a:gd name="connsiteY0" fmla="*/ 632237 h 1894344"/>
                <a:gd name="connsiteX1" fmla="*/ 1347437 w 1480041"/>
                <a:gd name="connsiteY1" fmla="*/ 947172 h 1894344"/>
                <a:gd name="connsiteX2" fmla="*/ 1413739 w 1480041"/>
                <a:gd name="connsiteY2" fmla="*/ 1013474 h 1894344"/>
                <a:gd name="connsiteX3" fmla="*/ 1480041 w 1480041"/>
                <a:gd name="connsiteY3" fmla="*/ 947172 h 1894344"/>
                <a:gd name="connsiteX4" fmla="*/ 1480041 w 1480041"/>
                <a:gd name="connsiteY4" fmla="*/ 519761 h 1894344"/>
                <a:gd name="connsiteX5" fmla="*/ 1459914 w 1480041"/>
                <a:gd name="connsiteY5" fmla="*/ 473586 h 1894344"/>
                <a:gd name="connsiteX6" fmla="*/ 983960 w 1480041"/>
                <a:gd name="connsiteY6" fmla="*/ 22495 h 1894344"/>
                <a:gd name="connsiteX7" fmla="*/ 937785 w 1480041"/>
                <a:gd name="connsiteY7" fmla="*/ 0 h 1894344"/>
                <a:gd name="connsiteX8" fmla="*/ 207279 w 1480041"/>
                <a:gd name="connsiteY8" fmla="*/ 0 h 1894344"/>
                <a:gd name="connsiteX9" fmla="*/ 0 w 1480041"/>
                <a:gd name="connsiteY9" fmla="*/ 207109 h 1894344"/>
                <a:gd name="connsiteX10" fmla="*/ 85 w 1480041"/>
                <a:gd name="connsiteY10" fmla="*/ 213114 h 1894344"/>
                <a:gd name="connsiteX11" fmla="*/ 85 w 1480041"/>
                <a:gd name="connsiteY11" fmla="*/ 1688334 h 1894344"/>
                <a:gd name="connsiteX12" fmla="*/ 207279 w 1480041"/>
                <a:gd name="connsiteY12" fmla="*/ 1894344 h 1894344"/>
                <a:gd name="connsiteX13" fmla="*/ 690336 w 1480041"/>
                <a:gd name="connsiteY13" fmla="*/ 1894344 h 1894344"/>
                <a:gd name="connsiteX14" fmla="*/ 756638 w 1480041"/>
                <a:gd name="connsiteY14" fmla="*/ 1828042 h 1894344"/>
                <a:gd name="connsiteX15" fmla="*/ 690336 w 1480041"/>
                <a:gd name="connsiteY15" fmla="*/ 1761740 h 1894344"/>
                <a:gd name="connsiteX16" fmla="*/ 207279 w 1480041"/>
                <a:gd name="connsiteY16" fmla="*/ 1761740 h 1894344"/>
                <a:gd name="connsiteX17" fmla="*/ 132689 w 1480041"/>
                <a:gd name="connsiteY17" fmla="*/ 1685967 h 1894344"/>
                <a:gd name="connsiteX18" fmla="*/ 132689 w 1480041"/>
                <a:gd name="connsiteY18" fmla="*/ 209562 h 1894344"/>
                <a:gd name="connsiteX19" fmla="*/ 207259 w 1480041"/>
                <a:gd name="connsiteY19" fmla="*/ 137340 h 1894344"/>
                <a:gd name="connsiteX20" fmla="*/ 207279 w 1480041"/>
                <a:gd name="connsiteY20" fmla="*/ 137340 h 1894344"/>
                <a:gd name="connsiteX21" fmla="*/ 848988 w 1480041"/>
                <a:gd name="connsiteY21" fmla="*/ 137340 h 1894344"/>
                <a:gd name="connsiteX22" fmla="*/ 848988 w 1480041"/>
                <a:gd name="connsiteY22" fmla="*/ 565935 h 1894344"/>
                <a:gd name="connsiteX23" fmla="*/ 915290 w 1480041"/>
                <a:gd name="connsiteY23" fmla="*/ 632237 h 1894344"/>
                <a:gd name="connsiteX24" fmla="*/ 1292975 w 1480041"/>
                <a:gd name="connsiteY24" fmla="*/ 499633 h 1894344"/>
                <a:gd name="connsiteX25" fmla="*/ 981592 w 1480041"/>
                <a:gd name="connsiteY25" fmla="*/ 499633 h 1894344"/>
                <a:gd name="connsiteX26" fmla="*/ 981592 w 1480041"/>
                <a:gd name="connsiteY26" fmla="*/ 202458 h 18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80041" h="1894344">
                  <a:moveTo>
                    <a:pt x="1347437" y="632237"/>
                  </a:moveTo>
                  <a:lnTo>
                    <a:pt x="1347437" y="947172"/>
                  </a:lnTo>
                  <a:cubicBezTo>
                    <a:pt x="1347437" y="983790"/>
                    <a:pt x="1377121" y="1013474"/>
                    <a:pt x="1413739" y="1013474"/>
                  </a:cubicBezTo>
                  <a:cubicBezTo>
                    <a:pt x="1450092" y="1012842"/>
                    <a:pt x="1479409" y="983525"/>
                    <a:pt x="1480041" y="947172"/>
                  </a:cubicBezTo>
                  <a:lnTo>
                    <a:pt x="1480041" y="519761"/>
                  </a:lnTo>
                  <a:cubicBezTo>
                    <a:pt x="1479543" y="502348"/>
                    <a:pt x="1472331" y="485803"/>
                    <a:pt x="1459914" y="473586"/>
                  </a:cubicBezTo>
                  <a:lnTo>
                    <a:pt x="983960" y="22495"/>
                  </a:lnTo>
                  <a:cubicBezTo>
                    <a:pt x="972389" y="8872"/>
                    <a:pt x="955644" y="714"/>
                    <a:pt x="937785" y="0"/>
                  </a:cubicBezTo>
                  <a:lnTo>
                    <a:pt x="207279" y="0"/>
                  </a:lnTo>
                  <a:cubicBezTo>
                    <a:pt x="92848" y="-47"/>
                    <a:pt x="47" y="92679"/>
                    <a:pt x="0" y="207109"/>
                  </a:cubicBezTo>
                  <a:cubicBezTo>
                    <a:pt x="-1" y="209111"/>
                    <a:pt x="27" y="211113"/>
                    <a:pt x="85" y="213114"/>
                  </a:cubicBezTo>
                  <a:lnTo>
                    <a:pt x="85" y="1688334"/>
                  </a:lnTo>
                  <a:cubicBezTo>
                    <a:pt x="736" y="1802302"/>
                    <a:pt x="93309" y="1894346"/>
                    <a:pt x="207279" y="1894344"/>
                  </a:cubicBezTo>
                  <a:lnTo>
                    <a:pt x="690336" y="1894344"/>
                  </a:lnTo>
                  <a:cubicBezTo>
                    <a:pt x="726954" y="1894344"/>
                    <a:pt x="756638" y="1864660"/>
                    <a:pt x="756638" y="1828042"/>
                  </a:cubicBezTo>
                  <a:cubicBezTo>
                    <a:pt x="756638" y="1791425"/>
                    <a:pt x="726954" y="1761740"/>
                    <a:pt x="690336" y="1761740"/>
                  </a:cubicBezTo>
                  <a:lnTo>
                    <a:pt x="207279" y="1761740"/>
                  </a:lnTo>
                  <a:cubicBezTo>
                    <a:pt x="165893" y="1761094"/>
                    <a:pt x="132684" y="1727357"/>
                    <a:pt x="132689" y="1685967"/>
                  </a:cubicBezTo>
                  <a:lnTo>
                    <a:pt x="132689" y="209562"/>
                  </a:lnTo>
                  <a:cubicBezTo>
                    <a:pt x="133337" y="169026"/>
                    <a:pt x="166724" y="136691"/>
                    <a:pt x="207259" y="137340"/>
                  </a:cubicBezTo>
                  <a:cubicBezTo>
                    <a:pt x="207266" y="137340"/>
                    <a:pt x="207272" y="137340"/>
                    <a:pt x="207279" y="137340"/>
                  </a:cubicBezTo>
                  <a:lnTo>
                    <a:pt x="848988" y="137340"/>
                  </a:lnTo>
                  <a:lnTo>
                    <a:pt x="848988" y="565935"/>
                  </a:lnTo>
                  <a:cubicBezTo>
                    <a:pt x="848988" y="602553"/>
                    <a:pt x="878672" y="632237"/>
                    <a:pt x="915290" y="632237"/>
                  </a:cubicBezTo>
                  <a:close/>
                  <a:moveTo>
                    <a:pt x="1292975" y="499633"/>
                  </a:moveTo>
                  <a:lnTo>
                    <a:pt x="981592" y="499633"/>
                  </a:lnTo>
                  <a:lnTo>
                    <a:pt x="981592" y="20245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025894" y="895945"/>
              <a:ext cx="746739" cy="1009054"/>
            </a:xfrm>
            <a:custGeom>
              <a:avLst/>
              <a:gdLst>
                <a:gd name="connsiteX0" fmla="*/ 718678 w 746739"/>
                <a:gd name="connsiteY0" fmla="*/ 446671 h 1009054"/>
                <a:gd name="connsiteX1" fmla="*/ 104200 w 746739"/>
                <a:gd name="connsiteY1" fmla="*/ 9787 h 1009054"/>
                <a:gd name="connsiteX2" fmla="*/ 35530 w 746739"/>
                <a:gd name="connsiteY2" fmla="*/ 9787 h 1009054"/>
                <a:gd name="connsiteX3" fmla="*/ 11 w 746739"/>
                <a:gd name="connsiteY3" fmla="*/ 68986 h 1009054"/>
                <a:gd name="connsiteX4" fmla="*/ 11 w 746739"/>
                <a:gd name="connsiteY4" fmla="*/ 942752 h 1009054"/>
                <a:gd name="connsiteX5" fmla="*/ 35530 w 746739"/>
                <a:gd name="connsiteY5" fmla="*/ 1001950 h 1009054"/>
                <a:gd name="connsiteX6" fmla="*/ 61577 w 746739"/>
                <a:gd name="connsiteY6" fmla="*/ 1009054 h 1009054"/>
                <a:gd name="connsiteX7" fmla="*/ 100648 w 746739"/>
                <a:gd name="connsiteY7" fmla="*/ 997214 h 1009054"/>
                <a:gd name="connsiteX8" fmla="*/ 718678 w 746739"/>
                <a:gd name="connsiteY8" fmla="*/ 554412 h 1009054"/>
                <a:gd name="connsiteX9" fmla="*/ 732885 w 746739"/>
                <a:gd name="connsiteY9" fmla="*/ 541388 h 1009054"/>
                <a:gd name="connsiteX10" fmla="*/ 720991 w 746739"/>
                <a:gd name="connsiteY10" fmla="*/ 448380 h 1009054"/>
                <a:gd name="connsiteX11" fmla="*/ 718678 w 746739"/>
                <a:gd name="connsiteY11" fmla="*/ 446671 h 1009054"/>
                <a:gd name="connsiteX12" fmla="*/ 126695 w 746739"/>
                <a:gd name="connsiteY12" fmla="*/ 813700 h 1009054"/>
                <a:gd name="connsiteX13" fmla="*/ 126695 w 746739"/>
                <a:gd name="connsiteY13" fmla="*/ 198038 h 1009054"/>
                <a:gd name="connsiteX14" fmla="*/ 563578 w 746739"/>
                <a:gd name="connsiteY14" fmla="*/ 505869 h 100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6739" h="1009054">
                  <a:moveTo>
                    <a:pt x="718678" y="446671"/>
                  </a:moveTo>
                  <a:lnTo>
                    <a:pt x="104200" y="9787"/>
                  </a:lnTo>
                  <a:cubicBezTo>
                    <a:pt x="83170" y="-3262"/>
                    <a:pt x="56560" y="-3262"/>
                    <a:pt x="35530" y="9787"/>
                  </a:cubicBezTo>
                  <a:cubicBezTo>
                    <a:pt x="13541" y="21314"/>
                    <a:pt x="-167" y="44159"/>
                    <a:pt x="11" y="68986"/>
                  </a:cubicBezTo>
                  <a:lnTo>
                    <a:pt x="11" y="942752"/>
                  </a:lnTo>
                  <a:cubicBezTo>
                    <a:pt x="-444" y="967654"/>
                    <a:pt x="13344" y="990634"/>
                    <a:pt x="35530" y="1001950"/>
                  </a:cubicBezTo>
                  <a:cubicBezTo>
                    <a:pt x="43876" y="1005413"/>
                    <a:pt x="52629" y="1007800"/>
                    <a:pt x="61577" y="1009054"/>
                  </a:cubicBezTo>
                  <a:cubicBezTo>
                    <a:pt x="75439" y="1008756"/>
                    <a:pt x="88953" y="1004661"/>
                    <a:pt x="100648" y="997214"/>
                  </a:cubicBezTo>
                  <a:lnTo>
                    <a:pt x="718678" y="554412"/>
                  </a:lnTo>
                  <a:cubicBezTo>
                    <a:pt x="724200" y="551015"/>
                    <a:pt x="729022" y="546594"/>
                    <a:pt x="732885" y="541388"/>
                  </a:cubicBezTo>
                  <a:cubicBezTo>
                    <a:pt x="755284" y="512420"/>
                    <a:pt x="749959" y="470779"/>
                    <a:pt x="720991" y="448380"/>
                  </a:cubicBezTo>
                  <a:cubicBezTo>
                    <a:pt x="720232" y="447794"/>
                    <a:pt x="719461" y="447224"/>
                    <a:pt x="718678" y="446671"/>
                  </a:cubicBezTo>
                  <a:moveTo>
                    <a:pt x="126695" y="813700"/>
                  </a:moveTo>
                  <a:lnTo>
                    <a:pt x="126695" y="198038"/>
                  </a:lnTo>
                  <a:lnTo>
                    <a:pt x="563578" y="505869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53" name="组合 152"/>
          <p:cNvGrpSpPr>
            <a:grpSpLocks noChangeAspect="1"/>
          </p:cNvGrpSpPr>
          <p:nvPr/>
        </p:nvGrpSpPr>
        <p:grpSpPr>
          <a:xfrm>
            <a:off x="3567757" y="5465512"/>
            <a:ext cx="311306" cy="288000"/>
            <a:chOff x="3567758" y="4177289"/>
            <a:chExt cx="251959" cy="233096"/>
          </a:xfrm>
          <a:solidFill>
            <a:schemeClr val="accent2"/>
          </a:solidFill>
        </p:grpSpPr>
        <p:sp>
          <p:nvSpPr>
            <p:cNvPr id="150" name="任意多边形: 形状 149"/>
            <p:cNvSpPr/>
            <p:nvPr/>
          </p:nvSpPr>
          <p:spPr>
            <a:xfrm>
              <a:off x="3574536" y="4177289"/>
              <a:ext cx="212132" cy="173842"/>
            </a:xfrm>
            <a:custGeom>
              <a:avLst/>
              <a:gdLst>
                <a:gd name="connsiteX0" fmla="*/ 8200 w 212132"/>
                <a:gd name="connsiteY0" fmla="*/ 67683 h 173842"/>
                <a:gd name="connsiteX1" fmla="*/ 1474 w 212132"/>
                <a:gd name="connsiteY1" fmla="*/ 62691 h 173842"/>
                <a:gd name="connsiteX2" fmla="*/ 6162 w 212132"/>
                <a:gd name="connsiteY2" fmla="*/ 53921 h 173842"/>
                <a:gd name="connsiteX3" fmla="*/ 180242 w 212132"/>
                <a:gd name="connsiteY3" fmla="*/ 1118 h 173842"/>
                <a:gd name="connsiteX4" fmla="*/ 202149 w 212132"/>
                <a:gd name="connsiteY4" fmla="*/ 4848 h 173842"/>
                <a:gd name="connsiteX5" fmla="*/ 212133 w 212132"/>
                <a:gd name="connsiteY5" fmla="*/ 24726 h 173842"/>
                <a:gd name="connsiteX6" fmla="*/ 211998 w 212132"/>
                <a:gd name="connsiteY6" fmla="*/ 58428 h 173842"/>
                <a:gd name="connsiteX7" fmla="*/ 204967 w 212132"/>
                <a:gd name="connsiteY7" fmla="*/ 65431 h 173842"/>
                <a:gd name="connsiteX8" fmla="*/ 204938 w 212132"/>
                <a:gd name="connsiteY8" fmla="*/ 65431 h 173842"/>
                <a:gd name="connsiteX9" fmla="*/ 197935 w 212132"/>
                <a:gd name="connsiteY9" fmla="*/ 58372 h 173842"/>
                <a:gd name="connsiteX10" fmla="*/ 198070 w 212132"/>
                <a:gd name="connsiteY10" fmla="*/ 24676 h 173842"/>
                <a:gd name="connsiteX11" fmla="*/ 193787 w 212132"/>
                <a:gd name="connsiteY11" fmla="*/ 16155 h 173842"/>
                <a:gd name="connsiteX12" fmla="*/ 184380 w 212132"/>
                <a:gd name="connsiteY12" fmla="*/ 14558 h 173842"/>
                <a:gd name="connsiteX13" fmla="*/ 184339 w 212132"/>
                <a:gd name="connsiteY13" fmla="*/ 14570 h 173842"/>
                <a:gd name="connsiteX14" fmla="*/ 10243 w 212132"/>
                <a:gd name="connsiteY14" fmla="*/ 67378 h 173842"/>
                <a:gd name="connsiteX15" fmla="*/ 8200 w 212132"/>
                <a:gd name="connsiteY15" fmla="*/ 67683 h 173842"/>
                <a:gd name="connsiteX16" fmla="*/ 88729 w 212132"/>
                <a:gd name="connsiteY16" fmla="*/ 173843 h 173842"/>
                <a:gd name="connsiteX17" fmla="*/ 7031 w 212132"/>
                <a:gd name="connsiteY17" fmla="*/ 173843 h 173842"/>
                <a:gd name="connsiteX18" fmla="*/ 0 w 212132"/>
                <a:gd name="connsiteY18" fmla="*/ 166811 h 173842"/>
                <a:gd name="connsiteX19" fmla="*/ 7031 w 212132"/>
                <a:gd name="connsiteY19" fmla="*/ 159780 h 173842"/>
                <a:gd name="connsiteX20" fmla="*/ 88729 w 212132"/>
                <a:gd name="connsiteY20" fmla="*/ 159780 h 173842"/>
                <a:gd name="connsiteX21" fmla="*/ 91823 w 212132"/>
                <a:gd name="connsiteY21" fmla="*/ 156686 h 173842"/>
                <a:gd name="connsiteX22" fmla="*/ 91823 w 212132"/>
                <a:gd name="connsiteY22" fmla="*/ 123692 h 173842"/>
                <a:gd name="connsiteX23" fmla="*/ 88729 w 212132"/>
                <a:gd name="connsiteY23" fmla="*/ 120598 h 173842"/>
                <a:gd name="connsiteX24" fmla="*/ 7453 w 212132"/>
                <a:gd name="connsiteY24" fmla="*/ 120598 h 173842"/>
                <a:gd name="connsiteX25" fmla="*/ 422 w 212132"/>
                <a:gd name="connsiteY25" fmla="*/ 113567 h 173842"/>
                <a:gd name="connsiteX26" fmla="*/ 7453 w 212132"/>
                <a:gd name="connsiteY26" fmla="*/ 106535 h 173842"/>
                <a:gd name="connsiteX27" fmla="*/ 88729 w 212132"/>
                <a:gd name="connsiteY27" fmla="*/ 106535 h 173842"/>
                <a:gd name="connsiteX28" fmla="*/ 105885 w 212132"/>
                <a:gd name="connsiteY28" fmla="*/ 123692 h 173842"/>
                <a:gd name="connsiteX29" fmla="*/ 105885 w 212132"/>
                <a:gd name="connsiteY29" fmla="*/ 156686 h 173842"/>
                <a:gd name="connsiteX30" fmla="*/ 88729 w 212132"/>
                <a:gd name="connsiteY30" fmla="*/ 173843 h 17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2132" h="173842">
                  <a:moveTo>
                    <a:pt x="8200" y="67683"/>
                  </a:moveTo>
                  <a:cubicBezTo>
                    <a:pt x="5183" y="67683"/>
                    <a:pt x="2395" y="65727"/>
                    <a:pt x="1474" y="62691"/>
                  </a:cubicBezTo>
                  <a:cubicBezTo>
                    <a:pt x="347" y="58975"/>
                    <a:pt x="2445" y="55048"/>
                    <a:pt x="6162" y="53921"/>
                  </a:cubicBezTo>
                  <a:lnTo>
                    <a:pt x="180242" y="1118"/>
                  </a:lnTo>
                  <a:cubicBezTo>
                    <a:pt x="187802" y="-1216"/>
                    <a:pt x="195785" y="142"/>
                    <a:pt x="202149" y="4848"/>
                  </a:cubicBezTo>
                  <a:cubicBezTo>
                    <a:pt x="208519" y="9558"/>
                    <a:pt x="212158" y="16803"/>
                    <a:pt x="212133" y="24726"/>
                  </a:cubicBezTo>
                  <a:lnTo>
                    <a:pt x="211998" y="58428"/>
                  </a:lnTo>
                  <a:cubicBezTo>
                    <a:pt x="211982" y="62302"/>
                    <a:pt x="208837" y="65431"/>
                    <a:pt x="204967" y="65431"/>
                  </a:cubicBezTo>
                  <a:lnTo>
                    <a:pt x="204938" y="65431"/>
                  </a:lnTo>
                  <a:cubicBezTo>
                    <a:pt x="201055" y="65416"/>
                    <a:pt x="197920" y="62255"/>
                    <a:pt x="197935" y="58372"/>
                  </a:cubicBezTo>
                  <a:lnTo>
                    <a:pt x="198070" y="24676"/>
                  </a:lnTo>
                  <a:cubicBezTo>
                    <a:pt x="198081" y="21283"/>
                    <a:pt x="196520" y="18175"/>
                    <a:pt x="193787" y="16155"/>
                  </a:cubicBezTo>
                  <a:cubicBezTo>
                    <a:pt x="191055" y="14134"/>
                    <a:pt x="187627" y="13552"/>
                    <a:pt x="184380" y="14558"/>
                  </a:cubicBezTo>
                  <a:lnTo>
                    <a:pt x="184339" y="14570"/>
                  </a:lnTo>
                  <a:lnTo>
                    <a:pt x="10243" y="67378"/>
                  </a:lnTo>
                  <a:cubicBezTo>
                    <a:pt x="9581" y="67580"/>
                    <a:pt x="8892" y="67683"/>
                    <a:pt x="8200" y="67683"/>
                  </a:cubicBezTo>
                  <a:close/>
                  <a:moveTo>
                    <a:pt x="88729" y="173843"/>
                  </a:moveTo>
                  <a:lnTo>
                    <a:pt x="7031" y="173843"/>
                  </a:lnTo>
                  <a:cubicBezTo>
                    <a:pt x="3148" y="173843"/>
                    <a:pt x="0" y="170695"/>
                    <a:pt x="0" y="166811"/>
                  </a:cubicBezTo>
                  <a:cubicBezTo>
                    <a:pt x="0" y="162928"/>
                    <a:pt x="3148" y="159780"/>
                    <a:pt x="7031" y="159780"/>
                  </a:cubicBezTo>
                  <a:lnTo>
                    <a:pt x="88729" y="159780"/>
                  </a:lnTo>
                  <a:cubicBezTo>
                    <a:pt x="90406" y="159780"/>
                    <a:pt x="91823" y="158363"/>
                    <a:pt x="91823" y="156686"/>
                  </a:cubicBezTo>
                  <a:lnTo>
                    <a:pt x="91823" y="123692"/>
                  </a:lnTo>
                  <a:cubicBezTo>
                    <a:pt x="91823" y="122015"/>
                    <a:pt x="90406" y="120598"/>
                    <a:pt x="88729" y="120598"/>
                  </a:cubicBezTo>
                  <a:lnTo>
                    <a:pt x="7453" y="120598"/>
                  </a:lnTo>
                  <a:cubicBezTo>
                    <a:pt x="3570" y="120598"/>
                    <a:pt x="422" y="117450"/>
                    <a:pt x="422" y="113567"/>
                  </a:cubicBezTo>
                  <a:cubicBezTo>
                    <a:pt x="422" y="109684"/>
                    <a:pt x="3570" y="106535"/>
                    <a:pt x="7453" y="106535"/>
                  </a:cubicBezTo>
                  <a:lnTo>
                    <a:pt x="88729" y="106535"/>
                  </a:lnTo>
                  <a:cubicBezTo>
                    <a:pt x="98189" y="106535"/>
                    <a:pt x="105885" y="114232"/>
                    <a:pt x="105885" y="123692"/>
                  </a:cubicBezTo>
                  <a:lnTo>
                    <a:pt x="105885" y="156686"/>
                  </a:lnTo>
                  <a:cubicBezTo>
                    <a:pt x="105885" y="166146"/>
                    <a:pt x="98189" y="173843"/>
                    <a:pt x="88729" y="173843"/>
                  </a:cubicBez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3638774" y="4309847"/>
              <a:ext cx="14062" cy="14062"/>
            </a:xfrm>
            <a:custGeom>
              <a:avLst/>
              <a:gdLst>
                <a:gd name="connsiteX0" fmla="*/ 7031 w 14062"/>
                <a:gd name="connsiteY0" fmla="*/ 14063 h 14062"/>
                <a:gd name="connsiteX1" fmla="*/ 6685 w 14062"/>
                <a:gd name="connsiteY1" fmla="*/ 14054 h 14062"/>
                <a:gd name="connsiteX2" fmla="*/ 6339 w 14062"/>
                <a:gd name="connsiteY2" fmla="*/ 14026 h 14062"/>
                <a:gd name="connsiteX3" fmla="*/ 5659 w 14062"/>
                <a:gd name="connsiteY3" fmla="*/ 13925 h 14062"/>
                <a:gd name="connsiteX4" fmla="*/ 4992 w 14062"/>
                <a:gd name="connsiteY4" fmla="*/ 13756 h 14062"/>
                <a:gd name="connsiteX5" fmla="*/ 4343 w 14062"/>
                <a:gd name="connsiteY5" fmla="*/ 13523 h 14062"/>
                <a:gd name="connsiteX6" fmla="*/ 3721 w 14062"/>
                <a:gd name="connsiteY6" fmla="*/ 13230 h 14062"/>
                <a:gd name="connsiteX7" fmla="*/ 3130 w 14062"/>
                <a:gd name="connsiteY7" fmla="*/ 12876 h 14062"/>
                <a:gd name="connsiteX8" fmla="*/ 2573 w 14062"/>
                <a:gd name="connsiteY8" fmla="*/ 12465 h 14062"/>
                <a:gd name="connsiteX9" fmla="*/ 2312 w 14062"/>
                <a:gd name="connsiteY9" fmla="*/ 12240 h 14062"/>
                <a:gd name="connsiteX10" fmla="*/ 2062 w 14062"/>
                <a:gd name="connsiteY10" fmla="*/ 12001 h 14062"/>
                <a:gd name="connsiteX11" fmla="*/ 1823 w 14062"/>
                <a:gd name="connsiteY11" fmla="*/ 11751 h 14062"/>
                <a:gd name="connsiteX12" fmla="*/ 1598 w 14062"/>
                <a:gd name="connsiteY12" fmla="*/ 11489 h 14062"/>
                <a:gd name="connsiteX13" fmla="*/ 1187 w 14062"/>
                <a:gd name="connsiteY13" fmla="*/ 10932 h 14062"/>
                <a:gd name="connsiteX14" fmla="*/ 833 w 14062"/>
                <a:gd name="connsiteY14" fmla="*/ 10341 h 14062"/>
                <a:gd name="connsiteX15" fmla="*/ 307 w 14062"/>
                <a:gd name="connsiteY15" fmla="*/ 9073 h 14062"/>
                <a:gd name="connsiteX16" fmla="*/ 138 w 14062"/>
                <a:gd name="connsiteY16" fmla="*/ 8404 h 14062"/>
                <a:gd name="connsiteX17" fmla="*/ 37 w 14062"/>
                <a:gd name="connsiteY17" fmla="*/ 7723 h 14062"/>
                <a:gd name="connsiteX18" fmla="*/ 8 w 14062"/>
                <a:gd name="connsiteY18" fmla="*/ 7377 h 14062"/>
                <a:gd name="connsiteX19" fmla="*/ 8 w 14062"/>
                <a:gd name="connsiteY19" fmla="*/ 6685 h 14062"/>
                <a:gd name="connsiteX20" fmla="*/ 37 w 14062"/>
                <a:gd name="connsiteY20" fmla="*/ 6340 h 14062"/>
                <a:gd name="connsiteX21" fmla="*/ 138 w 14062"/>
                <a:gd name="connsiteY21" fmla="*/ 5656 h 14062"/>
                <a:gd name="connsiteX22" fmla="*/ 307 w 14062"/>
                <a:gd name="connsiteY22" fmla="*/ 4990 h 14062"/>
                <a:gd name="connsiteX23" fmla="*/ 540 w 14062"/>
                <a:gd name="connsiteY23" fmla="*/ 4340 h 14062"/>
                <a:gd name="connsiteX24" fmla="*/ 833 w 14062"/>
                <a:gd name="connsiteY24" fmla="*/ 3718 h 14062"/>
                <a:gd name="connsiteX25" fmla="*/ 1187 w 14062"/>
                <a:gd name="connsiteY25" fmla="*/ 3128 h 14062"/>
                <a:gd name="connsiteX26" fmla="*/ 1823 w 14062"/>
                <a:gd name="connsiteY26" fmla="*/ 2309 h 14062"/>
                <a:gd name="connsiteX27" fmla="*/ 2062 w 14062"/>
                <a:gd name="connsiteY27" fmla="*/ 2059 h 14062"/>
                <a:gd name="connsiteX28" fmla="*/ 2312 w 14062"/>
                <a:gd name="connsiteY28" fmla="*/ 1819 h 14062"/>
                <a:gd name="connsiteX29" fmla="*/ 3130 w 14062"/>
                <a:gd name="connsiteY29" fmla="*/ 1184 h 14062"/>
                <a:gd name="connsiteX30" fmla="*/ 3721 w 14062"/>
                <a:gd name="connsiteY30" fmla="*/ 832 h 14062"/>
                <a:gd name="connsiteX31" fmla="*/ 4989 w 14062"/>
                <a:gd name="connsiteY31" fmla="*/ 306 h 14062"/>
                <a:gd name="connsiteX32" fmla="*/ 5659 w 14062"/>
                <a:gd name="connsiteY32" fmla="*/ 138 h 14062"/>
                <a:gd name="connsiteX33" fmla="*/ 6339 w 14062"/>
                <a:gd name="connsiteY33" fmla="*/ 34 h 14062"/>
                <a:gd name="connsiteX34" fmla="*/ 7723 w 14062"/>
                <a:gd name="connsiteY34" fmla="*/ 34 h 14062"/>
                <a:gd name="connsiteX35" fmla="*/ 8407 w 14062"/>
                <a:gd name="connsiteY35" fmla="*/ 138 h 14062"/>
                <a:gd name="connsiteX36" fmla="*/ 9073 w 14062"/>
                <a:gd name="connsiteY36" fmla="*/ 306 h 14062"/>
                <a:gd name="connsiteX37" fmla="*/ 9723 w 14062"/>
                <a:gd name="connsiteY37" fmla="*/ 537 h 14062"/>
                <a:gd name="connsiteX38" fmla="*/ 10344 w 14062"/>
                <a:gd name="connsiteY38" fmla="*/ 832 h 14062"/>
                <a:gd name="connsiteX39" fmla="*/ 10935 w 14062"/>
                <a:gd name="connsiteY39" fmla="*/ 1184 h 14062"/>
                <a:gd name="connsiteX40" fmla="*/ 11492 w 14062"/>
                <a:gd name="connsiteY40" fmla="*/ 1594 h 14062"/>
                <a:gd name="connsiteX41" fmla="*/ 11753 w 14062"/>
                <a:gd name="connsiteY41" fmla="*/ 1819 h 14062"/>
                <a:gd name="connsiteX42" fmla="*/ 12004 w 14062"/>
                <a:gd name="connsiteY42" fmla="*/ 2059 h 14062"/>
                <a:gd name="connsiteX43" fmla="*/ 12243 w 14062"/>
                <a:gd name="connsiteY43" fmla="*/ 2309 h 14062"/>
                <a:gd name="connsiteX44" fmla="*/ 12468 w 14062"/>
                <a:gd name="connsiteY44" fmla="*/ 2573 h 14062"/>
                <a:gd name="connsiteX45" fmla="*/ 12878 w 14062"/>
                <a:gd name="connsiteY45" fmla="*/ 3128 h 14062"/>
                <a:gd name="connsiteX46" fmla="*/ 13230 w 14062"/>
                <a:gd name="connsiteY46" fmla="*/ 3718 h 14062"/>
                <a:gd name="connsiteX47" fmla="*/ 13525 w 14062"/>
                <a:gd name="connsiteY47" fmla="*/ 4340 h 14062"/>
                <a:gd name="connsiteX48" fmla="*/ 13756 w 14062"/>
                <a:gd name="connsiteY48" fmla="*/ 4990 h 14062"/>
                <a:gd name="connsiteX49" fmla="*/ 13925 w 14062"/>
                <a:gd name="connsiteY49" fmla="*/ 5656 h 14062"/>
                <a:gd name="connsiteX50" fmla="*/ 14029 w 14062"/>
                <a:gd name="connsiteY50" fmla="*/ 6340 h 14062"/>
                <a:gd name="connsiteX51" fmla="*/ 14063 w 14062"/>
                <a:gd name="connsiteY51" fmla="*/ 7031 h 14062"/>
                <a:gd name="connsiteX52" fmla="*/ 14029 w 14062"/>
                <a:gd name="connsiteY52" fmla="*/ 7723 h 14062"/>
                <a:gd name="connsiteX53" fmla="*/ 13925 w 14062"/>
                <a:gd name="connsiteY53" fmla="*/ 8404 h 14062"/>
                <a:gd name="connsiteX54" fmla="*/ 13756 w 14062"/>
                <a:gd name="connsiteY54" fmla="*/ 9073 h 14062"/>
                <a:gd name="connsiteX55" fmla="*/ 13230 w 14062"/>
                <a:gd name="connsiteY55" fmla="*/ 10341 h 14062"/>
                <a:gd name="connsiteX56" fmla="*/ 12878 w 14062"/>
                <a:gd name="connsiteY56" fmla="*/ 10932 h 14062"/>
                <a:gd name="connsiteX57" fmla="*/ 12468 w 14062"/>
                <a:gd name="connsiteY57" fmla="*/ 11489 h 14062"/>
                <a:gd name="connsiteX58" fmla="*/ 12243 w 14062"/>
                <a:gd name="connsiteY58" fmla="*/ 11751 h 14062"/>
                <a:gd name="connsiteX59" fmla="*/ 12004 w 14062"/>
                <a:gd name="connsiteY59" fmla="*/ 12001 h 14062"/>
                <a:gd name="connsiteX60" fmla="*/ 11753 w 14062"/>
                <a:gd name="connsiteY60" fmla="*/ 12240 h 14062"/>
                <a:gd name="connsiteX61" fmla="*/ 11492 w 14062"/>
                <a:gd name="connsiteY61" fmla="*/ 12465 h 14062"/>
                <a:gd name="connsiteX62" fmla="*/ 10935 w 14062"/>
                <a:gd name="connsiteY62" fmla="*/ 12876 h 14062"/>
                <a:gd name="connsiteX63" fmla="*/ 10344 w 14062"/>
                <a:gd name="connsiteY63" fmla="*/ 13230 h 14062"/>
                <a:gd name="connsiteX64" fmla="*/ 9723 w 14062"/>
                <a:gd name="connsiteY64" fmla="*/ 13523 h 14062"/>
                <a:gd name="connsiteX65" fmla="*/ 9073 w 14062"/>
                <a:gd name="connsiteY65" fmla="*/ 13756 h 14062"/>
                <a:gd name="connsiteX66" fmla="*/ 8407 w 14062"/>
                <a:gd name="connsiteY66" fmla="*/ 13925 h 14062"/>
                <a:gd name="connsiteX67" fmla="*/ 7723 w 14062"/>
                <a:gd name="connsiteY67" fmla="*/ 14026 h 14062"/>
                <a:gd name="connsiteX68" fmla="*/ 7380 w 14062"/>
                <a:gd name="connsiteY68" fmla="*/ 14054 h 14062"/>
                <a:gd name="connsiteX69" fmla="*/ 7031 w 14062"/>
                <a:gd name="connsiteY69" fmla="*/ 14063 h 1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4062" h="14062">
                  <a:moveTo>
                    <a:pt x="7031" y="14063"/>
                  </a:moveTo>
                  <a:cubicBezTo>
                    <a:pt x="6916" y="14063"/>
                    <a:pt x="6801" y="14060"/>
                    <a:pt x="6685" y="14054"/>
                  </a:cubicBezTo>
                  <a:cubicBezTo>
                    <a:pt x="6570" y="14049"/>
                    <a:pt x="6455" y="14038"/>
                    <a:pt x="6339" y="14026"/>
                  </a:cubicBezTo>
                  <a:cubicBezTo>
                    <a:pt x="6114" y="14004"/>
                    <a:pt x="5884" y="13970"/>
                    <a:pt x="5659" y="13925"/>
                  </a:cubicBezTo>
                  <a:cubicBezTo>
                    <a:pt x="5434" y="13880"/>
                    <a:pt x="5209" y="13821"/>
                    <a:pt x="4992" y="13756"/>
                  </a:cubicBezTo>
                  <a:cubicBezTo>
                    <a:pt x="4773" y="13689"/>
                    <a:pt x="4553" y="13610"/>
                    <a:pt x="4343" y="13523"/>
                  </a:cubicBezTo>
                  <a:cubicBezTo>
                    <a:pt x="4132" y="13435"/>
                    <a:pt x="3923" y="13337"/>
                    <a:pt x="3721" y="13230"/>
                  </a:cubicBezTo>
                  <a:cubicBezTo>
                    <a:pt x="3518" y="13120"/>
                    <a:pt x="3319" y="13002"/>
                    <a:pt x="3130" y="12876"/>
                  </a:cubicBezTo>
                  <a:cubicBezTo>
                    <a:pt x="2939" y="12749"/>
                    <a:pt x="2751" y="12612"/>
                    <a:pt x="2573" y="12465"/>
                  </a:cubicBezTo>
                  <a:cubicBezTo>
                    <a:pt x="2486" y="12395"/>
                    <a:pt x="2396" y="12319"/>
                    <a:pt x="2312" y="12240"/>
                  </a:cubicBezTo>
                  <a:cubicBezTo>
                    <a:pt x="2228" y="12164"/>
                    <a:pt x="2143" y="12083"/>
                    <a:pt x="2062" y="12001"/>
                  </a:cubicBezTo>
                  <a:cubicBezTo>
                    <a:pt x="1980" y="11922"/>
                    <a:pt x="1898" y="11835"/>
                    <a:pt x="1823" y="11751"/>
                  </a:cubicBezTo>
                  <a:cubicBezTo>
                    <a:pt x="1744" y="11666"/>
                    <a:pt x="1668" y="11576"/>
                    <a:pt x="1598" y="11489"/>
                  </a:cubicBezTo>
                  <a:cubicBezTo>
                    <a:pt x="1451" y="11312"/>
                    <a:pt x="1313" y="11123"/>
                    <a:pt x="1187" y="10932"/>
                  </a:cubicBezTo>
                  <a:cubicBezTo>
                    <a:pt x="1060" y="10744"/>
                    <a:pt x="942" y="10544"/>
                    <a:pt x="833" y="10341"/>
                  </a:cubicBezTo>
                  <a:cubicBezTo>
                    <a:pt x="618" y="9936"/>
                    <a:pt x="442" y="9511"/>
                    <a:pt x="307" y="9073"/>
                  </a:cubicBezTo>
                  <a:cubicBezTo>
                    <a:pt x="242" y="8854"/>
                    <a:pt x="183" y="8629"/>
                    <a:pt x="138" y="8404"/>
                  </a:cubicBezTo>
                  <a:cubicBezTo>
                    <a:pt x="93" y="8179"/>
                    <a:pt x="59" y="7951"/>
                    <a:pt x="37" y="7723"/>
                  </a:cubicBezTo>
                  <a:cubicBezTo>
                    <a:pt x="25" y="7608"/>
                    <a:pt x="17" y="7492"/>
                    <a:pt x="8" y="7377"/>
                  </a:cubicBezTo>
                  <a:cubicBezTo>
                    <a:pt x="-3" y="7147"/>
                    <a:pt x="-3" y="6916"/>
                    <a:pt x="8" y="6685"/>
                  </a:cubicBezTo>
                  <a:cubicBezTo>
                    <a:pt x="17" y="6570"/>
                    <a:pt x="25" y="6452"/>
                    <a:pt x="37" y="6340"/>
                  </a:cubicBezTo>
                  <a:cubicBezTo>
                    <a:pt x="59" y="6112"/>
                    <a:pt x="93" y="5881"/>
                    <a:pt x="138" y="5656"/>
                  </a:cubicBezTo>
                  <a:cubicBezTo>
                    <a:pt x="183" y="5434"/>
                    <a:pt x="242" y="5209"/>
                    <a:pt x="307" y="4990"/>
                  </a:cubicBezTo>
                  <a:cubicBezTo>
                    <a:pt x="374" y="4770"/>
                    <a:pt x="453" y="4554"/>
                    <a:pt x="540" y="4340"/>
                  </a:cubicBezTo>
                  <a:cubicBezTo>
                    <a:pt x="627" y="4129"/>
                    <a:pt x="726" y="3921"/>
                    <a:pt x="833" y="3718"/>
                  </a:cubicBezTo>
                  <a:cubicBezTo>
                    <a:pt x="942" y="3516"/>
                    <a:pt x="1060" y="3319"/>
                    <a:pt x="1187" y="3128"/>
                  </a:cubicBezTo>
                  <a:cubicBezTo>
                    <a:pt x="1377" y="2839"/>
                    <a:pt x="1590" y="2565"/>
                    <a:pt x="1823" y="2309"/>
                  </a:cubicBezTo>
                  <a:cubicBezTo>
                    <a:pt x="1898" y="2225"/>
                    <a:pt x="1980" y="2140"/>
                    <a:pt x="2062" y="2059"/>
                  </a:cubicBezTo>
                  <a:cubicBezTo>
                    <a:pt x="2140" y="1977"/>
                    <a:pt x="2225" y="1896"/>
                    <a:pt x="2312" y="1819"/>
                  </a:cubicBezTo>
                  <a:cubicBezTo>
                    <a:pt x="2568" y="1587"/>
                    <a:pt x="2842" y="1375"/>
                    <a:pt x="3130" y="1184"/>
                  </a:cubicBezTo>
                  <a:cubicBezTo>
                    <a:pt x="3319" y="1057"/>
                    <a:pt x="3518" y="939"/>
                    <a:pt x="3721" y="832"/>
                  </a:cubicBezTo>
                  <a:cubicBezTo>
                    <a:pt x="4125" y="614"/>
                    <a:pt x="4550" y="438"/>
                    <a:pt x="4989" y="306"/>
                  </a:cubicBezTo>
                  <a:cubicBezTo>
                    <a:pt x="5209" y="239"/>
                    <a:pt x="5434" y="183"/>
                    <a:pt x="5659" y="138"/>
                  </a:cubicBezTo>
                  <a:cubicBezTo>
                    <a:pt x="5884" y="90"/>
                    <a:pt x="6114" y="56"/>
                    <a:pt x="6339" y="34"/>
                  </a:cubicBezTo>
                  <a:cubicBezTo>
                    <a:pt x="6800" y="-11"/>
                    <a:pt x="7263" y="-11"/>
                    <a:pt x="7723" y="34"/>
                  </a:cubicBezTo>
                  <a:cubicBezTo>
                    <a:pt x="7951" y="56"/>
                    <a:pt x="8182" y="90"/>
                    <a:pt x="8407" y="138"/>
                  </a:cubicBezTo>
                  <a:cubicBezTo>
                    <a:pt x="8629" y="182"/>
                    <a:pt x="8854" y="239"/>
                    <a:pt x="9073" y="306"/>
                  </a:cubicBezTo>
                  <a:cubicBezTo>
                    <a:pt x="9293" y="371"/>
                    <a:pt x="9509" y="450"/>
                    <a:pt x="9723" y="537"/>
                  </a:cubicBezTo>
                  <a:cubicBezTo>
                    <a:pt x="9934" y="624"/>
                    <a:pt x="10142" y="723"/>
                    <a:pt x="10344" y="832"/>
                  </a:cubicBezTo>
                  <a:cubicBezTo>
                    <a:pt x="10547" y="939"/>
                    <a:pt x="10744" y="1057"/>
                    <a:pt x="10935" y="1184"/>
                  </a:cubicBezTo>
                  <a:cubicBezTo>
                    <a:pt x="11126" y="1310"/>
                    <a:pt x="11315" y="1448"/>
                    <a:pt x="11492" y="1594"/>
                  </a:cubicBezTo>
                  <a:cubicBezTo>
                    <a:pt x="11579" y="1668"/>
                    <a:pt x="11669" y="1744"/>
                    <a:pt x="11753" y="1819"/>
                  </a:cubicBezTo>
                  <a:cubicBezTo>
                    <a:pt x="11838" y="1896"/>
                    <a:pt x="11922" y="1977"/>
                    <a:pt x="12004" y="2059"/>
                  </a:cubicBezTo>
                  <a:cubicBezTo>
                    <a:pt x="12085" y="2140"/>
                    <a:pt x="12167" y="2225"/>
                    <a:pt x="12243" y="2309"/>
                  </a:cubicBezTo>
                  <a:cubicBezTo>
                    <a:pt x="12319" y="2396"/>
                    <a:pt x="12395" y="2484"/>
                    <a:pt x="12468" y="2573"/>
                  </a:cubicBezTo>
                  <a:cubicBezTo>
                    <a:pt x="12614" y="2751"/>
                    <a:pt x="12752" y="2936"/>
                    <a:pt x="12878" y="3128"/>
                  </a:cubicBezTo>
                  <a:cubicBezTo>
                    <a:pt x="13005" y="3319"/>
                    <a:pt x="13123" y="3516"/>
                    <a:pt x="13230" y="3718"/>
                  </a:cubicBezTo>
                  <a:cubicBezTo>
                    <a:pt x="13340" y="3921"/>
                    <a:pt x="13438" y="4129"/>
                    <a:pt x="13525" y="4340"/>
                  </a:cubicBezTo>
                  <a:cubicBezTo>
                    <a:pt x="13613" y="4554"/>
                    <a:pt x="13691" y="4770"/>
                    <a:pt x="13756" y="4990"/>
                  </a:cubicBezTo>
                  <a:cubicBezTo>
                    <a:pt x="13823" y="5209"/>
                    <a:pt x="13880" y="5434"/>
                    <a:pt x="13925" y="5656"/>
                  </a:cubicBezTo>
                  <a:cubicBezTo>
                    <a:pt x="13973" y="5881"/>
                    <a:pt x="14006" y="6112"/>
                    <a:pt x="14029" y="6340"/>
                  </a:cubicBezTo>
                  <a:cubicBezTo>
                    <a:pt x="14052" y="6570"/>
                    <a:pt x="14063" y="6800"/>
                    <a:pt x="14063" y="7031"/>
                  </a:cubicBezTo>
                  <a:cubicBezTo>
                    <a:pt x="14063" y="7262"/>
                    <a:pt x="14051" y="7493"/>
                    <a:pt x="14029" y="7723"/>
                  </a:cubicBezTo>
                  <a:cubicBezTo>
                    <a:pt x="14006" y="7951"/>
                    <a:pt x="13973" y="8179"/>
                    <a:pt x="13925" y="8404"/>
                  </a:cubicBezTo>
                  <a:cubicBezTo>
                    <a:pt x="13880" y="8629"/>
                    <a:pt x="13823" y="8854"/>
                    <a:pt x="13756" y="9073"/>
                  </a:cubicBezTo>
                  <a:cubicBezTo>
                    <a:pt x="13624" y="9512"/>
                    <a:pt x="13448" y="9937"/>
                    <a:pt x="13230" y="10341"/>
                  </a:cubicBezTo>
                  <a:cubicBezTo>
                    <a:pt x="13123" y="10544"/>
                    <a:pt x="13005" y="10744"/>
                    <a:pt x="12878" y="10932"/>
                  </a:cubicBezTo>
                  <a:cubicBezTo>
                    <a:pt x="12752" y="11124"/>
                    <a:pt x="12614" y="11312"/>
                    <a:pt x="12468" y="11489"/>
                  </a:cubicBezTo>
                  <a:cubicBezTo>
                    <a:pt x="12395" y="11576"/>
                    <a:pt x="12319" y="11666"/>
                    <a:pt x="12243" y="11751"/>
                  </a:cubicBezTo>
                  <a:cubicBezTo>
                    <a:pt x="12167" y="11835"/>
                    <a:pt x="12085" y="11922"/>
                    <a:pt x="12004" y="12001"/>
                  </a:cubicBezTo>
                  <a:cubicBezTo>
                    <a:pt x="11922" y="12083"/>
                    <a:pt x="11838" y="12164"/>
                    <a:pt x="11753" y="12240"/>
                  </a:cubicBezTo>
                  <a:cubicBezTo>
                    <a:pt x="11669" y="12319"/>
                    <a:pt x="11579" y="12395"/>
                    <a:pt x="11492" y="12465"/>
                  </a:cubicBezTo>
                  <a:cubicBezTo>
                    <a:pt x="11315" y="12612"/>
                    <a:pt x="11126" y="12749"/>
                    <a:pt x="10935" y="12876"/>
                  </a:cubicBezTo>
                  <a:cubicBezTo>
                    <a:pt x="10744" y="13002"/>
                    <a:pt x="10547" y="13120"/>
                    <a:pt x="10344" y="13230"/>
                  </a:cubicBezTo>
                  <a:cubicBezTo>
                    <a:pt x="10142" y="13337"/>
                    <a:pt x="9934" y="13435"/>
                    <a:pt x="9723" y="13523"/>
                  </a:cubicBezTo>
                  <a:cubicBezTo>
                    <a:pt x="9509" y="13610"/>
                    <a:pt x="9293" y="13689"/>
                    <a:pt x="9073" y="13756"/>
                  </a:cubicBezTo>
                  <a:cubicBezTo>
                    <a:pt x="8854" y="13821"/>
                    <a:pt x="8629" y="13880"/>
                    <a:pt x="8407" y="13925"/>
                  </a:cubicBezTo>
                  <a:cubicBezTo>
                    <a:pt x="8182" y="13970"/>
                    <a:pt x="7951" y="14004"/>
                    <a:pt x="7723" y="14026"/>
                  </a:cubicBezTo>
                  <a:cubicBezTo>
                    <a:pt x="7611" y="14038"/>
                    <a:pt x="7493" y="14049"/>
                    <a:pt x="7380" y="14054"/>
                  </a:cubicBezTo>
                  <a:cubicBezTo>
                    <a:pt x="7265" y="14060"/>
                    <a:pt x="7147" y="14063"/>
                    <a:pt x="7031" y="14063"/>
                  </a:cubicBez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3567758" y="4231329"/>
              <a:ext cx="251959" cy="179056"/>
            </a:xfrm>
            <a:custGeom>
              <a:avLst/>
              <a:gdLst>
                <a:gd name="connsiteX0" fmla="*/ 237775 w 251959"/>
                <a:gd name="connsiteY0" fmla="*/ 179057 h 179056"/>
                <a:gd name="connsiteX1" fmla="*/ 14185 w 251959"/>
                <a:gd name="connsiteY1" fmla="*/ 179057 h 179056"/>
                <a:gd name="connsiteX2" fmla="*/ 0 w 251959"/>
                <a:gd name="connsiteY2" fmla="*/ 164872 h 179056"/>
                <a:gd name="connsiteX3" fmla="*/ 0 w 251959"/>
                <a:gd name="connsiteY3" fmla="*/ 14185 h 179056"/>
                <a:gd name="connsiteX4" fmla="*/ 14185 w 251959"/>
                <a:gd name="connsiteY4" fmla="*/ 0 h 179056"/>
                <a:gd name="connsiteX5" fmla="*/ 237775 w 251959"/>
                <a:gd name="connsiteY5" fmla="*/ 0 h 179056"/>
                <a:gd name="connsiteX6" fmla="*/ 251960 w 251959"/>
                <a:gd name="connsiteY6" fmla="*/ 14185 h 179056"/>
                <a:gd name="connsiteX7" fmla="*/ 251960 w 251959"/>
                <a:gd name="connsiteY7" fmla="*/ 164872 h 179056"/>
                <a:gd name="connsiteX8" fmla="*/ 237775 w 251959"/>
                <a:gd name="connsiteY8" fmla="*/ 179057 h 179056"/>
                <a:gd name="connsiteX9" fmla="*/ 14185 w 251959"/>
                <a:gd name="connsiteY9" fmla="*/ 14063 h 179056"/>
                <a:gd name="connsiteX10" fmla="*/ 14063 w 251959"/>
                <a:gd name="connsiteY10" fmla="*/ 14185 h 179056"/>
                <a:gd name="connsiteX11" fmla="*/ 14063 w 251959"/>
                <a:gd name="connsiteY11" fmla="*/ 164872 h 179056"/>
                <a:gd name="connsiteX12" fmla="*/ 14185 w 251959"/>
                <a:gd name="connsiteY12" fmla="*/ 164994 h 179056"/>
                <a:gd name="connsiteX13" fmla="*/ 237775 w 251959"/>
                <a:gd name="connsiteY13" fmla="*/ 164994 h 179056"/>
                <a:gd name="connsiteX14" fmla="*/ 237897 w 251959"/>
                <a:gd name="connsiteY14" fmla="*/ 164872 h 179056"/>
                <a:gd name="connsiteX15" fmla="*/ 237897 w 251959"/>
                <a:gd name="connsiteY15" fmla="*/ 14185 h 179056"/>
                <a:gd name="connsiteX16" fmla="*/ 237775 w 251959"/>
                <a:gd name="connsiteY16" fmla="*/ 14063 h 179056"/>
                <a:gd name="connsiteX17" fmla="*/ 14185 w 251959"/>
                <a:gd name="connsiteY17" fmla="*/ 14063 h 17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1959" h="179056">
                  <a:moveTo>
                    <a:pt x="237775" y="179057"/>
                  </a:moveTo>
                  <a:lnTo>
                    <a:pt x="14185" y="179057"/>
                  </a:lnTo>
                  <a:cubicBezTo>
                    <a:pt x="6364" y="179057"/>
                    <a:pt x="0" y="172693"/>
                    <a:pt x="0" y="164872"/>
                  </a:cubicBezTo>
                  <a:lnTo>
                    <a:pt x="0" y="14185"/>
                  </a:lnTo>
                  <a:cubicBezTo>
                    <a:pt x="0" y="6363"/>
                    <a:pt x="6363" y="0"/>
                    <a:pt x="14185" y="0"/>
                  </a:cubicBezTo>
                  <a:lnTo>
                    <a:pt x="237775" y="0"/>
                  </a:lnTo>
                  <a:cubicBezTo>
                    <a:pt x="245597" y="0"/>
                    <a:pt x="251960" y="6363"/>
                    <a:pt x="251960" y="14185"/>
                  </a:cubicBezTo>
                  <a:lnTo>
                    <a:pt x="251960" y="164872"/>
                  </a:lnTo>
                  <a:cubicBezTo>
                    <a:pt x="251960" y="172693"/>
                    <a:pt x="245597" y="179057"/>
                    <a:pt x="237775" y="179057"/>
                  </a:cubicBezTo>
                  <a:close/>
                  <a:moveTo>
                    <a:pt x="14185" y="14063"/>
                  </a:moveTo>
                  <a:cubicBezTo>
                    <a:pt x="14118" y="14063"/>
                    <a:pt x="14063" y="14117"/>
                    <a:pt x="14063" y="14185"/>
                  </a:cubicBezTo>
                  <a:lnTo>
                    <a:pt x="14063" y="164872"/>
                  </a:lnTo>
                  <a:cubicBezTo>
                    <a:pt x="14063" y="164939"/>
                    <a:pt x="14118" y="164994"/>
                    <a:pt x="14185" y="164994"/>
                  </a:cubicBezTo>
                  <a:lnTo>
                    <a:pt x="237775" y="164994"/>
                  </a:lnTo>
                  <a:cubicBezTo>
                    <a:pt x="237842" y="164994"/>
                    <a:pt x="237897" y="164939"/>
                    <a:pt x="237897" y="164872"/>
                  </a:cubicBezTo>
                  <a:lnTo>
                    <a:pt x="237897" y="14185"/>
                  </a:lnTo>
                  <a:cubicBezTo>
                    <a:pt x="237897" y="14117"/>
                    <a:pt x="237842" y="14063"/>
                    <a:pt x="237775" y="14063"/>
                  </a:cubicBezTo>
                  <a:lnTo>
                    <a:pt x="14185" y="14063"/>
                  </a:lnTo>
                  <a:close/>
                </a:path>
              </a:pathLst>
            </a:custGeom>
            <a:grpFill/>
            <a:ln w="27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55" name="文本框 154"/>
          <p:cNvSpPr txBox="1"/>
          <p:nvPr/>
        </p:nvSpPr>
        <p:spPr>
          <a:xfrm>
            <a:off x="6833801" y="3511123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企业文化建设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6833801" y="4531847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线上学习平台上线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833801" y="5527154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关键人才保留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6400800" y="3858255"/>
            <a:ext cx="240595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成功举办首届“技术开放日”与“家庭同乐日”活动，员工参与度与好评率创新高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6400800" y="4874987"/>
            <a:ext cx="219693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E-Learning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平台上线，首批推出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门精品课程，学习完成率达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6400800" y="5878053"/>
            <a:ext cx="2196938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启动高潜人才专项保留计划，关键岗位离职率同比降低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15%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71" name="组合 170"/>
          <p:cNvGrpSpPr>
            <a:grpSpLocks noChangeAspect="1"/>
          </p:cNvGrpSpPr>
          <p:nvPr/>
        </p:nvGrpSpPr>
        <p:grpSpPr>
          <a:xfrm>
            <a:off x="6406614" y="3472058"/>
            <a:ext cx="288000" cy="293574"/>
            <a:chOff x="18074" y="0"/>
            <a:chExt cx="1868827" cy="1905000"/>
          </a:xfrm>
          <a:solidFill>
            <a:schemeClr val="accent3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18074" y="0"/>
              <a:ext cx="1868827" cy="1905000"/>
            </a:xfrm>
            <a:custGeom>
              <a:avLst/>
              <a:gdLst>
                <a:gd name="connsiteX0" fmla="*/ 1799355 w 1868827"/>
                <a:gd name="connsiteY0" fmla="*/ 1905000 h 1905000"/>
                <a:gd name="connsiteX1" fmla="*/ 69473 w 1868827"/>
                <a:gd name="connsiteY1" fmla="*/ 1905000 h 1905000"/>
                <a:gd name="connsiteX2" fmla="*/ 0 w 1868827"/>
                <a:gd name="connsiteY2" fmla="*/ 1835527 h 1905000"/>
                <a:gd name="connsiteX3" fmla="*/ 0 w 1868827"/>
                <a:gd name="connsiteY3" fmla="*/ 69473 h 1905000"/>
                <a:gd name="connsiteX4" fmla="*/ 69473 w 1868827"/>
                <a:gd name="connsiteY4" fmla="*/ 0 h 1905000"/>
                <a:gd name="connsiteX5" fmla="*/ 1236622 w 1868827"/>
                <a:gd name="connsiteY5" fmla="*/ 0 h 1905000"/>
                <a:gd name="connsiteX6" fmla="*/ 1306095 w 1868827"/>
                <a:gd name="connsiteY6" fmla="*/ 69473 h 1905000"/>
                <a:gd name="connsiteX7" fmla="*/ 1306095 w 1868827"/>
                <a:gd name="connsiteY7" fmla="*/ 856836 h 1905000"/>
                <a:gd name="connsiteX8" fmla="*/ 1799355 w 1868827"/>
                <a:gd name="connsiteY8" fmla="*/ 856836 h 1905000"/>
                <a:gd name="connsiteX9" fmla="*/ 1868828 w 1868827"/>
                <a:gd name="connsiteY9" fmla="*/ 926309 h 1905000"/>
                <a:gd name="connsiteX10" fmla="*/ 1868828 w 1868827"/>
                <a:gd name="connsiteY10" fmla="*/ 1835527 h 1905000"/>
                <a:gd name="connsiteX11" fmla="*/ 1799355 w 1868827"/>
                <a:gd name="connsiteY11" fmla="*/ 1905000 h 1905000"/>
                <a:gd name="connsiteX12" fmla="*/ 138946 w 1868827"/>
                <a:gd name="connsiteY12" fmla="*/ 1766054 h 1905000"/>
                <a:gd name="connsiteX13" fmla="*/ 1729881 w 1868827"/>
                <a:gd name="connsiteY13" fmla="*/ 1766054 h 1905000"/>
                <a:gd name="connsiteX14" fmla="*/ 1729881 w 1868827"/>
                <a:gd name="connsiteY14" fmla="*/ 995782 h 1905000"/>
                <a:gd name="connsiteX15" fmla="*/ 1236622 w 1868827"/>
                <a:gd name="connsiteY15" fmla="*/ 995782 h 1905000"/>
                <a:gd name="connsiteX16" fmla="*/ 1167149 w 1868827"/>
                <a:gd name="connsiteY16" fmla="*/ 926309 h 1905000"/>
                <a:gd name="connsiteX17" fmla="*/ 1167149 w 1868827"/>
                <a:gd name="connsiteY17" fmla="*/ 138946 h 1905000"/>
                <a:gd name="connsiteX18" fmla="*/ 138946 w 1868827"/>
                <a:gd name="connsiteY18" fmla="*/ 13894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8827" h="1905000">
                  <a:moveTo>
                    <a:pt x="1799355" y="1905000"/>
                  </a:moveTo>
                  <a:lnTo>
                    <a:pt x="69473" y="1905000"/>
                  </a:lnTo>
                  <a:cubicBezTo>
                    <a:pt x="31104" y="1905000"/>
                    <a:pt x="0" y="1873896"/>
                    <a:pt x="0" y="1835527"/>
                  </a:cubicBezTo>
                  <a:lnTo>
                    <a:pt x="0" y="69473"/>
                  </a:lnTo>
                  <a:cubicBezTo>
                    <a:pt x="0" y="31104"/>
                    <a:pt x="31104" y="0"/>
                    <a:pt x="69473" y="0"/>
                  </a:cubicBezTo>
                  <a:lnTo>
                    <a:pt x="1236622" y="0"/>
                  </a:lnTo>
                  <a:cubicBezTo>
                    <a:pt x="1274991" y="0"/>
                    <a:pt x="1306095" y="31104"/>
                    <a:pt x="1306095" y="69473"/>
                  </a:cubicBezTo>
                  <a:lnTo>
                    <a:pt x="1306095" y="856836"/>
                  </a:lnTo>
                  <a:lnTo>
                    <a:pt x="1799355" y="856836"/>
                  </a:lnTo>
                  <a:cubicBezTo>
                    <a:pt x="1837723" y="856836"/>
                    <a:pt x="1868828" y="887940"/>
                    <a:pt x="1868828" y="926309"/>
                  </a:cubicBezTo>
                  <a:lnTo>
                    <a:pt x="1868828" y="1835527"/>
                  </a:lnTo>
                  <a:cubicBezTo>
                    <a:pt x="1868828" y="1873896"/>
                    <a:pt x="1837723" y="1905000"/>
                    <a:pt x="1799355" y="1905000"/>
                  </a:cubicBezTo>
                  <a:close/>
                  <a:moveTo>
                    <a:pt x="138946" y="1766054"/>
                  </a:moveTo>
                  <a:lnTo>
                    <a:pt x="1729881" y="1766054"/>
                  </a:lnTo>
                  <a:lnTo>
                    <a:pt x="1729881" y="995782"/>
                  </a:lnTo>
                  <a:lnTo>
                    <a:pt x="1236622" y="995782"/>
                  </a:lnTo>
                  <a:cubicBezTo>
                    <a:pt x="1198253" y="995782"/>
                    <a:pt x="1167149" y="964678"/>
                    <a:pt x="1167149" y="926309"/>
                  </a:cubicBezTo>
                  <a:lnTo>
                    <a:pt x="1167149" y="138946"/>
                  </a:lnTo>
                  <a:lnTo>
                    <a:pt x="138946" y="13894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366945" y="440228"/>
              <a:ext cx="1177211" cy="963361"/>
            </a:xfrm>
            <a:custGeom>
              <a:avLst/>
              <a:gdLst>
                <a:gd name="connsiteX0" fmla="*/ 555646 w 1177211"/>
                <a:gd name="connsiteY0" fmla="*/ 138946 h 963361"/>
                <a:gd name="connsiteX1" fmla="*/ 69473 w 1177211"/>
                <a:gd name="connsiteY1" fmla="*/ 138946 h 963361"/>
                <a:gd name="connsiteX2" fmla="*/ 0 w 1177211"/>
                <a:gd name="connsiteY2" fmla="*/ 69473 h 963361"/>
                <a:gd name="connsiteX3" fmla="*/ 69473 w 1177211"/>
                <a:gd name="connsiteY3" fmla="*/ 0 h 963361"/>
                <a:gd name="connsiteX4" fmla="*/ 555646 w 1177211"/>
                <a:gd name="connsiteY4" fmla="*/ 0 h 963361"/>
                <a:gd name="connsiteX5" fmla="*/ 625119 w 1177211"/>
                <a:gd name="connsiteY5" fmla="*/ 69473 h 963361"/>
                <a:gd name="connsiteX6" fmla="*/ 555646 w 1177211"/>
                <a:gd name="connsiteY6" fmla="*/ 138946 h 963361"/>
                <a:gd name="connsiteX7" fmla="*/ 555646 w 1177211"/>
                <a:gd name="connsiteY7" fmla="*/ 551154 h 963361"/>
                <a:gd name="connsiteX8" fmla="*/ 69473 w 1177211"/>
                <a:gd name="connsiteY8" fmla="*/ 551154 h 963361"/>
                <a:gd name="connsiteX9" fmla="*/ 0 w 1177211"/>
                <a:gd name="connsiteY9" fmla="*/ 481681 h 963361"/>
                <a:gd name="connsiteX10" fmla="*/ 69473 w 1177211"/>
                <a:gd name="connsiteY10" fmla="*/ 412207 h 963361"/>
                <a:gd name="connsiteX11" fmla="*/ 555646 w 1177211"/>
                <a:gd name="connsiteY11" fmla="*/ 412207 h 963361"/>
                <a:gd name="connsiteX12" fmla="*/ 625119 w 1177211"/>
                <a:gd name="connsiteY12" fmla="*/ 481681 h 963361"/>
                <a:gd name="connsiteX13" fmla="*/ 555646 w 1177211"/>
                <a:gd name="connsiteY13" fmla="*/ 551154 h 963361"/>
                <a:gd name="connsiteX14" fmla="*/ 1107749 w 1177211"/>
                <a:gd name="connsiteY14" fmla="*/ 963361 h 963361"/>
                <a:gd name="connsiteX15" fmla="*/ 69473 w 1177211"/>
                <a:gd name="connsiteY15" fmla="*/ 963361 h 963361"/>
                <a:gd name="connsiteX16" fmla="*/ 11 w 1177211"/>
                <a:gd name="connsiteY16" fmla="*/ 893876 h 963361"/>
                <a:gd name="connsiteX17" fmla="*/ 69473 w 1177211"/>
                <a:gd name="connsiteY17" fmla="*/ 824415 h 963361"/>
                <a:gd name="connsiteX18" fmla="*/ 1107749 w 1177211"/>
                <a:gd name="connsiteY18" fmla="*/ 824415 h 963361"/>
                <a:gd name="connsiteX19" fmla="*/ 1177211 w 1177211"/>
                <a:gd name="connsiteY19" fmla="*/ 893899 h 963361"/>
                <a:gd name="connsiteX20" fmla="*/ 1107749 w 1177211"/>
                <a:gd name="connsiteY20" fmla="*/ 963361 h 96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211" h="963361">
                  <a:moveTo>
                    <a:pt x="555646" y="138946"/>
                  </a:moveTo>
                  <a:lnTo>
                    <a:pt x="69473" y="138946"/>
                  </a:lnTo>
                  <a:cubicBezTo>
                    <a:pt x="31104" y="138946"/>
                    <a:pt x="0" y="107842"/>
                    <a:pt x="0" y="69473"/>
                  </a:cubicBezTo>
                  <a:cubicBezTo>
                    <a:pt x="0" y="31104"/>
                    <a:pt x="31104" y="0"/>
                    <a:pt x="69473" y="0"/>
                  </a:cubicBezTo>
                  <a:lnTo>
                    <a:pt x="555646" y="0"/>
                  </a:lnTo>
                  <a:cubicBezTo>
                    <a:pt x="594015" y="0"/>
                    <a:pt x="625119" y="31104"/>
                    <a:pt x="625119" y="69473"/>
                  </a:cubicBezTo>
                  <a:cubicBezTo>
                    <a:pt x="625119" y="107842"/>
                    <a:pt x="594015" y="138946"/>
                    <a:pt x="555646" y="138946"/>
                  </a:cubicBezTo>
                  <a:close/>
                  <a:moveTo>
                    <a:pt x="555646" y="551154"/>
                  </a:moveTo>
                  <a:lnTo>
                    <a:pt x="69473" y="551154"/>
                  </a:lnTo>
                  <a:cubicBezTo>
                    <a:pt x="31104" y="551154"/>
                    <a:pt x="0" y="520049"/>
                    <a:pt x="0" y="481681"/>
                  </a:cubicBezTo>
                  <a:cubicBezTo>
                    <a:pt x="0" y="443312"/>
                    <a:pt x="31104" y="412207"/>
                    <a:pt x="69473" y="412207"/>
                  </a:cubicBezTo>
                  <a:lnTo>
                    <a:pt x="555646" y="412207"/>
                  </a:lnTo>
                  <a:cubicBezTo>
                    <a:pt x="594015" y="412207"/>
                    <a:pt x="625119" y="443312"/>
                    <a:pt x="625119" y="481681"/>
                  </a:cubicBezTo>
                  <a:cubicBezTo>
                    <a:pt x="625119" y="520049"/>
                    <a:pt x="594015" y="551154"/>
                    <a:pt x="555646" y="551154"/>
                  </a:cubicBezTo>
                  <a:close/>
                  <a:moveTo>
                    <a:pt x="1107749" y="963361"/>
                  </a:moveTo>
                  <a:lnTo>
                    <a:pt x="69473" y="963361"/>
                  </a:lnTo>
                  <a:cubicBezTo>
                    <a:pt x="31104" y="963355"/>
                    <a:pt x="5" y="932245"/>
                    <a:pt x="11" y="893876"/>
                  </a:cubicBezTo>
                  <a:cubicBezTo>
                    <a:pt x="18" y="855516"/>
                    <a:pt x="31113" y="824421"/>
                    <a:pt x="69473" y="824415"/>
                  </a:cubicBezTo>
                  <a:lnTo>
                    <a:pt x="1107749" y="824415"/>
                  </a:lnTo>
                  <a:cubicBezTo>
                    <a:pt x="1146118" y="824421"/>
                    <a:pt x="1177217" y="855530"/>
                    <a:pt x="1177211" y="893899"/>
                  </a:cubicBezTo>
                  <a:cubicBezTo>
                    <a:pt x="1177205" y="932259"/>
                    <a:pt x="1146110" y="963355"/>
                    <a:pt x="1107749" y="9633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6400800" y="4474697"/>
            <a:ext cx="295450" cy="275402"/>
            <a:chOff x="63499" y="123824"/>
            <a:chExt cx="1777999" cy="1657350"/>
          </a:xfrm>
          <a:solidFill>
            <a:schemeClr val="accent3"/>
          </a:solidFill>
        </p:grpSpPr>
        <p:sp>
          <p:nvSpPr>
            <p:cNvPr id="181" name="任意多边形: 形状 180"/>
            <p:cNvSpPr/>
            <p:nvPr/>
          </p:nvSpPr>
          <p:spPr>
            <a:xfrm>
              <a:off x="63499" y="123824"/>
              <a:ext cx="1777999" cy="1657350"/>
            </a:xfrm>
            <a:custGeom>
              <a:avLst/>
              <a:gdLst>
                <a:gd name="connsiteX0" fmla="*/ 1536700 w 1777999"/>
                <a:gd name="connsiteY0" fmla="*/ 1460500 h 1657350"/>
                <a:gd name="connsiteX1" fmla="*/ 241300 w 1777999"/>
                <a:gd name="connsiteY1" fmla="*/ 1460500 h 1657350"/>
                <a:gd name="connsiteX2" fmla="*/ 0 w 1777999"/>
                <a:gd name="connsiteY2" fmla="*/ 1219200 h 1657350"/>
                <a:gd name="connsiteX3" fmla="*/ 0 w 1777999"/>
                <a:gd name="connsiteY3" fmla="*/ 241300 h 1657350"/>
                <a:gd name="connsiteX4" fmla="*/ 241300 w 1777999"/>
                <a:gd name="connsiteY4" fmla="*/ 0 h 1657350"/>
                <a:gd name="connsiteX5" fmla="*/ 1536700 w 1777999"/>
                <a:gd name="connsiteY5" fmla="*/ 0 h 1657350"/>
                <a:gd name="connsiteX6" fmla="*/ 1778000 w 1777999"/>
                <a:gd name="connsiteY6" fmla="*/ 241300 h 1657350"/>
                <a:gd name="connsiteX7" fmla="*/ 1778000 w 1777999"/>
                <a:gd name="connsiteY7" fmla="*/ 1219200 h 1657350"/>
                <a:gd name="connsiteX8" fmla="*/ 1536700 w 1777999"/>
                <a:gd name="connsiteY8" fmla="*/ 1460500 h 1657350"/>
                <a:gd name="connsiteX9" fmla="*/ 241300 w 1777999"/>
                <a:gd name="connsiteY9" fmla="*/ 95250 h 1657350"/>
                <a:gd name="connsiteX10" fmla="*/ 95250 w 1777999"/>
                <a:gd name="connsiteY10" fmla="*/ 241300 h 1657350"/>
                <a:gd name="connsiteX11" fmla="*/ 95250 w 1777999"/>
                <a:gd name="connsiteY11" fmla="*/ 1219200 h 1657350"/>
                <a:gd name="connsiteX12" fmla="*/ 241300 w 1777999"/>
                <a:gd name="connsiteY12" fmla="*/ 1365250 h 1657350"/>
                <a:gd name="connsiteX13" fmla="*/ 1536700 w 1777999"/>
                <a:gd name="connsiteY13" fmla="*/ 1365250 h 1657350"/>
                <a:gd name="connsiteX14" fmla="*/ 1682750 w 1777999"/>
                <a:gd name="connsiteY14" fmla="*/ 1219200 h 1657350"/>
                <a:gd name="connsiteX15" fmla="*/ 1682750 w 1777999"/>
                <a:gd name="connsiteY15" fmla="*/ 241300 h 1657350"/>
                <a:gd name="connsiteX16" fmla="*/ 1536700 w 1777999"/>
                <a:gd name="connsiteY16" fmla="*/ 95250 h 1657350"/>
                <a:gd name="connsiteX17" fmla="*/ 241300 w 1777999"/>
                <a:gd name="connsiteY17" fmla="*/ 95250 h 1657350"/>
                <a:gd name="connsiteX18" fmla="*/ 1412875 w 1777999"/>
                <a:gd name="connsiteY18" fmla="*/ 1657350 h 1657350"/>
                <a:gd name="connsiteX19" fmla="*/ 361950 w 1777999"/>
                <a:gd name="connsiteY19" fmla="*/ 1657350 h 1657350"/>
                <a:gd name="connsiteX20" fmla="*/ 314325 w 1777999"/>
                <a:gd name="connsiteY20" fmla="*/ 1609725 h 1657350"/>
                <a:gd name="connsiteX21" fmla="*/ 361950 w 1777999"/>
                <a:gd name="connsiteY21" fmla="*/ 1562100 h 1657350"/>
                <a:gd name="connsiteX22" fmla="*/ 1412875 w 1777999"/>
                <a:gd name="connsiteY22" fmla="*/ 1562100 h 1657350"/>
                <a:gd name="connsiteX23" fmla="*/ 1460500 w 1777999"/>
                <a:gd name="connsiteY23" fmla="*/ 1609725 h 1657350"/>
                <a:gd name="connsiteX24" fmla="*/ 1412875 w 1777999"/>
                <a:gd name="connsiteY24" fmla="*/ 165735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7999" h="1657350">
                  <a:moveTo>
                    <a:pt x="1536700" y="1460500"/>
                  </a:moveTo>
                  <a:lnTo>
                    <a:pt x="241300" y="1460500"/>
                  </a:lnTo>
                  <a:cubicBezTo>
                    <a:pt x="107950" y="1460500"/>
                    <a:pt x="0" y="1352550"/>
                    <a:pt x="0" y="1219200"/>
                  </a:cubicBezTo>
                  <a:lnTo>
                    <a:pt x="0" y="241300"/>
                  </a:lnTo>
                  <a:cubicBezTo>
                    <a:pt x="0" y="107950"/>
                    <a:pt x="107950" y="0"/>
                    <a:pt x="241300" y="0"/>
                  </a:cubicBezTo>
                  <a:lnTo>
                    <a:pt x="1536700" y="0"/>
                  </a:lnTo>
                  <a:cubicBezTo>
                    <a:pt x="1670050" y="0"/>
                    <a:pt x="1778000" y="107950"/>
                    <a:pt x="1778000" y="241300"/>
                  </a:cubicBezTo>
                  <a:lnTo>
                    <a:pt x="1778000" y="1219200"/>
                  </a:lnTo>
                  <a:cubicBezTo>
                    <a:pt x="1778000" y="1352550"/>
                    <a:pt x="1670050" y="1460500"/>
                    <a:pt x="1536700" y="1460500"/>
                  </a:cubicBezTo>
                  <a:close/>
                  <a:moveTo>
                    <a:pt x="241300" y="95250"/>
                  </a:moveTo>
                  <a:cubicBezTo>
                    <a:pt x="161925" y="95250"/>
                    <a:pt x="95250" y="158750"/>
                    <a:pt x="95250" y="241300"/>
                  </a:cubicBezTo>
                  <a:lnTo>
                    <a:pt x="95250" y="1219200"/>
                  </a:lnTo>
                  <a:cubicBezTo>
                    <a:pt x="95250" y="1298575"/>
                    <a:pt x="161925" y="1365250"/>
                    <a:pt x="241300" y="1365250"/>
                  </a:cubicBezTo>
                  <a:lnTo>
                    <a:pt x="1536700" y="1365250"/>
                  </a:lnTo>
                  <a:cubicBezTo>
                    <a:pt x="1616075" y="1365250"/>
                    <a:pt x="1682750" y="1298575"/>
                    <a:pt x="1682750" y="1219200"/>
                  </a:cubicBezTo>
                  <a:lnTo>
                    <a:pt x="1682750" y="241300"/>
                  </a:lnTo>
                  <a:cubicBezTo>
                    <a:pt x="1682750" y="161925"/>
                    <a:pt x="1616075" y="95250"/>
                    <a:pt x="1536700" y="95250"/>
                  </a:cubicBezTo>
                  <a:lnTo>
                    <a:pt x="241300" y="95250"/>
                  </a:lnTo>
                  <a:close/>
                  <a:moveTo>
                    <a:pt x="1412875" y="1657350"/>
                  </a:moveTo>
                  <a:lnTo>
                    <a:pt x="361950" y="1657350"/>
                  </a:lnTo>
                  <a:cubicBezTo>
                    <a:pt x="336550" y="1657350"/>
                    <a:pt x="314325" y="1635125"/>
                    <a:pt x="314325" y="1609725"/>
                  </a:cubicBezTo>
                  <a:cubicBezTo>
                    <a:pt x="314325" y="1584325"/>
                    <a:pt x="336550" y="1562100"/>
                    <a:pt x="361950" y="1562100"/>
                  </a:cubicBezTo>
                  <a:lnTo>
                    <a:pt x="1412875" y="1562100"/>
                  </a:lnTo>
                  <a:cubicBezTo>
                    <a:pt x="1438275" y="1562100"/>
                    <a:pt x="1460500" y="1584325"/>
                    <a:pt x="1460500" y="1609725"/>
                  </a:cubicBezTo>
                  <a:cubicBezTo>
                    <a:pt x="1460500" y="1635125"/>
                    <a:pt x="1438275" y="1657350"/>
                    <a:pt x="1412875" y="165735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542924" y="482113"/>
              <a:ext cx="815974" cy="740261"/>
            </a:xfrm>
            <a:custGeom>
              <a:avLst/>
              <a:gdLst>
                <a:gd name="connsiteX0" fmla="*/ 409575 w 815974"/>
                <a:gd name="connsiteY0" fmla="*/ 740261 h 740261"/>
                <a:gd name="connsiteX1" fmla="*/ 400050 w 815974"/>
                <a:gd name="connsiteY1" fmla="*/ 740261 h 740261"/>
                <a:gd name="connsiteX2" fmla="*/ 279400 w 815974"/>
                <a:gd name="connsiteY2" fmla="*/ 695811 h 740261"/>
                <a:gd name="connsiteX3" fmla="*/ 111125 w 815974"/>
                <a:gd name="connsiteY3" fmla="*/ 641836 h 740261"/>
                <a:gd name="connsiteX4" fmla="*/ 31750 w 815974"/>
                <a:gd name="connsiteY4" fmla="*/ 610086 h 740261"/>
                <a:gd name="connsiteX5" fmla="*/ 0 w 815974"/>
                <a:gd name="connsiteY5" fmla="*/ 530711 h 740261"/>
                <a:gd name="connsiteX6" fmla="*/ 0 w 815974"/>
                <a:gd name="connsiteY6" fmla="*/ 111611 h 740261"/>
                <a:gd name="connsiteX7" fmla="*/ 31750 w 815974"/>
                <a:gd name="connsiteY7" fmla="*/ 32236 h 740261"/>
                <a:gd name="connsiteX8" fmla="*/ 111125 w 815974"/>
                <a:gd name="connsiteY8" fmla="*/ 486 h 740261"/>
                <a:gd name="connsiteX9" fmla="*/ 406400 w 815974"/>
                <a:gd name="connsiteY9" fmla="*/ 114786 h 740261"/>
                <a:gd name="connsiteX10" fmla="*/ 682625 w 815974"/>
                <a:gd name="connsiteY10" fmla="*/ 486 h 740261"/>
                <a:gd name="connsiteX11" fmla="*/ 698500 w 815974"/>
                <a:gd name="connsiteY11" fmla="*/ 486 h 740261"/>
                <a:gd name="connsiteX12" fmla="*/ 781050 w 815974"/>
                <a:gd name="connsiteY12" fmla="*/ 29061 h 740261"/>
                <a:gd name="connsiteX13" fmla="*/ 815975 w 815974"/>
                <a:gd name="connsiteY13" fmla="*/ 108436 h 740261"/>
                <a:gd name="connsiteX14" fmla="*/ 815975 w 815974"/>
                <a:gd name="connsiteY14" fmla="*/ 533886 h 740261"/>
                <a:gd name="connsiteX15" fmla="*/ 784225 w 815974"/>
                <a:gd name="connsiteY15" fmla="*/ 610086 h 740261"/>
                <a:gd name="connsiteX16" fmla="*/ 708025 w 815974"/>
                <a:gd name="connsiteY16" fmla="*/ 641836 h 740261"/>
                <a:gd name="connsiteX17" fmla="*/ 701675 w 815974"/>
                <a:gd name="connsiteY17" fmla="*/ 641836 h 740261"/>
                <a:gd name="connsiteX18" fmla="*/ 546100 w 815974"/>
                <a:gd name="connsiteY18" fmla="*/ 689461 h 740261"/>
                <a:gd name="connsiteX19" fmla="*/ 530225 w 815974"/>
                <a:gd name="connsiteY19" fmla="*/ 698986 h 740261"/>
                <a:gd name="connsiteX20" fmla="*/ 409575 w 815974"/>
                <a:gd name="connsiteY20" fmla="*/ 740261 h 740261"/>
                <a:gd name="connsiteX21" fmla="*/ 114300 w 815974"/>
                <a:gd name="connsiteY21" fmla="*/ 546586 h 740261"/>
                <a:gd name="connsiteX22" fmla="*/ 333375 w 815974"/>
                <a:gd name="connsiteY22" fmla="*/ 619611 h 740261"/>
                <a:gd name="connsiteX23" fmla="*/ 336550 w 815974"/>
                <a:gd name="connsiteY23" fmla="*/ 622786 h 740261"/>
                <a:gd name="connsiteX24" fmla="*/ 403225 w 815974"/>
                <a:gd name="connsiteY24" fmla="*/ 648186 h 740261"/>
                <a:gd name="connsiteX25" fmla="*/ 409575 w 815974"/>
                <a:gd name="connsiteY25" fmla="*/ 648186 h 740261"/>
                <a:gd name="connsiteX26" fmla="*/ 476250 w 815974"/>
                <a:gd name="connsiteY26" fmla="*/ 625961 h 740261"/>
                <a:gd name="connsiteX27" fmla="*/ 492125 w 815974"/>
                <a:gd name="connsiteY27" fmla="*/ 616436 h 740261"/>
                <a:gd name="connsiteX28" fmla="*/ 701675 w 815974"/>
                <a:gd name="connsiteY28" fmla="*/ 549761 h 740261"/>
                <a:gd name="connsiteX29" fmla="*/ 708025 w 815974"/>
                <a:gd name="connsiteY29" fmla="*/ 549761 h 740261"/>
                <a:gd name="connsiteX30" fmla="*/ 717550 w 815974"/>
                <a:gd name="connsiteY30" fmla="*/ 546586 h 740261"/>
                <a:gd name="connsiteX31" fmla="*/ 720725 w 815974"/>
                <a:gd name="connsiteY31" fmla="*/ 537061 h 740261"/>
                <a:gd name="connsiteX32" fmla="*/ 720725 w 815974"/>
                <a:gd name="connsiteY32" fmla="*/ 111611 h 740261"/>
                <a:gd name="connsiteX33" fmla="*/ 717550 w 815974"/>
                <a:gd name="connsiteY33" fmla="*/ 102086 h 740261"/>
                <a:gd name="connsiteX34" fmla="*/ 708025 w 815974"/>
                <a:gd name="connsiteY34" fmla="*/ 98911 h 740261"/>
                <a:gd name="connsiteX35" fmla="*/ 692150 w 815974"/>
                <a:gd name="connsiteY35" fmla="*/ 98911 h 740261"/>
                <a:gd name="connsiteX36" fmla="*/ 454025 w 815974"/>
                <a:gd name="connsiteY36" fmla="*/ 206861 h 740261"/>
                <a:gd name="connsiteX37" fmla="*/ 409575 w 815974"/>
                <a:gd name="connsiteY37" fmla="*/ 225911 h 740261"/>
                <a:gd name="connsiteX38" fmla="*/ 365125 w 815974"/>
                <a:gd name="connsiteY38" fmla="*/ 206861 h 740261"/>
                <a:gd name="connsiteX39" fmla="*/ 358775 w 815974"/>
                <a:gd name="connsiteY39" fmla="*/ 200511 h 740261"/>
                <a:gd name="connsiteX40" fmla="*/ 111125 w 815974"/>
                <a:gd name="connsiteY40" fmla="*/ 95736 h 740261"/>
                <a:gd name="connsiteX41" fmla="*/ 101600 w 815974"/>
                <a:gd name="connsiteY41" fmla="*/ 98911 h 740261"/>
                <a:gd name="connsiteX42" fmla="*/ 98425 w 815974"/>
                <a:gd name="connsiteY42" fmla="*/ 108436 h 740261"/>
                <a:gd name="connsiteX43" fmla="*/ 98425 w 815974"/>
                <a:gd name="connsiteY43" fmla="*/ 533886 h 740261"/>
                <a:gd name="connsiteX44" fmla="*/ 101600 w 815974"/>
                <a:gd name="connsiteY44" fmla="*/ 543411 h 740261"/>
                <a:gd name="connsiteX45" fmla="*/ 111125 w 815974"/>
                <a:gd name="connsiteY45" fmla="*/ 546586 h 740261"/>
                <a:gd name="connsiteX46" fmla="*/ 114300 w 815974"/>
                <a:gd name="connsiteY46" fmla="*/ 546586 h 740261"/>
                <a:gd name="connsiteX47" fmla="*/ 387350 w 815974"/>
                <a:gd name="connsiteY47" fmla="*/ 137011 h 740261"/>
                <a:gd name="connsiteX48" fmla="*/ 387350 w 815974"/>
                <a:gd name="connsiteY48" fmla="*/ 137011 h 740261"/>
                <a:gd name="connsiteX49" fmla="*/ 387350 w 815974"/>
                <a:gd name="connsiteY49" fmla="*/ 137011 h 74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815974" h="740261">
                  <a:moveTo>
                    <a:pt x="409575" y="740261"/>
                  </a:moveTo>
                  <a:lnTo>
                    <a:pt x="400050" y="740261"/>
                  </a:lnTo>
                  <a:cubicBezTo>
                    <a:pt x="355600" y="737086"/>
                    <a:pt x="314325" y="724386"/>
                    <a:pt x="279400" y="695811"/>
                  </a:cubicBezTo>
                  <a:cubicBezTo>
                    <a:pt x="228600" y="657711"/>
                    <a:pt x="171450" y="641836"/>
                    <a:pt x="111125" y="641836"/>
                  </a:cubicBezTo>
                  <a:cubicBezTo>
                    <a:pt x="82550" y="641836"/>
                    <a:pt x="53975" y="632311"/>
                    <a:pt x="31750" y="610086"/>
                  </a:cubicBezTo>
                  <a:cubicBezTo>
                    <a:pt x="9525" y="591036"/>
                    <a:pt x="0" y="562461"/>
                    <a:pt x="0" y="530711"/>
                  </a:cubicBezTo>
                  <a:lnTo>
                    <a:pt x="0" y="111611"/>
                  </a:lnTo>
                  <a:cubicBezTo>
                    <a:pt x="0" y="83036"/>
                    <a:pt x="12700" y="54461"/>
                    <a:pt x="31750" y="32236"/>
                  </a:cubicBezTo>
                  <a:cubicBezTo>
                    <a:pt x="50800" y="13186"/>
                    <a:pt x="79375" y="486"/>
                    <a:pt x="111125" y="486"/>
                  </a:cubicBezTo>
                  <a:cubicBezTo>
                    <a:pt x="222250" y="3661"/>
                    <a:pt x="323850" y="44936"/>
                    <a:pt x="406400" y="114786"/>
                  </a:cubicBezTo>
                  <a:cubicBezTo>
                    <a:pt x="482600" y="48111"/>
                    <a:pt x="581025" y="6836"/>
                    <a:pt x="682625" y="486"/>
                  </a:cubicBezTo>
                  <a:lnTo>
                    <a:pt x="698500" y="486"/>
                  </a:lnTo>
                  <a:cubicBezTo>
                    <a:pt x="727075" y="-2689"/>
                    <a:pt x="758825" y="10011"/>
                    <a:pt x="781050" y="29061"/>
                  </a:cubicBezTo>
                  <a:cubicBezTo>
                    <a:pt x="803275" y="48111"/>
                    <a:pt x="815975" y="79861"/>
                    <a:pt x="815975" y="108436"/>
                  </a:cubicBezTo>
                  <a:lnTo>
                    <a:pt x="815975" y="533886"/>
                  </a:lnTo>
                  <a:cubicBezTo>
                    <a:pt x="815975" y="562461"/>
                    <a:pt x="803275" y="591036"/>
                    <a:pt x="784225" y="610086"/>
                  </a:cubicBezTo>
                  <a:cubicBezTo>
                    <a:pt x="765175" y="629136"/>
                    <a:pt x="736600" y="641836"/>
                    <a:pt x="708025" y="641836"/>
                  </a:cubicBezTo>
                  <a:lnTo>
                    <a:pt x="701675" y="641836"/>
                  </a:lnTo>
                  <a:cubicBezTo>
                    <a:pt x="647700" y="641836"/>
                    <a:pt x="593725" y="657711"/>
                    <a:pt x="546100" y="689461"/>
                  </a:cubicBezTo>
                  <a:lnTo>
                    <a:pt x="530225" y="698986"/>
                  </a:lnTo>
                  <a:cubicBezTo>
                    <a:pt x="495300" y="727561"/>
                    <a:pt x="454025" y="740261"/>
                    <a:pt x="409575" y="740261"/>
                  </a:cubicBezTo>
                  <a:close/>
                  <a:moveTo>
                    <a:pt x="114300" y="546586"/>
                  </a:moveTo>
                  <a:cubicBezTo>
                    <a:pt x="193675" y="546586"/>
                    <a:pt x="269875" y="571986"/>
                    <a:pt x="333375" y="619611"/>
                  </a:cubicBezTo>
                  <a:lnTo>
                    <a:pt x="336550" y="622786"/>
                  </a:lnTo>
                  <a:cubicBezTo>
                    <a:pt x="355600" y="638661"/>
                    <a:pt x="377825" y="645011"/>
                    <a:pt x="403225" y="648186"/>
                  </a:cubicBezTo>
                  <a:lnTo>
                    <a:pt x="409575" y="648186"/>
                  </a:lnTo>
                  <a:cubicBezTo>
                    <a:pt x="434975" y="648186"/>
                    <a:pt x="457200" y="641836"/>
                    <a:pt x="476250" y="625961"/>
                  </a:cubicBezTo>
                  <a:lnTo>
                    <a:pt x="492125" y="616436"/>
                  </a:lnTo>
                  <a:cubicBezTo>
                    <a:pt x="555625" y="571986"/>
                    <a:pt x="625475" y="549761"/>
                    <a:pt x="701675" y="549761"/>
                  </a:cubicBezTo>
                  <a:lnTo>
                    <a:pt x="708025" y="549761"/>
                  </a:lnTo>
                  <a:cubicBezTo>
                    <a:pt x="711200" y="549761"/>
                    <a:pt x="714375" y="549761"/>
                    <a:pt x="717550" y="546586"/>
                  </a:cubicBezTo>
                  <a:cubicBezTo>
                    <a:pt x="720725" y="543411"/>
                    <a:pt x="720725" y="540236"/>
                    <a:pt x="720725" y="537061"/>
                  </a:cubicBezTo>
                  <a:lnTo>
                    <a:pt x="720725" y="111611"/>
                  </a:lnTo>
                  <a:cubicBezTo>
                    <a:pt x="720725" y="108436"/>
                    <a:pt x="717550" y="105261"/>
                    <a:pt x="717550" y="102086"/>
                  </a:cubicBezTo>
                  <a:cubicBezTo>
                    <a:pt x="714375" y="98911"/>
                    <a:pt x="711200" y="98911"/>
                    <a:pt x="708025" y="98911"/>
                  </a:cubicBezTo>
                  <a:lnTo>
                    <a:pt x="692150" y="98911"/>
                  </a:lnTo>
                  <a:cubicBezTo>
                    <a:pt x="603250" y="105261"/>
                    <a:pt x="517525" y="143361"/>
                    <a:pt x="454025" y="206861"/>
                  </a:cubicBezTo>
                  <a:cubicBezTo>
                    <a:pt x="441325" y="216386"/>
                    <a:pt x="425450" y="222736"/>
                    <a:pt x="409575" y="225911"/>
                  </a:cubicBezTo>
                  <a:cubicBezTo>
                    <a:pt x="390525" y="225911"/>
                    <a:pt x="374650" y="219561"/>
                    <a:pt x="365125" y="206861"/>
                  </a:cubicBezTo>
                  <a:lnTo>
                    <a:pt x="358775" y="200511"/>
                  </a:lnTo>
                  <a:cubicBezTo>
                    <a:pt x="292100" y="133836"/>
                    <a:pt x="203200" y="98911"/>
                    <a:pt x="111125" y="95736"/>
                  </a:cubicBezTo>
                  <a:cubicBezTo>
                    <a:pt x="107950" y="95736"/>
                    <a:pt x="104775" y="95736"/>
                    <a:pt x="101600" y="98911"/>
                  </a:cubicBezTo>
                  <a:cubicBezTo>
                    <a:pt x="98425" y="102086"/>
                    <a:pt x="98425" y="105261"/>
                    <a:pt x="98425" y="108436"/>
                  </a:cubicBezTo>
                  <a:lnTo>
                    <a:pt x="98425" y="533886"/>
                  </a:lnTo>
                  <a:cubicBezTo>
                    <a:pt x="98425" y="537061"/>
                    <a:pt x="98425" y="540236"/>
                    <a:pt x="101600" y="543411"/>
                  </a:cubicBezTo>
                  <a:cubicBezTo>
                    <a:pt x="104775" y="546586"/>
                    <a:pt x="107950" y="546586"/>
                    <a:pt x="111125" y="546586"/>
                  </a:cubicBezTo>
                  <a:lnTo>
                    <a:pt x="114300" y="546586"/>
                  </a:lnTo>
                  <a:close/>
                  <a:moveTo>
                    <a:pt x="387350" y="137011"/>
                  </a:moveTo>
                  <a:cubicBezTo>
                    <a:pt x="384175" y="140186"/>
                    <a:pt x="384175" y="140186"/>
                    <a:pt x="387350" y="137011"/>
                  </a:cubicBezTo>
                  <a:cubicBezTo>
                    <a:pt x="384175" y="140186"/>
                    <a:pt x="384175" y="140186"/>
                    <a:pt x="387350" y="137011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904874" y="612774"/>
              <a:ext cx="95249" cy="590550"/>
            </a:xfrm>
            <a:custGeom>
              <a:avLst/>
              <a:gdLst>
                <a:gd name="connsiteX0" fmla="*/ 47625 w 95249"/>
                <a:gd name="connsiteY0" fmla="*/ 590550 h 590550"/>
                <a:gd name="connsiteX1" fmla="*/ 0 w 95249"/>
                <a:gd name="connsiteY1" fmla="*/ 542925 h 590550"/>
                <a:gd name="connsiteX2" fmla="*/ 0 w 95249"/>
                <a:gd name="connsiteY2" fmla="*/ 47625 h 590550"/>
                <a:gd name="connsiteX3" fmla="*/ 47625 w 95249"/>
                <a:gd name="connsiteY3" fmla="*/ 0 h 590550"/>
                <a:gd name="connsiteX4" fmla="*/ 95250 w 95249"/>
                <a:gd name="connsiteY4" fmla="*/ 47625 h 590550"/>
                <a:gd name="connsiteX5" fmla="*/ 95250 w 95249"/>
                <a:gd name="connsiteY5" fmla="*/ 542925 h 590550"/>
                <a:gd name="connsiteX6" fmla="*/ 47625 w 95249"/>
                <a:gd name="connsiteY6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49" h="590550">
                  <a:moveTo>
                    <a:pt x="47625" y="590550"/>
                  </a:moveTo>
                  <a:cubicBezTo>
                    <a:pt x="22225" y="590550"/>
                    <a:pt x="0" y="568325"/>
                    <a:pt x="0" y="542925"/>
                  </a:cubicBezTo>
                  <a:lnTo>
                    <a:pt x="0" y="47625"/>
                  </a:lnTo>
                  <a:cubicBezTo>
                    <a:pt x="0" y="22225"/>
                    <a:pt x="22225" y="0"/>
                    <a:pt x="47625" y="0"/>
                  </a:cubicBezTo>
                  <a:cubicBezTo>
                    <a:pt x="73025" y="0"/>
                    <a:pt x="95250" y="22225"/>
                    <a:pt x="95250" y="47625"/>
                  </a:cubicBezTo>
                  <a:lnTo>
                    <a:pt x="95250" y="542925"/>
                  </a:lnTo>
                  <a:cubicBezTo>
                    <a:pt x="95250" y="568325"/>
                    <a:pt x="73025" y="590550"/>
                    <a:pt x="47625" y="590550"/>
                  </a:cubicBezTo>
                  <a:close/>
                </a:path>
              </a:pathLst>
            </a:custGeom>
            <a:grpFill/>
            <a:ln w="186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91" name="组合 190"/>
          <p:cNvGrpSpPr>
            <a:grpSpLocks noChangeAspect="1"/>
          </p:cNvGrpSpPr>
          <p:nvPr/>
        </p:nvGrpSpPr>
        <p:grpSpPr>
          <a:xfrm>
            <a:off x="6400800" y="5459657"/>
            <a:ext cx="324000" cy="324000"/>
            <a:chOff x="145256" y="169068"/>
            <a:chExt cx="1638299" cy="1638300"/>
          </a:xfrm>
          <a:solidFill>
            <a:schemeClr val="accent3"/>
          </a:solidFill>
        </p:grpSpPr>
        <p:sp>
          <p:nvSpPr>
            <p:cNvPr id="188" name="任意多边形: 形状 187"/>
            <p:cNvSpPr/>
            <p:nvPr/>
          </p:nvSpPr>
          <p:spPr>
            <a:xfrm>
              <a:off x="145256" y="169068"/>
              <a:ext cx="1638299" cy="1638300"/>
            </a:xfrm>
            <a:custGeom>
              <a:avLst/>
              <a:gdLst>
                <a:gd name="connsiteX0" fmla="*/ 1390650 w 1638299"/>
                <a:gd name="connsiteY0" fmla="*/ 1638300 h 1638300"/>
                <a:gd name="connsiteX1" fmla="*/ 247650 w 1638299"/>
                <a:gd name="connsiteY1" fmla="*/ 1638300 h 1638300"/>
                <a:gd name="connsiteX2" fmla="*/ 0 w 1638299"/>
                <a:gd name="connsiteY2" fmla="*/ 1390650 h 1638300"/>
                <a:gd name="connsiteX3" fmla="*/ 0 w 1638299"/>
                <a:gd name="connsiteY3" fmla="*/ 247650 h 1638300"/>
                <a:gd name="connsiteX4" fmla="*/ 247650 w 1638299"/>
                <a:gd name="connsiteY4" fmla="*/ 0 h 1638300"/>
                <a:gd name="connsiteX5" fmla="*/ 1390650 w 1638299"/>
                <a:gd name="connsiteY5" fmla="*/ 0 h 1638300"/>
                <a:gd name="connsiteX6" fmla="*/ 1638300 w 1638299"/>
                <a:gd name="connsiteY6" fmla="*/ 247650 h 1638300"/>
                <a:gd name="connsiteX7" fmla="*/ 1638300 w 1638299"/>
                <a:gd name="connsiteY7" fmla="*/ 1390650 h 1638300"/>
                <a:gd name="connsiteX8" fmla="*/ 1390650 w 1638299"/>
                <a:gd name="connsiteY8" fmla="*/ 1638300 h 1638300"/>
                <a:gd name="connsiteX9" fmla="*/ 247650 w 1638299"/>
                <a:gd name="connsiteY9" fmla="*/ 114300 h 1638300"/>
                <a:gd name="connsiteX10" fmla="*/ 114300 w 1638299"/>
                <a:gd name="connsiteY10" fmla="*/ 247650 h 1638300"/>
                <a:gd name="connsiteX11" fmla="*/ 114300 w 1638299"/>
                <a:gd name="connsiteY11" fmla="*/ 1390650 h 1638300"/>
                <a:gd name="connsiteX12" fmla="*/ 247650 w 1638299"/>
                <a:gd name="connsiteY12" fmla="*/ 1524000 h 1638300"/>
                <a:gd name="connsiteX13" fmla="*/ 1390650 w 1638299"/>
                <a:gd name="connsiteY13" fmla="*/ 1524000 h 1638300"/>
                <a:gd name="connsiteX14" fmla="*/ 1524000 w 1638299"/>
                <a:gd name="connsiteY14" fmla="*/ 1390650 h 1638300"/>
                <a:gd name="connsiteX15" fmla="*/ 1524000 w 1638299"/>
                <a:gd name="connsiteY15" fmla="*/ 247650 h 1638300"/>
                <a:gd name="connsiteX16" fmla="*/ 1390650 w 1638299"/>
                <a:gd name="connsiteY16" fmla="*/ 114300 h 1638300"/>
                <a:gd name="connsiteX17" fmla="*/ 247650 w 1638299"/>
                <a:gd name="connsiteY17" fmla="*/ 1143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38299" h="1638300">
                  <a:moveTo>
                    <a:pt x="1390650" y="1638300"/>
                  </a:moveTo>
                  <a:lnTo>
                    <a:pt x="247650" y="1638300"/>
                  </a:lnTo>
                  <a:cubicBezTo>
                    <a:pt x="111062" y="1638300"/>
                    <a:pt x="0" y="1527239"/>
                    <a:pt x="0" y="1390650"/>
                  </a:cubicBezTo>
                  <a:lnTo>
                    <a:pt x="0" y="247650"/>
                  </a:lnTo>
                  <a:cubicBezTo>
                    <a:pt x="0" y="111061"/>
                    <a:pt x="111062" y="0"/>
                    <a:pt x="247650" y="0"/>
                  </a:cubicBezTo>
                  <a:lnTo>
                    <a:pt x="1390650" y="0"/>
                  </a:lnTo>
                  <a:cubicBezTo>
                    <a:pt x="1527239" y="0"/>
                    <a:pt x="1638300" y="111061"/>
                    <a:pt x="1638300" y="247650"/>
                  </a:cubicBezTo>
                  <a:lnTo>
                    <a:pt x="1638300" y="1390650"/>
                  </a:lnTo>
                  <a:cubicBezTo>
                    <a:pt x="1638300" y="1527239"/>
                    <a:pt x="1527143" y="1638300"/>
                    <a:pt x="1390650" y="1638300"/>
                  </a:cubicBezTo>
                  <a:close/>
                  <a:moveTo>
                    <a:pt x="247650" y="114300"/>
                  </a:moveTo>
                  <a:cubicBezTo>
                    <a:pt x="174117" y="114300"/>
                    <a:pt x="114300" y="174117"/>
                    <a:pt x="114300" y="247650"/>
                  </a:cubicBezTo>
                  <a:lnTo>
                    <a:pt x="114300" y="1390650"/>
                  </a:lnTo>
                  <a:cubicBezTo>
                    <a:pt x="114300" y="1464183"/>
                    <a:pt x="174117" y="1524000"/>
                    <a:pt x="247650" y="1524000"/>
                  </a:cubicBezTo>
                  <a:lnTo>
                    <a:pt x="1390650" y="1524000"/>
                  </a:lnTo>
                  <a:cubicBezTo>
                    <a:pt x="1464183" y="1524000"/>
                    <a:pt x="1524000" y="1464183"/>
                    <a:pt x="1524000" y="1390650"/>
                  </a:cubicBezTo>
                  <a:lnTo>
                    <a:pt x="1524000" y="247650"/>
                  </a:lnTo>
                  <a:cubicBezTo>
                    <a:pt x="1524000" y="174117"/>
                    <a:pt x="1464183" y="114300"/>
                    <a:pt x="1390650" y="114300"/>
                  </a:cubicBezTo>
                  <a:lnTo>
                    <a:pt x="247650" y="1143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640556" y="397668"/>
              <a:ext cx="647699" cy="647699"/>
            </a:xfrm>
            <a:custGeom>
              <a:avLst/>
              <a:gdLst>
                <a:gd name="connsiteX0" fmla="*/ 323850 w 647699"/>
                <a:gd name="connsiteY0" fmla="*/ 647700 h 647699"/>
                <a:gd name="connsiteX1" fmla="*/ 0 w 647699"/>
                <a:gd name="connsiteY1" fmla="*/ 323850 h 647699"/>
                <a:gd name="connsiteX2" fmla="*/ 323850 w 647699"/>
                <a:gd name="connsiteY2" fmla="*/ 0 h 647699"/>
                <a:gd name="connsiteX3" fmla="*/ 647700 w 647699"/>
                <a:gd name="connsiteY3" fmla="*/ 323850 h 647699"/>
                <a:gd name="connsiteX4" fmla="*/ 323850 w 647699"/>
                <a:gd name="connsiteY4" fmla="*/ 647700 h 647699"/>
                <a:gd name="connsiteX5" fmla="*/ 323850 w 647699"/>
                <a:gd name="connsiteY5" fmla="*/ 114300 h 647699"/>
                <a:gd name="connsiteX6" fmla="*/ 114300 w 647699"/>
                <a:gd name="connsiteY6" fmla="*/ 323850 h 647699"/>
                <a:gd name="connsiteX7" fmla="*/ 323850 w 647699"/>
                <a:gd name="connsiteY7" fmla="*/ 533400 h 647699"/>
                <a:gd name="connsiteX8" fmla="*/ 533400 w 647699"/>
                <a:gd name="connsiteY8" fmla="*/ 323850 h 647699"/>
                <a:gd name="connsiteX9" fmla="*/ 323850 w 647699"/>
                <a:gd name="connsiteY9" fmla="*/ 114300 h 64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9" h="647699">
                  <a:moveTo>
                    <a:pt x="323850" y="647700"/>
                  </a:moveTo>
                  <a:cubicBezTo>
                    <a:pt x="145256" y="647700"/>
                    <a:pt x="0" y="502444"/>
                    <a:pt x="0" y="323850"/>
                  </a:cubicBezTo>
                  <a:cubicBezTo>
                    <a:pt x="0" y="145256"/>
                    <a:pt x="145256" y="0"/>
                    <a:pt x="323850" y="0"/>
                  </a:cubicBezTo>
                  <a:cubicBezTo>
                    <a:pt x="502444" y="0"/>
                    <a:pt x="647700" y="145256"/>
                    <a:pt x="647700" y="323850"/>
                  </a:cubicBezTo>
                  <a:cubicBezTo>
                    <a:pt x="647700" y="502444"/>
                    <a:pt x="502444" y="647700"/>
                    <a:pt x="323850" y="647700"/>
                  </a:cubicBezTo>
                  <a:close/>
                  <a:moveTo>
                    <a:pt x="323850" y="114300"/>
                  </a:moveTo>
                  <a:cubicBezTo>
                    <a:pt x="208312" y="114300"/>
                    <a:pt x="114300" y="208312"/>
                    <a:pt x="114300" y="323850"/>
                  </a:cubicBezTo>
                  <a:cubicBezTo>
                    <a:pt x="114300" y="439388"/>
                    <a:pt x="208312" y="533400"/>
                    <a:pt x="323850" y="533400"/>
                  </a:cubicBezTo>
                  <a:cubicBezTo>
                    <a:pt x="439388" y="533400"/>
                    <a:pt x="533400" y="439388"/>
                    <a:pt x="533400" y="323850"/>
                  </a:cubicBezTo>
                  <a:cubicBezTo>
                    <a:pt x="533400" y="208312"/>
                    <a:pt x="439388" y="114300"/>
                    <a:pt x="323850" y="11430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497681" y="929626"/>
              <a:ext cx="989480" cy="658667"/>
            </a:xfrm>
            <a:custGeom>
              <a:avLst/>
              <a:gdLst>
                <a:gd name="connsiteX0" fmla="*/ 57150 w 989480"/>
                <a:gd name="connsiteY0" fmla="*/ 658668 h 658667"/>
                <a:gd name="connsiteX1" fmla="*/ 0 w 989480"/>
                <a:gd name="connsiteY1" fmla="*/ 601517 h 658667"/>
                <a:gd name="connsiteX2" fmla="*/ 0 w 989480"/>
                <a:gd name="connsiteY2" fmla="*/ 249092 h 658667"/>
                <a:gd name="connsiteX3" fmla="*/ 247650 w 989480"/>
                <a:gd name="connsiteY3" fmla="*/ 1442 h 658667"/>
                <a:gd name="connsiteX4" fmla="*/ 276225 w 989480"/>
                <a:gd name="connsiteY4" fmla="*/ 1442 h 658667"/>
                <a:gd name="connsiteX5" fmla="*/ 320135 w 989480"/>
                <a:gd name="connsiteY5" fmla="*/ 871 h 658667"/>
                <a:gd name="connsiteX6" fmla="*/ 468249 w 989480"/>
                <a:gd name="connsiteY6" fmla="*/ 776 h 658667"/>
                <a:gd name="connsiteX7" fmla="*/ 523780 w 989480"/>
                <a:gd name="connsiteY7" fmla="*/ 59450 h 658667"/>
                <a:gd name="connsiteX8" fmla="*/ 465106 w 989480"/>
                <a:gd name="connsiteY8" fmla="*/ 114980 h 658667"/>
                <a:gd name="connsiteX9" fmla="*/ 322040 w 989480"/>
                <a:gd name="connsiteY9" fmla="*/ 115076 h 658667"/>
                <a:gd name="connsiteX10" fmla="*/ 276130 w 989480"/>
                <a:gd name="connsiteY10" fmla="*/ 115647 h 658667"/>
                <a:gd name="connsiteX11" fmla="*/ 247555 w 989480"/>
                <a:gd name="connsiteY11" fmla="*/ 115647 h 658667"/>
                <a:gd name="connsiteX12" fmla="*/ 114205 w 989480"/>
                <a:gd name="connsiteY12" fmla="*/ 248997 h 658667"/>
                <a:gd name="connsiteX13" fmla="*/ 114205 w 989480"/>
                <a:gd name="connsiteY13" fmla="*/ 601422 h 658667"/>
                <a:gd name="connsiteX14" fmla="*/ 57417 w 989480"/>
                <a:gd name="connsiteY14" fmla="*/ 658667 h 658667"/>
                <a:gd name="connsiteX15" fmla="*/ 57150 w 989480"/>
                <a:gd name="connsiteY15" fmla="*/ 658667 h 658667"/>
                <a:gd name="connsiteX16" fmla="*/ 834962 w 989480"/>
                <a:gd name="connsiteY16" fmla="*/ 630093 h 658667"/>
                <a:gd name="connsiteX17" fmla="*/ 640271 w 989480"/>
                <a:gd name="connsiteY17" fmla="*/ 630093 h 658667"/>
                <a:gd name="connsiteX18" fmla="*/ 590741 w 989480"/>
                <a:gd name="connsiteY18" fmla="*/ 601517 h 658667"/>
                <a:gd name="connsiteX19" fmla="*/ 493395 w 989480"/>
                <a:gd name="connsiteY19" fmla="*/ 432925 h 658667"/>
                <a:gd name="connsiteX20" fmla="*/ 493395 w 989480"/>
                <a:gd name="connsiteY20" fmla="*/ 375775 h 658667"/>
                <a:gd name="connsiteX21" fmla="*/ 590741 w 989480"/>
                <a:gd name="connsiteY21" fmla="*/ 207183 h 658667"/>
                <a:gd name="connsiteX22" fmla="*/ 640271 w 989480"/>
                <a:gd name="connsiteY22" fmla="*/ 178607 h 658667"/>
                <a:gd name="connsiteX23" fmla="*/ 834962 w 989480"/>
                <a:gd name="connsiteY23" fmla="*/ 178607 h 658667"/>
                <a:gd name="connsiteX24" fmla="*/ 884492 w 989480"/>
                <a:gd name="connsiteY24" fmla="*/ 207183 h 658667"/>
                <a:gd name="connsiteX25" fmla="*/ 981837 w 989480"/>
                <a:gd name="connsiteY25" fmla="*/ 375775 h 658667"/>
                <a:gd name="connsiteX26" fmla="*/ 981837 w 989480"/>
                <a:gd name="connsiteY26" fmla="*/ 432925 h 658667"/>
                <a:gd name="connsiteX27" fmla="*/ 884492 w 989480"/>
                <a:gd name="connsiteY27" fmla="*/ 601517 h 658667"/>
                <a:gd name="connsiteX28" fmla="*/ 834962 w 989480"/>
                <a:gd name="connsiteY28" fmla="*/ 630093 h 658667"/>
                <a:gd name="connsiteX29" fmla="*/ 673227 w 989480"/>
                <a:gd name="connsiteY29" fmla="*/ 515793 h 658667"/>
                <a:gd name="connsiteX30" fmla="*/ 801910 w 989480"/>
                <a:gd name="connsiteY30" fmla="*/ 515793 h 658667"/>
                <a:gd name="connsiteX31" fmla="*/ 866299 w 989480"/>
                <a:gd name="connsiteY31" fmla="*/ 404350 h 658667"/>
                <a:gd name="connsiteX32" fmla="*/ 801910 w 989480"/>
                <a:gd name="connsiteY32" fmla="*/ 292907 h 658667"/>
                <a:gd name="connsiteX33" fmla="*/ 673227 w 989480"/>
                <a:gd name="connsiteY33" fmla="*/ 292907 h 658667"/>
                <a:gd name="connsiteX34" fmla="*/ 608838 w 989480"/>
                <a:gd name="connsiteY34" fmla="*/ 404350 h 658667"/>
                <a:gd name="connsiteX35" fmla="*/ 673227 w 989480"/>
                <a:gd name="connsiteY35" fmla="*/ 515793 h 65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89480" h="658667">
                  <a:moveTo>
                    <a:pt x="57150" y="658668"/>
                  </a:moveTo>
                  <a:cubicBezTo>
                    <a:pt x="25622" y="658668"/>
                    <a:pt x="0" y="633045"/>
                    <a:pt x="0" y="601517"/>
                  </a:cubicBezTo>
                  <a:lnTo>
                    <a:pt x="0" y="249092"/>
                  </a:lnTo>
                  <a:cubicBezTo>
                    <a:pt x="0" y="112504"/>
                    <a:pt x="111062" y="1442"/>
                    <a:pt x="247650" y="1442"/>
                  </a:cubicBezTo>
                  <a:lnTo>
                    <a:pt x="276225" y="1442"/>
                  </a:lnTo>
                  <a:cubicBezTo>
                    <a:pt x="288036" y="1442"/>
                    <a:pt x="302990" y="1157"/>
                    <a:pt x="320135" y="871"/>
                  </a:cubicBezTo>
                  <a:cubicBezTo>
                    <a:pt x="359474" y="204"/>
                    <a:pt x="413480" y="-653"/>
                    <a:pt x="468249" y="776"/>
                  </a:cubicBezTo>
                  <a:cubicBezTo>
                    <a:pt x="499777" y="1633"/>
                    <a:pt x="524637" y="27922"/>
                    <a:pt x="523780" y="59450"/>
                  </a:cubicBezTo>
                  <a:cubicBezTo>
                    <a:pt x="522922" y="90977"/>
                    <a:pt x="496634" y="115457"/>
                    <a:pt x="465106" y="114980"/>
                  </a:cubicBezTo>
                  <a:cubicBezTo>
                    <a:pt x="412814" y="113552"/>
                    <a:pt x="362426" y="114409"/>
                    <a:pt x="322040" y="115076"/>
                  </a:cubicBezTo>
                  <a:cubicBezTo>
                    <a:pt x="304038" y="115361"/>
                    <a:pt x="288512" y="115647"/>
                    <a:pt x="276130" y="115647"/>
                  </a:cubicBezTo>
                  <a:lnTo>
                    <a:pt x="247555" y="115647"/>
                  </a:lnTo>
                  <a:cubicBezTo>
                    <a:pt x="174022" y="115647"/>
                    <a:pt x="114205" y="175464"/>
                    <a:pt x="114205" y="248997"/>
                  </a:cubicBezTo>
                  <a:lnTo>
                    <a:pt x="114205" y="601422"/>
                  </a:lnTo>
                  <a:cubicBezTo>
                    <a:pt x="114331" y="632911"/>
                    <a:pt x="88906" y="658541"/>
                    <a:pt x="57417" y="658667"/>
                  </a:cubicBezTo>
                  <a:cubicBezTo>
                    <a:pt x="57328" y="658667"/>
                    <a:pt x="57239" y="658667"/>
                    <a:pt x="57150" y="658667"/>
                  </a:cubicBezTo>
                  <a:close/>
                  <a:moveTo>
                    <a:pt x="834962" y="630093"/>
                  </a:moveTo>
                  <a:lnTo>
                    <a:pt x="640271" y="630093"/>
                  </a:lnTo>
                  <a:cubicBezTo>
                    <a:pt x="619887" y="630093"/>
                    <a:pt x="601028" y="619234"/>
                    <a:pt x="590741" y="601517"/>
                  </a:cubicBezTo>
                  <a:lnTo>
                    <a:pt x="493395" y="432925"/>
                  </a:lnTo>
                  <a:cubicBezTo>
                    <a:pt x="483204" y="415238"/>
                    <a:pt x="483204" y="393462"/>
                    <a:pt x="493395" y="375775"/>
                  </a:cubicBezTo>
                  <a:lnTo>
                    <a:pt x="590741" y="207183"/>
                  </a:lnTo>
                  <a:cubicBezTo>
                    <a:pt x="600932" y="189466"/>
                    <a:pt x="619792" y="178607"/>
                    <a:pt x="640271" y="178607"/>
                  </a:cubicBezTo>
                  <a:lnTo>
                    <a:pt x="834962" y="178607"/>
                  </a:lnTo>
                  <a:cubicBezTo>
                    <a:pt x="855345" y="178607"/>
                    <a:pt x="874205" y="189466"/>
                    <a:pt x="884492" y="207183"/>
                  </a:cubicBezTo>
                  <a:lnTo>
                    <a:pt x="981837" y="375775"/>
                  </a:lnTo>
                  <a:cubicBezTo>
                    <a:pt x="992028" y="393462"/>
                    <a:pt x="992028" y="415238"/>
                    <a:pt x="981837" y="432925"/>
                  </a:cubicBezTo>
                  <a:lnTo>
                    <a:pt x="884492" y="601517"/>
                  </a:lnTo>
                  <a:cubicBezTo>
                    <a:pt x="874205" y="619234"/>
                    <a:pt x="855345" y="630093"/>
                    <a:pt x="834962" y="630093"/>
                  </a:cubicBezTo>
                  <a:close/>
                  <a:moveTo>
                    <a:pt x="673227" y="515793"/>
                  </a:moveTo>
                  <a:lnTo>
                    <a:pt x="801910" y="515793"/>
                  </a:lnTo>
                  <a:lnTo>
                    <a:pt x="866299" y="404350"/>
                  </a:lnTo>
                  <a:lnTo>
                    <a:pt x="801910" y="292907"/>
                  </a:lnTo>
                  <a:lnTo>
                    <a:pt x="673227" y="292907"/>
                  </a:lnTo>
                  <a:lnTo>
                    <a:pt x="608838" y="404350"/>
                  </a:lnTo>
                  <a:lnTo>
                    <a:pt x="673227" y="51579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93" name="文本框 192"/>
          <p:cNvSpPr txBox="1"/>
          <p:nvPr/>
        </p:nvSpPr>
        <p:spPr>
          <a:xfrm>
            <a:off x="9759562" y="3511123"/>
            <a:ext cx="115576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数字化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HR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建设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759562" y="4531847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全球化人才储备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9759562" y="5527154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雇主品牌升级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9328607" y="3858255"/>
            <a:ext cx="2110927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规划引入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简历筛选与员工服务机器人，提升人力资源运营效率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9328607" y="4874987"/>
            <a:ext cx="2240479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启动海外人才引进专项，为业务出海储备核心力量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328607" y="5878053"/>
            <a:ext cx="2110927" cy="383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计划与知名招聘平台合作，打造系列深度内容，强化技术雇主品牌形象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6" name="图形 204"/>
          <p:cNvSpPr>
            <a:spLocks noChangeAspect="1"/>
          </p:cNvSpPr>
          <p:nvPr/>
        </p:nvSpPr>
        <p:spPr>
          <a:xfrm>
            <a:off x="9329826" y="3492057"/>
            <a:ext cx="324000" cy="288000"/>
          </a:xfrm>
          <a:custGeom>
            <a:avLst/>
            <a:gdLst>
              <a:gd name="connsiteX0" fmla="*/ 864870 w 1714500"/>
              <a:gd name="connsiteY0" fmla="*/ 902970 h 1524000"/>
              <a:gd name="connsiteX1" fmla="*/ 849630 w 1714500"/>
              <a:gd name="connsiteY1" fmla="*/ 902970 h 1524000"/>
              <a:gd name="connsiteX2" fmla="*/ 857250 w 1714500"/>
              <a:gd name="connsiteY2" fmla="*/ 891540 h 1524000"/>
              <a:gd name="connsiteX3" fmla="*/ 864870 w 1714500"/>
              <a:gd name="connsiteY3" fmla="*/ 902970 h 1524000"/>
              <a:gd name="connsiteX4" fmla="*/ 1097280 w 1714500"/>
              <a:gd name="connsiteY4" fmla="*/ 624840 h 1524000"/>
              <a:gd name="connsiteX5" fmla="*/ 914400 w 1714500"/>
              <a:gd name="connsiteY5" fmla="*/ 941070 h 1524000"/>
              <a:gd name="connsiteX6" fmla="*/ 807720 w 1714500"/>
              <a:gd name="connsiteY6" fmla="*/ 952500 h 1524000"/>
              <a:gd name="connsiteX7" fmla="*/ 582930 w 1714500"/>
              <a:gd name="connsiteY7" fmla="*/ 712470 h 1524000"/>
              <a:gd name="connsiteX8" fmla="*/ 358140 w 1714500"/>
              <a:gd name="connsiteY8" fmla="*/ 1127760 h 1524000"/>
              <a:gd name="connsiteX9" fmla="*/ 266700 w 1714500"/>
              <a:gd name="connsiteY9" fmla="*/ 1181100 h 1524000"/>
              <a:gd name="connsiteX10" fmla="*/ 114300 w 1714500"/>
              <a:gd name="connsiteY10" fmla="*/ 1181100 h 1524000"/>
              <a:gd name="connsiteX11" fmla="*/ 0 w 1714500"/>
              <a:gd name="connsiteY11" fmla="*/ 1066800 h 1524000"/>
              <a:gd name="connsiteX12" fmla="*/ 0 w 1714500"/>
              <a:gd name="connsiteY12" fmla="*/ 114300 h 1524000"/>
              <a:gd name="connsiteX13" fmla="*/ 114300 w 1714500"/>
              <a:gd name="connsiteY13" fmla="*/ 0 h 1524000"/>
              <a:gd name="connsiteX14" fmla="*/ 1600200 w 1714500"/>
              <a:gd name="connsiteY14" fmla="*/ 0 h 1524000"/>
              <a:gd name="connsiteX15" fmla="*/ 1714500 w 1714500"/>
              <a:gd name="connsiteY15" fmla="*/ 114300 h 1524000"/>
              <a:gd name="connsiteX16" fmla="*/ 1714500 w 1714500"/>
              <a:gd name="connsiteY16" fmla="*/ 1066800 h 1524000"/>
              <a:gd name="connsiteX17" fmla="*/ 1600200 w 1714500"/>
              <a:gd name="connsiteY17" fmla="*/ 1181100 h 1524000"/>
              <a:gd name="connsiteX18" fmla="*/ 899160 w 1714500"/>
              <a:gd name="connsiteY18" fmla="*/ 1181100 h 1524000"/>
              <a:gd name="connsiteX19" fmla="*/ 899160 w 1714500"/>
              <a:gd name="connsiteY19" fmla="*/ 1447800 h 1524000"/>
              <a:gd name="connsiteX20" fmla="*/ 1242060 w 1714500"/>
              <a:gd name="connsiteY20" fmla="*/ 1447800 h 1524000"/>
              <a:gd name="connsiteX21" fmla="*/ 1280160 w 1714500"/>
              <a:gd name="connsiteY21" fmla="*/ 1485900 h 1524000"/>
              <a:gd name="connsiteX22" fmla="*/ 1242060 w 1714500"/>
              <a:gd name="connsiteY22" fmla="*/ 1524000 h 1524000"/>
              <a:gd name="connsiteX23" fmla="*/ 480060 w 1714500"/>
              <a:gd name="connsiteY23" fmla="*/ 1524000 h 1524000"/>
              <a:gd name="connsiteX24" fmla="*/ 441960 w 1714500"/>
              <a:gd name="connsiteY24" fmla="*/ 1485900 h 1524000"/>
              <a:gd name="connsiteX25" fmla="*/ 480060 w 1714500"/>
              <a:gd name="connsiteY25" fmla="*/ 1447800 h 1524000"/>
              <a:gd name="connsiteX26" fmla="*/ 822960 w 1714500"/>
              <a:gd name="connsiteY26" fmla="*/ 1447800 h 1524000"/>
              <a:gd name="connsiteX27" fmla="*/ 822960 w 1714500"/>
              <a:gd name="connsiteY27" fmla="*/ 1181100 h 1524000"/>
              <a:gd name="connsiteX28" fmla="*/ 899160 w 1714500"/>
              <a:gd name="connsiteY28" fmla="*/ 1104900 h 1524000"/>
              <a:gd name="connsiteX29" fmla="*/ 1604010 w 1714500"/>
              <a:gd name="connsiteY29" fmla="*/ 1104900 h 1524000"/>
              <a:gd name="connsiteX30" fmla="*/ 1642110 w 1714500"/>
              <a:gd name="connsiteY30" fmla="*/ 1066800 h 1524000"/>
              <a:gd name="connsiteX31" fmla="*/ 1642110 w 1714500"/>
              <a:gd name="connsiteY31" fmla="*/ 114300 h 1524000"/>
              <a:gd name="connsiteX32" fmla="*/ 1604010 w 1714500"/>
              <a:gd name="connsiteY32" fmla="*/ 76200 h 1524000"/>
              <a:gd name="connsiteX33" fmla="*/ 118110 w 1714500"/>
              <a:gd name="connsiteY33" fmla="*/ 76200 h 1524000"/>
              <a:gd name="connsiteX34" fmla="*/ 80010 w 1714500"/>
              <a:gd name="connsiteY34" fmla="*/ 114300 h 1524000"/>
              <a:gd name="connsiteX35" fmla="*/ 80010 w 1714500"/>
              <a:gd name="connsiteY35" fmla="*/ 1066800 h 1524000"/>
              <a:gd name="connsiteX36" fmla="*/ 118110 w 1714500"/>
              <a:gd name="connsiteY36" fmla="*/ 1104900 h 1524000"/>
              <a:gd name="connsiteX37" fmla="*/ 270510 w 1714500"/>
              <a:gd name="connsiteY37" fmla="*/ 1104900 h 1524000"/>
              <a:gd name="connsiteX38" fmla="*/ 293370 w 1714500"/>
              <a:gd name="connsiteY38" fmla="*/ 1093470 h 1524000"/>
              <a:gd name="connsiteX39" fmla="*/ 525780 w 1714500"/>
              <a:gd name="connsiteY39" fmla="*/ 662940 h 1524000"/>
              <a:gd name="connsiteX40" fmla="*/ 632460 w 1714500"/>
              <a:gd name="connsiteY40" fmla="*/ 647700 h 1524000"/>
              <a:gd name="connsiteX41" fmla="*/ 857250 w 1714500"/>
              <a:gd name="connsiteY41" fmla="*/ 887730 h 1524000"/>
              <a:gd name="connsiteX42" fmla="*/ 1040130 w 1714500"/>
              <a:gd name="connsiteY42" fmla="*/ 571500 h 1524000"/>
              <a:gd name="connsiteX43" fmla="*/ 979170 w 1714500"/>
              <a:gd name="connsiteY43" fmla="*/ 415290 h 1524000"/>
              <a:gd name="connsiteX44" fmla="*/ 1207770 w 1714500"/>
              <a:gd name="connsiteY44" fmla="*/ 186690 h 1524000"/>
              <a:gd name="connsiteX45" fmla="*/ 1436370 w 1714500"/>
              <a:gd name="connsiteY45" fmla="*/ 415290 h 1524000"/>
              <a:gd name="connsiteX46" fmla="*/ 1207770 w 1714500"/>
              <a:gd name="connsiteY46" fmla="*/ 643890 h 1524000"/>
              <a:gd name="connsiteX47" fmla="*/ 1097280 w 1714500"/>
              <a:gd name="connsiteY47" fmla="*/ 624840 h 1524000"/>
              <a:gd name="connsiteX48" fmla="*/ 1203960 w 1714500"/>
              <a:gd name="connsiteY48" fmla="*/ 575310 h 1524000"/>
              <a:gd name="connsiteX49" fmla="*/ 1356360 w 1714500"/>
              <a:gd name="connsiteY49" fmla="*/ 422910 h 1524000"/>
              <a:gd name="connsiteX50" fmla="*/ 1203960 w 1714500"/>
              <a:gd name="connsiteY50" fmla="*/ 270510 h 1524000"/>
              <a:gd name="connsiteX51" fmla="*/ 1051560 w 1714500"/>
              <a:gd name="connsiteY51" fmla="*/ 422910 h 1524000"/>
              <a:gd name="connsiteX52" fmla="*/ 1203960 w 1714500"/>
              <a:gd name="connsiteY52" fmla="*/ 57531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14500" h="1524000">
                <a:moveTo>
                  <a:pt x="864870" y="902970"/>
                </a:moveTo>
                <a:cubicBezTo>
                  <a:pt x="861060" y="899160"/>
                  <a:pt x="849630" y="899160"/>
                  <a:pt x="849630" y="902970"/>
                </a:cubicBezTo>
                <a:lnTo>
                  <a:pt x="857250" y="891540"/>
                </a:lnTo>
                <a:lnTo>
                  <a:pt x="864870" y="902970"/>
                </a:lnTo>
                <a:close/>
                <a:moveTo>
                  <a:pt x="1097280" y="624840"/>
                </a:moveTo>
                <a:lnTo>
                  <a:pt x="914400" y="941070"/>
                </a:lnTo>
                <a:cubicBezTo>
                  <a:pt x="891540" y="982980"/>
                  <a:pt x="842010" y="986790"/>
                  <a:pt x="807720" y="952500"/>
                </a:cubicBezTo>
                <a:lnTo>
                  <a:pt x="582930" y="712470"/>
                </a:lnTo>
                <a:lnTo>
                  <a:pt x="358140" y="1127760"/>
                </a:lnTo>
                <a:cubicBezTo>
                  <a:pt x="342900" y="1158240"/>
                  <a:pt x="304800" y="1181100"/>
                  <a:pt x="266700" y="1181100"/>
                </a:cubicBezTo>
                <a:lnTo>
                  <a:pt x="114300" y="1181100"/>
                </a:lnTo>
                <a:cubicBezTo>
                  <a:pt x="49530" y="1181100"/>
                  <a:pt x="0" y="1131570"/>
                  <a:pt x="0" y="1066800"/>
                </a:cubicBezTo>
                <a:lnTo>
                  <a:pt x="0" y="114300"/>
                </a:lnTo>
                <a:cubicBezTo>
                  <a:pt x="0" y="49530"/>
                  <a:pt x="49530" y="0"/>
                  <a:pt x="114300" y="0"/>
                </a:cubicBezTo>
                <a:lnTo>
                  <a:pt x="1600200" y="0"/>
                </a:lnTo>
                <a:cubicBezTo>
                  <a:pt x="1664970" y="0"/>
                  <a:pt x="1714500" y="49530"/>
                  <a:pt x="1714500" y="114300"/>
                </a:cubicBezTo>
                <a:lnTo>
                  <a:pt x="1714500" y="1066800"/>
                </a:lnTo>
                <a:cubicBezTo>
                  <a:pt x="1714500" y="1131570"/>
                  <a:pt x="1664970" y="1181100"/>
                  <a:pt x="1600200" y="1181100"/>
                </a:cubicBezTo>
                <a:lnTo>
                  <a:pt x="899160" y="1181100"/>
                </a:lnTo>
                <a:lnTo>
                  <a:pt x="899160" y="1447800"/>
                </a:lnTo>
                <a:lnTo>
                  <a:pt x="1242060" y="1447800"/>
                </a:lnTo>
                <a:cubicBezTo>
                  <a:pt x="1264920" y="1447800"/>
                  <a:pt x="1280160" y="1463040"/>
                  <a:pt x="1280160" y="1485900"/>
                </a:cubicBezTo>
                <a:cubicBezTo>
                  <a:pt x="1280160" y="1508760"/>
                  <a:pt x="1264920" y="1524000"/>
                  <a:pt x="1242060" y="1524000"/>
                </a:cubicBezTo>
                <a:lnTo>
                  <a:pt x="480060" y="1524000"/>
                </a:lnTo>
                <a:cubicBezTo>
                  <a:pt x="457200" y="1524000"/>
                  <a:pt x="441960" y="1508760"/>
                  <a:pt x="441960" y="1485900"/>
                </a:cubicBezTo>
                <a:cubicBezTo>
                  <a:pt x="441960" y="1463040"/>
                  <a:pt x="457200" y="1447800"/>
                  <a:pt x="480060" y="1447800"/>
                </a:cubicBezTo>
                <a:lnTo>
                  <a:pt x="822960" y="1447800"/>
                </a:lnTo>
                <a:lnTo>
                  <a:pt x="822960" y="1181100"/>
                </a:lnTo>
                <a:cubicBezTo>
                  <a:pt x="822960" y="1139190"/>
                  <a:pt x="857250" y="1104900"/>
                  <a:pt x="899160" y="1104900"/>
                </a:cubicBezTo>
                <a:lnTo>
                  <a:pt x="1604010" y="1104900"/>
                </a:lnTo>
                <a:cubicBezTo>
                  <a:pt x="1626870" y="1104900"/>
                  <a:pt x="1642110" y="1089660"/>
                  <a:pt x="1642110" y="1066800"/>
                </a:cubicBezTo>
                <a:lnTo>
                  <a:pt x="1642110" y="114300"/>
                </a:lnTo>
                <a:cubicBezTo>
                  <a:pt x="1642110" y="95250"/>
                  <a:pt x="1623060" y="76200"/>
                  <a:pt x="1604010" y="76200"/>
                </a:cubicBezTo>
                <a:lnTo>
                  <a:pt x="118110" y="76200"/>
                </a:lnTo>
                <a:cubicBezTo>
                  <a:pt x="95250" y="76200"/>
                  <a:pt x="80010" y="91440"/>
                  <a:pt x="80010" y="114300"/>
                </a:cubicBezTo>
                <a:lnTo>
                  <a:pt x="80010" y="1066800"/>
                </a:lnTo>
                <a:cubicBezTo>
                  <a:pt x="80010" y="1085850"/>
                  <a:pt x="99060" y="1104900"/>
                  <a:pt x="118110" y="1104900"/>
                </a:cubicBezTo>
                <a:lnTo>
                  <a:pt x="270510" y="1104900"/>
                </a:lnTo>
                <a:cubicBezTo>
                  <a:pt x="278130" y="1104900"/>
                  <a:pt x="289560" y="1097280"/>
                  <a:pt x="293370" y="1093470"/>
                </a:cubicBezTo>
                <a:lnTo>
                  <a:pt x="525780" y="662940"/>
                </a:lnTo>
                <a:cubicBezTo>
                  <a:pt x="548640" y="621030"/>
                  <a:pt x="598170" y="613410"/>
                  <a:pt x="632460" y="647700"/>
                </a:cubicBezTo>
                <a:lnTo>
                  <a:pt x="857250" y="887730"/>
                </a:lnTo>
                <a:lnTo>
                  <a:pt x="1040130" y="571500"/>
                </a:lnTo>
                <a:cubicBezTo>
                  <a:pt x="1002030" y="529590"/>
                  <a:pt x="979170" y="476250"/>
                  <a:pt x="979170" y="415290"/>
                </a:cubicBezTo>
                <a:cubicBezTo>
                  <a:pt x="979170" y="289560"/>
                  <a:pt x="1082040" y="186690"/>
                  <a:pt x="1207770" y="186690"/>
                </a:cubicBezTo>
                <a:cubicBezTo>
                  <a:pt x="1333500" y="186690"/>
                  <a:pt x="1436370" y="289560"/>
                  <a:pt x="1436370" y="415290"/>
                </a:cubicBezTo>
                <a:cubicBezTo>
                  <a:pt x="1436370" y="541020"/>
                  <a:pt x="1333500" y="643890"/>
                  <a:pt x="1207770" y="643890"/>
                </a:cubicBezTo>
                <a:cubicBezTo>
                  <a:pt x="1165860" y="651510"/>
                  <a:pt x="1127760" y="640080"/>
                  <a:pt x="1097280" y="624840"/>
                </a:cubicBezTo>
                <a:close/>
                <a:moveTo>
                  <a:pt x="1203960" y="575310"/>
                </a:moveTo>
                <a:cubicBezTo>
                  <a:pt x="1287780" y="575310"/>
                  <a:pt x="1356360" y="506730"/>
                  <a:pt x="1356360" y="422910"/>
                </a:cubicBezTo>
                <a:cubicBezTo>
                  <a:pt x="1356360" y="339090"/>
                  <a:pt x="1287780" y="270510"/>
                  <a:pt x="1203960" y="270510"/>
                </a:cubicBezTo>
                <a:cubicBezTo>
                  <a:pt x="1120140" y="270510"/>
                  <a:pt x="1051560" y="339090"/>
                  <a:pt x="1051560" y="422910"/>
                </a:cubicBezTo>
                <a:cubicBezTo>
                  <a:pt x="1051560" y="506730"/>
                  <a:pt x="1120140" y="575310"/>
                  <a:pt x="1203960" y="575310"/>
                </a:cubicBezTo>
                <a:close/>
              </a:path>
            </a:pathLst>
          </a:custGeom>
          <a:solidFill>
            <a:schemeClr val="accent4"/>
          </a:solidFill>
          <a:ln w="186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212" name="组合 211"/>
          <p:cNvGrpSpPr>
            <a:grpSpLocks noChangeAspect="1"/>
          </p:cNvGrpSpPr>
          <p:nvPr/>
        </p:nvGrpSpPr>
        <p:grpSpPr>
          <a:xfrm>
            <a:off x="9311285" y="4489656"/>
            <a:ext cx="360000" cy="315019"/>
            <a:chOff x="0" y="119062"/>
            <a:chExt cx="1905021" cy="1666994"/>
          </a:xfrm>
          <a:solidFill>
            <a:schemeClr val="accent4"/>
          </a:solidFill>
        </p:grpSpPr>
        <p:sp>
          <p:nvSpPr>
            <p:cNvPr id="210" name="任意多边形: 形状 209"/>
            <p:cNvSpPr/>
            <p:nvPr/>
          </p:nvSpPr>
          <p:spPr>
            <a:xfrm>
              <a:off x="0" y="119062"/>
              <a:ext cx="1905021" cy="1666994"/>
            </a:xfrm>
            <a:custGeom>
              <a:avLst/>
              <a:gdLst>
                <a:gd name="connsiteX0" fmla="*/ 1380183 w 1905021"/>
                <a:gd name="connsiteY0" fmla="*/ 1666875 h 1666994"/>
                <a:gd name="connsiteX1" fmla="*/ 524838 w 1905021"/>
                <a:gd name="connsiteY1" fmla="*/ 1666875 h 1666994"/>
                <a:gd name="connsiteX2" fmla="*/ 440780 w 1905021"/>
                <a:gd name="connsiteY2" fmla="*/ 1619250 h 1666994"/>
                <a:gd name="connsiteX3" fmla="*/ 13108 w 1905021"/>
                <a:gd name="connsiteY3" fmla="*/ 881539 h 1666994"/>
                <a:gd name="connsiteX4" fmla="*/ 13108 w 1905021"/>
                <a:gd name="connsiteY4" fmla="*/ 785098 h 1666994"/>
                <a:gd name="connsiteX5" fmla="*/ 440780 w 1905021"/>
                <a:gd name="connsiteY5" fmla="*/ 47625 h 1666994"/>
                <a:gd name="connsiteX6" fmla="*/ 524838 w 1905021"/>
                <a:gd name="connsiteY6" fmla="*/ 0 h 1666994"/>
                <a:gd name="connsiteX7" fmla="*/ 1380183 w 1905021"/>
                <a:gd name="connsiteY7" fmla="*/ 0 h 1666994"/>
                <a:gd name="connsiteX8" fmla="*/ 1464241 w 1905021"/>
                <a:gd name="connsiteY8" fmla="*/ 47625 h 1666994"/>
                <a:gd name="connsiteX9" fmla="*/ 1891914 w 1905021"/>
                <a:gd name="connsiteY9" fmla="*/ 785217 h 1666994"/>
                <a:gd name="connsiteX10" fmla="*/ 1891914 w 1905021"/>
                <a:gd name="connsiteY10" fmla="*/ 881658 h 1666994"/>
                <a:gd name="connsiteX11" fmla="*/ 1464241 w 1905021"/>
                <a:gd name="connsiteY11" fmla="*/ 1619250 h 1666994"/>
                <a:gd name="connsiteX12" fmla="*/ 1380183 w 1905021"/>
                <a:gd name="connsiteY12" fmla="*/ 1666994 h 1666994"/>
                <a:gd name="connsiteX13" fmla="*/ 535792 w 1905021"/>
                <a:gd name="connsiteY13" fmla="*/ 119063 h 1666994"/>
                <a:gd name="connsiteX14" fmla="*/ 119073 w 1905021"/>
                <a:gd name="connsiteY14" fmla="*/ 833438 h 1666994"/>
                <a:gd name="connsiteX15" fmla="*/ 535792 w 1905021"/>
                <a:gd name="connsiteY15" fmla="*/ 1547813 h 1666994"/>
                <a:gd name="connsiteX16" fmla="*/ 1369230 w 1905021"/>
                <a:gd name="connsiteY16" fmla="*/ 1547813 h 1666994"/>
                <a:gd name="connsiteX17" fmla="*/ 1785948 w 1905021"/>
                <a:gd name="connsiteY17" fmla="*/ 833438 h 1666994"/>
                <a:gd name="connsiteX18" fmla="*/ 1369230 w 1905021"/>
                <a:gd name="connsiteY18" fmla="*/ 119063 h 1666994"/>
                <a:gd name="connsiteX19" fmla="*/ 535792 w 1905021"/>
                <a:gd name="connsiteY19" fmla="*/ 119063 h 166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05021" h="1666994">
                  <a:moveTo>
                    <a:pt x="1380183" y="1666875"/>
                  </a:moveTo>
                  <a:lnTo>
                    <a:pt x="524838" y="1666875"/>
                  </a:lnTo>
                  <a:cubicBezTo>
                    <a:pt x="490483" y="1666551"/>
                    <a:pt x="458717" y="1648554"/>
                    <a:pt x="440780" y="1619250"/>
                  </a:cubicBezTo>
                  <a:lnTo>
                    <a:pt x="13108" y="881539"/>
                  </a:lnTo>
                  <a:cubicBezTo>
                    <a:pt x="-4369" y="851767"/>
                    <a:pt x="-4369" y="814870"/>
                    <a:pt x="13108" y="785098"/>
                  </a:cubicBezTo>
                  <a:lnTo>
                    <a:pt x="440780" y="47625"/>
                  </a:lnTo>
                  <a:cubicBezTo>
                    <a:pt x="458517" y="18115"/>
                    <a:pt x="490409" y="46"/>
                    <a:pt x="524838" y="0"/>
                  </a:cubicBezTo>
                  <a:lnTo>
                    <a:pt x="1380183" y="0"/>
                  </a:lnTo>
                  <a:cubicBezTo>
                    <a:pt x="1413997" y="0"/>
                    <a:pt x="1446739" y="18574"/>
                    <a:pt x="1464241" y="47625"/>
                  </a:cubicBezTo>
                  <a:lnTo>
                    <a:pt x="1891914" y="785217"/>
                  </a:lnTo>
                  <a:cubicBezTo>
                    <a:pt x="1909391" y="814989"/>
                    <a:pt x="1909391" y="851886"/>
                    <a:pt x="1891914" y="881658"/>
                  </a:cubicBezTo>
                  <a:lnTo>
                    <a:pt x="1464241" y="1619250"/>
                  </a:lnTo>
                  <a:cubicBezTo>
                    <a:pt x="1446534" y="1648805"/>
                    <a:pt x="1414637" y="1666923"/>
                    <a:pt x="1380183" y="1666994"/>
                  </a:cubicBezTo>
                  <a:close/>
                  <a:moveTo>
                    <a:pt x="535792" y="119063"/>
                  </a:moveTo>
                  <a:lnTo>
                    <a:pt x="119073" y="833438"/>
                  </a:lnTo>
                  <a:lnTo>
                    <a:pt x="535792" y="1547813"/>
                  </a:lnTo>
                  <a:lnTo>
                    <a:pt x="1369230" y="1547813"/>
                  </a:lnTo>
                  <a:lnTo>
                    <a:pt x="1785948" y="833438"/>
                  </a:lnTo>
                  <a:lnTo>
                    <a:pt x="1369230" y="119063"/>
                  </a:lnTo>
                  <a:lnTo>
                    <a:pt x="535792" y="119063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476260" y="357187"/>
              <a:ext cx="952499" cy="1071562"/>
            </a:xfrm>
            <a:custGeom>
              <a:avLst/>
              <a:gdLst>
                <a:gd name="connsiteX0" fmla="*/ 952500 w 952499"/>
                <a:gd name="connsiteY0" fmla="*/ 251103 h 1071562"/>
                <a:gd name="connsiteX1" fmla="*/ 692229 w 952499"/>
                <a:gd name="connsiteY1" fmla="*/ 0 h 1071562"/>
                <a:gd name="connsiteX2" fmla="*/ 431959 w 952499"/>
                <a:gd name="connsiteY2" fmla="*/ 251103 h 1071562"/>
                <a:gd name="connsiteX3" fmla="*/ 433149 w 952499"/>
                <a:gd name="connsiteY3" fmla="*/ 267176 h 1071562"/>
                <a:gd name="connsiteX4" fmla="*/ 431959 w 952499"/>
                <a:gd name="connsiteY4" fmla="*/ 267176 h 1071562"/>
                <a:gd name="connsiteX5" fmla="*/ 431959 w 952499"/>
                <a:gd name="connsiteY5" fmla="*/ 582216 h 1071562"/>
                <a:gd name="connsiteX6" fmla="*/ 260271 w 952499"/>
                <a:gd name="connsiteY6" fmla="*/ 747832 h 1071562"/>
                <a:gd name="connsiteX7" fmla="*/ 88582 w 952499"/>
                <a:gd name="connsiteY7" fmla="*/ 582216 h 1071562"/>
                <a:gd name="connsiteX8" fmla="*/ 243721 w 952499"/>
                <a:gd name="connsiteY8" fmla="*/ 417671 h 1071562"/>
                <a:gd name="connsiteX9" fmla="*/ 243721 w 952499"/>
                <a:gd name="connsiteY9" fmla="*/ 416719 h 1071562"/>
                <a:gd name="connsiteX10" fmla="*/ 288012 w 952499"/>
                <a:gd name="connsiteY10" fmla="*/ 373975 h 1071562"/>
                <a:gd name="connsiteX11" fmla="*/ 243721 w 952499"/>
                <a:gd name="connsiteY11" fmla="*/ 331232 h 1071562"/>
                <a:gd name="connsiteX12" fmla="*/ 232529 w 952499"/>
                <a:gd name="connsiteY12" fmla="*/ 332303 h 1071562"/>
                <a:gd name="connsiteX13" fmla="*/ 0 w 952499"/>
                <a:gd name="connsiteY13" fmla="*/ 582335 h 1071562"/>
                <a:gd name="connsiteX14" fmla="*/ 260271 w 952499"/>
                <a:gd name="connsiteY14" fmla="*/ 833438 h 1071562"/>
                <a:gd name="connsiteX15" fmla="*/ 520541 w 952499"/>
                <a:gd name="connsiteY15" fmla="*/ 587693 h 1071562"/>
                <a:gd name="connsiteX16" fmla="*/ 520541 w 952499"/>
                <a:gd name="connsiteY16" fmla="*/ 251103 h 1071562"/>
                <a:gd name="connsiteX17" fmla="*/ 692229 w 952499"/>
                <a:gd name="connsiteY17" fmla="*/ 85487 h 1071562"/>
                <a:gd name="connsiteX18" fmla="*/ 863918 w 952499"/>
                <a:gd name="connsiteY18" fmla="*/ 251103 h 1071562"/>
                <a:gd name="connsiteX19" fmla="*/ 708779 w 952499"/>
                <a:gd name="connsiteY19" fmla="*/ 415647 h 1071562"/>
                <a:gd name="connsiteX20" fmla="*/ 708779 w 952499"/>
                <a:gd name="connsiteY20" fmla="*/ 416719 h 1071562"/>
                <a:gd name="connsiteX21" fmla="*/ 664488 w 952499"/>
                <a:gd name="connsiteY21" fmla="*/ 459462 h 1071562"/>
                <a:gd name="connsiteX22" fmla="*/ 708779 w 952499"/>
                <a:gd name="connsiteY22" fmla="*/ 502206 h 1071562"/>
                <a:gd name="connsiteX23" fmla="*/ 719971 w 952499"/>
                <a:gd name="connsiteY23" fmla="*/ 501134 h 1071562"/>
                <a:gd name="connsiteX24" fmla="*/ 952500 w 952499"/>
                <a:gd name="connsiteY24" fmla="*/ 251103 h 1071562"/>
                <a:gd name="connsiteX25" fmla="*/ 59531 w 952499"/>
                <a:gd name="connsiteY25" fmla="*/ 952500 h 1071562"/>
                <a:gd name="connsiteX26" fmla="*/ 892969 w 952499"/>
                <a:gd name="connsiteY26" fmla="*/ 952500 h 1071562"/>
                <a:gd name="connsiteX27" fmla="*/ 952500 w 952499"/>
                <a:gd name="connsiteY27" fmla="*/ 1012031 h 1071562"/>
                <a:gd name="connsiteX28" fmla="*/ 892969 w 952499"/>
                <a:gd name="connsiteY28" fmla="*/ 1071563 h 1071562"/>
                <a:gd name="connsiteX29" fmla="*/ 59531 w 952499"/>
                <a:gd name="connsiteY29" fmla="*/ 1071563 h 1071562"/>
                <a:gd name="connsiteX30" fmla="*/ 0 w 952499"/>
                <a:gd name="connsiteY30" fmla="*/ 1012031 h 1071562"/>
                <a:gd name="connsiteX31" fmla="*/ 59531 w 952499"/>
                <a:gd name="connsiteY31" fmla="*/ 952500 h 107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2499" h="1071562">
                  <a:moveTo>
                    <a:pt x="952500" y="251103"/>
                  </a:moveTo>
                  <a:cubicBezTo>
                    <a:pt x="952500" y="112157"/>
                    <a:pt x="836176" y="0"/>
                    <a:pt x="692229" y="0"/>
                  </a:cubicBezTo>
                  <a:cubicBezTo>
                    <a:pt x="548164" y="0"/>
                    <a:pt x="431959" y="112157"/>
                    <a:pt x="431959" y="251103"/>
                  </a:cubicBezTo>
                  <a:cubicBezTo>
                    <a:pt x="431959" y="256461"/>
                    <a:pt x="431959" y="261818"/>
                    <a:pt x="433149" y="267176"/>
                  </a:cubicBezTo>
                  <a:lnTo>
                    <a:pt x="431959" y="267176"/>
                  </a:lnTo>
                  <a:lnTo>
                    <a:pt x="431959" y="582216"/>
                  </a:lnTo>
                  <a:cubicBezTo>
                    <a:pt x="431959" y="674132"/>
                    <a:pt x="355521" y="747832"/>
                    <a:pt x="260271" y="747832"/>
                  </a:cubicBezTo>
                  <a:cubicBezTo>
                    <a:pt x="165021" y="747832"/>
                    <a:pt x="88582" y="674013"/>
                    <a:pt x="88582" y="582216"/>
                  </a:cubicBezTo>
                  <a:cubicBezTo>
                    <a:pt x="88582" y="495657"/>
                    <a:pt x="156210" y="425053"/>
                    <a:pt x="243721" y="417671"/>
                  </a:cubicBezTo>
                  <a:lnTo>
                    <a:pt x="243721" y="416719"/>
                  </a:lnTo>
                  <a:cubicBezTo>
                    <a:pt x="267717" y="417051"/>
                    <a:pt x="287491" y="397969"/>
                    <a:pt x="288012" y="373975"/>
                  </a:cubicBezTo>
                  <a:cubicBezTo>
                    <a:pt x="287491" y="349982"/>
                    <a:pt x="267718" y="330899"/>
                    <a:pt x="243721" y="331232"/>
                  </a:cubicBezTo>
                  <a:cubicBezTo>
                    <a:pt x="240387" y="331232"/>
                    <a:pt x="235863" y="332303"/>
                    <a:pt x="232529" y="332303"/>
                  </a:cubicBezTo>
                  <a:cubicBezTo>
                    <a:pt x="101917" y="346234"/>
                    <a:pt x="0" y="453033"/>
                    <a:pt x="0" y="582335"/>
                  </a:cubicBezTo>
                  <a:cubicBezTo>
                    <a:pt x="0" y="721281"/>
                    <a:pt x="116324" y="833438"/>
                    <a:pt x="260271" y="833438"/>
                  </a:cubicBezTo>
                  <a:cubicBezTo>
                    <a:pt x="401955" y="833438"/>
                    <a:pt x="517208" y="723424"/>
                    <a:pt x="520541" y="587693"/>
                  </a:cubicBezTo>
                  <a:lnTo>
                    <a:pt x="520541" y="251103"/>
                  </a:lnTo>
                  <a:cubicBezTo>
                    <a:pt x="520541" y="159187"/>
                    <a:pt x="596979" y="85487"/>
                    <a:pt x="692229" y="85487"/>
                  </a:cubicBezTo>
                  <a:cubicBezTo>
                    <a:pt x="787479" y="85487"/>
                    <a:pt x="863918" y="159306"/>
                    <a:pt x="863918" y="251103"/>
                  </a:cubicBezTo>
                  <a:cubicBezTo>
                    <a:pt x="863918" y="337661"/>
                    <a:pt x="796290" y="408265"/>
                    <a:pt x="708779" y="415647"/>
                  </a:cubicBezTo>
                  <a:lnTo>
                    <a:pt x="708779" y="416719"/>
                  </a:lnTo>
                  <a:cubicBezTo>
                    <a:pt x="684783" y="416386"/>
                    <a:pt x="665009" y="435469"/>
                    <a:pt x="664488" y="459462"/>
                  </a:cubicBezTo>
                  <a:cubicBezTo>
                    <a:pt x="664488" y="482918"/>
                    <a:pt x="684490" y="502206"/>
                    <a:pt x="708779" y="502206"/>
                  </a:cubicBezTo>
                  <a:cubicBezTo>
                    <a:pt x="712113" y="502206"/>
                    <a:pt x="716637" y="501134"/>
                    <a:pt x="719971" y="501134"/>
                  </a:cubicBezTo>
                  <a:cubicBezTo>
                    <a:pt x="850582" y="487204"/>
                    <a:pt x="952500" y="380405"/>
                    <a:pt x="952500" y="251103"/>
                  </a:cubicBezTo>
                  <a:close/>
                  <a:moveTo>
                    <a:pt x="59531" y="952500"/>
                  </a:moveTo>
                  <a:lnTo>
                    <a:pt x="892969" y="952500"/>
                  </a:lnTo>
                  <a:cubicBezTo>
                    <a:pt x="925847" y="952500"/>
                    <a:pt x="952500" y="979153"/>
                    <a:pt x="952500" y="1012031"/>
                  </a:cubicBezTo>
                  <a:cubicBezTo>
                    <a:pt x="952500" y="1044909"/>
                    <a:pt x="925847" y="1071563"/>
                    <a:pt x="892969" y="1071563"/>
                  </a:cubicBezTo>
                  <a:lnTo>
                    <a:pt x="59531" y="1071563"/>
                  </a:lnTo>
                  <a:cubicBezTo>
                    <a:pt x="26653" y="1071563"/>
                    <a:pt x="0" y="1044909"/>
                    <a:pt x="0" y="1012031"/>
                  </a:cubicBezTo>
                  <a:cubicBezTo>
                    <a:pt x="0" y="979153"/>
                    <a:pt x="26653" y="952500"/>
                    <a:pt x="59531" y="952500"/>
                  </a:cubicBez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19" name="组合 218"/>
          <p:cNvGrpSpPr>
            <a:grpSpLocks noChangeAspect="1"/>
          </p:cNvGrpSpPr>
          <p:nvPr/>
        </p:nvGrpSpPr>
        <p:grpSpPr>
          <a:xfrm>
            <a:off x="9345238" y="5423629"/>
            <a:ext cx="324000" cy="371574"/>
            <a:chOff x="266444" y="165754"/>
            <a:chExt cx="1373467" cy="1575138"/>
          </a:xfrm>
          <a:solidFill>
            <a:schemeClr val="accent4"/>
          </a:solidFill>
        </p:grpSpPr>
        <p:sp>
          <p:nvSpPr>
            <p:cNvPr id="216" name="任意多边形: 形状 215"/>
            <p:cNvSpPr/>
            <p:nvPr/>
          </p:nvSpPr>
          <p:spPr>
            <a:xfrm>
              <a:off x="266444" y="165754"/>
              <a:ext cx="1373467" cy="1575138"/>
            </a:xfrm>
            <a:custGeom>
              <a:avLst/>
              <a:gdLst>
                <a:gd name="connsiteX0" fmla="*/ 1373448 w 1373467"/>
                <a:gd name="connsiteY0" fmla="*/ 989260 h 1575138"/>
                <a:gd name="connsiteX1" fmla="*/ 1373448 w 1373467"/>
                <a:gd name="connsiteY1" fmla="*/ 496904 h 1575138"/>
                <a:gd name="connsiteX2" fmla="*/ 1270503 w 1373467"/>
                <a:gd name="connsiteY2" fmla="*/ 315082 h 1575138"/>
                <a:gd name="connsiteX3" fmla="*/ 795813 w 1373467"/>
                <a:gd name="connsiteY3" fmla="*/ 30299 h 1575138"/>
                <a:gd name="connsiteX4" fmla="*/ 577637 w 1373467"/>
                <a:gd name="connsiteY4" fmla="*/ 30299 h 1575138"/>
                <a:gd name="connsiteX5" fmla="*/ 102945 w 1373467"/>
                <a:gd name="connsiteY5" fmla="*/ 315082 h 1575138"/>
                <a:gd name="connsiteX6" fmla="*/ 0 w 1373467"/>
                <a:gd name="connsiteY6" fmla="*/ 496904 h 1575138"/>
                <a:gd name="connsiteX7" fmla="*/ 0 w 1373467"/>
                <a:gd name="connsiteY7" fmla="*/ 1078217 h 1575138"/>
                <a:gd name="connsiteX8" fmla="*/ 102945 w 1373467"/>
                <a:gd name="connsiteY8" fmla="*/ 1260019 h 1575138"/>
                <a:gd name="connsiteX9" fmla="*/ 577637 w 1373467"/>
                <a:gd name="connsiteY9" fmla="*/ 1544844 h 1575138"/>
                <a:gd name="connsiteX10" fmla="*/ 686784 w 1373467"/>
                <a:gd name="connsiteY10" fmla="*/ 1575138 h 1575138"/>
                <a:gd name="connsiteX11" fmla="*/ 795711 w 1373467"/>
                <a:gd name="connsiteY11" fmla="*/ 1544926 h 1575138"/>
                <a:gd name="connsiteX12" fmla="*/ 1275472 w 1373467"/>
                <a:gd name="connsiteY12" fmla="*/ 1259456 h 1575138"/>
                <a:gd name="connsiteX13" fmla="*/ 1275131 w 1373467"/>
                <a:gd name="connsiteY13" fmla="*/ 1258867 h 1575138"/>
                <a:gd name="connsiteX14" fmla="*/ 1294690 w 1373467"/>
                <a:gd name="connsiteY14" fmla="*/ 1225623 h 1575138"/>
                <a:gd name="connsiteX15" fmla="*/ 1255344 w 1373467"/>
                <a:gd name="connsiteY15" fmla="*/ 1186212 h 1575138"/>
                <a:gd name="connsiteX16" fmla="*/ 1235523 w 1373467"/>
                <a:gd name="connsiteY16" fmla="*/ 1192319 h 1575138"/>
                <a:gd name="connsiteX17" fmla="*/ 1235178 w 1373467"/>
                <a:gd name="connsiteY17" fmla="*/ 1191775 h 1575138"/>
                <a:gd name="connsiteX18" fmla="*/ 755272 w 1373467"/>
                <a:gd name="connsiteY18" fmla="*/ 1477327 h 1575138"/>
                <a:gd name="connsiteX19" fmla="*/ 618155 w 1373467"/>
                <a:gd name="connsiteY19" fmla="*/ 1477327 h 1575138"/>
                <a:gd name="connsiteX20" fmla="*/ 143484 w 1373467"/>
                <a:gd name="connsiteY20" fmla="*/ 1192502 h 1575138"/>
                <a:gd name="connsiteX21" fmla="*/ 78755 w 1373467"/>
                <a:gd name="connsiteY21" fmla="*/ 1078219 h 1575138"/>
                <a:gd name="connsiteX22" fmla="*/ 78755 w 1373467"/>
                <a:gd name="connsiteY22" fmla="*/ 496904 h 1575138"/>
                <a:gd name="connsiteX23" fmla="*/ 143484 w 1373467"/>
                <a:gd name="connsiteY23" fmla="*/ 382622 h 1575138"/>
                <a:gd name="connsiteX24" fmla="*/ 618157 w 1373467"/>
                <a:gd name="connsiteY24" fmla="*/ 97816 h 1575138"/>
                <a:gd name="connsiteX25" fmla="*/ 755274 w 1373467"/>
                <a:gd name="connsiteY25" fmla="*/ 97816 h 1575138"/>
                <a:gd name="connsiteX26" fmla="*/ 1230004 w 1373467"/>
                <a:gd name="connsiteY26" fmla="*/ 382622 h 1575138"/>
                <a:gd name="connsiteX27" fmla="*/ 1294671 w 1373467"/>
                <a:gd name="connsiteY27" fmla="*/ 496904 h 1575138"/>
                <a:gd name="connsiteX28" fmla="*/ 1294671 w 1373467"/>
                <a:gd name="connsiteY28" fmla="*/ 989279 h 1575138"/>
                <a:gd name="connsiteX29" fmla="*/ 1294671 w 1373467"/>
                <a:gd name="connsiteY29" fmla="*/ 989359 h 1575138"/>
                <a:gd name="connsiteX30" fmla="*/ 1334081 w 1373467"/>
                <a:gd name="connsiteY30" fmla="*/ 1028728 h 1575138"/>
                <a:gd name="connsiteX31" fmla="*/ 1373467 w 1373467"/>
                <a:gd name="connsiteY31" fmla="*/ 989359 h 1575138"/>
                <a:gd name="connsiteX32" fmla="*/ 1373448 w 1373467"/>
                <a:gd name="connsiteY32" fmla="*/ 989260 h 157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73467" h="1575138">
                  <a:moveTo>
                    <a:pt x="1373448" y="989260"/>
                  </a:moveTo>
                  <a:lnTo>
                    <a:pt x="1373448" y="496904"/>
                  </a:lnTo>
                  <a:cubicBezTo>
                    <a:pt x="1373448" y="422838"/>
                    <a:pt x="1334002" y="353178"/>
                    <a:pt x="1270503" y="315082"/>
                  </a:cubicBezTo>
                  <a:lnTo>
                    <a:pt x="795813" y="30299"/>
                  </a:lnTo>
                  <a:cubicBezTo>
                    <a:pt x="728536" y="-10100"/>
                    <a:pt x="644950" y="-10100"/>
                    <a:pt x="577637" y="30299"/>
                  </a:cubicBezTo>
                  <a:lnTo>
                    <a:pt x="102945" y="315082"/>
                  </a:lnTo>
                  <a:cubicBezTo>
                    <a:pt x="39449" y="353178"/>
                    <a:pt x="0" y="422838"/>
                    <a:pt x="0" y="496904"/>
                  </a:cubicBezTo>
                  <a:lnTo>
                    <a:pt x="0" y="1078217"/>
                  </a:lnTo>
                  <a:cubicBezTo>
                    <a:pt x="0" y="1152244"/>
                    <a:pt x="39447" y="1221903"/>
                    <a:pt x="102945" y="1260019"/>
                  </a:cubicBezTo>
                  <a:lnTo>
                    <a:pt x="577637" y="1544844"/>
                  </a:lnTo>
                  <a:cubicBezTo>
                    <a:pt x="611325" y="1565033"/>
                    <a:pt x="649034" y="1575138"/>
                    <a:pt x="686784" y="1575138"/>
                  </a:cubicBezTo>
                  <a:cubicBezTo>
                    <a:pt x="724432" y="1575138"/>
                    <a:pt x="762122" y="1565075"/>
                    <a:pt x="795711" y="1544926"/>
                  </a:cubicBezTo>
                  <a:lnTo>
                    <a:pt x="1275472" y="1259456"/>
                  </a:lnTo>
                  <a:lnTo>
                    <a:pt x="1275131" y="1258867"/>
                  </a:lnTo>
                  <a:cubicBezTo>
                    <a:pt x="1286631" y="1252014"/>
                    <a:pt x="1294690" y="1239971"/>
                    <a:pt x="1294690" y="1225623"/>
                  </a:cubicBezTo>
                  <a:cubicBezTo>
                    <a:pt x="1294690" y="1203837"/>
                    <a:pt x="1277069" y="1186212"/>
                    <a:pt x="1255344" y="1186212"/>
                  </a:cubicBezTo>
                  <a:cubicBezTo>
                    <a:pt x="1247927" y="1186212"/>
                    <a:pt x="1241422" y="1188799"/>
                    <a:pt x="1235523" y="1192319"/>
                  </a:cubicBezTo>
                  <a:lnTo>
                    <a:pt x="1235178" y="1191775"/>
                  </a:lnTo>
                  <a:lnTo>
                    <a:pt x="755272" y="1477327"/>
                  </a:lnTo>
                  <a:cubicBezTo>
                    <a:pt x="712975" y="1502712"/>
                    <a:pt x="660450" y="1502712"/>
                    <a:pt x="618155" y="1477327"/>
                  </a:cubicBezTo>
                  <a:lnTo>
                    <a:pt x="143484" y="1192502"/>
                  </a:lnTo>
                  <a:cubicBezTo>
                    <a:pt x="103552" y="1168553"/>
                    <a:pt x="78755" y="1124740"/>
                    <a:pt x="78755" y="1078219"/>
                  </a:cubicBezTo>
                  <a:lnTo>
                    <a:pt x="78755" y="496904"/>
                  </a:lnTo>
                  <a:cubicBezTo>
                    <a:pt x="78755" y="450343"/>
                    <a:pt x="103552" y="406569"/>
                    <a:pt x="143484" y="382622"/>
                  </a:cubicBezTo>
                  <a:lnTo>
                    <a:pt x="618157" y="97816"/>
                  </a:lnTo>
                  <a:cubicBezTo>
                    <a:pt x="660454" y="72434"/>
                    <a:pt x="712979" y="72434"/>
                    <a:pt x="755274" y="97816"/>
                  </a:cubicBezTo>
                  <a:lnTo>
                    <a:pt x="1230004" y="382622"/>
                  </a:lnTo>
                  <a:cubicBezTo>
                    <a:pt x="1269896" y="406569"/>
                    <a:pt x="1294671" y="450343"/>
                    <a:pt x="1294671" y="496904"/>
                  </a:cubicBezTo>
                  <a:lnTo>
                    <a:pt x="1294671" y="989279"/>
                  </a:lnTo>
                  <a:lnTo>
                    <a:pt x="1294671" y="989359"/>
                  </a:lnTo>
                  <a:cubicBezTo>
                    <a:pt x="1294671" y="1011105"/>
                    <a:pt x="1312337" y="1028728"/>
                    <a:pt x="1334081" y="1028728"/>
                  </a:cubicBezTo>
                  <a:cubicBezTo>
                    <a:pt x="1355827" y="1028728"/>
                    <a:pt x="1373467" y="1011105"/>
                    <a:pt x="1373467" y="989359"/>
                  </a:cubicBezTo>
                  <a:cubicBezTo>
                    <a:pt x="1373469" y="989317"/>
                    <a:pt x="1373448" y="989298"/>
                    <a:pt x="1373448" y="989260"/>
                  </a:cubicBez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526186" y="452106"/>
              <a:ext cx="854001" cy="970960"/>
            </a:xfrm>
            <a:custGeom>
              <a:avLst/>
              <a:gdLst>
                <a:gd name="connsiteX0" fmla="*/ 189263 w 854001"/>
                <a:gd name="connsiteY0" fmla="*/ 942182 h 970960"/>
                <a:gd name="connsiteX1" fmla="*/ 168650 w 854001"/>
                <a:gd name="connsiteY1" fmla="*/ 868720 h 970960"/>
                <a:gd name="connsiteX2" fmla="*/ 124634 w 854001"/>
                <a:gd name="connsiteY2" fmla="*/ 840427 h 970960"/>
                <a:gd name="connsiteX3" fmla="*/ 45596 w 854001"/>
                <a:gd name="connsiteY3" fmla="*/ 852875 h 970960"/>
                <a:gd name="connsiteX4" fmla="*/ 6107 w 854001"/>
                <a:gd name="connsiteY4" fmla="*/ 793080 h 970960"/>
                <a:gd name="connsiteX5" fmla="*/ 130313 w 854001"/>
                <a:gd name="connsiteY5" fmla="*/ 594808 h 970960"/>
                <a:gd name="connsiteX6" fmla="*/ 85065 w 854001"/>
                <a:gd name="connsiteY6" fmla="*/ 225590 h 970960"/>
                <a:gd name="connsiteX7" fmla="*/ 381612 w 854001"/>
                <a:gd name="connsiteY7" fmla="*/ 2701 h 970960"/>
                <a:gd name="connsiteX8" fmla="*/ 798608 w 854001"/>
                <a:gd name="connsiteY8" fmla="*/ 371619 h 970960"/>
                <a:gd name="connsiteX9" fmla="*/ 723710 w 854001"/>
                <a:gd name="connsiteY9" fmla="*/ 594808 h 970960"/>
                <a:gd name="connsiteX10" fmla="*/ 847893 w 854001"/>
                <a:gd name="connsiteY10" fmla="*/ 793080 h 970960"/>
                <a:gd name="connsiteX11" fmla="*/ 808406 w 854001"/>
                <a:gd name="connsiteY11" fmla="*/ 852875 h 970960"/>
                <a:gd name="connsiteX12" fmla="*/ 729366 w 854001"/>
                <a:gd name="connsiteY12" fmla="*/ 840427 h 970960"/>
                <a:gd name="connsiteX13" fmla="*/ 685314 w 854001"/>
                <a:gd name="connsiteY13" fmla="*/ 868720 h 970960"/>
                <a:gd name="connsiteX14" fmla="*/ 664739 w 854001"/>
                <a:gd name="connsiteY14" fmla="*/ 942161 h 970960"/>
                <a:gd name="connsiteX15" fmla="*/ 593443 w 854001"/>
                <a:gd name="connsiteY15" fmla="*/ 952447 h 970960"/>
                <a:gd name="connsiteX16" fmla="*/ 461255 w 854001"/>
                <a:gd name="connsiteY16" fmla="*/ 741405 h 970960"/>
                <a:gd name="connsiteX17" fmla="*/ 392747 w 854001"/>
                <a:gd name="connsiteY17" fmla="*/ 741405 h 970960"/>
                <a:gd name="connsiteX18" fmla="*/ 260542 w 854001"/>
                <a:gd name="connsiteY18" fmla="*/ 952468 h 970960"/>
                <a:gd name="connsiteX19" fmla="*/ 189263 w 854001"/>
                <a:gd name="connsiteY19" fmla="*/ 942182 h 970960"/>
                <a:gd name="connsiteX20" fmla="*/ 500626 w 854001"/>
                <a:gd name="connsiteY20" fmla="*/ 655938 h 970960"/>
                <a:gd name="connsiteX21" fmla="*/ 612966 w 854001"/>
                <a:gd name="connsiteY21" fmla="*/ 835237 h 970960"/>
                <a:gd name="connsiteX22" fmla="*/ 628407 w 854001"/>
                <a:gd name="connsiteY22" fmla="*/ 780024 h 970960"/>
                <a:gd name="connsiteX23" fmla="*/ 672441 w 854001"/>
                <a:gd name="connsiteY23" fmla="*/ 751771 h 970960"/>
                <a:gd name="connsiteX24" fmla="*/ 735273 w 854001"/>
                <a:gd name="connsiteY24" fmla="*/ 761615 h 970960"/>
                <a:gd name="connsiteX25" fmla="*/ 626307 w 854001"/>
                <a:gd name="connsiteY25" fmla="*/ 587694 h 970960"/>
                <a:gd name="connsiteX26" fmla="*/ 645887 w 854001"/>
                <a:gd name="connsiteY26" fmla="*/ 565626 h 970960"/>
                <a:gd name="connsiteX27" fmla="*/ 693620 w 854001"/>
                <a:gd name="connsiteY27" fmla="*/ 250123 h 970960"/>
                <a:gd name="connsiteX28" fmla="*/ 483729 w 854001"/>
                <a:gd name="connsiteY28" fmla="*/ 84148 h 970960"/>
                <a:gd name="connsiteX29" fmla="*/ 134152 w 854001"/>
                <a:gd name="connsiteY29" fmla="*/ 371621 h 970960"/>
                <a:gd name="connsiteX30" fmla="*/ 208138 w 854001"/>
                <a:gd name="connsiteY30" fmla="*/ 565628 h 970960"/>
                <a:gd name="connsiteX31" fmla="*/ 227701 w 854001"/>
                <a:gd name="connsiteY31" fmla="*/ 587696 h 970960"/>
                <a:gd name="connsiteX32" fmla="*/ 118732 w 854001"/>
                <a:gd name="connsiteY32" fmla="*/ 761617 h 970960"/>
                <a:gd name="connsiteX33" fmla="*/ 181541 w 854001"/>
                <a:gd name="connsiteY33" fmla="*/ 751773 h 970960"/>
                <a:gd name="connsiteX34" fmla="*/ 225557 w 854001"/>
                <a:gd name="connsiteY34" fmla="*/ 780026 h 970960"/>
                <a:gd name="connsiteX35" fmla="*/ 241059 w 854001"/>
                <a:gd name="connsiteY35" fmla="*/ 835175 h 970960"/>
                <a:gd name="connsiteX36" fmla="*/ 353359 w 854001"/>
                <a:gd name="connsiteY36" fmla="*/ 655942 h 970960"/>
                <a:gd name="connsiteX37" fmla="*/ 379226 w 854001"/>
                <a:gd name="connsiteY37" fmla="*/ 660206 h 970960"/>
                <a:gd name="connsiteX38" fmla="*/ 474758 w 854001"/>
                <a:gd name="connsiteY38" fmla="*/ 660206 h 970960"/>
                <a:gd name="connsiteX39" fmla="*/ 500626 w 854001"/>
                <a:gd name="connsiteY39" fmla="*/ 655938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54001" h="970960">
                  <a:moveTo>
                    <a:pt x="189263" y="942182"/>
                  </a:moveTo>
                  <a:lnTo>
                    <a:pt x="168650" y="868720"/>
                  </a:lnTo>
                  <a:cubicBezTo>
                    <a:pt x="163273" y="849504"/>
                    <a:pt x="144358" y="837335"/>
                    <a:pt x="124634" y="840427"/>
                  </a:cubicBezTo>
                  <a:lnTo>
                    <a:pt x="45596" y="852875"/>
                  </a:lnTo>
                  <a:cubicBezTo>
                    <a:pt x="12231" y="858131"/>
                    <a:pt x="-11818" y="821694"/>
                    <a:pt x="6107" y="793080"/>
                  </a:cubicBezTo>
                  <a:lnTo>
                    <a:pt x="130313" y="594808"/>
                  </a:lnTo>
                  <a:cubicBezTo>
                    <a:pt x="52630" y="491764"/>
                    <a:pt x="31592" y="353211"/>
                    <a:pt x="85065" y="225590"/>
                  </a:cubicBezTo>
                  <a:cubicBezTo>
                    <a:pt x="135831" y="104375"/>
                    <a:pt x="251101" y="18262"/>
                    <a:pt x="381612" y="2701"/>
                  </a:cubicBezTo>
                  <a:cubicBezTo>
                    <a:pt x="606722" y="-24074"/>
                    <a:pt x="798608" y="151764"/>
                    <a:pt x="798608" y="371619"/>
                  </a:cubicBezTo>
                  <a:cubicBezTo>
                    <a:pt x="798608" y="452358"/>
                    <a:pt x="772194" y="530484"/>
                    <a:pt x="723710" y="594808"/>
                  </a:cubicBezTo>
                  <a:lnTo>
                    <a:pt x="847893" y="793080"/>
                  </a:lnTo>
                  <a:cubicBezTo>
                    <a:pt x="865822" y="821694"/>
                    <a:pt x="841771" y="858131"/>
                    <a:pt x="808406" y="852875"/>
                  </a:cubicBezTo>
                  <a:lnTo>
                    <a:pt x="729366" y="840427"/>
                  </a:lnTo>
                  <a:cubicBezTo>
                    <a:pt x="709646" y="837335"/>
                    <a:pt x="690728" y="849506"/>
                    <a:pt x="685314" y="868720"/>
                  </a:cubicBezTo>
                  <a:lnTo>
                    <a:pt x="664739" y="942161"/>
                  </a:lnTo>
                  <a:cubicBezTo>
                    <a:pt x="655504" y="975080"/>
                    <a:pt x="611610" y="981427"/>
                    <a:pt x="593443" y="952447"/>
                  </a:cubicBezTo>
                  <a:lnTo>
                    <a:pt x="461255" y="741405"/>
                  </a:lnTo>
                  <a:cubicBezTo>
                    <a:pt x="437651" y="743892"/>
                    <a:pt x="416349" y="743892"/>
                    <a:pt x="392747" y="741405"/>
                  </a:cubicBezTo>
                  <a:lnTo>
                    <a:pt x="260542" y="952468"/>
                  </a:lnTo>
                  <a:cubicBezTo>
                    <a:pt x="242393" y="981448"/>
                    <a:pt x="198479" y="975122"/>
                    <a:pt x="189263" y="942182"/>
                  </a:cubicBezTo>
                  <a:close/>
                  <a:moveTo>
                    <a:pt x="500626" y="655938"/>
                  </a:moveTo>
                  <a:lnTo>
                    <a:pt x="612966" y="835237"/>
                  </a:lnTo>
                  <a:lnTo>
                    <a:pt x="628407" y="780024"/>
                  </a:lnTo>
                  <a:cubicBezTo>
                    <a:pt x="633825" y="760825"/>
                    <a:pt x="652736" y="748659"/>
                    <a:pt x="672441" y="751771"/>
                  </a:cubicBezTo>
                  <a:lnTo>
                    <a:pt x="735273" y="761615"/>
                  </a:lnTo>
                  <a:lnTo>
                    <a:pt x="626307" y="587694"/>
                  </a:lnTo>
                  <a:lnTo>
                    <a:pt x="645887" y="565626"/>
                  </a:lnTo>
                  <a:cubicBezTo>
                    <a:pt x="720641" y="481414"/>
                    <a:pt x="742730" y="359959"/>
                    <a:pt x="693620" y="250123"/>
                  </a:cubicBezTo>
                  <a:cubicBezTo>
                    <a:pt x="655388" y="164599"/>
                    <a:pt x="575821" y="101527"/>
                    <a:pt x="483729" y="84148"/>
                  </a:cubicBezTo>
                  <a:cubicBezTo>
                    <a:pt x="297483" y="48924"/>
                    <a:pt x="134152" y="191599"/>
                    <a:pt x="134152" y="371621"/>
                  </a:cubicBezTo>
                  <a:cubicBezTo>
                    <a:pt x="134152" y="442980"/>
                    <a:pt x="160405" y="511892"/>
                    <a:pt x="208138" y="565628"/>
                  </a:cubicBezTo>
                  <a:lnTo>
                    <a:pt x="227701" y="587696"/>
                  </a:lnTo>
                  <a:lnTo>
                    <a:pt x="118732" y="761617"/>
                  </a:lnTo>
                  <a:lnTo>
                    <a:pt x="181541" y="751773"/>
                  </a:lnTo>
                  <a:cubicBezTo>
                    <a:pt x="201266" y="748660"/>
                    <a:pt x="220183" y="760827"/>
                    <a:pt x="225557" y="780026"/>
                  </a:cubicBezTo>
                  <a:lnTo>
                    <a:pt x="241059" y="835175"/>
                  </a:lnTo>
                  <a:lnTo>
                    <a:pt x="353359" y="655942"/>
                  </a:lnTo>
                  <a:lnTo>
                    <a:pt x="379226" y="660206"/>
                  </a:lnTo>
                  <a:cubicBezTo>
                    <a:pt x="410855" y="665423"/>
                    <a:pt x="443126" y="665423"/>
                    <a:pt x="474758" y="660206"/>
                  </a:cubicBezTo>
                  <a:lnTo>
                    <a:pt x="500626" y="655938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740252" y="598041"/>
              <a:ext cx="425857" cy="408797"/>
            </a:xfrm>
            <a:custGeom>
              <a:avLst/>
              <a:gdLst>
                <a:gd name="connsiteX0" fmla="*/ 66925 w 425857"/>
                <a:gd name="connsiteY0" fmla="*/ 362681 h 408797"/>
                <a:gd name="connsiteX1" fmla="*/ 80384 w 425857"/>
                <a:gd name="connsiteY1" fmla="*/ 284128 h 408797"/>
                <a:gd name="connsiteX2" fmla="*/ 69069 w 425857"/>
                <a:gd name="connsiteY2" fmla="*/ 249267 h 408797"/>
                <a:gd name="connsiteX3" fmla="*/ 11938 w 425857"/>
                <a:gd name="connsiteY3" fmla="*/ 193592 h 408797"/>
                <a:gd name="connsiteX4" fmla="*/ 33763 w 425857"/>
                <a:gd name="connsiteY4" fmla="*/ 126415 h 408797"/>
                <a:gd name="connsiteX5" fmla="*/ 112681 w 425857"/>
                <a:gd name="connsiteY5" fmla="*/ 114934 h 408797"/>
                <a:gd name="connsiteX6" fmla="*/ 142325 w 425857"/>
                <a:gd name="connsiteY6" fmla="*/ 93413 h 408797"/>
                <a:gd name="connsiteX7" fmla="*/ 177613 w 425857"/>
                <a:gd name="connsiteY7" fmla="*/ 21932 h 408797"/>
                <a:gd name="connsiteX8" fmla="*/ 248244 w 425857"/>
                <a:gd name="connsiteY8" fmla="*/ 21932 h 408797"/>
                <a:gd name="connsiteX9" fmla="*/ 283506 w 425857"/>
                <a:gd name="connsiteY9" fmla="*/ 93413 h 408797"/>
                <a:gd name="connsiteX10" fmla="*/ 313157 w 425857"/>
                <a:gd name="connsiteY10" fmla="*/ 114934 h 408797"/>
                <a:gd name="connsiteX11" fmla="*/ 392090 w 425857"/>
                <a:gd name="connsiteY11" fmla="*/ 126415 h 408797"/>
                <a:gd name="connsiteX12" fmla="*/ 413916 w 425857"/>
                <a:gd name="connsiteY12" fmla="*/ 193592 h 408797"/>
                <a:gd name="connsiteX13" fmla="*/ 356809 w 425857"/>
                <a:gd name="connsiteY13" fmla="*/ 249267 h 408797"/>
                <a:gd name="connsiteX14" fmla="*/ 345466 w 425857"/>
                <a:gd name="connsiteY14" fmla="*/ 284128 h 408797"/>
                <a:gd name="connsiteX15" fmla="*/ 358948 w 425857"/>
                <a:gd name="connsiteY15" fmla="*/ 362681 h 408797"/>
                <a:gd name="connsiteX16" fmla="*/ 301814 w 425857"/>
                <a:gd name="connsiteY16" fmla="*/ 404189 h 408797"/>
                <a:gd name="connsiteX17" fmla="*/ 231263 w 425857"/>
                <a:gd name="connsiteY17" fmla="*/ 367105 h 408797"/>
                <a:gd name="connsiteX18" fmla="*/ 194626 w 425857"/>
                <a:gd name="connsiteY18" fmla="*/ 367105 h 408797"/>
                <a:gd name="connsiteX19" fmla="*/ 124055 w 425857"/>
                <a:gd name="connsiteY19" fmla="*/ 404189 h 408797"/>
                <a:gd name="connsiteX20" fmla="*/ 66925 w 425857"/>
                <a:gd name="connsiteY20" fmla="*/ 362681 h 408797"/>
                <a:gd name="connsiteX21" fmla="*/ 194626 w 425857"/>
                <a:gd name="connsiteY21" fmla="*/ 278109 h 408797"/>
                <a:gd name="connsiteX22" fmla="*/ 231263 w 425857"/>
                <a:gd name="connsiteY22" fmla="*/ 278109 h 408797"/>
                <a:gd name="connsiteX23" fmla="*/ 267846 w 425857"/>
                <a:gd name="connsiteY23" fmla="*/ 297368 h 408797"/>
                <a:gd name="connsiteX24" fmla="*/ 260873 w 425857"/>
                <a:gd name="connsiteY24" fmla="*/ 256566 h 408797"/>
                <a:gd name="connsiteX25" fmla="*/ 272191 w 425857"/>
                <a:gd name="connsiteY25" fmla="*/ 221725 h 408797"/>
                <a:gd name="connsiteX26" fmla="*/ 301793 w 425857"/>
                <a:gd name="connsiteY26" fmla="*/ 192866 h 408797"/>
                <a:gd name="connsiteX27" fmla="*/ 260892 w 425857"/>
                <a:gd name="connsiteY27" fmla="*/ 186925 h 408797"/>
                <a:gd name="connsiteX28" fmla="*/ 231223 w 425857"/>
                <a:gd name="connsiteY28" fmla="*/ 165380 h 408797"/>
                <a:gd name="connsiteX29" fmla="*/ 212938 w 425857"/>
                <a:gd name="connsiteY29" fmla="*/ 128319 h 408797"/>
                <a:gd name="connsiteX30" fmla="*/ 194649 w 425857"/>
                <a:gd name="connsiteY30" fmla="*/ 165380 h 408797"/>
                <a:gd name="connsiteX31" fmla="*/ 164981 w 425857"/>
                <a:gd name="connsiteY31" fmla="*/ 186925 h 408797"/>
                <a:gd name="connsiteX32" fmla="*/ 124057 w 425857"/>
                <a:gd name="connsiteY32" fmla="*/ 192866 h 408797"/>
                <a:gd name="connsiteX33" fmla="*/ 153645 w 425857"/>
                <a:gd name="connsiteY33" fmla="*/ 221725 h 408797"/>
                <a:gd name="connsiteX34" fmla="*/ 165000 w 425857"/>
                <a:gd name="connsiteY34" fmla="*/ 256566 h 408797"/>
                <a:gd name="connsiteX35" fmla="*/ 158010 w 425857"/>
                <a:gd name="connsiteY35" fmla="*/ 297368 h 408797"/>
                <a:gd name="connsiteX36" fmla="*/ 194626 w 425857"/>
                <a:gd name="connsiteY36" fmla="*/ 278109 h 40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5857" h="408797">
                  <a:moveTo>
                    <a:pt x="66925" y="362681"/>
                  </a:moveTo>
                  <a:lnTo>
                    <a:pt x="80384" y="284128"/>
                  </a:lnTo>
                  <a:cubicBezTo>
                    <a:pt x="82589" y="271335"/>
                    <a:pt x="78344" y="258321"/>
                    <a:pt x="69069" y="249267"/>
                  </a:cubicBezTo>
                  <a:lnTo>
                    <a:pt x="11938" y="193592"/>
                  </a:lnTo>
                  <a:cubicBezTo>
                    <a:pt x="-11445" y="170793"/>
                    <a:pt x="1470" y="131125"/>
                    <a:pt x="33763" y="126415"/>
                  </a:cubicBezTo>
                  <a:lnTo>
                    <a:pt x="112681" y="114934"/>
                  </a:lnTo>
                  <a:cubicBezTo>
                    <a:pt x="125533" y="113076"/>
                    <a:pt x="136610" y="105031"/>
                    <a:pt x="142325" y="93413"/>
                  </a:cubicBezTo>
                  <a:lnTo>
                    <a:pt x="177613" y="21932"/>
                  </a:lnTo>
                  <a:cubicBezTo>
                    <a:pt x="192081" y="-7311"/>
                    <a:pt x="233795" y="-7311"/>
                    <a:pt x="248244" y="21932"/>
                  </a:cubicBezTo>
                  <a:lnTo>
                    <a:pt x="283506" y="93413"/>
                  </a:lnTo>
                  <a:cubicBezTo>
                    <a:pt x="289267" y="105031"/>
                    <a:pt x="300322" y="113076"/>
                    <a:pt x="313157" y="114934"/>
                  </a:cubicBezTo>
                  <a:lnTo>
                    <a:pt x="392090" y="126415"/>
                  </a:lnTo>
                  <a:cubicBezTo>
                    <a:pt x="424406" y="131123"/>
                    <a:pt x="437296" y="170793"/>
                    <a:pt x="413916" y="193592"/>
                  </a:cubicBezTo>
                  <a:lnTo>
                    <a:pt x="356809" y="249267"/>
                  </a:lnTo>
                  <a:cubicBezTo>
                    <a:pt x="347509" y="258321"/>
                    <a:pt x="343285" y="271333"/>
                    <a:pt x="345466" y="284128"/>
                  </a:cubicBezTo>
                  <a:lnTo>
                    <a:pt x="358948" y="362681"/>
                  </a:lnTo>
                  <a:cubicBezTo>
                    <a:pt x="364448" y="394852"/>
                    <a:pt x="330673" y="419368"/>
                    <a:pt x="301814" y="404189"/>
                  </a:cubicBezTo>
                  <a:lnTo>
                    <a:pt x="231263" y="367105"/>
                  </a:lnTo>
                  <a:cubicBezTo>
                    <a:pt x="219789" y="361065"/>
                    <a:pt x="206086" y="361065"/>
                    <a:pt x="194626" y="367105"/>
                  </a:cubicBezTo>
                  <a:lnTo>
                    <a:pt x="124055" y="404189"/>
                  </a:lnTo>
                  <a:cubicBezTo>
                    <a:pt x="95157" y="419370"/>
                    <a:pt x="61389" y="394854"/>
                    <a:pt x="66925" y="362681"/>
                  </a:cubicBezTo>
                  <a:close/>
                  <a:moveTo>
                    <a:pt x="194626" y="278109"/>
                  </a:moveTo>
                  <a:cubicBezTo>
                    <a:pt x="206088" y="272085"/>
                    <a:pt x="219789" y="272085"/>
                    <a:pt x="231263" y="278109"/>
                  </a:cubicBezTo>
                  <a:lnTo>
                    <a:pt x="267846" y="297368"/>
                  </a:lnTo>
                  <a:lnTo>
                    <a:pt x="260873" y="256566"/>
                  </a:lnTo>
                  <a:cubicBezTo>
                    <a:pt x="258692" y="243794"/>
                    <a:pt x="262935" y="230777"/>
                    <a:pt x="272191" y="221725"/>
                  </a:cubicBezTo>
                  <a:lnTo>
                    <a:pt x="301793" y="192866"/>
                  </a:lnTo>
                  <a:lnTo>
                    <a:pt x="260892" y="186925"/>
                  </a:lnTo>
                  <a:cubicBezTo>
                    <a:pt x="248040" y="185065"/>
                    <a:pt x="236966" y="177005"/>
                    <a:pt x="231223" y="165380"/>
                  </a:cubicBezTo>
                  <a:lnTo>
                    <a:pt x="212938" y="128319"/>
                  </a:lnTo>
                  <a:lnTo>
                    <a:pt x="194649" y="165380"/>
                  </a:lnTo>
                  <a:cubicBezTo>
                    <a:pt x="188909" y="177005"/>
                    <a:pt x="177795" y="185067"/>
                    <a:pt x="164981" y="186925"/>
                  </a:cubicBezTo>
                  <a:lnTo>
                    <a:pt x="124057" y="192866"/>
                  </a:lnTo>
                  <a:lnTo>
                    <a:pt x="153645" y="221725"/>
                  </a:lnTo>
                  <a:cubicBezTo>
                    <a:pt x="162962" y="230777"/>
                    <a:pt x="167184" y="243794"/>
                    <a:pt x="165000" y="256566"/>
                  </a:cubicBezTo>
                  <a:lnTo>
                    <a:pt x="158010" y="297368"/>
                  </a:lnTo>
                  <a:lnTo>
                    <a:pt x="194626" y="278109"/>
                  </a:lnTo>
                  <a:close/>
                </a:path>
              </a:pathLst>
            </a:custGeom>
            <a:grpFill/>
            <a:ln w="186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59429" y="627692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46527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市场部年度品牌推广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0619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51352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: 形状 84"/>
          <p:cNvSpPr/>
          <p:nvPr/>
        </p:nvSpPr>
        <p:spPr>
          <a:xfrm rot="5400000">
            <a:off x="4152001" y="-2089663"/>
            <a:ext cx="3883696" cy="11339160"/>
          </a:xfrm>
          <a:custGeom>
            <a:avLst/>
            <a:gdLst>
              <a:gd name="connsiteX0" fmla="*/ 1745202 w 3883696"/>
              <a:gd name="connsiteY0" fmla="*/ 10272363 h 11339160"/>
              <a:gd name="connsiteX1" fmla="*/ 1745653 w 3883696"/>
              <a:gd name="connsiteY1" fmla="*/ 10272363 h 11339160"/>
              <a:gd name="connsiteX2" fmla="*/ 1745653 w 3883696"/>
              <a:gd name="connsiteY2" fmla="*/ 1146695 h 11339160"/>
              <a:gd name="connsiteX3" fmla="*/ 2134453 w 3883696"/>
              <a:gd name="connsiteY3" fmla="*/ 1146695 h 11339160"/>
              <a:gd name="connsiteX4" fmla="*/ 2134453 w 3883696"/>
              <a:gd name="connsiteY4" fmla="*/ 8472674 h 11339160"/>
              <a:gd name="connsiteX5" fmla="*/ 2132588 w 3883696"/>
              <a:gd name="connsiteY5" fmla="*/ 8472674 h 11339160"/>
              <a:gd name="connsiteX6" fmla="*/ 2132588 w 3883696"/>
              <a:gd name="connsiteY6" fmla="*/ 10272363 h 11339160"/>
              <a:gd name="connsiteX7" fmla="*/ 2132279 w 3883696"/>
              <a:gd name="connsiteY7" fmla="*/ 10272363 h 11339160"/>
              <a:gd name="connsiteX8" fmla="*/ 2132588 w 3883696"/>
              <a:gd name="connsiteY8" fmla="*/ 10275428 h 11339160"/>
              <a:gd name="connsiteX9" fmla="*/ 2132588 w 3883696"/>
              <a:gd name="connsiteY9" fmla="*/ 10276669 h 11339160"/>
              <a:gd name="connsiteX10" fmla="*/ 2132713 w 3883696"/>
              <a:gd name="connsiteY10" fmla="*/ 10276669 h 11339160"/>
              <a:gd name="connsiteX11" fmla="*/ 2146088 w 3883696"/>
              <a:gd name="connsiteY11" fmla="*/ 10409350 h 11339160"/>
              <a:gd name="connsiteX12" fmla="*/ 2811999 w 3883696"/>
              <a:gd name="connsiteY12" fmla="*/ 10952083 h 11339160"/>
              <a:gd name="connsiteX13" fmla="*/ 3477910 w 3883696"/>
              <a:gd name="connsiteY13" fmla="*/ 10409350 h 11339160"/>
              <a:gd name="connsiteX14" fmla="*/ 3489945 w 3883696"/>
              <a:gd name="connsiteY14" fmla="*/ 10289956 h 11339160"/>
              <a:gd name="connsiteX15" fmla="*/ 3489515 w 3883696"/>
              <a:gd name="connsiteY15" fmla="*/ 10289956 h 11339160"/>
              <a:gd name="connsiteX16" fmla="*/ 3489516 w 3883696"/>
              <a:gd name="connsiteY16" fmla="*/ 204768 h 11339160"/>
              <a:gd name="connsiteX17" fmla="*/ 3484096 w 3883696"/>
              <a:gd name="connsiteY17" fmla="*/ 204768 h 11339160"/>
              <a:gd name="connsiteX18" fmla="*/ 3683897 w 3883696"/>
              <a:gd name="connsiteY18" fmla="*/ 0 h 11339160"/>
              <a:gd name="connsiteX19" fmla="*/ 3883696 w 3883696"/>
              <a:gd name="connsiteY19" fmla="*/ 204768 h 11339160"/>
              <a:gd name="connsiteX20" fmla="*/ 3877214 w 3883696"/>
              <a:gd name="connsiteY20" fmla="*/ 204768 h 11339160"/>
              <a:gd name="connsiteX21" fmla="*/ 3877213 w 3883696"/>
              <a:gd name="connsiteY21" fmla="*/ 10275919 h 11339160"/>
              <a:gd name="connsiteX22" fmla="*/ 3878616 w 3883696"/>
              <a:gd name="connsiteY22" fmla="*/ 10275919 h 11339160"/>
              <a:gd name="connsiteX23" fmla="*/ 3873289 w 3883696"/>
              <a:gd name="connsiteY23" fmla="*/ 10381436 h 11339160"/>
              <a:gd name="connsiteX24" fmla="*/ 2811999 w 3883696"/>
              <a:gd name="connsiteY24" fmla="*/ 11339160 h 11339160"/>
              <a:gd name="connsiteX25" fmla="*/ 1745202 w 3883696"/>
              <a:gd name="connsiteY25" fmla="*/ 10272363 h 11339160"/>
              <a:gd name="connsiteX26" fmla="*/ 540 w 3883696"/>
              <a:gd name="connsiteY26" fmla="*/ 1146693 h 11339160"/>
              <a:gd name="connsiteX27" fmla="*/ 1067336 w 3883696"/>
              <a:gd name="connsiteY27" fmla="*/ 79896 h 11339160"/>
              <a:gd name="connsiteX28" fmla="*/ 2134133 w 3883696"/>
              <a:gd name="connsiteY28" fmla="*/ 1146693 h 11339160"/>
              <a:gd name="connsiteX29" fmla="*/ 1747056 w 3883696"/>
              <a:gd name="connsiteY29" fmla="*/ 1146693 h 11339160"/>
              <a:gd name="connsiteX30" fmla="*/ 1067336 w 3883696"/>
              <a:gd name="connsiteY30" fmla="*/ 466973 h 11339160"/>
              <a:gd name="connsiteX31" fmla="*/ 387616 w 3883696"/>
              <a:gd name="connsiteY31" fmla="*/ 1146693 h 11339160"/>
              <a:gd name="connsiteX32" fmla="*/ 0 w 3883696"/>
              <a:gd name="connsiteY32" fmla="*/ 11317163 h 11339160"/>
              <a:gd name="connsiteX33" fmla="*/ 0 w 3883696"/>
              <a:gd name="connsiteY33" fmla="*/ 1146695 h 11339160"/>
              <a:gd name="connsiteX34" fmla="*/ 388800 w 3883696"/>
              <a:gd name="connsiteY34" fmla="*/ 1146695 h 11339160"/>
              <a:gd name="connsiteX35" fmla="*/ 388800 w 3883696"/>
              <a:gd name="connsiteY35" fmla="*/ 11317163 h 11339160"/>
              <a:gd name="connsiteX36" fmla="*/ 383253 w 3883696"/>
              <a:gd name="connsiteY36" fmla="*/ 11317163 h 11339160"/>
              <a:gd name="connsiteX37" fmla="*/ 194291 w 3883696"/>
              <a:gd name="connsiteY37" fmla="*/ 11145746 h 11339160"/>
              <a:gd name="connsiteX38" fmla="*/ 5329 w 3883696"/>
              <a:gd name="connsiteY38" fmla="*/ 11317163 h 1133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883696" h="11339160">
                <a:moveTo>
                  <a:pt x="1745202" y="10272363"/>
                </a:moveTo>
                <a:lnTo>
                  <a:pt x="1745653" y="10272363"/>
                </a:lnTo>
                <a:lnTo>
                  <a:pt x="1745653" y="1146695"/>
                </a:lnTo>
                <a:lnTo>
                  <a:pt x="2134453" y="1146695"/>
                </a:lnTo>
                <a:lnTo>
                  <a:pt x="2134453" y="8472674"/>
                </a:lnTo>
                <a:lnTo>
                  <a:pt x="2132588" y="8472674"/>
                </a:lnTo>
                <a:lnTo>
                  <a:pt x="2132588" y="10272363"/>
                </a:lnTo>
                <a:lnTo>
                  <a:pt x="2132279" y="10272363"/>
                </a:lnTo>
                <a:lnTo>
                  <a:pt x="2132588" y="10275428"/>
                </a:lnTo>
                <a:lnTo>
                  <a:pt x="2132588" y="10276669"/>
                </a:lnTo>
                <a:lnTo>
                  <a:pt x="2132713" y="10276669"/>
                </a:lnTo>
                <a:lnTo>
                  <a:pt x="2146088" y="10409350"/>
                </a:lnTo>
                <a:cubicBezTo>
                  <a:pt x="2209470" y="10719087"/>
                  <a:pt x="2483525" y="10952083"/>
                  <a:pt x="2811999" y="10952083"/>
                </a:cubicBezTo>
                <a:cubicBezTo>
                  <a:pt x="3140473" y="10952083"/>
                  <a:pt x="3414528" y="10719087"/>
                  <a:pt x="3477910" y="10409350"/>
                </a:cubicBezTo>
                <a:lnTo>
                  <a:pt x="3489945" y="10289956"/>
                </a:lnTo>
                <a:lnTo>
                  <a:pt x="3489515" y="10289956"/>
                </a:lnTo>
                <a:lnTo>
                  <a:pt x="3489516" y="204768"/>
                </a:lnTo>
                <a:lnTo>
                  <a:pt x="3484096" y="204768"/>
                </a:lnTo>
                <a:lnTo>
                  <a:pt x="3683897" y="0"/>
                </a:lnTo>
                <a:lnTo>
                  <a:pt x="3883696" y="204768"/>
                </a:lnTo>
                <a:lnTo>
                  <a:pt x="3877214" y="204768"/>
                </a:lnTo>
                <a:lnTo>
                  <a:pt x="3877213" y="10275919"/>
                </a:lnTo>
                <a:lnTo>
                  <a:pt x="3878616" y="10275919"/>
                </a:lnTo>
                <a:lnTo>
                  <a:pt x="3873289" y="10381436"/>
                </a:lnTo>
                <a:cubicBezTo>
                  <a:pt x="3818658" y="10919376"/>
                  <a:pt x="3364352" y="11339160"/>
                  <a:pt x="2811999" y="11339160"/>
                </a:cubicBezTo>
                <a:cubicBezTo>
                  <a:pt x="2222823" y="11339160"/>
                  <a:pt x="1745202" y="10861539"/>
                  <a:pt x="1745202" y="10272363"/>
                </a:cubicBezTo>
                <a:close/>
                <a:moveTo>
                  <a:pt x="540" y="1146693"/>
                </a:moveTo>
                <a:cubicBezTo>
                  <a:pt x="540" y="557517"/>
                  <a:pt x="478160" y="79896"/>
                  <a:pt x="1067336" y="79896"/>
                </a:cubicBezTo>
                <a:cubicBezTo>
                  <a:pt x="1656512" y="79896"/>
                  <a:pt x="2134133" y="557517"/>
                  <a:pt x="2134133" y="1146693"/>
                </a:cubicBezTo>
                <a:lnTo>
                  <a:pt x="1747056" y="1146693"/>
                </a:lnTo>
                <a:cubicBezTo>
                  <a:pt x="1747056" y="771294"/>
                  <a:pt x="1442735" y="466973"/>
                  <a:pt x="1067336" y="466973"/>
                </a:cubicBezTo>
                <a:cubicBezTo>
                  <a:pt x="691938" y="466973"/>
                  <a:pt x="387616" y="771294"/>
                  <a:pt x="387616" y="1146693"/>
                </a:cubicBezTo>
                <a:close/>
                <a:moveTo>
                  <a:pt x="0" y="11317163"/>
                </a:moveTo>
                <a:lnTo>
                  <a:pt x="0" y="1146695"/>
                </a:lnTo>
                <a:lnTo>
                  <a:pt x="388800" y="1146695"/>
                </a:lnTo>
                <a:lnTo>
                  <a:pt x="388800" y="11317163"/>
                </a:lnTo>
                <a:lnTo>
                  <a:pt x="383253" y="11317163"/>
                </a:lnTo>
                <a:lnTo>
                  <a:pt x="194291" y="11145746"/>
                </a:lnTo>
                <a:lnTo>
                  <a:pt x="5329" y="113171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2119086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弧形 87"/>
          <p:cNvSpPr/>
          <p:nvPr/>
        </p:nvSpPr>
        <p:spPr>
          <a:xfrm>
            <a:off x="9854615" y="1821822"/>
            <a:ext cx="1636395" cy="1755942"/>
          </a:xfrm>
          <a:prstGeom prst="arc">
            <a:avLst>
              <a:gd name="adj1" fmla="val 16023138"/>
              <a:gd name="adj2" fmla="val 4546334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Oval 32+"/>
          <p:cNvSpPr/>
          <p:nvPr/>
        </p:nvSpPr>
        <p:spPr>
          <a:xfrm>
            <a:off x="1274873" y="1508690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5" name="Oval 32++"/>
          <p:cNvSpPr/>
          <p:nvPr/>
        </p:nvSpPr>
        <p:spPr>
          <a:xfrm>
            <a:off x="3943671" y="1508690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Oval 32+++"/>
          <p:cNvSpPr/>
          <p:nvPr/>
        </p:nvSpPr>
        <p:spPr>
          <a:xfrm>
            <a:off x="6612469" y="1508690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Oval 32++++"/>
          <p:cNvSpPr/>
          <p:nvPr/>
        </p:nvSpPr>
        <p:spPr>
          <a:xfrm>
            <a:off x="9281268" y="1508690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Oval 32+++++"/>
          <p:cNvSpPr/>
          <p:nvPr/>
        </p:nvSpPr>
        <p:spPr>
          <a:xfrm>
            <a:off x="9897442" y="3264461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3" name="Oval 32+++"/>
          <p:cNvSpPr/>
          <p:nvPr/>
        </p:nvSpPr>
        <p:spPr>
          <a:xfrm>
            <a:off x="4559845" y="3264461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4" name="Oval 32++++"/>
          <p:cNvSpPr/>
          <p:nvPr/>
        </p:nvSpPr>
        <p:spPr>
          <a:xfrm>
            <a:off x="7228643" y="3264461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Oval 32++"/>
          <p:cNvSpPr/>
          <p:nvPr/>
        </p:nvSpPr>
        <p:spPr>
          <a:xfrm>
            <a:off x="1891047" y="3264461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3" name="Oval 32+++++"/>
          <p:cNvSpPr/>
          <p:nvPr/>
        </p:nvSpPr>
        <p:spPr>
          <a:xfrm>
            <a:off x="9624164" y="5042190"/>
            <a:ext cx="626265" cy="6262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Oval 32++++"/>
          <p:cNvSpPr/>
          <p:nvPr/>
        </p:nvSpPr>
        <p:spPr>
          <a:xfrm>
            <a:off x="6955364" y="5042190"/>
            <a:ext cx="626265" cy="6262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Oval 32+++"/>
          <p:cNvSpPr/>
          <p:nvPr/>
        </p:nvSpPr>
        <p:spPr>
          <a:xfrm>
            <a:off x="4286566" y="5042190"/>
            <a:ext cx="626265" cy="6262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8" name="Oval 32++"/>
          <p:cNvSpPr/>
          <p:nvPr/>
        </p:nvSpPr>
        <p:spPr>
          <a:xfrm>
            <a:off x="1833553" y="5042190"/>
            <a:ext cx="626265" cy="6262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404461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TextBox 102+"/>
          <p:cNvSpPr txBox="1"/>
          <p:nvPr/>
        </p:nvSpPr>
        <p:spPr>
          <a:xfrm>
            <a:off x="4073260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5" name="TextBox 102++"/>
          <p:cNvSpPr txBox="1"/>
          <p:nvPr/>
        </p:nvSpPr>
        <p:spPr>
          <a:xfrm>
            <a:off x="6742057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TextBox 102+++"/>
          <p:cNvSpPr txBox="1"/>
          <p:nvPr/>
        </p:nvSpPr>
        <p:spPr>
          <a:xfrm>
            <a:off x="9410857" y="16833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TextBox 102++++"/>
          <p:cNvSpPr txBox="1"/>
          <p:nvPr/>
        </p:nvSpPr>
        <p:spPr>
          <a:xfrm>
            <a:off x="10027031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TextBox 102+++++"/>
          <p:cNvSpPr txBox="1"/>
          <p:nvPr/>
        </p:nvSpPr>
        <p:spPr>
          <a:xfrm>
            <a:off x="7358231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TextBox 102++++++"/>
          <p:cNvSpPr txBox="1"/>
          <p:nvPr/>
        </p:nvSpPr>
        <p:spPr>
          <a:xfrm>
            <a:off x="4689434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TextBox 102+++++++"/>
          <p:cNvSpPr txBox="1"/>
          <p:nvPr/>
        </p:nvSpPr>
        <p:spPr>
          <a:xfrm>
            <a:off x="2020636" y="3439094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TextBox 102++++++++"/>
          <p:cNvSpPr txBox="1"/>
          <p:nvPr/>
        </p:nvSpPr>
        <p:spPr>
          <a:xfrm>
            <a:off x="1963141" y="5216823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TextBox 102+++++++"/>
          <p:cNvSpPr txBox="1"/>
          <p:nvPr/>
        </p:nvSpPr>
        <p:spPr>
          <a:xfrm>
            <a:off x="4348027" y="5216823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TextBox 102++++++"/>
          <p:cNvSpPr txBox="1"/>
          <p:nvPr/>
        </p:nvSpPr>
        <p:spPr>
          <a:xfrm>
            <a:off x="7016824" y="5216823"/>
            <a:ext cx="5033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16" name="TextBox 102+++++"/>
          <p:cNvSpPr txBox="1"/>
          <p:nvPr/>
        </p:nvSpPr>
        <p:spPr>
          <a:xfrm>
            <a:off x="9685624" y="5216823"/>
            <a:ext cx="5033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cxnSp>
        <p:nvCxnSpPr>
          <p:cNvPr id="122" name="Straight Connector 86+"/>
          <p:cNvCxnSpPr/>
          <p:nvPr/>
        </p:nvCxnSpPr>
        <p:spPr>
          <a:xfrm>
            <a:off x="4821946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86++"/>
          <p:cNvCxnSpPr/>
          <p:nvPr/>
        </p:nvCxnSpPr>
        <p:spPr>
          <a:xfrm>
            <a:off x="7490744" y="1821822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86+++"/>
          <p:cNvCxnSpPr/>
          <p:nvPr/>
        </p:nvCxnSpPr>
        <p:spPr>
          <a:xfrm flipH="1">
            <a:off x="8106918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86++++"/>
          <p:cNvCxnSpPr/>
          <p:nvPr/>
        </p:nvCxnSpPr>
        <p:spPr>
          <a:xfrm flipH="1">
            <a:off x="5438120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86+++++"/>
          <p:cNvCxnSpPr/>
          <p:nvPr/>
        </p:nvCxnSpPr>
        <p:spPr>
          <a:xfrm flipH="1">
            <a:off x="2769321" y="3577593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86+"/>
          <p:cNvCxnSpPr/>
          <p:nvPr/>
        </p:nvCxnSpPr>
        <p:spPr>
          <a:xfrm>
            <a:off x="2580014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86++"/>
          <p:cNvCxnSpPr/>
          <p:nvPr/>
        </p:nvCxnSpPr>
        <p:spPr>
          <a:xfrm>
            <a:off x="5164840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86+++"/>
          <p:cNvCxnSpPr/>
          <p:nvPr/>
        </p:nvCxnSpPr>
        <p:spPr>
          <a:xfrm>
            <a:off x="7833640" y="5340809"/>
            <a:ext cx="15385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86++++"/>
          <p:cNvCxnSpPr/>
          <p:nvPr/>
        </p:nvCxnSpPr>
        <p:spPr>
          <a:xfrm>
            <a:off x="10466739" y="5340809"/>
            <a:ext cx="89761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/>
          <p:cNvSpPr txBox="1"/>
          <p:nvPr/>
        </p:nvSpPr>
        <p:spPr>
          <a:xfrm>
            <a:off x="664676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年度市场数据分析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6" name="TextBox 134+"/>
          <p:cNvSpPr txBox="1"/>
          <p:nvPr/>
        </p:nvSpPr>
        <p:spPr>
          <a:xfrm>
            <a:off x="3564306" y="11905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春节温情营销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7" name="TextBox 134++"/>
          <p:cNvSpPr txBox="1"/>
          <p:nvPr/>
        </p:nvSpPr>
        <p:spPr>
          <a:xfrm>
            <a:off x="6002272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品牌视觉体系升级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8" name="TextBox 134+++"/>
          <p:cNvSpPr txBox="1"/>
          <p:nvPr/>
        </p:nvSpPr>
        <p:spPr>
          <a:xfrm>
            <a:off x="8671072" y="11905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内容矩阵深度布局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39" name="TextBox 134++++"/>
          <p:cNvSpPr txBox="1"/>
          <p:nvPr/>
        </p:nvSpPr>
        <p:spPr>
          <a:xfrm>
            <a:off x="9518078" y="2982922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春季线下活动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7" name="TextBox 134+++++"/>
          <p:cNvSpPr txBox="1"/>
          <p:nvPr/>
        </p:nvSpPr>
        <p:spPr>
          <a:xfrm>
            <a:off x="6503030" y="2982922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年中复盘与策略优化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8" name="TextBox 134++++++"/>
          <p:cNvSpPr txBox="1"/>
          <p:nvPr/>
        </p:nvSpPr>
        <p:spPr>
          <a:xfrm>
            <a:off x="3949647" y="2982922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数字广告集中投放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49" name="TextBox 134+++++++"/>
          <p:cNvSpPr txBox="1"/>
          <p:nvPr/>
        </p:nvSpPr>
        <p:spPr>
          <a:xfrm>
            <a:off x="1280850" y="2982922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合作伙伴生态共建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0" name="TextBox 134++++++++"/>
          <p:cNvSpPr txBox="1"/>
          <p:nvPr/>
        </p:nvSpPr>
        <p:spPr>
          <a:xfrm>
            <a:off x="1223356" y="4764201"/>
            <a:ext cx="1846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线上大型主题活动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1" name="TextBox 134+++++++++"/>
          <p:cNvSpPr txBox="1"/>
          <p:nvPr/>
        </p:nvSpPr>
        <p:spPr>
          <a:xfrm>
            <a:off x="3560953" y="4764201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成果发布与价值传递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2" name="TextBox 134++++++++++"/>
          <p:cNvSpPr txBox="1"/>
          <p:nvPr/>
        </p:nvSpPr>
        <p:spPr>
          <a:xfrm>
            <a:off x="6575998" y="4764201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备战年终大促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3" name="TextBox 134+++++++++++"/>
          <p:cNvSpPr txBox="1"/>
          <p:nvPr/>
        </p:nvSpPr>
        <p:spPr>
          <a:xfrm>
            <a:off x="8898550" y="4764201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年度收官与未来展望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844940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8" name="TextBox 154+"/>
          <p:cNvSpPr txBox="1"/>
          <p:nvPr/>
        </p:nvSpPr>
        <p:spPr>
          <a:xfrm>
            <a:off x="3513738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执行“新春关怀”主题线上活动，提升品牌好感度；完成全年预算方案终审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9" name="TextBox 154++"/>
          <p:cNvSpPr txBox="1"/>
          <p:nvPr/>
        </p:nvSpPr>
        <p:spPr>
          <a:xfrm>
            <a:off x="6182536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Logo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VI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系统及宣传物料设计，确保品牌形象统一焕新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0" name="TextBox 154+++"/>
          <p:cNvSpPr txBox="1"/>
          <p:nvPr/>
        </p:nvSpPr>
        <p:spPr>
          <a:xfrm>
            <a:off x="8851336" y="22643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官网上线全新内容板块；启动行业白皮书撰写与系列深度文章策划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1" name="TextBox 154++++"/>
          <p:cNvSpPr txBox="1"/>
          <p:nvPr/>
        </p:nvSpPr>
        <p:spPr>
          <a:xfrm>
            <a:off x="9467510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主办行业交流峰会，拓展潜在客户资源，提升行业影响力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2" name="TextBox 154+++"/>
          <p:cNvSpPr txBox="1"/>
          <p:nvPr/>
        </p:nvSpPr>
        <p:spPr>
          <a:xfrm>
            <a:off x="6798711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复盘上半年投放效果，进行数据洞察，动态调整下半年媒介策略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3" name="TextBox 154++"/>
          <p:cNvSpPr txBox="1"/>
          <p:nvPr/>
        </p:nvSpPr>
        <p:spPr>
          <a:xfrm>
            <a:off x="4129912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启动信息流、搜索引擎等核心渠道的暑期大规模促销广告投放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4" name="TextBox 154+"/>
          <p:cNvSpPr txBox="1"/>
          <p:nvPr/>
        </p:nvSpPr>
        <p:spPr>
          <a:xfrm>
            <a:off x="1461114" y="3946234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2-3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家行业领先品牌达成战略合作，并开展联合市场战略活动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5" name="TextBox 154+++++"/>
          <p:cNvSpPr txBox="1"/>
          <p:nvPr/>
        </p:nvSpPr>
        <p:spPr>
          <a:xfrm>
            <a:off x="9194231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6" name="TextBox 154++++"/>
          <p:cNvSpPr txBox="1"/>
          <p:nvPr/>
        </p:nvSpPr>
        <p:spPr>
          <a:xfrm>
            <a:off x="6525431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7" name="TextBox 154+++"/>
          <p:cNvSpPr txBox="1"/>
          <p:nvPr/>
        </p:nvSpPr>
        <p:spPr>
          <a:xfrm>
            <a:off x="3856633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完成年度市场数据分析，明确核心目标与目标客群，制定初步推广策略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68" name="TextBox 154++"/>
          <p:cNvSpPr txBox="1"/>
          <p:nvPr/>
        </p:nvSpPr>
        <p:spPr>
          <a:xfrm>
            <a:off x="1403620" y="5766868"/>
            <a:ext cx="148613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策划并执行“金秋回馈”线上直播活动，旨在促进销售转化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组合 170"/>
          <p:cNvGrpSpPr/>
          <p:nvPr/>
        </p:nvGrpSpPr>
        <p:grpSpPr>
          <a:xfrm>
            <a:off x="1234389" y="3683000"/>
            <a:ext cx="248281" cy="2809875"/>
            <a:chOff x="1376802" y="3683000"/>
            <a:chExt cx="248281" cy="2809875"/>
          </a:xfrm>
        </p:grpSpPr>
        <p:cxnSp>
          <p:nvCxnSpPr>
            <p:cNvPr id="135" name="直接连接符 134"/>
            <p:cNvCxnSpPr/>
            <p:nvPr/>
          </p:nvCxnSpPr>
          <p:spPr>
            <a:xfrm>
              <a:off x="1502191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直角三角形 135"/>
            <p:cNvSpPr/>
            <p:nvPr/>
          </p:nvSpPr>
          <p:spPr>
            <a:xfrm rot="8059426" flipV="1">
              <a:off x="1376045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3023080" y="3683000"/>
            <a:ext cx="248281" cy="2809875"/>
            <a:chOff x="3164820" y="3683000"/>
            <a:chExt cx="248281" cy="2809875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329020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直角三角形 141"/>
            <p:cNvSpPr/>
            <p:nvPr/>
          </p:nvSpPr>
          <p:spPr>
            <a:xfrm rot="8059426" flipV="1">
              <a:off x="316406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4811771" y="3683000"/>
            <a:ext cx="248281" cy="2809875"/>
            <a:chOff x="4948053" y="3683000"/>
            <a:chExt cx="248281" cy="2809875"/>
          </a:xfrm>
        </p:grpSpPr>
        <p:cxnSp>
          <p:nvCxnSpPr>
            <p:cNvPr id="144" name="直接连接符 143"/>
            <p:cNvCxnSpPr/>
            <p:nvPr/>
          </p:nvCxnSpPr>
          <p:spPr>
            <a:xfrm>
              <a:off x="5073442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直角三角形 144"/>
            <p:cNvSpPr/>
            <p:nvPr/>
          </p:nvSpPr>
          <p:spPr>
            <a:xfrm rot="8059426" flipV="1">
              <a:off x="4947296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>
            <a:off x="6600462" y="3683000"/>
            <a:ext cx="248281" cy="2809875"/>
            <a:chOff x="6743880" y="3683000"/>
            <a:chExt cx="248281" cy="2809875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686926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直角三角形 147"/>
            <p:cNvSpPr/>
            <p:nvPr/>
          </p:nvSpPr>
          <p:spPr>
            <a:xfrm rot="8059426" flipV="1">
              <a:off x="674312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8389153" y="3683000"/>
            <a:ext cx="248281" cy="2809875"/>
            <a:chOff x="8526440" y="3683000"/>
            <a:chExt cx="248281" cy="2809875"/>
          </a:xfrm>
        </p:grpSpPr>
        <p:cxnSp>
          <p:nvCxnSpPr>
            <p:cNvPr id="150" name="直接连接符 149"/>
            <p:cNvCxnSpPr/>
            <p:nvPr/>
          </p:nvCxnSpPr>
          <p:spPr>
            <a:xfrm>
              <a:off x="8651829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直角三角形 150"/>
            <p:cNvSpPr/>
            <p:nvPr/>
          </p:nvSpPr>
          <p:spPr>
            <a:xfrm rot="8059426" flipV="1">
              <a:off x="8525683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10116612" y="3683000"/>
            <a:ext cx="248281" cy="2809875"/>
            <a:chOff x="10316056" y="3683000"/>
            <a:chExt cx="248281" cy="2809875"/>
          </a:xfrm>
        </p:grpSpPr>
        <p:cxnSp>
          <p:nvCxnSpPr>
            <p:cNvPr id="153" name="直接连接符 152"/>
            <p:cNvCxnSpPr/>
            <p:nvPr/>
          </p:nvCxnSpPr>
          <p:spPr>
            <a:xfrm>
              <a:off x="10441445" y="3683000"/>
              <a:ext cx="0" cy="2809875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直角三角形 153"/>
            <p:cNvSpPr/>
            <p:nvPr/>
          </p:nvSpPr>
          <p:spPr>
            <a:xfrm rot="8059426" flipV="1">
              <a:off x="10315299" y="6192645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23997" y="879040"/>
            <a:ext cx="248281" cy="2708883"/>
            <a:chOff x="494850" y="879040"/>
            <a:chExt cx="248281" cy="2708883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620238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直角三角形 83"/>
            <p:cNvSpPr/>
            <p:nvPr/>
          </p:nvSpPr>
          <p:spPr>
            <a:xfrm rot="13540574">
              <a:off x="494093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2175531" y="879040"/>
            <a:ext cx="248281" cy="2708883"/>
            <a:chOff x="2299356" y="879040"/>
            <a:chExt cx="248281" cy="2708883"/>
          </a:xfrm>
        </p:grpSpPr>
        <p:cxnSp>
          <p:nvCxnSpPr>
            <p:cNvPr id="94" name="直接连接符 93"/>
            <p:cNvCxnSpPr/>
            <p:nvPr/>
          </p:nvCxnSpPr>
          <p:spPr>
            <a:xfrm>
              <a:off x="2424744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直角三角形 94"/>
            <p:cNvSpPr/>
            <p:nvPr/>
          </p:nvSpPr>
          <p:spPr>
            <a:xfrm rot="13540574">
              <a:off x="2298599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3958881" y="879040"/>
            <a:ext cx="248281" cy="2708883"/>
            <a:chOff x="4082706" y="879040"/>
            <a:chExt cx="248281" cy="2708883"/>
          </a:xfrm>
        </p:grpSpPr>
        <p:cxnSp>
          <p:nvCxnSpPr>
            <p:cNvPr id="97" name="直接连接符 96"/>
            <p:cNvCxnSpPr/>
            <p:nvPr/>
          </p:nvCxnSpPr>
          <p:spPr>
            <a:xfrm>
              <a:off x="4208094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直角三角形 97"/>
            <p:cNvSpPr/>
            <p:nvPr/>
          </p:nvSpPr>
          <p:spPr>
            <a:xfrm rot="13540574">
              <a:off x="4081949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732632" y="879040"/>
            <a:ext cx="248281" cy="2708883"/>
            <a:chOff x="5856457" y="879040"/>
            <a:chExt cx="248281" cy="2708883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5981845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直角三角形 100"/>
            <p:cNvSpPr/>
            <p:nvPr/>
          </p:nvSpPr>
          <p:spPr>
            <a:xfrm rot="13540574">
              <a:off x="5855700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7507596" y="879040"/>
            <a:ext cx="248281" cy="2708883"/>
            <a:chOff x="7631421" y="879040"/>
            <a:chExt cx="248281" cy="2708883"/>
          </a:xfrm>
        </p:grpSpPr>
        <p:cxnSp>
          <p:nvCxnSpPr>
            <p:cNvPr id="103" name="直接连接符 102"/>
            <p:cNvCxnSpPr/>
            <p:nvPr/>
          </p:nvCxnSpPr>
          <p:spPr>
            <a:xfrm>
              <a:off x="7756809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直角三角形 103"/>
            <p:cNvSpPr/>
            <p:nvPr/>
          </p:nvSpPr>
          <p:spPr>
            <a:xfrm rot="13540574">
              <a:off x="7630664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9310830" y="879040"/>
            <a:ext cx="248281" cy="2708883"/>
            <a:chOff x="9434655" y="879040"/>
            <a:chExt cx="248281" cy="2708883"/>
          </a:xfrm>
        </p:grpSpPr>
        <p:cxnSp>
          <p:nvCxnSpPr>
            <p:cNvPr id="106" name="直接连接符 105"/>
            <p:cNvCxnSpPr/>
            <p:nvPr/>
          </p:nvCxnSpPr>
          <p:spPr>
            <a:xfrm>
              <a:off x="9560043" y="879040"/>
              <a:ext cx="0" cy="2708883"/>
            </a:xfrm>
            <a:prstGeom prst="line">
              <a:avLst/>
            </a:prstGeom>
            <a:ln w="158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直角三角形 106"/>
            <p:cNvSpPr/>
            <p:nvPr/>
          </p:nvSpPr>
          <p:spPr>
            <a:xfrm rot="13540574">
              <a:off x="9433898" y="930991"/>
              <a:ext cx="249795" cy="248281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439730" y="62729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34502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市场推广项目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8594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时间轴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39327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/>
        </p:nvSpPr>
        <p:spPr>
          <a:xfrm>
            <a:off x="319088" y="3407445"/>
            <a:ext cx="11151343" cy="551110"/>
          </a:xfrm>
          <a:custGeom>
            <a:avLst/>
            <a:gdLst>
              <a:gd name="connsiteX0" fmla="*/ 0 w 11321615"/>
              <a:gd name="connsiteY0" fmla="*/ 0 h 438149"/>
              <a:gd name="connsiteX1" fmla="*/ 11197792 w 11321615"/>
              <a:gd name="connsiteY1" fmla="*/ 0 h 438149"/>
              <a:gd name="connsiteX2" fmla="*/ 11321615 w 11321615"/>
              <a:gd name="connsiteY2" fmla="*/ 219075 h 438149"/>
              <a:gd name="connsiteX3" fmla="*/ 11197792 w 11321615"/>
              <a:gd name="connsiteY3" fmla="*/ 438149 h 438149"/>
              <a:gd name="connsiteX4" fmla="*/ 0 w 11321615"/>
              <a:gd name="connsiteY4" fmla="*/ 438149 h 438149"/>
              <a:gd name="connsiteX5" fmla="*/ 0 w 11321615"/>
              <a:gd name="connsiteY5" fmla="*/ 437788 h 438149"/>
              <a:gd name="connsiteX6" fmla="*/ 122458 w 11321615"/>
              <a:gd name="connsiteY6" fmla="*/ 219075 h 438149"/>
              <a:gd name="connsiteX7" fmla="*/ 0 w 11321615"/>
              <a:gd name="connsiteY7" fmla="*/ 361 h 43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1615" h="438149">
                <a:moveTo>
                  <a:pt x="0" y="0"/>
                </a:moveTo>
                <a:lnTo>
                  <a:pt x="11197792" y="0"/>
                </a:lnTo>
                <a:lnTo>
                  <a:pt x="11321615" y="219075"/>
                </a:lnTo>
                <a:lnTo>
                  <a:pt x="11197792" y="438149"/>
                </a:lnTo>
                <a:lnTo>
                  <a:pt x="0" y="438149"/>
                </a:lnTo>
                <a:lnTo>
                  <a:pt x="0" y="437788"/>
                </a:lnTo>
                <a:lnTo>
                  <a:pt x="122458" y="219075"/>
                </a:lnTo>
                <a:lnTo>
                  <a:pt x="0" y="3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73919" y="3405830"/>
            <a:ext cx="554340" cy="5543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7" name="Oval 25+"/>
          <p:cNvSpPr/>
          <p:nvPr/>
        </p:nvSpPr>
        <p:spPr>
          <a:xfrm>
            <a:off x="1368810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Oval 25++"/>
          <p:cNvSpPr/>
          <p:nvPr/>
        </p:nvSpPr>
        <p:spPr>
          <a:xfrm>
            <a:off x="3158592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9" name="Oval 25+"/>
          <p:cNvSpPr/>
          <p:nvPr/>
        </p:nvSpPr>
        <p:spPr>
          <a:xfrm>
            <a:off x="2263701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Oval 25+++"/>
          <p:cNvSpPr/>
          <p:nvPr/>
        </p:nvSpPr>
        <p:spPr>
          <a:xfrm>
            <a:off x="4948374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Oval 25++"/>
          <p:cNvSpPr/>
          <p:nvPr/>
        </p:nvSpPr>
        <p:spPr>
          <a:xfrm>
            <a:off x="4053483" y="3405830"/>
            <a:ext cx="554340" cy="5543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Oval 25++++"/>
          <p:cNvSpPr/>
          <p:nvPr/>
        </p:nvSpPr>
        <p:spPr>
          <a:xfrm>
            <a:off x="6738156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Oval 25+++"/>
          <p:cNvSpPr/>
          <p:nvPr/>
        </p:nvSpPr>
        <p:spPr>
          <a:xfrm>
            <a:off x="5843265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Oval 25+++++"/>
          <p:cNvSpPr/>
          <p:nvPr/>
        </p:nvSpPr>
        <p:spPr>
          <a:xfrm>
            <a:off x="8527938" y="3405830"/>
            <a:ext cx="554340" cy="5543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5" name="Oval 25++++"/>
          <p:cNvSpPr/>
          <p:nvPr/>
        </p:nvSpPr>
        <p:spPr>
          <a:xfrm>
            <a:off x="7633047" y="3405830"/>
            <a:ext cx="554340" cy="5543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Oval 25++++++"/>
          <p:cNvSpPr/>
          <p:nvPr/>
        </p:nvSpPr>
        <p:spPr>
          <a:xfrm>
            <a:off x="10317715" y="3405830"/>
            <a:ext cx="554340" cy="5543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Oval 25+++++"/>
          <p:cNvSpPr/>
          <p:nvPr/>
        </p:nvSpPr>
        <p:spPr>
          <a:xfrm>
            <a:off x="9422829" y="3405830"/>
            <a:ext cx="554340" cy="5543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67545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TextBox 53+"/>
          <p:cNvSpPr txBox="1"/>
          <p:nvPr/>
        </p:nvSpPr>
        <p:spPr>
          <a:xfrm>
            <a:off x="1462436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TextBox 53++"/>
          <p:cNvSpPr txBox="1"/>
          <p:nvPr/>
        </p:nvSpPr>
        <p:spPr>
          <a:xfrm>
            <a:off x="2357327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7" name="TextBox 53+++"/>
          <p:cNvSpPr txBox="1"/>
          <p:nvPr/>
        </p:nvSpPr>
        <p:spPr>
          <a:xfrm>
            <a:off x="3252218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TextBox 53++++"/>
          <p:cNvSpPr txBox="1"/>
          <p:nvPr/>
        </p:nvSpPr>
        <p:spPr>
          <a:xfrm>
            <a:off x="4147109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9" name="TextBox 53+++++"/>
          <p:cNvSpPr txBox="1"/>
          <p:nvPr/>
        </p:nvSpPr>
        <p:spPr>
          <a:xfrm>
            <a:off x="5042000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0" name="TextBox 53++++++"/>
          <p:cNvSpPr txBox="1"/>
          <p:nvPr/>
        </p:nvSpPr>
        <p:spPr>
          <a:xfrm>
            <a:off x="5936891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1" name="TextBox 53+++++++"/>
          <p:cNvSpPr txBox="1"/>
          <p:nvPr/>
        </p:nvSpPr>
        <p:spPr>
          <a:xfrm>
            <a:off x="6831782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2" name="TextBox 53++++++++"/>
          <p:cNvSpPr txBox="1"/>
          <p:nvPr/>
        </p:nvSpPr>
        <p:spPr>
          <a:xfrm>
            <a:off x="7726673" y="354450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3" name="TextBox 53+++++++++"/>
          <p:cNvSpPr txBox="1"/>
          <p:nvPr/>
        </p:nvSpPr>
        <p:spPr>
          <a:xfrm>
            <a:off x="8553437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TextBox 53++++++++++"/>
          <p:cNvSpPr txBox="1"/>
          <p:nvPr/>
        </p:nvSpPr>
        <p:spPr>
          <a:xfrm>
            <a:off x="9448327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5" name="TextBox 53+++++++++++"/>
          <p:cNvSpPr txBox="1"/>
          <p:nvPr/>
        </p:nvSpPr>
        <p:spPr>
          <a:xfrm>
            <a:off x="10343214" y="35445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图形 2169"/>
          <p:cNvSpPr/>
          <p:nvPr/>
        </p:nvSpPr>
        <p:spPr>
          <a:xfrm>
            <a:off x="1115341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图形 2169+"/>
          <p:cNvSpPr/>
          <p:nvPr/>
        </p:nvSpPr>
        <p:spPr>
          <a:xfrm>
            <a:off x="2905123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图形 2169++"/>
          <p:cNvSpPr/>
          <p:nvPr/>
        </p:nvSpPr>
        <p:spPr>
          <a:xfrm>
            <a:off x="3800014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0" name="图形 2169+++"/>
          <p:cNvSpPr/>
          <p:nvPr/>
        </p:nvSpPr>
        <p:spPr>
          <a:xfrm>
            <a:off x="2010232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图形 2169++++"/>
          <p:cNvSpPr/>
          <p:nvPr/>
        </p:nvSpPr>
        <p:spPr>
          <a:xfrm>
            <a:off x="4694904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2" name="图形 2169+++++"/>
          <p:cNvSpPr/>
          <p:nvPr/>
        </p:nvSpPr>
        <p:spPr>
          <a:xfrm>
            <a:off x="5589795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3" name="图形 2169++++++"/>
          <p:cNvSpPr/>
          <p:nvPr/>
        </p:nvSpPr>
        <p:spPr>
          <a:xfrm>
            <a:off x="8274469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4" name="图形 2169+++++++"/>
          <p:cNvSpPr/>
          <p:nvPr/>
        </p:nvSpPr>
        <p:spPr>
          <a:xfrm>
            <a:off x="6484686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5" name="图形 2169++++++++"/>
          <p:cNvSpPr/>
          <p:nvPr/>
        </p:nvSpPr>
        <p:spPr>
          <a:xfrm>
            <a:off x="7379577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6" name="图形 2169+++++++++"/>
          <p:cNvSpPr/>
          <p:nvPr/>
        </p:nvSpPr>
        <p:spPr>
          <a:xfrm>
            <a:off x="9169360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7" name="图形 2169++++++++++"/>
          <p:cNvSpPr/>
          <p:nvPr/>
        </p:nvSpPr>
        <p:spPr>
          <a:xfrm>
            <a:off x="10064248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8" name="图形 2169+++++++++++"/>
          <p:cNvSpPr/>
          <p:nvPr/>
        </p:nvSpPr>
        <p:spPr>
          <a:xfrm>
            <a:off x="11046213" y="3587923"/>
            <a:ext cx="166388" cy="190157"/>
          </a:xfrm>
          <a:custGeom>
            <a:avLst/>
            <a:gdLst>
              <a:gd name="connsiteX0" fmla="*/ 125253 w 313115"/>
              <a:gd name="connsiteY0" fmla="*/ 0 h 357846"/>
              <a:gd name="connsiteX1" fmla="*/ 168840 w 313115"/>
              <a:gd name="connsiteY1" fmla="*/ 160687 h 357846"/>
              <a:gd name="connsiteX2" fmla="*/ 0 w 313115"/>
              <a:gd name="connsiteY2" fmla="*/ 0 h 357846"/>
              <a:gd name="connsiteX3" fmla="*/ 48521 w 313115"/>
              <a:gd name="connsiteY3" fmla="*/ 178959 h 357846"/>
              <a:gd name="connsiteX4" fmla="*/ 0 w 313115"/>
              <a:gd name="connsiteY4" fmla="*/ 357846 h 357846"/>
              <a:gd name="connsiteX5" fmla="*/ 168840 w 313115"/>
              <a:gd name="connsiteY5" fmla="*/ 197194 h 357846"/>
              <a:gd name="connsiteX6" fmla="*/ 125253 w 313115"/>
              <a:gd name="connsiteY6" fmla="*/ 357846 h 357846"/>
              <a:gd name="connsiteX7" fmla="*/ 313116 w 313115"/>
              <a:gd name="connsiteY7" fmla="*/ 179030 h 357846"/>
              <a:gd name="connsiteX8" fmla="*/ 313116 w 313115"/>
              <a:gd name="connsiteY8" fmla="*/ 178816 h 35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115" h="357846">
                <a:moveTo>
                  <a:pt x="125253" y="0"/>
                </a:moveTo>
                <a:lnTo>
                  <a:pt x="168840" y="160687"/>
                </a:lnTo>
                <a:lnTo>
                  <a:pt x="0" y="0"/>
                </a:lnTo>
                <a:lnTo>
                  <a:pt x="48521" y="178959"/>
                </a:lnTo>
                <a:lnTo>
                  <a:pt x="0" y="357846"/>
                </a:lnTo>
                <a:lnTo>
                  <a:pt x="168840" y="197194"/>
                </a:lnTo>
                <a:lnTo>
                  <a:pt x="125253" y="357846"/>
                </a:lnTo>
                <a:lnTo>
                  <a:pt x="313116" y="179030"/>
                </a:lnTo>
                <a:lnTo>
                  <a:pt x="313116" y="178816"/>
                </a:lnTo>
                <a:close/>
              </a:path>
            </a:pathLst>
          </a:custGeom>
          <a:solidFill>
            <a:schemeClr val="accent1"/>
          </a:solidFill>
          <a:ln w="3575" cap="flat">
            <a:noFill/>
            <a:prstDash val="solid"/>
            <a:miter/>
          </a:ln>
          <a:effectLst/>
        </p:spPr>
        <p:txBody>
          <a:bodyPr lIns="55623" tIns="27812" rIns="55623" bIns="2781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58505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项目深研启动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658505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完成市场调研报告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明确产品定位与核心卖点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658505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8505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市场部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58505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研发部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4" name="TextBox 174+"/>
          <p:cNvSpPr txBox="1"/>
          <p:nvPr/>
        </p:nvSpPr>
        <p:spPr>
          <a:xfrm>
            <a:off x="2479268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供应链路夯实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5" name="TextBox 176+"/>
          <p:cNvSpPr txBox="1"/>
          <p:nvPr/>
        </p:nvSpPr>
        <p:spPr>
          <a:xfrm>
            <a:off x="2479268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完成核心供应商筛选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确定产品最终成本与定价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6" name="TextBox 178+"/>
          <p:cNvSpPr txBox="1"/>
          <p:nvPr/>
        </p:nvSpPr>
        <p:spPr>
          <a:xfrm>
            <a:off x="2479268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TextBox 181+"/>
          <p:cNvSpPr txBox="1"/>
          <p:nvPr/>
        </p:nvSpPr>
        <p:spPr>
          <a:xfrm>
            <a:off x="2479268" y="280189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供应链部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8" name="TextBox 182+"/>
          <p:cNvSpPr txBox="1"/>
          <p:nvPr/>
        </p:nvSpPr>
        <p:spPr>
          <a:xfrm>
            <a:off x="2479268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财务部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9" name="TextBox 174++"/>
          <p:cNvSpPr txBox="1"/>
          <p:nvPr/>
        </p:nvSpPr>
        <p:spPr>
          <a:xfrm>
            <a:off x="4256523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内外预热同步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0" name="TextBox 176++"/>
          <p:cNvSpPr txBox="1"/>
          <p:nvPr/>
        </p:nvSpPr>
        <p:spPr>
          <a:xfrm>
            <a:off x="4256523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召开内部产品发布会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启动核心渠道商招募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1" name="TextBox 178++"/>
          <p:cNvSpPr txBox="1"/>
          <p:nvPr/>
        </p:nvSpPr>
        <p:spPr>
          <a:xfrm>
            <a:off x="4256523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2" name="TextBox 181++"/>
          <p:cNvSpPr txBox="1"/>
          <p:nvPr/>
        </p:nvSpPr>
        <p:spPr>
          <a:xfrm>
            <a:off x="4256523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销售部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3" name="TextBox 182++"/>
          <p:cNvSpPr txBox="1"/>
          <p:nvPr/>
        </p:nvSpPr>
        <p:spPr>
          <a:xfrm>
            <a:off x="4256523" y="3013816"/>
            <a:ext cx="30296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4" name="TextBox 181+++"/>
          <p:cNvSpPr txBox="1"/>
          <p:nvPr/>
        </p:nvSpPr>
        <p:spPr>
          <a:xfrm>
            <a:off x="6012884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市场部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5" name="TextBox 182+++"/>
          <p:cNvSpPr txBox="1"/>
          <p:nvPr/>
        </p:nvSpPr>
        <p:spPr>
          <a:xfrm>
            <a:off x="6012884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媒介部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6" name="TextBox 178+++"/>
          <p:cNvSpPr txBox="1"/>
          <p:nvPr/>
        </p:nvSpPr>
        <p:spPr>
          <a:xfrm>
            <a:off x="6012884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7" name="TextBox 176+++"/>
          <p:cNvSpPr txBox="1"/>
          <p:nvPr/>
        </p:nvSpPr>
        <p:spPr>
          <a:xfrm>
            <a:off x="6012884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启动整合营销战役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在社交平台进行广告投放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8" name="TextBox 174+++"/>
          <p:cNvSpPr txBox="1"/>
          <p:nvPr/>
        </p:nvSpPr>
        <p:spPr>
          <a:xfrm>
            <a:off x="6012884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品牌声势拉满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199" name="TextBox 181++++"/>
          <p:cNvSpPr txBox="1"/>
          <p:nvPr/>
        </p:nvSpPr>
        <p:spPr>
          <a:xfrm>
            <a:off x="7853236" y="2801898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销售部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0" name="TextBox 182++++"/>
          <p:cNvSpPr txBox="1"/>
          <p:nvPr/>
        </p:nvSpPr>
        <p:spPr>
          <a:xfrm>
            <a:off x="7853236" y="3013816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电商部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1" name="TextBox 178++++"/>
          <p:cNvSpPr txBox="1"/>
          <p:nvPr/>
        </p:nvSpPr>
        <p:spPr>
          <a:xfrm>
            <a:off x="7853236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2" name="TextBox 176++++"/>
          <p:cNvSpPr txBox="1"/>
          <p:nvPr/>
        </p:nvSpPr>
        <p:spPr>
          <a:xfrm>
            <a:off x="7853236" y="1742488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启动“金秋品质”活动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冲击首轮销售高峰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3" name="TextBox 174++++"/>
          <p:cNvSpPr txBox="1"/>
          <p:nvPr/>
        </p:nvSpPr>
        <p:spPr>
          <a:xfrm>
            <a:off x="7853236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销售高峰冲击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4" name="TextBox 181+++++"/>
          <p:cNvSpPr txBox="1"/>
          <p:nvPr/>
        </p:nvSpPr>
        <p:spPr>
          <a:xfrm>
            <a:off x="9679527" y="2801898"/>
            <a:ext cx="90890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品牌部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5" name="TextBox 182+++++"/>
          <p:cNvSpPr txBox="1"/>
          <p:nvPr/>
        </p:nvSpPr>
        <p:spPr>
          <a:xfrm>
            <a:off x="9679527" y="3013816"/>
            <a:ext cx="39594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CRM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6" name="TextBox 178+++++"/>
          <p:cNvSpPr txBox="1"/>
          <p:nvPr/>
        </p:nvSpPr>
        <p:spPr>
          <a:xfrm>
            <a:off x="9679527" y="2437332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7" name="TextBox 176+++++"/>
          <p:cNvSpPr txBox="1"/>
          <p:nvPr/>
        </p:nvSpPr>
        <p:spPr>
          <a:xfrm>
            <a:off x="9679527" y="1742488"/>
            <a:ext cx="1482512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启动会员专属活动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发布品牌故事微电影，深化情感链接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8" name="TextBox 174+++++"/>
          <p:cNvSpPr txBox="1"/>
          <p:nvPr/>
        </p:nvSpPr>
        <p:spPr>
          <a:xfrm>
            <a:off x="9679527" y="130157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用户关系深化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09" name="TextBox 178+"/>
          <p:cNvSpPr txBox="1"/>
          <p:nvPr/>
        </p:nvSpPr>
        <p:spPr>
          <a:xfrm>
            <a:off x="1538429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0" name="TextBox 181+"/>
          <p:cNvSpPr txBox="1"/>
          <p:nvPr/>
        </p:nvSpPr>
        <p:spPr>
          <a:xfrm>
            <a:off x="1538429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1" name="TextBox 182+"/>
          <p:cNvSpPr txBox="1"/>
          <p:nvPr/>
        </p:nvSpPr>
        <p:spPr>
          <a:xfrm>
            <a:off x="1538429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设计部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2" name="TextBox 176+"/>
          <p:cNvSpPr txBox="1"/>
          <p:nvPr/>
        </p:nvSpPr>
        <p:spPr>
          <a:xfrm>
            <a:off x="1538429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确定产品配方与外观设计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制定初步营销策略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3" name="TextBox 174+"/>
          <p:cNvSpPr txBox="1"/>
          <p:nvPr/>
        </p:nvSpPr>
        <p:spPr>
          <a:xfrm>
            <a:off x="1538429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方案精确定型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4" name="TextBox 178++"/>
          <p:cNvSpPr txBox="1"/>
          <p:nvPr/>
        </p:nvSpPr>
        <p:spPr>
          <a:xfrm>
            <a:off x="3328211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5" name="TextBox 181++"/>
          <p:cNvSpPr txBox="1"/>
          <p:nvPr/>
        </p:nvSpPr>
        <p:spPr>
          <a:xfrm>
            <a:off x="3328211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创意部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6" name="TextBox 182++"/>
          <p:cNvSpPr txBox="1"/>
          <p:nvPr/>
        </p:nvSpPr>
        <p:spPr>
          <a:xfrm>
            <a:off x="3328211" y="5946243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数字营销组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7" name="TextBox 176++"/>
          <p:cNvSpPr txBox="1"/>
          <p:nvPr/>
        </p:nvSpPr>
        <p:spPr>
          <a:xfrm>
            <a:off x="3328211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完成主视觉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设计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启动线上宣传内容储备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8" name="TextBox 174++"/>
          <p:cNvSpPr txBox="1"/>
          <p:nvPr/>
        </p:nvSpPr>
        <p:spPr>
          <a:xfrm>
            <a:off x="3328211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宣传素材备齐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19" name="TextBox 178+++"/>
          <p:cNvSpPr txBox="1"/>
          <p:nvPr/>
        </p:nvSpPr>
        <p:spPr>
          <a:xfrm>
            <a:off x="5117993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0" name="TextBox 181+++"/>
          <p:cNvSpPr txBox="1"/>
          <p:nvPr/>
        </p:nvSpPr>
        <p:spPr>
          <a:xfrm>
            <a:off x="5117993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电商部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1" name="TextBox 182+++"/>
          <p:cNvSpPr txBox="1"/>
          <p:nvPr/>
        </p:nvSpPr>
        <p:spPr>
          <a:xfrm>
            <a:off x="5117993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公关部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2" name="TextBox 176+++"/>
          <p:cNvSpPr txBox="1"/>
          <p:nvPr/>
        </p:nvSpPr>
        <p:spPr>
          <a:xfrm>
            <a:off x="5117993" y="4674915"/>
            <a:ext cx="1482512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上线官网预售页面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邀请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KOC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进行内测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3" name="TextBox 174+++"/>
          <p:cNvSpPr txBox="1"/>
          <p:nvPr/>
        </p:nvSpPr>
        <p:spPr>
          <a:xfrm>
            <a:off x="5117993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口碑初战告捷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4" name="TextBox 178++++"/>
          <p:cNvSpPr txBox="1"/>
          <p:nvPr/>
        </p:nvSpPr>
        <p:spPr>
          <a:xfrm>
            <a:off x="6907775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5" name="TextBox 181++++"/>
          <p:cNvSpPr txBox="1"/>
          <p:nvPr/>
        </p:nvSpPr>
        <p:spPr>
          <a:xfrm>
            <a:off x="6907775" y="573432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全体项目组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7" name="TextBox 176++++"/>
          <p:cNvSpPr txBox="1"/>
          <p:nvPr/>
        </p:nvSpPr>
        <p:spPr>
          <a:xfrm>
            <a:off x="6907775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召开新品发布会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产品在全渠道同步上架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8" name="TextBox 174++++"/>
          <p:cNvSpPr txBox="1"/>
          <p:nvPr/>
        </p:nvSpPr>
        <p:spPr>
          <a:xfrm>
            <a:off x="6907775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全渠道势引爆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9" name="TextBox 178+++++"/>
          <p:cNvSpPr txBox="1"/>
          <p:nvPr/>
        </p:nvSpPr>
        <p:spPr>
          <a:xfrm>
            <a:off x="8668529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0" name="TextBox 181+++++"/>
          <p:cNvSpPr txBox="1"/>
          <p:nvPr/>
        </p:nvSpPr>
        <p:spPr>
          <a:xfrm>
            <a:off x="8668529" y="573432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用户运营部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1" name="TextBox 182+++++"/>
          <p:cNvSpPr txBox="1"/>
          <p:nvPr/>
        </p:nvSpPr>
        <p:spPr>
          <a:xfrm>
            <a:off x="8668529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2" name="TextBox 176+++++"/>
          <p:cNvSpPr txBox="1"/>
          <p:nvPr/>
        </p:nvSpPr>
        <p:spPr>
          <a:xfrm>
            <a:off x="8668529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收集首批用户评价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规划产品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V1.1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迭代方案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3" name="TextBox 174+++++"/>
          <p:cNvSpPr txBox="1"/>
          <p:nvPr/>
        </p:nvSpPr>
        <p:spPr>
          <a:xfrm>
            <a:off x="8668529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反馈驱动迭代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4" name="TextBox 178++++++"/>
          <p:cNvSpPr txBox="1"/>
          <p:nvPr/>
        </p:nvSpPr>
        <p:spPr>
          <a:xfrm>
            <a:off x="10379724" y="5369759"/>
            <a:ext cx="11461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负责人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协作方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35" name="TextBox 181++++++"/>
          <p:cNvSpPr txBox="1"/>
          <p:nvPr/>
        </p:nvSpPr>
        <p:spPr>
          <a:xfrm>
            <a:off x="10379724" y="573432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项目部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6" name="TextBox 182++++++"/>
          <p:cNvSpPr txBox="1"/>
          <p:nvPr/>
        </p:nvSpPr>
        <p:spPr>
          <a:xfrm>
            <a:off x="10379724" y="5946243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管理层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7" name="TextBox 176++++++"/>
          <p:cNvSpPr txBox="1"/>
          <p:nvPr/>
        </p:nvSpPr>
        <p:spPr>
          <a:xfrm>
            <a:off x="10379724" y="4674915"/>
            <a:ext cx="148251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完成项目总复盘报告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基于数据规划明年产品线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38" name="TextBox 174++++++"/>
          <p:cNvSpPr txBox="1"/>
          <p:nvPr/>
        </p:nvSpPr>
        <p:spPr>
          <a:xfrm>
            <a:off x="10379724" y="423400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全年复盘规划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873125"/>
            <a:ext cx="11306175" cy="7556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04814" y="5428339"/>
            <a:ext cx="2382372" cy="1095829"/>
            <a:chOff x="4904814" y="5159828"/>
            <a:chExt cx="2382372" cy="1291772"/>
          </a:xfrm>
        </p:grpSpPr>
        <p:sp>
          <p:nvSpPr>
            <p:cNvPr id="4" name="Oval 17+"/>
            <p:cNvSpPr/>
            <p:nvPr/>
          </p:nvSpPr>
          <p:spPr>
            <a:xfrm>
              <a:off x="4904814" y="5159828"/>
              <a:ext cx="2382372" cy="1291772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" name="Oval 17+"/>
            <p:cNvSpPr/>
            <p:nvPr/>
          </p:nvSpPr>
          <p:spPr>
            <a:xfrm>
              <a:off x="5053839" y="5232763"/>
              <a:ext cx="2084322" cy="1087846"/>
            </a:xfrm>
            <a:prstGeom prst="ellipse">
              <a:avLst/>
            </a:prstGeom>
            <a:noFill/>
            <a:ln w="10319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" name="Oval 17+"/>
            <p:cNvSpPr/>
            <p:nvPr/>
          </p:nvSpPr>
          <p:spPr>
            <a:xfrm>
              <a:off x="5202864" y="5305697"/>
              <a:ext cx="1786272" cy="883920"/>
            </a:xfrm>
            <a:prstGeom prst="ellipse">
              <a:avLst/>
            </a:prstGeom>
            <a:noFill/>
            <a:ln w="7938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" name="Oval 17+"/>
            <p:cNvSpPr/>
            <p:nvPr/>
          </p:nvSpPr>
          <p:spPr>
            <a:xfrm>
              <a:off x="5351889" y="5378631"/>
              <a:ext cx="1488222" cy="679994"/>
            </a:xfrm>
            <a:prstGeom prst="ellipse">
              <a:avLst/>
            </a:prstGeom>
            <a:noFill/>
            <a:ln w="5556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500914" y="5451566"/>
              <a:ext cx="1190172" cy="476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699655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营销业绩汇报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8703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八段话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61278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4818743" y="2498035"/>
            <a:ext cx="2554514" cy="3422316"/>
            <a:chOff x="4818743" y="1354591"/>
            <a:chExt cx="2554514" cy="4059237"/>
          </a:xfrm>
        </p:grpSpPr>
        <p:sp>
          <p:nvSpPr>
            <p:cNvPr id="19" name="直角三角形 18"/>
            <p:cNvSpPr/>
            <p:nvPr/>
          </p:nvSpPr>
          <p:spPr>
            <a:xfrm flipH="1" flipV="1">
              <a:off x="4818743" y="1828800"/>
              <a:ext cx="1277257" cy="3585028"/>
            </a:xfrm>
            <a:prstGeom prst="rtTriangl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innerShdw blurRad="254000" dist="50800" dir="10800000">
                <a:schemeClr val="accent1">
                  <a:alpha val="50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Right Triangle 12+"/>
            <p:cNvSpPr/>
            <p:nvPr/>
          </p:nvSpPr>
          <p:spPr>
            <a:xfrm flipV="1">
              <a:off x="6096000" y="1828800"/>
              <a:ext cx="1277257" cy="3585028"/>
            </a:xfrm>
            <a:prstGeom prst="rtTriangl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innerShdw blurRad="254000" dist="50800" dir="10800000">
                <a:schemeClr val="accent1">
                  <a:alpha val="50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流程图: 决策 20"/>
            <p:cNvSpPr/>
            <p:nvPr/>
          </p:nvSpPr>
          <p:spPr>
            <a:xfrm>
              <a:off x="4822371" y="1354591"/>
              <a:ext cx="2547258" cy="943428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椭圆 21"/>
          <p:cNvSpPr/>
          <p:nvPr/>
        </p:nvSpPr>
        <p:spPr>
          <a:xfrm>
            <a:off x="5682342" y="5711368"/>
            <a:ext cx="827315" cy="362857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50000"/>
                </a:schemeClr>
              </a:gs>
              <a:gs pos="100000">
                <a:schemeClr val="accent4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417950" y="2235945"/>
            <a:ext cx="1309871" cy="855376"/>
            <a:chOff x="5417950" y="1455329"/>
            <a:chExt cx="1309871" cy="855376"/>
          </a:xfrm>
        </p:grpSpPr>
        <p:sp>
          <p:nvSpPr>
            <p:cNvPr id="24" name="Freeform 92+"/>
            <p:cNvSpPr>
              <a:spLocks noChangeAspect="1"/>
            </p:cNvSpPr>
            <p:nvPr/>
          </p:nvSpPr>
          <p:spPr>
            <a:xfrm flipH="1">
              <a:off x="5417950" y="1455329"/>
              <a:ext cx="1309871" cy="855376"/>
            </a:xfrm>
            <a:custGeom>
              <a:avLst/>
              <a:gdLst>
                <a:gd name="connsiteX0" fmla="*/ 170557 w 909637"/>
                <a:gd name="connsiteY0" fmla="*/ 1300 h 594011"/>
                <a:gd name="connsiteX1" fmla="*/ 863445 w 909637"/>
                <a:gd name="connsiteY1" fmla="*/ 179422 h 594011"/>
                <a:gd name="connsiteX2" fmla="*/ 908819 w 909637"/>
                <a:gd name="connsiteY2" fmla="*/ 124721 h 594011"/>
                <a:gd name="connsiteX3" fmla="*/ 909637 w 909637"/>
                <a:gd name="connsiteY3" fmla="*/ 132838 h 594011"/>
                <a:gd name="connsiteX4" fmla="*/ 909637 w 909637"/>
                <a:gd name="connsiteY4" fmla="*/ 144384 h 594011"/>
                <a:gd name="connsiteX5" fmla="*/ 900967 w 909637"/>
                <a:gd name="connsiteY5" fmla="*/ 230390 h 594011"/>
                <a:gd name="connsiteX6" fmla="*/ 454819 w 909637"/>
                <a:gd name="connsiteY6" fmla="*/ 594011 h 594011"/>
                <a:gd name="connsiteX7" fmla="*/ 8671 w 909637"/>
                <a:gd name="connsiteY7" fmla="*/ 230390 h 594011"/>
                <a:gd name="connsiteX8" fmla="*/ 0 w 909637"/>
                <a:gd name="connsiteY8" fmla="*/ 144374 h 594011"/>
                <a:gd name="connsiteX9" fmla="*/ 0 w 909637"/>
                <a:gd name="connsiteY9" fmla="*/ 132848 h 594011"/>
                <a:gd name="connsiteX10" fmla="*/ 1048 w 909637"/>
                <a:gd name="connsiteY10" fmla="*/ 122456 h 594011"/>
                <a:gd name="connsiteX11" fmla="*/ 42640 w 909637"/>
                <a:gd name="connsiteY11" fmla="*/ 71671 h 594011"/>
                <a:gd name="connsiteX12" fmla="*/ 170557 w 909637"/>
                <a:gd name="connsiteY12" fmla="*/ 1300 h 59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637" h="594011">
                  <a:moveTo>
                    <a:pt x="170557" y="1300"/>
                  </a:moveTo>
                  <a:cubicBezTo>
                    <a:pt x="401520" y="-26758"/>
                    <a:pt x="632482" y="411488"/>
                    <a:pt x="863445" y="179422"/>
                  </a:cubicBezTo>
                  <a:lnTo>
                    <a:pt x="908819" y="124721"/>
                  </a:lnTo>
                  <a:lnTo>
                    <a:pt x="909637" y="132838"/>
                  </a:lnTo>
                  <a:lnTo>
                    <a:pt x="909637" y="144384"/>
                  </a:lnTo>
                  <a:lnTo>
                    <a:pt x="900967" y="230390"/>
                  </a:lnTo>
                  <a:cubicBezTo>
                    <a:pt x="858503" y="437908"/>
                    <a:pt x="674891" y="594011"/>
                    <a:pt x="454819" y="594011"/>
                  </a:cubicBezTo>
                  <a:cubicBezTo>
                    <a:pt x="234748" y="594011"/>
                    <a:pt x="51136" y="437908"/>
                    <a:pt x="8671" y="230390"/>
                  </a:cubicBezTo>
                  <a:lnTo>
                    <a:pt x="0" y="144374"/>
                  </a:lnTo>
                  <a:lnTo>
                    <a:pt x="0" y="132848"/>
                  </a:lnTo>
                  <a:lnTo>
                    <a:pt x="1048" y="122456"/>
                  </a:lnTo>
                  <a:lnTo>
                    <a:pt x="42640" y="71671"/>
                  </a:lnTo>
                  <a:cubicBezTo>
                    <a:pt x="85279" y="27553"/>
                    <a:pt x="127918" y="6480"/>
                    <a:pt x="170557" y="13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1674" tIns="65837" rIns="131674" bIns="6583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任意多边形: 形状 24"/>
            <p:cNvSpPr>
              <a:spLocks noChangeAspect="1"/>
            </p:cNvSpPr>
            <p:nvPr/>
          </p:nvSpPr>
          <p:spPr>
            <a:xfrm>
              <a:off x="5417950" y="1455329"/>
              <a:ext cx="1309871" cy="855376"/>
            </a:xfrm>
            <a:custGeom>
              <a:avLst/>
              <a:gdLst>
                <a:gd name="connsiteX0" fmla="*/ 170557 w 909637"/>
                <a:gd name="connsiteY0" fmla="*/ 1300 h 594011"/>
                <a:gd name="connsiteX1" fmla="*/ 863445 w 909637"/>
                <a:gd name="connsiteY1" fmla="*/ 179422 h 594011"/>
                <a:gd name="connsiteX2" fmla="*/ 908819 w 909637"/>
                <a:gd name="connsiteY2" fmla="*/ 124721 h 594011"/>
                <a:gd name="connsiteX3" fmla="*/ 909637 w 909637"/>
                <a:gd name="connsiteY3" fmla="*/ 132838 h 594011"/>
                <a:gd name="connsiteX4" fmla="*/ 909637 w 909637"/>
                <a:gd name="connsiteY4" fmla="*/ 144384 h 594011"/>
                <a:gd name="connsiteX5" fmla="*/ 900967 w 909637"/>
                <a:gd name="connsiteY5" fmla="*/ 230390 h 594011"/>
                <a:gd name="connsiteX6" fmla="*/ 454819 w 909637"/>
                <a:gd name="connsiteY6" fmla="*/ 594011 h 594011"/>
                <a:gd name="connsiteX7" fmla="*/ 8671 w 909637"/>
                <a:gd name="connsiteY7" fmla="*/ 230390 h 594011"/>
                <a:gd name="connsiteX8" fmla="*/ 0 w 909637"/>
                <a:gd name="connsiteY8" fmla="*/ 144374 h 594011"/>
                <a:gd name="connsiteX9" fmla="*/ 0 w 909637"/>
                <a:gd name="connsiteY9" fmla="*/ 132848 h 594011"/>
                <a:gd name="connsiteX10" fmla="*/ 1048 w 909637"/>
                <a:gd name="connsiteY10" fmla="*/ 122456 h 594011"/>
                <a:gd name="connsiteX11" fmla="*/ 42640 w 909637"/>
                <a:gd name="connsiteY11" fmla="*/ 71671 h 594011"/>
                <a:gd name="connsiteX12" fmla="*/ 170557 w 909637"/>
                <a:gd name="connsiteY12" fmla="*/ 1300 h 59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637" h="594011">
                  <a:moveTo>
                    <a:pt x="170557" y="1300"/>
                  </a:moveTo>
                  <a:cubicBezTo>
                    <a:pt x="401520" y="-26758"/>
                    <a:pt x="632482" y="411488"/>
                    <a:pt x="863445" y="179422"/>
                  </a:cubicBezTo>
                  <a:lnTo>
                    <a:pt x="908819" y="124721"/>
                  </a:lnTo>
                  <a:lnTo>
                    <a:pt x="909637" y="132838"/>
                  </a:lnTo>
                  <a:lnTo>
                    <a:pt x="909637" y="144384"/>
                  </a:lnTo>
                  <a:lnTo>
                    <a:pt x="900967" y="230390"/>
                  </a:lnTo>
                  <a:cubicBezTo>
                    <a:pt x="858503" y="437908"/>
                    <a:pt x="674891" y="594011"/>
                    <a:pt x="454819" y="594011"/>
                  </a:cubicBezTo>
                  <a:cubicBezTo>
                    <a:pt x="234748" y="594011"/>
                    <a:pt x="51136" y="437908"/>
                    <a:pt x="8671" y="230390"/>
                  </a:cubicBezTo>
                  <a:lnTo>
                    <a:pt x="0" y="144374"/>
                  </a:lnTo>
                  <a:lnTo>
                    <a:pt x="0" y="132848"/>
                  </a:lnTo>
                  <a:lnTo>
                    <a:pt x="1048" y="122456"/>
                  </a:lnTo>
                  <a:lnTo>
                    <a:pt x="42640" y="71671"/>
                  </a:lnTo>
                  <a:cubicBezTo>
                    <a:pt x="85279" y="27553"/>
                    <a:pt x="127918" y="6480"/>
                    <a:pt x="170557" y="1300"/>
                  </a:cubicBezTo>
                  <a:close/>
                </a:path>
              </a:pathLst>
            </a:custGeom>
            <a:gradFill>
              <a:gsLst>
                <a:gs pos="40000">
                  <a:schemeClr val="accent3"/>
                </a:gs>
                <a:gs pos="100000">
                  <a:schemeClr val="accent3">
                    <a:alpha val="2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1674" tIns="65837" rIns="131674" bIns="6583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>
            <a:off x="5311651" y="1682602"/>
            <a:ext cx="1522477" cy="1522477"/>
          </a:xfrm>
          <a:prstGeom prst="ellipse">
            <a:avLst/>
          </a:prstGeom>
          <a:noFill/>
          <a:ln w="18288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1674" tIns="65837" rIns="131674" bIns="6583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5755858" y="2447038"/>
            <a:ext cx="1229544" cy="792331"/>
          </a:xfrm>
          <a:custGeom>
            <a:avLst/>
            <a:gdLst>
              <a:gd name="connsiteX0" fmla="*/ 724258 w 853850"/>
              <a:gd name="connsiteY0" fmla="*/ 33186 h 550230"/>
              <a:gd name="connsiteX1" fmla="*/ 719007 w 853850"/>
              <a:gd name="connsiteY1" fmla="*/ 85269 h 550230"/>
              <a:gd name="connsiteX2" fmla="*/ 716897 w 853850"/>
              <a:gd name="connsiteY2" fmla="*/ 92068 h 550230"/>
              <a:gd name="connsiteX3" fmla="*/ 654386 w 853850"/>
              <a:gd name="connsiteY3" fmla="*/ 79198 h 550230"/>
              <a:gd name="connsiteX4" fmla="*/ 774652 w 853850"/>
              <a:gd name="connsiteY4" fmla="*/ 0 h 550230"/>
              <a:gd name="connsiteX5" fmla="*/ 807811 w 853850"/>
              <a:gd name="connsiteY5" fmla="*/ 50353 h 550230"/>
              <a:gd name="connsiteX6" fmla="*/ 853850 w 853850"/>
              <a:gd name="connsiteY6" fmla="*/ 120265 h 550230"/>
              <a:gd name="connsiteX7" fmla="*/ 801843 w 853850"/>
              <a:gd name="connsiteY7" fmla="*/ 109557 h 550230"/>
              <a:gd name="connsiteX8" fmla="*/ 799970 w 853850"/>
              <a:gd name="connsiteY8" fmla="*/ 128131 h 550230"/>
              <a:gd name="connsiteX9" fmla="*/ 282072 w 853850"/>
              <a:gd name="connsiteY9" fmla="*/ 550230 h 550230"/>
              <a:gd name="connsiteX10" fmla="*/ 76302 w 853850"/>
              <a:gd name="connsiteY10" fmla="*/ 508687 h 550230"/>
              <a:gd name="connsiteX11" fmla="*/ 0 w 853850"/>
              <a:gd name="connsiteY11" fmla="*/ 467272 h 550230"/>
              <a:gd name="connsiteX12" fmla="*/ 94571 w 853850"/>
              <a:gd name="connsiteY12" fmla="*/ 496628 h 550230"/>
              <a:gd name="connsiteX13" fmla="*/ 201110 w 853850"/>
              <a:gd name="connsiteY13" fmla="*/ 507368 h 550230"/>
              <a:gd name="connsiteX14" fmla="*/ 688205 w 853850"/>
              <a:gd name="connsiteY14" fmla="*/ 184500 h 550230"/>
              <a:gd name="connsiteX15" fmla="*/ 716898 w 853850"/>
              <a:gd name="connsiteY15" fmla="*/ 92068 h 550230"/>
              <a:gd name="connsiteX16" fmla="*/ 719008 w 853850"/>
              <a:gd name="connsiteY16" fmla="*/ 85269 h 550230"/>
              <a:gd name="connsiteX17" fmla="*/ 724259 w 853850"/>
              <a:gd name="connsiteY17" fmla="*/ 33186 h 5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3850" h="550230">
                <a:moveTo>
                  <a:pt x="724258" y="33186"/>
                </a:moveTo>
                <a:lnTo>
                  <a:pt x="719007" y="85269"/>
                </a:lnTo>
                <a:lnTo>
                  <a:pt x="716897" y="92068"/>
                </a:lnTo>
                <a:lnTo>
                  <a:pt x="654386" y="79198"/>
                </a:lnTo>
                <a:close/>
                <a:moveTo>
                  <a:pt x="774652" y="0"/>
                </a:moveTo>
                <a:lnTo>
                  <a:pt x="807811" y="50353"/>
                </a:lnTo>
                <a:lnTo>
                  <a:pt x="853850" y="120265"/>
                </a:lnTo>
                <a:lnTo>
                  <a:pt x="801843" y="109557"/>
                </a:lnTo>
                <a:lnTo>
                  <a:pt x="799970" y="128131"/>
                </a:lnTo>
                <a:cubicBezTo>
                  <a:pt x="750677" y="369023"/>
                  <a:pt x="537536" y="550230"/>
                  <a:pt x="282072" y="550230"/>
                </a:cubicBezTo>
                <a:cubicBezTo>
                  <a:pt x="209083" y="550230"/>
                  <a:pt x="139548" y="535438"/>
                  <a:pt x="76302" y="508687"/>
                </a:cubicBezTo>
                <a:lnTo>
                  <a:pt x="0" y="467272"/>
                </a:lnTo>
                <a:lnTo>
                  <a:pt x="94571" y="496628"/>
                </a:lnTo>
                <a:cubicBezTo>
                  <a:pt x="128984" y="503670"/>
                  <a:pt x="164615" y="507368"/>
                  <a:pt x="201110" y="507368"/>
                </a:cubicBezTo>
                <a:cubicBezTo>
                  <a:pt x="420079" y="507368"/>
                  <a:pt x="607954" y="374236"/>
                  <a:pt x="688205" y="184500"/>
                </a:cubicBezTo>
                <a:lnTo>
                  <a:pt x="716898" y="92068"/>
                </a:lnTo>
                <a:lnTo>
                  <a:pt x="719008" y="85269"/>
                </a:lnTo>
                <a:lnTo>
                  <a:pt x="724259" y="331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1674" tIns="65837" rIns="131674" bIns="6583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739364" y="2577062"/>
            <a:ext cx="713272" cy="398879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9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30%</a:t>
            </a:r>
            <a:endParaRPr kumimoji="0" lang="zh-CN" altLang="en-US" sz="259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34335" y="1851023"/>
            <a:ext cx="923330" cy="36933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42912" y="1742661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09129" y="1742185"/>
            <a:ext cx="1296000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42912" y="2976967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09129" y="2976490"/>
            <a:ext cx="1296000" cy="10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2912" y="4211273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309129" y="4210797"/>
            <a:ext cx="1296000" cy="10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2912" y="5445578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09129" y="5451776"/>
            <a:ext cx="1296000" cy="10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矩形 37"/>
          <p:cNvSpPr/>
          <p:nvPr/>
        </p:nvSpPr>
        <p:spPr>
          <a:xfrm flipH="1">
            <a:off x="7586871" y="5445578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 flipH="1">
            <a:off x="7586870" y="5451776"/>
            <a:ext cx="1296000" cy="10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矩形 39"/>
          <p:cNvSpPr/>
          <p:nvPr/>
        </p:nvSpPr>
        <p:spPr>
          <a:xfrm flipH="1">
            <a:off x="7586871" y="4211273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 flipH="1">
            <a:off x="7586870" y="4210797"/>
            <a:ext cx="1296000" cy="10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矩形 41"/>
          <p:cNvSpPr/>
          <p:nvPr/>
        </p:nvSpPr>
        <p:spPr>
          <a:xfrm flipH="1">
            <a:off x="7586871" y="2976967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矩形 42"/>
          <p:cNvSpPr/>
          <p:nvPr/>
        </p:nvSpPr>
        <p:spPr>
          <a:xfrm flipH="1">
            <a:off x="7586870" y="2976490"/>
            <a:ext cx="1296000" cy="10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矩形 43"/>
          <p:cNvSpPr/>
          <p:nvPr/>
        </p:nvSpPr>
        <p:spPr>
          <a:xfrm flipH="1">
            <a:off x="7586871" y="1742661"/>
            <a:ext cx="4162217" cy="10790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矩形 44"/>
          <p:cNvSpPr/>
          <p:nvPr/>
        </p:nvSpPr>
        <p:spPr>
          <a:xfrm flipH="1">
            <a:off x="7586870" y="1742185"/>
            <a:ext cx="1296000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13046" y="1864850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线上广告投放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74625" y="1954499"/>
            <a:ext cx="965008" cy="655371"/>
            <a:chOff x="3569348" y="1954499"/>
            <a:chExt cx="965008" cy="655371"/>
          </a:xfrm>
        </p:grpSpPr>
        <p:sp>
          <p:nvSpPr>
            <p:cNvPr id="48" name="文本框 47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84219" y="1875718"/>
            <a:ext cx="218629" cy="257882"/>
            <a:chOff x="2193234" y="1875718"/>
            <a:chExt cx="218629" cy="257882"/>
          </a:xfrm>
        </p:grpSpPr>
        <p:sp>
          <p:nvSpPr>
            <p:cNvPr id="51" name="等腰三角形 5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75200" y="1870198"/>
            <a:ext cx="272538" cy="238471"/>
            <a:chOff x="105833" y="211666"/>
            <a:chExt cx="1693333" cy="1481667"/>
          </a:xfrm>
          <a:solidFill>
            <a:schemeClr val="accent1"/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317500" y="518583"/>
              <a:ext cx="1269999" cy="1174750"/>
            </a:xfrm>
            <a:custGeom>
              <a:avLst/>
              <a:gdLst>
                <a:gd name="connsiteX0" fmla="*/ 0 w 1269999"/>
                <a:gd name="connsiteY0" fmla="*/ 1068917 h 1174750"/>
                <a:gd name="connsiteX1" fmla="*/ 1270000 w 1269999"/>
                <a:gd name="connsiteY1" fmla="*/ 1068917 h 1174750"/>
                <a:gd name="connsiteX2" fmla="*/ 1270000 w 1269999"/>
                <a:gd name="connsiteY2" fmla="*/ 1174750 h 1174750"/>
                <a:gd name="connsiteX3" fmla="*/ 0 w 1269999"/>
                <a:gd name="connsiteY3" fmla="*/ 1174750 h 1174750"/>
                <a:gd name="connsiteX4" fmla="*/ 582083 w 1269999"/>
                <a:gd name="connsiteY4" fmla="*/ 486833 h 1174750"/>
                <a:gd name="connsiteX5" fmla="*/ 317500 w 1269999"/>
                <a:gd name="connsiteY5" fmla="*/ 211667 h 1174750"/>
                <a:gd name="connsiteX6" fmla="*/ 243417 w 1269999"/>
                <a:gd name="connsiteY6" fmla="*/ 285750 h 1174750"/>
                <a:gd name="connsiteX7" fmla="*/ 592667 w 1269999"/>
                <a:gd name="connsiteY7" fmla="*/ 645583 h 1174750"/>
                <a:gd name="connsiteX8" fmla="*/ 1058333 w 1269999"/>
                <a:gd name="connsiteY8" fmla="*/ 74083 h 1174750"/>
                <a:gd name="connsiteX9" fmla="*/ 973667 w 1269999"/>
                <a:gd name="connsiteY9" fmla="*/ 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9999" h="1174750">
                  <a:moveTo>
                    <a:pt x="0" y="1068917"/>
                  </a:moveTo>
                  <a:lnTo>
                    <a:pt x="1270000" y="1068917"/>
                  </a:lnTo>
                  <a:lnTo>
                    <a:pt x="1270000" y="1174750"/>
                  </a:lnTo>
                  <a:lnTo>
                    <a:pt x="0" y="1174750"/>
                  </a:lnTo>
                  <a:close/>
                  <a:moveTo>
                    <a:pt x="582083" y="486833"/>
                  </a:moveTo>
                  <a:lnTo>
                    <a:pt x="317500" y="211667"/>
                  </a:lnTo>
                  <a:lnTo>
                    <a:pt x="243417" y="285750"/>
                  </a:lnTo>
                  <a:lnTo>
                    <a:pt x="592667" y="645583"/>
                  </a:lnTo>
                  <a:lnTo>
                    <a:pt x="1058333" y="74083"/>
                  </a:lnTo>
                  <a:lnTo>
                    <a:pt x="973667" y="0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05833" y="211666"/>
              <a:ext cx="1693333" cy="1270000"/>
            </a:xfrm>
            <a:custGeom>
              <a:avLst/>
              <a:gdLst>
                <a:gd name="connsiteX0" fmla="*/ 0 w 1693333"/>
                <a:gd name="connsiteY0" fmla="*/ 0 h 1270000"/>
                <a:gd name="connsiteX1" fmla="*/ 0 w 1693333"/>
                <a:gd name="connsiteY1" fmla="*/ 1270000 h 1270000"/>
                <a:gd name="connsiteX2" fmla="*/ 1693333 w 1693333"/>
                <a:gd name="connsiteY2" fmla="*/ 1270000 h 1270000"/>
                <a:gd name="connsiteX3" fmla="*/ 1693333 w 1693333"/>
                <a:gd name="connsiteY3" fmla="*/ 0 h 1270000"/>
                <a:gd name="connsiteX4" fmla="*/ 0 w 1693333"/>
                <a:gd name="connsiteY4" fmla="*/ 0 h 1270000"/>
                <a:gd name="connsiteX5" fmla="*/ 1587500 w 1693333"/>
                <a:gd name="connsiteY5" fmla="*/ 1164167 h 1270000"/>
                <a:gd name="connsiteX6" fmla="*/ 105833 w 1693333"/>
                <a:gd name="connsiteY6" fmla="*/ 1164167 h 1270000"/>
                <a:gd name="connsiteX7" fmla="*/ 105833 w 1693333"/>
                <a:gd name="connsiteY7" fmla="*/ 105833 h 1270000"/>
                <a:gd name="connsiteX8" fmla="*/ 1587500 w 1693333"/>
                <a:gd name="connsiteY8" fmla="*/ 105833 h 1270000"/>
                <a:gd name="connsiteX9" fmla="*/ 1587500 w 1693333"/>
                <a:gd name="connsiteY9" fmla="*/ 1164167 h 1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93333" h="1270000">
                  <a:moveTo>
                    <a:pt x="0" y="0"/>
                  </a:moveTo>
                  <a:lnTo>
                    <a:pt x="0" y="1270000"/>
                  </a:lnTo>
                  <a:lnTo>
                    <a:pt x="1693333" y="1270000"/>
                  </a:lnTo>
                  <a:lnTo>
                    <a:pt x="1693333" y="0"/>
                  </a:lnTo>
                  <a:lnTo>
                    <a:pt x="0" y="0"/>
                  </a:lnTo>
                  <a:close/>
                  <a:moveTo>
                    <a:pt x="1587500" y="1164167"/>
                  </a:moveTo>
                  <a:lnTo>
                    <a:pt x="105833" y="1164167"/>
                  </a:lnTo>
                  <a:lnTo>
                    <a:pt x="105833" y="105833"/>
                  </a:lnTo>
                  <a:lnTo>
                    <a:pt x="1587500" y="105833"/>
                  </a:lnTo>
                  <a:lnTo>
                    <a:pt x="1587500" y="1164167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670892" y="2198710"/>
            <a:ext cx="2386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精准定位目标受众，制定多样化的广告策略，不断优化广告创意和投放时间，为销售业绩增长提供动力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474625" y="3188805"/>
            <a:ext cx="96500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495464" y="3567177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间接销售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113046" y="310731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社交媒体营销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0" name="Group 58+"/>
          <p:cNvGrpSpPr/>
          <p:nvPr/>
        </p:nvGrpSpPr>
        <p:grpSpPr>
          <a:xfrm>
            <a:off x="2584219" y="3116872"/>
            <a:ext cx="218629" cy="257882"/>
            <a:chOff x="2193234" y="1875718"/>
            <a:chExt cx="218629" cy="257882"/>
          </a:xfrm>
        </p:grpSpPr>
        <p:sp>
          <p:nvSpPr>
            <p:cNvPr id="61" name="等腰三角形 6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3" name="图形 80"/>
          <p:cNvSpPr>
            <a:spLocks noChangeAspect="1"/>
          </p:cNvSpPr>
          <p:nvPr/>
        </p:nvSpPr>
        <p:spPr>
          <a:xfrm>
            <a:off x="663286" y="3097628"/>
            <a:ext cx="288000" cy="296370"/>
          </a:xfrm>
          <a:custGeom>
            <a:avLst/>
            <a:gdLst>
              <a:gd name="connsiteX0" fmla="*/ 887557 w 1848715"/>
              <a:gd name="connsiteY0" fmla="*/ 1511011 h 1902439"/>
              <a:gd name="connsiteX1" fmla="*/ 926523 w 1848715"/>
              <a:gd name="connsiteY1" fmla="*/ 1498023 h 1902439"/>
              <a:gd name="connsiteX2" fmla="*/ 1554307 w 1848715"/>
              <a:gd name="connsiteY2" fmla="*/ 1498023 h 1902439"/>
              <a:gd name="connsiteX3" fmla="*/ 1688523 w 1848715"/>
              <a:gd name="connsiteY3" fmla="*/ 1363807 h 1902439"/>
              <a:gd name="connsiteX4" fmla="*/ 1688523 w 1848715"/>
              <a:gd name="connsiteY4" fmla="*/ 298739 h 1902439"/>
              <a:gd name="connsiteX5" fmla="*/ 1554307 w 1848715"/>
              <a:gd name="connsiteY5" fmla="*/ 164523 h 1902439"/>
              <a:gd name="connsiteX6" fmla="*/ 298739 w 1848715"/>
              <a:gd name="connsiteY6" fmla="*/ 164523 h 1902439"/>
              <a:gd name="connsiteX7" fmla="*/ 164523 w 1848715"/>
              <a:gd name="connsiteY7" fmla="*/ 298739 h 1902439"/>
              <a:gd name="connsiteX8" fmla="*/ 164523 w 1848715"/>
              <a:gd name="connsiteY8" fmla="*/ 1359477 h 1902439"/>
              <a:gd name="connsiteX9" fmla="*/ 298739 w 1848715"/>
              <a:gd name="connsiteY9" fmla="*/ 1493693 h 1902439"/>
              <a:gd name="connsiteX10" fmla="*/ 510886 w 1848715"/>
              <a:gd name="connsiteY10" fmla="*/ 1493693 h 1902439"/>
              <a:gd name="connsiteX11" fmla="*/ 593148 w 1848715"/>
              <a:gd name="connsiteY11" fmla="*/ 1575955 h 1902439"/>
              <a:gd name="connsiteX12" fmla="*/ 593148 w 1848715"/>
              <a:gd name="connsiteY12" fmla="*/ 1580284 h 1902439"/>
              <a:gd name="connsiteX13" fmla="*/ 588818 w 1848715"/>
              <a:gd name="connsiteY13" fmla="*/ 1675534 h 1902439"/>
              <a:gd name="connsiteX14" fmla="*/ 887557 w 1848715"/>
              <a:gd name="connsiteY14" fmla="*/ 1511011 h 1902439"/>
              <a:gd name="connsiteX15" fmla="*/ 298739 w 1848715"/>
              <a:gd name="connsiteY15" fmla="*/ 1662546 h 1902439"/>
              <a:gd name="connsiteX16" fmla="*/ 0 w 1848715"/>
              <a:gd name="connsiteY16" fmla="*/ 1363807 h 1902439"/>
              <a:gd name="connsiteX17" fmla="*/ 0 w 1848715"/>
              <a:gd name="connsiteY17" fmla="*/ 298739 h 1902439"/>
              <a:gd name="connsiteX18" fmla="*/ 298739 w 1848715"/>
              <a:gd name="connsiteY18" fmla="*/ 0 h 1902439"/>
              <a:gd name="connsiteX19" fmla="*/ 1549977 w 1848715"/>
              <a:gd name="connsiteY19" fmla="*/ 0 h 1902439"/>
              <a:gd name="connsiteX20" fmla="*/ 1848716 w 1848715"/>
              <a:gd name="connsiteY20" fmla="*/ 298739 h 1902439"/>
              <a:gd name="connsiteX21" fmla="*/ 1848716 w 1848715"/>
              <a:gd name="connsiteY21" fmla="*/ 1359477 h 1902439"/>
              <a:gd name="connsiteX22" fmla="*/ 1549977 w 1848715"/>
              <a:gd name="connsiteY22" fmla="*/ 1658216 h 1902439"/>
              <a:gd name="connsiteX23" fmla="*/ 943841 w 1848715"/>
              <a:gd name="connsiteY23" fmla="*/ 1658216 h 1902439"/>
              <a:gd name="connsiteX24" fmla="*/ 541193 w 1848715"/>
              <a:gd name="connsiteY24" fmla="*/ 1892011 h 1902439"/>
              <a:gd name="connsiteX25" fmla="*/ 428625 w 1848715"/>
              <a:gd name="connsiteY25" fmla="*/ 1861705 h 1902439"/>
              <a:gd name="connsiteX26" fmla="*/ 415636 w 1848715"/>
              <a:gd name="connsiteY26" fmla="*/ 1818409 h 1902439"/>
              <a:gd name="connsiteX27" fmla="*/ 419966 w 1848715"/>
              <a:gd name="connsiteY27" fmla="*/ 1658216 h 1902439"/>
              <a:gd name="connsiteX28" fmla="*/ 298739 w 1848715"/>
              <a:gd name="connsiteY28" fmla="*/ 1662546 h 1902439"/>
              <a:gd name="connsiteX29" fmla="*/ 502227 w 1848715"/>
              <a:gd name="connsiteY29" fmla="*/ 896216 h 1902439"/>
              <a:gd name="connsiteX30" fmla="*/ 419966 w 1848715"/>
              <a:gd name="connsiteY30" fmla="*/ 813955 h 1902439"/>
              <a:gd name="connsiteX31" fmla="*/ 502227 w 1848715"/>
              <a:gd name="connsiteY31" fmla="*/ 731693 h 1902439"/>
              <a:gd name="connsiteX32" fmla="*/ 1320511 w 1848715"/>
              <a:gd name="connsiteY32" fmla="*/ 731693 h 1902439"/>
              <a:gd name="connsiteX33" fmla="*/ 1402773 w 1848715"/>
              <a:gd name="connsiteY33" fmla="*/ 813955 h 1902439"/>
              <a:gd name="connsiteX34" fmla="*/ 1320511 w 1848715"/>
              <a:gd name="connsiteY34" fmla="*/ 896216 h 1902439"/>
              <a:gd name="connsiteX35" fmla="*/ 502227 w 1848715"/>
              <a:gd name="connsiteY35" fmla="*/ 896216 h 190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48715" h="1902439">
                <a:moveTo>
                  <a:pt x="887557" y="1511011"/>
                </a:moveTo>
                <a:cubicBezTo>
                  <a:pt x="900546" y="1502352"/>
                  <a:pt x="913534" y="1498023"/>
                  <a:pt x="926523" y="1498023"/>
                </a:cubicBezTo>
                <a:lnTo>
                  <a:pt x="1554307" y="1498023"/>
                </a:lnTo>
                <a:cubicBezTo>
                  <a:pt x="1627909" y="1498023"/>
                  <a:pt x="1688523" y="1437409"/>
                  <a:pt x="1688523" y="1363807"/>
                </a:cubicBezTo>
                <a:lnTo>
                  <a:pt x="1688523" y="298739"/>
                </a:lnTo>
                <a:cubicBezTo>
                  <a:pt x="1688523" y="225136"/>
                  <a:pt x="1627909" y="164523"/>
                  <a:pt x="1554307" y="164523"/>
                </a:cubicBezTo>
                <a:lnTo>
                  <a:pt x="298739" y="164523"/>
                </a:lnTo>
                <a:cubicBezTo>
                  <a:pt x="225136" y="164523"/>
                  <a:pt x="164523" y="225136"/>
                  <a:pt x="164523" y="298739"/>
                </a:cubicBezTo>
                <a:lnTo>
                  <a:pt x="164523" y="1359477"/>
                </a:lnTo>
                <a:cubicBezTo>
                  <a:pt x="164523" y="1433080"/>
                  <a:pt x="225136" y="1493693"/>
                  <a:pt x="298739" y="1493693"/>
                </a:cubicBezTo>
                <a:lnTo>
                  <a:pt x="510886" y="1493693"/>
                </a:lnTo>
                <a:cubicBezTo>
                  <a:pt x="554182" y="1493693"/>
                  <a:pt x="593148" y="1528330"/>
                  <a:pt x="593148" y="1575955"/>
                </a:cubicBezTo>
                <a:lnTo>
                  <a:pt x="593148" y="1580284"/>
                </a:lnTo>
                <a:lnTo>
                  <a:pt x="588818" y="1675534"/>
                </a:lnTo>
                <a:cubicBezTo>
                  <a:pt x="588818" y="1679864"/>
                  <a:pt x="887557" y="1511011"/>
                  <a:pt x="887557" y="1511011"/>
                </a:cubicBezTo>
                <a:close/>
                <a:moveTo>
                  <a:pt x="298739" y="1662546"/>
                </a:moveTo>
                <a:cubicBezTo>
                  <a:pt x="134216" y="1662546"/>
                  <a:pt x="0" y="1528330"/>
                  <a:pt x="0" y="1363807"/>
                </a:cubicBezTo>
                <a:lnTo>
                  <a:pt x="0" y="298739"/>
                </a:lnTo>
                <a:cubicBezTo>
                  <a:pt x="0" y="134216"/>
                  <a:pt x="134216" y="0"/>
                  <a:pt x="298739" y="0"/>
                </a:cubicBezTo>
                <a:lnTo>
                  <a:pt x="1549977" y="0"/>
                </a:lnTo>
                <a:cubicBezTo>
                  <a:pt x="1714500" y="0"/>
                  <a:pt x="1848716" y="134216"/>
                  <a:pt x="1848716" y="298739"/>
                </a:cubicBezTo>
                <a:lnTo>
                  <a:pt x="1848716" y="1359477"/>
                </a:lnTo>
                <a:cubicBezTo>
                  <a:pt x="1848716" y="1524000"/>
                  <a:pt x="1714500" y="1658216"/>
                  <a:pt x="1549977" y="1658216"/>
                </a:cubicBezTo>
                <a:lnTo>
                  <a:pt x="943841" y="1658216"/>
                </a:lnTo>
                <a:lnTo>
                  <a:pt x="541193" y="1892011"/>
                </a:lnTo>
                <a:cubicBezTo>
                  <a:pt x="502227" y="1913659"/>
                  <a:pt x="450273" y="1900671"/>
                  <a:pt x="428625" y="1861705"/>
                </a:cubicBezTo>
                <a:cubicBezTo>
                  <a:pt x="419966" y="1848716"/>
                  <a:pt x="415636" y="1835727"/>
                  <a:pt x="415636" y="1818409"/>
                </a:cubicBezTo>
                <a:lnTo>
                  <a:pt x="419966" y="1658216"/>
                </a:lnTo>
                <a:cubicBezTo>
                  <a:pt x="428625" y="1662546"/>
                  <a:pt x="298739" y="1662546"/>
                  <a:pt x="298739" y="1662546"/>
                </a:cubicBezTo>
                <a:close/>
                <a:moveTo>
                  <a:pt x="502227" y="896216"/>
                </a:moveTo>
                <a:cubicBezTo>
                  <a:pt x="458932" y="896216"/>
                  <a:pt x="419966" y="861580"/>
                  <a:pt x="419966" y="813955"/>
                </a:cubicBezTo>
                <a:cubicBezTo>
                  <a:pt x="419966" y="770659"/>
                  <a:pt x="454602" y="731693"/>
                  <a:pt x="502227" y="731693"/>
                </a:cubicBezTo>
                <a:lnTo>
                  <a:pt x="1320511" y="731693"/>
                </a:lnTo>
                <a:cubicBezTo>
                  <a:pt x="1363807" y="731693"/>
                  <a:pt x="1402773" y="766330"/>
                  <a:pt x="1402773" y="813955"/>
                </a:cubicBezTo>
                <a:cubicBezTo>
                  <a:pt x="1402773" y="857250"/>
                  <a:pt x="1368136" y="896216"/>
                  <a:pt x="1320511" y="896216"/>
                </a:cubicBezTo>
                <a:lnTo>
                  <a:pt x="502227" y="896216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92944" y="3457872"/>
            <a:ext cx="2412206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运营团队精心策划并发布优质内容，涵盖产品介绍、使用教程、用户案例等，成功吸引用户关注并参与互动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607674" y="4423111"/>
            <a:ext cx="69890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764769" y="4801483"/>
            <a:ext cx="38472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ROI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13046" y="436884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线下活动营销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8" name="Group 58++"/>
          <p:cNvGrpSpPr/>
          <p:nvPr/>
        </p:nvGrpSpPr>
        <p:grpSpPr>
          <a:xfrm>
            <a:off x="2584219" y="4378401"/>
            <a:ext cx="218629" cy="257882"/>
            <a:chOff x="2193234" y="1875718"/>
            <a:chExt cx="218629" cy="257882"/>
          </a:xfrm>
        </p:grpSpPr>
        <p:sp>
          <p:nvSpPr>
            <p:cNvPr id="69" name="等腰三角形 68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712539" y="4374008"/>
            <a:ext cx="235199" cy="266669"/>
            <a:chOff x="158501" y="52833"/>
            <a:chExt cx="1585019" cy="1797099"/>
          </a:xfrm>
          <a:solidFill>
            <a:schemeClr val="accent1"/>
          </a:solidFill>
        </p:grpSpPr>
        <p:sp>
          <p:nvSpPr>
            <p:cNvPr id="72" name="任意多边形: 形状 71"/>
            <p:cNvSpPr/>
            <p:nvPr/>
          </p:nvSpPr>
          <p:spPr>
            <a:xfrm>
              <a:off x="506727" y="383456"/>
              <a:ext cx="888341" cy="855745"/>
            </a:xfrm>
            <a:custGeom>
              <a:avLst/>
              <a:gdLst>
                <a:gd name="connsiteX0" fmla="*/ 234995 w 888341"/>
                <a:gd name="connsiteY0" fmla="*/ 855723 h 855745"/>
                <a:gd name="connsiteX1" fmla="*/ 203555 w 888341"/>
                <a:gd name="connsiteY1" fmla="*/ 850887 h 855745"/>
                <a:gd name="connsiteX2" fmla="*/ 141419 w 888341"/>
                <a:gd name="connsiteY2" fmla="*/ 799169 h 855745"/>
                <a:gd name="connsiteX3" fmla="*/ 130815 w 888341"/>
                <a:gd name="connsiteY3" fmla="*/ 732196 h 855745"/>
                <a:gd name="connsiteX4" fmla="*/ 161325 w 888341"/>
                <a:gd name="connsiteY4" fmla="*/ 553788 h 855745"/>
                <a:gd name="connsiteX5" fmla="*/ 31844 w 888341"/>
                <a:gd name="connsiteY5" fmla="*/ 427471 h 855745"/>
                <a:gd name="connsiteX6" fmla="*/ 29984 w 888341"/>
                <a:gd name="connsiteY6" fmla="*/ 278084 h 855745"/>
                <a:gd name="connsiteX7" fmla="*/ 90445 w 888341"/>
                <a:gd name="connsiteY7" fmla="*/ 247202 h 855745"/>
                <a:gd name="connsiteX8" fmla="*/ 269411 w 888341"/>
                <a:gd name="connsiteY8" fmla="*/ 221158 h 855745"/>
                <a:gd name="connsiteX9" fmla="*/ 349406 w 888341"/>
                <a:gd name="connsiteY9" fmla="*/ 58935 h 855745"/>
                <a:gd name="connsiteX10" fmla="*/ 490979 w 888341"/>
                <a:gd name="connsiteY10" fmla="*/ 10938 h 855745"/>
                <a:gd name="connsiteX11" fmla="*/ 538976 w 888341"/>
                <a:gd name="connsiteY11" fmla="*/ 58935 h 855745"/>
                <a:gd name="connsiteX12" fmla="*/ 618971 w 888341"/>
                <a:gd name="connsiteY12" fmla="*/ 221158 h 855745"/>
                <a:gd name="connsiteX13" fmla="*/ 797937 w 888341"/>
                <a:gd name="connsiteY13" fmla="*/ 247202 h 855745"/>
                <a:gd name="connsiteX14" fmla="*/ 887234 w 888341"/>
                <a:gd name="connsiteY14" fmla="*/ 367009 h 855745"/>
                <a:gd name="connsiteX15" fmla="*/ 856352 w 888341"/>
                <a:gd name="connsiteY15" fmla="*/ 427471 h 855745"/>
                <a:gd name="connsiteX16" fmla="*/ 726871 w 888341"/>
                <a:gd name="connsiteY16" fmla="*/ 553788 h 855745"/>
                <a:gd name="connsiteX17" fmla="*/ 757381 w 888341"/>
                <a:gd name="connsiteY17" fmla="*/ 732196 h 855745"/>
                <a:gd name="connsiteX18" fmla="*/ 671061 w 888341"/>
                <a:gd name="connsiteY18" fmla="*/ 854235 h 855745"/>
                <a:gd name="connsiteX19" fmla="*/ 604088 w 888341"/>
                <a:gd name="connsiteY19" fmla="*/ 843631 h 855745"/>
                <a:gd name="connsiteX20" fmla="*/ 443912 w 888341"/>
                <a:gd name="connsiteY20" fmla="*/ 759357 h 855745"/>
                <a:gd name="connsiteX21" fmla="*/ 283736 w 888341"/>
                <a:gd name="connsiteY21" fmla="*/ 843631 h 855745"/>
                <a:gd name="connsiteX22" fmla="*/ 234995 w 888341"/>
                <a:gd name="connsiteY22" fmla="*/ 855723 h 855745"/>
                <a:gd name="connsiteX23" fmla="*/ 444284 w 888341"/>
                <a:gd name="connsiteY23" fmla="*/ 105816 h 855745"/>
                <a:gd name="connsiteX24" fmla="*/ 364289 w 888341"/>
                <a:gd name="connsiteY24" fmla="*/ 268038 h 855745"/>
                <a:gd name="connsiteX25" fmla="*/ 284666 w 888341"/>
                <a:gd name="connsiteY25" fmla="*/ 325895 h 855745"/>
                <a:gd name="connsiteX26" fmla="*/ 105700 w 888341"/>
                <a:gd name="connsiteY26" fmla="*/ 351940 h 855745"/>
                <a:gd name="connsiteX27" fmla="*/ 235181 w 888341"/>
                <a:gd name="connsiteY27" fmla="*/ 478258 h 855745"/>
                <a:gd name="connsiteX28" fmla="*/ 265504 w 888341"/>
                <a:gd name="connsiteY28" fmla="*/ 571834 h 855745"/>
                <a:gd name="connsiteX29" fmla="*/ 234995 w 888341"/>
                <a:gd name="connsiteY29" fmla="*/ 750242 h 855745"/>
                <a:gd name="connsiteX30" fmla="*/ 395171 w 888341"/>
                <a:gd name="connsiteY30" fmla="*/ 665968 h 855745"/>
                <a:gd name="connsiteX31" fmla="*/ 493583 w 888341"/>
                <a:gd name="connsiteY31" fmla="*/ 665968 h 855745"/>
                <a:gd name="connsiteX32" fmla="*/ 653760 w 888341"/>
                <a:gd name="connsiteY32" fmla="*/ 750242 h 855745"/>
                <a:gd name="connsiteX33" fmla="*/ 623250 w 888341"/>
                <a:gd name="connsiteY33" fmla="*/ 571834 h 855745"/>
                <a:gd name="connsiteX34" fmla="*/ 653574 w 888341"/>
                <a:gd name="connsiteY34" fmla="*/ 478258 h 855745"/>
                <a:gd name="connsiteX35" fmla="*/ 783054 w 888341"/>
                <a:gd name="connsiteY35" fmla="*/ 351940 h 855745"/>
                <a:gd name="connsiteX36" fmla="*/ 604088 w 888341"/>
                <a:gd name="connsiteY36" fmla="*/ 325895 h 855745"/>
                <a:gd name="connsiteX37" fmla="*/ 524465 w 888341"/>
                <a:gd name="connsiteY37" fmla="*/ 268038 h 855745"/>
                <a:gd name="connsiteX38" fmla="*/ 444284 w 888341"/>
                <a:gd name="connsiteY38" fmla="*/ 105816 h 85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8341" h="855745">
                  <a:moveTo>
                    <a:pt x="234995" y="855723"/>
                  </a:moveTo>
                  <a:cubicBezTo>
                    <a:pt x="224391" y="855723"/>
                    <a:pt x="213786" y="854049"/>
                    <a:pt x="203555" y="850887"/>
                  </a:cubicBezTo>
                  <a:cubicBezTo>
                    <a:pt x="176579" y="842515"/>
                    <a:pt x="154441" y="824097"/>
                    <a:pt x="141419" y="799169"/>
                  </a:cubicBezTo>
                  <a:cubicBezTo>
                    <a:pt x="130629" y="778705"/>
                    <a:pt x="126908" y="754892"/>
                    <a:pt x="130815" y="732196"/>
                  </a:cubicBezTo>
                  <a:lnTo>
                    <a:pt x="161325" y="553788"/>
                  </a:lnTo>
                  <a:lnTo>
                    <a:pt x="31844" y="427471"/>
                  </a:lnTo>
                  <a:cubicBezTo>
                    <a:pt x="-9828" y="386729"/>
                    <a:pt x="-10758" y="319756"/>
                    <a:pt x="29984" y="278084"/>
                  </a:cubicBezTo>
                  <a:cubicBezTo>
                    <a:pt x="46169" y="261527"/>
                    <a:pt x="67563" y="250551"/>
                    <a:pt x="90445" y="247202"/>
                  </a:cubicBezTo>
                  <a:lnTo>
                    <a:pt x="269411" y="221158"/>
                  </a:lnTo>
                  <a:lnTo>
                    <a:pt x="349406" y="58935"/>
                  </a:lnTo>
                  <a:cubicBezTo>
                    <a:pt x="375265" y="6659"/>
                    <a:pt x="438703" y="-14921"/>
                    <a:pt x="490979" y="10938"/>
                  </a:cubicBezTo>
                  <a:cubicBezTo>
                    <a:pt x="511629" y="21170"/>
                    <a:pt x="528744" y="38285"/>
                    <a:pt x="538976" y="58935"/>
                  </a:cubicBezTo>
                  <a:lnTo>
                    <a:pt x="618971" y="221158"/>
                  </a:lnTo>
                  <a:lnTo>
                    <a:pt x="797937" y="247202"/>
                  </a:lnTo>
                  <a:cubicBezTo>
                    <a:pt x="855608" y="255574"/>
                    <a:pt x="895605" y="309338"/>
                    <a:pt x="887234" y="367009"/>
                  </a:cubicBezTo>
                  <a:cubicBezTo>
                    <a:pt x="883885" y="389891"/>
                    <a:pt x="872909" y="411285"/>
                    <a:pt x="856352" y="427471"/>
                  </a:cubicBezTo>
                  <a:lnTo>
                    <a:pt x="726871" y="553788"/>
                  </a:lnTo>
                  <a:lnTo>
                    <a:pt x="757381" y="732196"/>
                  </a:lnTo>
                  <a:cubicBezTo>
                    <a:pt x="767241" y="789681"/>
                    <a:pt x="728546" y="844375"/>
                    <a:pt x="671061" y="854235"/>
                  </a:cubicBezTo>
                  <a:cubicBezTo>
                    <a:pt x="648365" y="858142"/>
                    <a:pt x="624552" y="854421"/>
                    <a:pt x="604088" y="843631"/>
                  </a:cubicBezTo>
                  <a:lnTo>
                    <a:pt x="443912" y="759357"/>
                  </a:lnTo>
                  <a:lnTo>
                    <a:pt x="283736" y="843631"/>
                  </a:lnTo>
                  <a:cubicBezTo>
                    <a:pt x="268667" y="851631"/>
                    <a:pt x="251924" y="855723"/>
                    <a:pt x="234995" y="855723"/>
                  </a:cubicBezTo>
                  <a:close/>
                  <a:moveTo>
                    <a:pt x="444284" y="105816"/>
                  </a:moveTo>
                  <a:lnTo>
                    <a:pt x="364289" y="268038"/>
                  </a:lnTo>
                  <a:cubicBezTo>
                    <a:pt x="348848" y="299292"/>
                    <a:pt x="319082" y="320872"/>
                    <a:pt x="284666" y="325895"/>
                  </a:cubicBezTo>
                  <a:lnTo>
                    <a:pt x="105700" y="351940"/>
                  </a:lnTo>
                  <a:lnTo>
                    <a:pt x="235181" y="478258"/>
                  </a:lnTo>
                  <a:cubicBezTo>
                    <a:pt x="260109" y="502443"/>
                    <a:pt x="271457" y="537417"/>
                    <a:pt x="265504" y="571834"/>
                  </a:cubicBezTo>
                  <a:lnTo>
                    <a:pt x="234995" y="750242"/>
                  </a:lnTo>
                  <a:lnTo>
                    <a:pt x="395171" y="665968"/>
                  </a:lnTo>
                  <a:cubicBezTo>
                    <a:pt x="425867" y="649783"/>
                    <a:pt x="462702" y="649783"/>
                    <a:pt x="493583" y="665968"/>
                  </a:cubicBezTo>
                  <a:lnTo>
                    <a:pt x="653760" y="750242"/>
                  </a:lnTo>
                  <a:lnTo>
                    <a:pt x="623250" y="571834"/>
                  </a:lnTo>
                  <a:cubicBezTo>
                    <a:pt x="617297" y="537603"/>
                    <a:pt x="628645" y="502629"/>
                    <a:pt x="653574" y="478258"/>
                  </a:cubicBezTo>
                  <a:lnTo>
                    <a:pt x="783054" y="351940"/>
                  </a:lnTo>
                  <a:lnTo>
                    <a:pt x="604088" y="325895"/>
                  </a:lnTo>
                  <a:cubicBezTo>
                    <a:pt x="569672" y="320872"/>
                    <a:pt x="539906" y="299292"/>
                    <a:pt x="524465" y="268038"/>
                  </a:cubicBezTo>
                  <a:lnTo>
                    <a:pt x="444284" y="105816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158501" y="52833"/>
              <a:ext cx="1585019" cy="1797099"/>
            </a:xfrm>
            <a:custGeom>
              <a:avLst/>
              <a:gdLst>
                <a:gd name="connsiteX0" fmla="*/ 105668 w 1585019"/>
                <a:gd name="connsiteY0" fmla="*/ 1797100 h 1797099"/>
                <a:gd name="connsiteX1" fmla="*/ 65112 w 1585019"/>
                <a:gd name="connsiteY1" fmla="*/ 1788914 h 1797099"/>
                <a:gd name="connsiteX2" fmla="*/ 8000 w 1585019"/>
                <a:gd name="connsiteY2" fmla="*/ 1731615 h 1797099"/>
                <a:gd name="connsiteX3" fmla="*/ 0 w 1585019"/>
                <a:gd name="connsiteY3" fmla="*/ 1691432 h 1797099"/>
                <a:gd name="connsiteX4" fmla="*/ 0 w 1585019"/>
                <a:gd name="connsiteY4" fmla="*/ 105668 h 1797099"/>
                <a:gd name="connsiteX5" fmla="*/ 30882 w 1585019"/>
                <a:gd name="connsiteY5" fmla="*/ 30882 h 1797099"/>
                <a:gd name="connsiteX6" fmla="*/ 105668 w 1585019"/>
                <a:gd name="connsiteY6" fmla="*/ 0 h 1797099"/>
                <a:gd name="connsiteX7" fmla="*/ 1479352 w 1585019"/>
                <a:gd name="connsiteY7" fmla="*/ 0 h 1797099"/>
                <a:gd name="connsiteX8" fmla="*/ 1554138 w 1585019"/>
                <a:gd name="connsiteY8" fmla="*/ 30882 h 1797099"/>
                <a:gd name="connsiteX9" fmla="*/ 1585020 w 1585019"/>
                <a:gd name="connsiteY9" fmla="*/ 105668 h 1797099"/>
                <a:gd name="connsiteX10" fmla="*/ 1585020 w 1585019"/>
                <a:gd name="connsiteY10" fmla="*/ 1691246 h 1797099"/>
                <a:gd name="connsiteX11" fmla="*/ 1554138 w 1585019"/>
                <a:gd name="connsiteY11" fmla="*/ 1766032 h 1797099"/>
                <a:gd name="connsiteX12" fmla="*/ 1479352 w 1585019"/>
                <a:gd name="connsiteY12" fmla="*/ 1796914 h 1797099"/>
                <a:gd name="connsiteX13" fmla="*/ 1439168 w 1585019"/>
                <a:gd name="connsiteY13" fmla="*/ 1788914 h 1797099"/>
                <a:gd name="connsiteX14" fmla="*/ 812602 w 1585019"/>
                <a:gd name="connsiteY14" fmla="*/ 1531069 h 1797099"/>
                <a:gd name="connsiteX15" fmla="*/ 772418 w 1585019"/>
                <a:gd name="connsiteY15" fmla="*/ 1531069 h 1797099"/>
                <a:gd name="connsiteX16" fmla="*/ 145852 w 1585019"/>
                <a:gd name="connsiteY16" fmla="*/ 1788914 h 1797099"/>
                <a:gd name="connsiteX17" fmla="*/ 105668 w 1585019"/>
                <a:gd name="connsiteY17" fmla="*/ 1797100 h 1797099"/>
                <a:gd name="connsiteX18" fmla="*/ 105668 w 1585019"/>
                <a:gd name="connsiteY18" fmla="*/ 105668 h 1797099"/>
                <a:gd name="connsiteX19" fmla="*/ 105668 w 1585019"/>
                <a:gd name="connsiteY19" fmla="*/ 1691246 h 1797099"/>
                <a:gd name="connsiteX20" fmla="*/ 732048 w 1585019"/>
                <a:gd name="connsiteY20" fmla="*/ 1433215 h 1797099"/>
                <a:gd name="connsiteX21" fmla="*/ 852785 w 1585019"/>
                <a:gd name="connsiteY21" fmla="*/ 1433215 h 1797099"/>
                <a:gd name="connsiteX22" fmla="*/ 1479166 w 1585019"/>
                <a:gd name="connsiteY22" fmla="*/ 1691246 h 1797099"/>
                <a:gd name="connsiteX23" fmla="*/ 1479166 w 1585019"/>
                <a:gd name="connsiteY23" fmla="*/ 105668 h 1797099"/>
                <a:gd name="connsiteX24" fmla="*/ 105668 w 1585019"/>
                <a:gd name="connsiteY24" fmla="*/ 105668 h 1797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019" h="1797099">
                  <a:moveTo>
                    <a:pt x="105668" y="1797100"/>
                  </a:moveTo>
                  <a:cubicBezTo>
                    <a:pt x="91901" y="1797100"/>
                    <a:pt x="78135" y="1794309"/>
                    <a:pt x="65112" y="1788914"/>
                  </a:cubicBezTo>
                  <a:cubicBezTo>
                    <a:pt x="39067" y="1778124"/>
                    <a:pt x="18790" y="1757660"/>
                    <a:pt x="8000" y="1731615"/>
                  </a:cubicBezTo>
                  <a:cubicBezTo>
                    <a:pt x="2791" y="1718779"/>
                    <a:pt x="0" y="1705198"/>
                    <a:pt x="0" y="1691432"/>
                  </a:cubicBezTo>
                  <a:lnTo>
                    <a:pt x="0" y="105668"/>
                  </a:lnTo>
                  <a:cubicBezTo>
                    <a:pt x="0" y="77391"/>
                    <a:pt x="10976" y="50974"/>
                    <a:pt x="30882" y="30882"/>
                  </a:cubicBezTo>
                  <a:cubicBezTo>
                    <a:pt x="50788" y="10976"/>
                    <a:pt x="77391" y="0"/>
                    <a:pt x="105668" y="0"/>
                  </a:cubicBezTo>
                  <a:lnTo>
                    <a:pt x="1479352" y="0"/>
                  </a:lnTo>
                  <a:cubicBezTo>
                    <a:pt x="1507629" y="0"/>
                    <a:pt x="1534046" y="10976"/>
                    <a:pt x="1554138" y="30882"/>
                  </a:cubicBezTo>
                  <a:cubicBezTo>
                    <a:pt x="1574044" y="50788"/>
                    <a:pt x="1585020" y="77391"/>
                    <a:pt x="1585020" y="105668"/>
                  </a:cubicBezTo>
                  <a:lnTo>
                    <a:pt x="1585020" y="1691246"/>
                  </a:lnTo>
                  <a:cubicBezTo>
                    <a:pt x="1585020" y="1719523"/>
                    <a:pt x="1574044" y="1745940"/>
                    <a:pt x="1554138" y="1766032"/>
                  </a:cubicBezTo>
                  <a:cubicBezTo>
                    <a:pt x="1534232" y="1785938"/>
                    <a:pt x="1507629" y="1796914"/>
                    <a:pt x="1479352" y="1796914"/>
                  </a:cubicBezTo>
                  <a:cubicBezTo>
                    <a:pt x="1465399" y="1796914"/>
                    <a:pt x="1452004" y="1794309"/>
                    <a:pt x="1439168" y="1788914"/>
                  </a:cubicBezTo>
                  <a:lnTo>
                    <a:pt x="812602" y="1531069"/>
                  </a:lnTo>
                  <a:cubicBezTo>
                    <a:pt x="799579" y="1525674"/>
                    <a:pt x="785254" y="1525674"/>
                    <a:pt x="772418" y="1531069"/>
                  </a:cubicBezTo>
                  <a:lnTo>
                    <a:pt x="145852" y="1788914"/>
                  </a:lnTo>
                  <a:cubicBezTo>
                    <a:pt x="132829" y="1794309"/>
                    <a:pt x="119249" y="1797100"/>
                    <a:pt x="105668" y="1797100"/>
                  </a:cubicBezTo>
                  <a:close/>
                  <a:moveTo>
                    <a:pt x="105668" y="105668"/>
                  </a:moveTo>
                  <a:lnTo>
                    <a:pt x="105668" y="1691246"/>
                  </a:lnTo>
                  <a:lnTo>
                    <a:pt x="732048" y="1433215"/>
                  </a:lnTo>
                  <a:cubicBezTo>
                    <a:pt x="770930" y="1417216"/>
                    <a:pt x="813904" y="1417216"/>
                    <a:pt x="852785" y="1433215"/>
                  </a:cubicBezTo>
                  <a:lnTo>
                    <a:pt x="1479166" y="1691246"/>
                  </a:lnTo>
                  <a:lnTo>
                    <a:pt x="1479166" y="105668"/>
                  </a:lnTo>
                  <a:lnTo>
                    <a:pt x="105668" y="10566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692944" y="4704061"/>
            <a:ext cx="2307431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针对不同目标群体，策划了丰富多样的线下活动，提升了品牌形象和客户忠诚度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113046" y="5581134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客户关系管理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6" name="Group 58+++"/>
          <p:cNvGrpSpPr/>
          <p:nvPr/>
        </p:nvGrpSpPr>
        <p:grpSpPr>
          <a:xfrm>
            <a:off x="2584219" y="5590692"/>
            <a:ext cx="218629" cy="257882"/>
            <a:chOff x="2193234" y="1875718"/>
            <a:chExt cx="218629" cy="257882"/>
          </a:xfrm>
        </p:grpSpPr>
        <p:sp>
          <p:nvSpPr>
            <p:cNvPr id="77" name="等腰三角形 76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693160" y="5593772"/>
            <a:ext cx="254578" cy="254578"/>
            <a:chOff x="259772" y="259772"/>
            <a:chExt cx="1385454" cy="1385454"/>
          </a:xfrm>
          <a:solidFill>
            <a:schemeClr val="accent1"/>
          </a:solidFill>
        </p:grpSpPr>
        <p:sp>
          <p:nvSpPr>
            <p:cNvPr id="80" name="任意多边形: 形状 79"/>
            <p:cNvSpPr/>
            <p:nvPr/>
          </p:nvSpPr>
          <p:spPr>
            <a:xfrm>
              <a:off x="259772" y="259772"/>
              <a:ext cx="1385454" cy="1385454"/>
            </a:xfrm>
            <a:custGeom>
              <a:avLst/>
              <a:gdLst>
                <a:gd name="connsiteX0" fmla="*/ 1212273 w 1385454"/>
                <a:gd name="connsiteY0" fmla="*/ 0 h 1385454"/>
                <a:gd name="connsiteX1" fmla="*/ 173182 w 1385454"/>
                <a:gd name="connsiteY1" fmla="*/ 0 h 1385454"/>
                <a:gd name="connsiteX2" fmla="*/ 0 w 1385454"/>
                <a:gd name="connsiteY2" fmla="*/ 173182 h 1385454"/>
                <a:gd name="connsiteX3" fmla="*/ 0 w 1385454"/>
                <a:gd name="connsiteY3" fmla="*/ 1212273 h 1385454"/>
                <a:gd name="connsiteX4" fmla="*/ 173182 w 1385454"/>
                <a:gd name="connsiteY4" fmla="*/ 1385455 h 1385454"/>
                <a:gd name="connsiteX5" fmla="*/ 1212273 w 1385454"/>
                <a:gd name="connsiteY5" fmla="*/ 1385455 h 1385454"/>
                <a:gd name="connsiteX6" fmla="*/ 1385455 w 1385454"/>
                <a:gd name="connsiteY6" fmla="*/ 1212273 h 1385454"/>
                <a:gd name="connsiteX7" fmla="*/ 1385455 w 1385454"/>
                <a:gd name="connsiteY7" fmla="*/ 173182 h 1385454"/>
                <a:gd name="connsiteX8" fmla="*/ 1212273 w 1385454"/>
                <a:gd name="connsiteY8" fmla="*/ 0 h 1385454"/>
                <a:gd name="connsiteX9" fmla="*/ 1298864 w 1385454"/>
                <a:gd name="connsiteY9" fmla="*/ 1212273 h 1385454"/>
                <a:gd name="connsiteX10" fmla="*/ 1212273 w 1385454"/>
                <a:gd name="connsiteY10" fmla="*/ 1298864 h 1385454"/>
                <a:gd name="connsiteX11" fmla="*/ 173182 w 1385454"/>
                <a:gd name="connsiteY11" fmla="*/ 1298864 h 1385454"/>
                <a:gd name="connsiteX12" fmla="*/ 86591 w 1385454"/>
                <a:gd name="connsiteY12" fmla="*/ 1212273 h 1385454"/>
                <a:gd name="connsiteX13" fmla="*/ 86591 w 1385454"/>
                <a:gd name="connsiteY13" fmla="*/ 173182 h 1385454"/>
                <a:gd name="connsiteX14" fmla="*/ 173182 w 1385454"/>
                <a:gd name="connsiteY14" fmla="*/ 86591 h 1385454"/>
                <a:gd name="connsiteX15" fmla="*/ 1212273 w 1385454"/>
                <a:gd name="connsiteY15" fmla="*/ 86591 h 1385454"/>
                <a:gd name="connsiteX16" fmla="*/ 1298864 w 1385454"/>
                <a:gd name="connsiteY16" fmla="*/ 173182 h 1385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85454" h="1385454">
                  <a:moveTo>
                    <a:pt x="1212273" y="0"/>
                  </a:moveTo>
                  <a:lnTo>
                    <a:pt x="173182" y="0"/>
                  </a:lnTo>
                  <a:cubicBezTo>
                    <a:pt x="77536" y="0"/>
                    <a:pt x="0" y="77536"/>
                    <a:pt x="0" y="173182"/>
                  </a:cubicBezTo>
                  <a:lnTo>
                    <a:pt x="0" y="1212273"/>
                  </a:lnTo>
                  <a:cubicBezTo>
                    <a:pt x="0" y="1307918"/>
                    <a:pt x="77536" y="1385455"/>
                    <a:pt x="173182" y="1385455"/>
                  </a:cubicBezTo>
                  <a:lnTo>
                    <a:pt x="1212273" y="1385455"/>
                  </a:lnTo>
                  <a:cubicBezTo>
                    <a:pt x="1307918" y="1385455"/>
                    <a:pt x="1385455" y="1307918"/>
                    <a:pt x="1385455" y="1212273"/>
                  </a:cubicBezTo>
                  <a:lnTo>
                    <a:pt x="1385455" y="173182"/>
                  </a:lnTo>
                  <a:cubicBezTo>
                    <a:pt x="1385455" y="77536"/>
                    <a:pt x="1307918" y="0"/>
                    <a:pt x="1212273" y="0"/>
                  </a:cubicBezTo>
                  <a:close/>
                  <a:moveTo>
                    <a:pt x="1298864" y="1212273"/>
                  </a:moveTo>
                  <a:cubicBezTo>
                    <a:pt x="1298864" y="1260096"/>
                    <a:pt x="1260096" y="1298864"/>
                    <a:pt x="1212273" y="1298864"/>
                  </a:cubicBezTo>
                  <a:lnTo>
                    <a:pt x="173182" y="1298864"/>
                  </a:lnTo>
                  <a:cubicBezTo>
                    <a:pt x="125359" y="1298864"/>
                    <a:pt x="86591" y="1260096"/>
                    <a:pt x="86591" y="1212273"/>
                  </a:cubicBezTo>
                  <a:lnTo>
                    <a:pt x="86591" y="173182"/>
                  </a:lnTo>
                  <a:cubicBezTo>
                    <a:pt x="86591" y="125359"/>
                    <a:pt x="125359" y="86591"/>
                    <a:pt x="173182" y="86591"/>
                  </a:cubicBezTo>
                  <a:lnTo>
                    <a:pt x="1212273" y="86591"/>
                  </a:lnTo>
                  <a:cubicBezTo>
                    <a:pt x="1260096" y="86591"/>
                    <a:pt x="1298864" y="125359"/>
                    <a:pt x="1298864" y="173182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432954" y="519213"/>
              <a:ext cx="1039090" cy="866241"/>
            </a:xfrm>
            <a:custGeom>
              <a:avLst/>
              <a:gdLst>
                <a:gd name="connsiteX0" fmla="*/ 546822 w 1039090"/>
                <a:gd name="connsiteY0" fmla="*/ 466624 h 866241"/>
                <a:gd name="connsiteX1" fmla="*/ 596497 w 1039090"/>
                <a:gd name="connsiteY1" fmla="*/ 102624 h 866241"/>
                <a:gd name="connsiteX2" fmla="*/ 232497 w 1039090"/>
                <a:gd name="connsiteY2" fmla="*/ 52949 h 866241"/>
                <a:gd name="connsiteX3" fmla="*/ 182821 w 1039090"/>
                <a:gd name="connsiteY3" fmla="*/ 416949 h 866241"/>
                <a:gd name="connsiteX4" fmla="*/ 232497 w 1039090"/>
                <a:gd name="connsiteY4" fmla="*/ 466624 h 866241"/>
                <a:gd name="connsiteX5" fmla="*/ 0 w 1039090"/>
                <a:gd name="connsiteY5" fmla="*/ 822946 h 866241"/>
                <a:gd name="connsiteX6" fmla="*/ 43295 w 1039090"/>
                <a:gd name="connsiteY6" fmla="*/ 866241 h 866241"/>
                <a:gd name="connsiteX7" fmla="*/ 86591 w 1039090"/>
                <a:gd name="connsiteY7" fmla="*/ 822946 h 866241"/>
                <a:gd name="connsiteX8" fmla="*/ 389659 w 1039090"/>
                <a:gd name="connsiteY8" fmla="*/ 519878 h 866241"/>
                <a:gd name="connsiteX9" fmla="*/ 692727 w 1039090"/>
                <a:gd name="connsiteY9" fmla="*/ 822946 h 866241"/>
                <a:gd name="connsiteX10" fmla="*/ 736023 w 1039090"/>
                <a:gd name="connsiteY10" fmla="*/ 866241 h 866241"/>
                <a:gd name="connsiteX11" fmla="*/ 779318 w 1039090"/>
                <a:gd name="connsiteY11" fmla="*/ 822946 h 866241"/>
                <a:gd name="connsiteX12" fmla="*/ 546821 w 1039090"/>
                <a:gd name="connsiteY12" fmla="*/ 466624 h 866241"/>
                <a:gd name="connsiteX13" fmla="*/ 216477 w 1039090"/>
                <a:gd name="connsiteY13" fmla="*/ 260105 h 866241"/>
                <a:gd name="connsiteX14" fmla="*/ 389659 w 1039090"/>
                <a:gd name="connsiteY14" fmla="*/ 86923 h 866241"/>
                <a:gd name="connsiteX15" fmla="*/ 562841 w 1039090"/>
                <a:gd name="connsiteY15" fmla="*/ 260105 h 866241"/>
                <a:gd name="connsiteX16" fmla="*/ 389659 w 1039090"/>
                <a:gd name="connsiteY16" fmla="*/ 433287 h 866241"/>
                <a:gd name="connsiteX17" fmla="*/ 216477 w 1039090"/>
                <a:gd name="connsiteY17" fmla="*/ 260105 h 866241"/>
                <a:gd name="connsiteX18" fmla="*/ 995796 w 1039090"/>
                <a:gd name="connsiteY18" fmla="*/ 86923 h 866241"/>
                <a:gd name="connsiteX19" fmla="*/ 909205 w 1039090"/>
                <a:gd name="connsiteY19" fmla="*/ 86923 h 866241"/>
                <a:gd name="connsiteX20" fmla="*/ 865909 w 1039090"/>
                <a:gd name="connsiteY20" fmla="*/ 130219 h 866241"/>
                <a:gd name="connsiteX21" fmla="*/ 909205 w 1039090"/>
                <a:gd name="connsiteY21" fmla="*/ 173514 h 866241"/>
                <a:gd name="connsiteX22" fmla="*/ 995796 w 1039090"/>
                <a:gd name="connsiteY22" fmla="*/ 173514 h 866241"/>
                <a:gd name="connsiteX23" fmla="*/ 1039091 w 1039090"/>
                <a:gd name="connsiteY23" fmla="*/ 130219 h 866241"/>
                <a:gd name="connsiteX24" fmla="*/ 995796 w 1039090"/>
                <a:gd name="connsiteY24" fmla="*/ 86923 h 866241"/>
                <a:gd name="connsiteX25" fmla="*/ 995796 w 1039090"/>
                <a:gd name="connsiteY25" fmla="*/ 346696 h 866241"/>
                <a:gd name="connsiteX26" fmla="*/ 909205 w 1039090"/>
                <a:gd name="connsiteY26" fmla="*/ 346696 h 866241"/>
                <a:gd name="connsiteX27" fmla="*/ 865909 w 1039090"/>
                <a:gd name="connsiteY27" fmla="*/ 389992 h 866241"/>
                <a:gd name="connsiteX28" fmla="*/ 909205 w 1039090"/>
                <a:gd name="connsiteY28" fmla="*/ 433287 h 866241"/>
                <a:gd name="connsiteX29" fmla="*/ 995796 w 1039090"/>
                <a:gd name="connsiteY29" fmla="*/ 433287 h 866241"/>
                <a:gd name="connsiteX30" fmla="*/ 1039091 w 1039090"/>
                <a:gd name="connsiteY30" fmla="*/ 389991 h 866241"/>
                <a:gd name="connsiteX31" fmla="*/ 995796 w 1039090"/>
                <a:gd name="connsiteY31" fmla="*/ 346696 h 866241"/>
                <a:gd name="connsiteX32" fmla="*/ 995796 w 1039090"/>
                <a:gd name="connsiteY32" fmla="*/ 606469 h 866241"/>
                <a:gd name="connsiteX33" fmla="*/ 909205 w 1039090"/>
                <a:gd name="connsiteY33" fmla="*/ 606469 h 866241"/>
                <a:gd name="connsiteX34" fmla="*/ 865909 w 1039090"/>
                <a:gd name="connsiteY34" fmla="*/ 649764 h 866241"/>
                <a:gd name="connsiteX35" fmla="*/ 909205 w 1039090"/>
                <a:gd name="connsiteY35" fmla="*/ 693060 h 866241"/>
                <a:gd name="connsiteX36" fmla="*/ 995796 w 1039090"/>
                <a:gd name="connsiteY36" fmla="*/ 693060 h 866241"/>
                <a:gd name="connsiteX37" fmla="*/ 1039091 w 1039090"/>
                <a:gd name="connsiteY37" fmla="*/ 649764 h 866241"/>
                <a:gd name="connsiteX38" fmla="*/ 995796 w 1039090"/>
                <a:gd name="connsiteY38" fmla="*/ 606469 h 866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39090" h="866241">
                  <a:moveTo>
                    <a:pt x="546822" y="466624"/>
                  </a:moveTo>
                  <a:cubicBezTo>
                    <a:pt x="661055" y="379826"/>
                    <a:pt x="683295" y="216858"/>
                    <a:pt x="596497" y="102624"/>
                  </a:cubicBezTo>
                  <a:cubicBezTo>
                    <a:pt x="509698" y="-11609"/>
                    <a:pt x="346730" y="-33849"/>
                    <a:pt x="232497" y="52949"/>
                  </a:cubicBezTo>
                  <a:cubicBezTo>
                    <a:pt x="118263" y="139748"/>
                    <a:pt x="96023" y="302716"/>
                    <a:pt x="182821" y="416949"/>
                  </a:cubicBezTo>
                  <a:cubicBezTo>
                    <a:pt x="197054" y="435681"/>
                    <a:pt x="213765" y="452392"/>
                    <a:pt x="232497" y="466624"/>
                  </a:cubicBezTo>
                  <a:cubicBezTo>
                    <a:pt x="91271" y="528873"/>
                    <a:pt x="94" y="668610"/>
                    <a:pt x="0" y="822946"/>
                  </a:cubicBezTo>
                  <a:cubicBezTo>
                    <a:pt x="0" y="846857"/>
                    <a:pt x="19384" y="866241"/>
                    <a:pt x="43295" y="866241"/>
                  </a:cubicBezTo>
                  <a:cubicBezTo>
                    <a:pt x="67207" y="866241"/>
                    <a:pt x="86591" y="846857"/>
                    <a:pt x="86591" y="822946"/>
                  </a:cubicBezTo>
                  <a:cubicBezTo>
                    <a:pt x="86591" y="655566"/>
                    <a:pt x="222279" y="519878"/>
                    <a:pt x="389659" y="519878"/>
                  </a:cubicBezTo>
                  <a:cubicBezTo>
                    <a:pt x="557039" y="519878"/>
                    <a:pt x="692727" y="655566"/>
                    <a:pt x="692727" y="822946"/>
                  </a:cubicBezTo>
                  <a:cubicBezTo>
                    <a:pt x="692727" y="846857"/>
                    <a:pt x="712111" y="866241"/>
                    <a:pt x="736023" y="866241"/>
                  </a:cubicBezTo>
                  <a:cubicBezTo>
                    <a:pt x="759934" y="866241"/>
                    <a:pt x="779318" y="846857"/>
                    <a:pt x="779318" y="822946"/>
                  </a:cubicBezTo>
                  <a:cubicBezTo>
                    <a:pt x="779224" y="668610"/>
                    <a:pt x="688048" y="528873"/>
                    <a:pt x="546821" y="466624"/>
                  </a:cubicBezTo>
                  <a:close/>
                  <a:moveTo>
                    <a:pt x="216477" y="260105"/>
                  </a:moveTo>
                  <a:cubicBezTo>
                    <a:pt x="216477" y="164459"/>
                    <a:pt x="294013" y="86923"/>
                    <a:pt x="389659" y="86923"/>
                  </a:cubicBezTo>
                  <a:cubicBezTo>
                    <a:pt x="485305" y="86923"/>
                    <a:pt x="562841" y="164459"/>
                    <a:pt x="562841" y="260105"/>
                  </a:cubicBezTo>
                  <a:cubicBezTo>
                    <a:pt x="562841" y="355751"/>
                    <a:pt x="485305" y="433287"/>
                    <a:pt x="389659" y="433287"/>
                  </a:cubicBezTo>
                  <a:cubicBezTo>
                    <a:pt x="294013" y="433287"/>
                    <a:pt x="216477" y="355751"/>
                    <a:pt x="216477" y="260105"/>
                  </a:cubicBezTo>
                  <a:close/>
                  <a:moveTo>
                    <a:pt x="995796" y="86923"/>
                  </a:moveTo>
                  <a:lnTo>
                    <a:pt x="909205" y="86923"/>
                  </a:lnTo>
                  <a:cubicBezTo>
                    <a:pt x="885293" y="86923"/>
                    <a:pt x="865909" y="106307"/>
                    <a:pt x="865909" y="130219"/>
                  </a:cubicBezTo>
                  <a:cubicBezTo>
                    <a:pt x="865909" y="154130"/>
                    <a:pt x="885293" y="173514"/>
                    <a:pt x="909205" y="173514"/>
                  </a:cubicBezTo>
                  <a:lnTo>
                    <a:pt x="995796" y="173514"/>
                  </a:lnTo>
                  <a:cubicBezTo>
                    <a:pt x="1019707" y="173514"/>
                    <a:pt x="1039091" y="154130"/>
                    <a:pt x="1039091" y="130219"/>
                  </a:cubicBezTo>
                  <a:cubicBezTo>
                    <a:pt x="1039091" y="106307"/>
                    <a:pt x="1019707" y="86923"/>
                    <a:pt x="995796" y="86923"/>
                  </a:cubicBezTo>
                  <a:close/>
                  <a:moveTo>
                    <a:pt x="995796" y="346696"/>
                  </a:moveTo>
                  <a:lnTo>
                    <a:pt x="909205" y="346696"/>
                  </a:lnTo>
                  <a:cubicBezTo>
                    <a:pt x="885293" y="346696"/>
                    <a:pt x="865909" y="366080"/>
                    <a:pt x="865909" y="389992"/>
                  </a:cubicBezTo>
                  <a:cubicBezTo>
                    <a:pt x="865909" y="413903"/>
                    <a:pt x="885293" y="433287"/>
                    <a:pt x="909205" y="433287"/>
                  </a:cubicBezTo>
                  <a:lnTo>
                    <a:pt x="995796" y="433287"/>
                  </a:lnTo>
                  <a:cubicBezTo>
                    <a:pt x="1019707" y="433287"/>
                    <a:pt x="1039091" y="413903"/>
                    <a:pt x="1039091" y="389991"/>
                  </a:cubicBezTo>
                  <a:cubicBezTo>
                    <a:pt x="1039091" y="366080"/>
                    <a:pt x="1019707" y="346696"/>
                    <a:pt x="995796" y="346696"/>
                  </a:cubicBezTo>
                  <a:close/>
                  <a:moveTo>
                    <a:pt x="995796" y="606469"/>
                  </a:moveTo>
                  <a:lnTo>
                    <a:pt x="909205" y="606469"/>
                  </a:lnTo>
                  <a:cubicBezTo>
                    <a:pt x="885293" y="606469"/>
                    <a:pt x="865909" y="625853"/>
                    <a:pt x="865909" y="649764"/>
                  </a:cubicBezTo>
                  <a:cubicBezTo>
                    <a:pt x="865909" y="673676"/>
                    <a:pt x="885293" y="693060"/>
                    <a:pt x="909205" y="693060"/>
                  </a:cubicBezTo>
                  <a:lnTo>
                    <a:pt x="995796" y="693060"/>
                  </a:lnTo>
                  <a:cubicBezTo>
                    <a:pt x="1019707" y="693060"/>
                    <a:pt x="1039091" y="673676"/>
                    <a:pt x="1039091" y="649764"/>
                  </a:cubicBezTo>
                  <a:cubicBezTo>
                    <a:pt x="1039091" y="625853"/>
                    <a:pt x="1019707" y="606469"/>
                    <a:pt x="995796" y="60646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692944" y="5920085"/>
            <a:ext cx="2364581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定期回访客户，收集反馈意见，及时解决客户问题。提供专属优惠和增值服务，增强客户粘性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683016" y="5657416"/>
            <a:ext cx="54822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40%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610880" y="6035788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复勾率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5" name="Group 70+"/>
          <p:cNvGrpSpPr/>
          <p:nvPr/>
        </p:nvGrpSpPr>
        <p:grpSpPr>
          <a:xfrm>
            <a:off x="3474625" y="1954499"/>
            <a:ext cx="965008" cy="655371"/>
            <a:chOff x="3569348" y="1954499"/>
            <a:chExt cx="965008" cy="655371"/>
          </a:xfrm>
        </p:grpSpPr>
        <p:sp>
          <p:nvSpPr>
            <p:cNvPr id="86" name="文本框 85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8" name="文本框 87"/>
          <p:cNvSpPr txBox="1"/>
          <p:nvPr/>
        </p:nvSpPr>
        <p:spPr>
          <a:xfrm>
            <a:off x="7827707" y="1954499"/>
            <a:ext cx="81432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888622" y="2332871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播放量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827707" y="3188805"/>
            <a:ext cx="81432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657789" y="356717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新增销售额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2" name="Group 70++++"/>
          <p:cNvGrpSpPr/>
          <p:nvPr/>
        </p:nvGrpSpPr>
        <p:grpSpPr>
          <a:xfrm>
            <a:off x="7752366" y="5657416"/>
            <a:ext cx="965008" cy="655371"/>
            <a:chOff x="3569348" y="1954499"/>
            <a:chExt cx="965008" cy="655371"/>
          </a:xfrm>
        </p:grpSpPr>
        <p:sp>
          <p:nvSpPr>
            <p:cNvPr id="93" name="文本框 92"/>
            <p:cNvSpPr txBox="1"/>
            <p:nvPr/>
          </p:nvSpPr>
          <p:spPr>
            <a:xfrm>
              <a:off x="3569348" y="1954499"/>
              <a:ext cx="965008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200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万元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3705604" y="2332871"/>
              <a:ext cx="69249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960757" y="4423111"/>
            <a:ext cx="54822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888622" y="4801483"/>
            <a:ext cx="6924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响应率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7" name="Group 58+"/>
          <p:cNvGrpSpPr/>
          <p:nvPr/>
        </p:nvGrpSpPr>
        <p:grpSpPr>
          <a:xfrm flipH="1">
            <a:off x="9299344" y="1875718"/>
            <a:ext cx="218629" cy="257882"/>
            <a:chOff x="2193234" y="1875718"/>
            <a:chExt cx="218629" cy="257882"/>
          </a:xfrm>
        </p:grpSpPr>
        <p:sp>
          <p:nvSpPr>
            <p:cNvPr id="98" name="等腰三角形 97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0" name="Group 58++"/>
          <p:cNvGrpSpPr/>
          <p:nvPr/>
        </p:nvGrpSpPr>
        <p:grpSpPr>
          <a:xfrm flipH="1">
            <a:off x="9299344" y="3116872"/>
            <a:ext cx="218629" cy="257882"/>
            <a:chOff x="2193234" y="1875718"/>
            <a:chExt cx="218629" cy="257882"/>
          </a:xfrm>
        </p:grpSpPr>
        <p:sp>
          <p:nvSpPr>
            <p:cNvPr id="101" name="等腰三角形 100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3" name="Group 58+++"/>
          <p:cNvGrpSpPr/>
          <p:nvPr/>
        </p:nvGrpSpPr>
        <p:grpSpPr>
          <a:xfrm flipH="1">
            <a:off x="9299344" y="4378401"/>
            <a:ext cx="218629" cy="257882"/>
            <a:chOff x="2193234" y="1875718"/>
            <a:chExt cx="218629" cy="257882"/>
          </a:xfrm>
        </p:grpSpPr>
        <p:sp>
          <p:nvSpPr>
            <p:cNvPr id="104" name="等腰三角形 103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5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6" name="Group 58++++"/>
          <p:cNvGrpSpPr/>
          <p:nvPr/>
        </p:nvGrpSpPr>
        <p:grpSpPr>
          <a:xfrm flipH="1">
            <a:off x="9299344" y="5590692"/>
            <a:ext cx="218629" cy="257882"/>
            <a:chOff x="2193234" y="1875718"/>
            <a:chExt cx="218629" cy="257882"/>
          </a:xfrm>
        </p:grpSpPr>
        <p:sp>
          <p:nvSpPr>
            <p:cNvPr id="107" name="等腰三角形 106"/>
            <p:cNvSpPr/>
            <p:nvPr/>
          </p:nvSpPr>
          <p:spPr>
            <a:xfrm rot="5400000">
              <a:off x="2143790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8" name="Isosceles Triangle 56+"/>
            <p:cNvSpPr/>
            <p:nvPr/>
          </p:nvSpPr>
          <p:spPr>
            <a:xfrm rot="5400000">
              <a:off x="2203425" y="1925162"/>
              <a:ext cx="257882" cy="158994"/>
            </a:xfrm>
            <a:prstGeom prst="triangle">
              <a:avLst/>
            </a:prstGeom>
            <a:gradFill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10164763" y="186616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内容营销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0" name="组合 109"/>
          <p:cNvGrpSpPr>
            <a:grpSpLocks noChangeAspect="1"/>
          </p:cNvGrpSpPr>
          <p:nvPr/>
        </p:nvGrpSpPr>
        <p:grpSpPr>
          <a:xfrm>
            <a:off x="11244263" y="1882518"/>
            <a:ext cx="252000" cy="241662"/>
            <a:chOff x="2106" y="63425"/>
            <a:chExt cx="1848610" cy="1772770"/>
          </a:xfrm>
          <a:solidFill>
            <a:schemeClr val="accent1"/>
          </a:solidFill>
        </p:grpSpPr>
        <p:sp>
          <p:nvSpPr>
            <p:cNvPr id="111" name="任意多边形: 形状 110"/>
            <p:cNvSpPr/>
            <p:nvPr/>
          </p:nvSpPr>
          <p:spPr>
            <a:xfrm>
              <a:off x="2106" y="63425"/>
              <a:ext cx="1848610" cy="1772770"/>
            </a:xfrm>
            <a:custGeom>
              <a:avLst/>
              <a:gdLst>
                <a:gd name="connsiteX0" fmla="*/ 1572673 w 1848610"/>
                <a:gd name="connsiteY0" fmla="*/ 0 h 1772770"/>
                <a:gd name="connsiteX1" fmla="*/ 275837 w 1848610"/>
                <a:gd name="connsiteY1" fmla="*/ 0 h 1772770"/>
                <a:gd name="connsiteX2" fmla="*/ 0 w 1848610"/>
                <a:gd name="connsiteY2" fmla="*/ 308162 h 1772770"/>
                <a:gd name="connsiteX3" fmla="*/ 0 w 1848610"/>
                <a:gd name="connsiteY3" fmla="*/ 1464609 h 1772770"/>
                <a:gd name="connsiteX4" fmla="*/ 275837 w 1848610"/>
                <a:gd name="connsiteY4" fmla="*/ 1772771 h 1772770"/>
                <a:gd name="connsiteX5" fmla="*/ 1572773 w 1848610"/>
                <a:gd name="connsiteY5" fmla="*/ 1772771 h 1772770"/>
                <a:gd name="connsiteX6" fmla="*/ 1848610 w 1848610"/>
                <a:gd name="connsiteY6" fmla="*/ 1464609 h 1772770"/>
                <a:gd name="connsiteX7" fmla="*/ 1848610 w 1848610"/>
                <a:gd name="connsiteY7" fmla="*/ 308162 h 1772770"/>
                <a:gd name="connsiteX8" fmla="*/ 1572773 w 1848610"/>
                <a:gd name="connsiteY8" fmla="*/ 0 h 1772770"/>
                <a:gd name="connsiteX9" fmla="*/ 1572673 w 1848610"/>
                <a:gd name="connsiteY9" fmla="*/ 0 h 1772770"/>
                <a:gd name="connsiteX10" fmla="*/ 1572673 w 1848610"/>
                <a:gd name="connsiteY10" fmla="*/ 168088 h 1772770"/>
                <a:gd name="connsiteX11" fmla="*/ 1698053 w 1848610"/>
                <a:gd name="connsiteY11" fmla="*/ 308162 h 1772770"/>
                <a:gd name="connsiteX12" fmla="*/ 1698053 w 1848610"/>
                <a:gd name="connsiteY12" fmla="*/ 1464609 h 1772770"/>
                <a:gd name="connsiteX13" fmla="*/ 1572673 w 1848610"/>
                <a:gd name="connsiteY13" fmla="*/ 1604682 h 1772770"/>
                <a:gd name="connsiteX14" fmla="*/ 275837 w 1848610"/>
                <a:gd name="connsiteY14" fmla="*/ 1604682 h 1772770"/>
                <a:gd name="connsiteX15" fmla="*/ 150457 w 1848610"/>
                <a:gd name="connsiteY15" fmla="*/ 1464609 h 1772770"/>
                <a:gd name="connsiteX16" fmla="*/ 150457 w 1848610"/>
                <a:gd name="connsiteY16" fmla="*/ 308162 h 1772770"/>
                <a:gd name="connsiteX17" fmla="*/ 275837 w 1848610"/>
                <a:gd name="connsiteY17" fmla="*/ 168088 h 1772770"/>
                <a:gd name="connsiteX18" fmla="*/ 1572773 w 1848610"/>
                <a:gd name="connsiteY18" fmla="*/ 168088 h 177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48610" h="1772770">
                  <a:moveTo>
                    <a:pt x="1572673" y="0"/>
                  </a:moveTo>
                  <a:lnTo>
                    <a:pt x="275837" y="0"/>
                  </a:lnTo>
                  <a:cubicBezTo>
                    <a:pt x="123496" y="0"/>
                    <a:pt x="0" y="137969"/>
                    <a:pt x="0" y="308162"/>
                  </a:cubicBezTo>
                  <a:lnTo>
                    <a:pt x="0" y="1464609"/>
                  </a:lnTo>
                  <a:cubicBezTo>
                    <a:pt x="0" y="1634802"/>
                    <a:pt x="123496" y="1772771"/>
                    <a:pt x="275837" y="1772771"/>
                  </a:cubicBezTo>
                  <a:lnTo>
                    <a:pt x="1572773" y="1772771"/>
                  </a:lnTo>
                  <a:cubicBezTo>
                    <a:pt x="1725114" y="1772771"/>
                    <a:pt x="1848610" y="1634802"/>
                    <a:pt x="1848610" y="1464609"/>
                  </a:cubicBezTo>
                  <a:lnTo>
                    <a:pt x="1848610" y="308162"/>
                  </a:lnTo>
                  <a:cubicBezTo>
                    <a:pt x="1848610" y="137969"/>
                    <a:pt x="1725114" y="0"/>
                    <a:pt x="1572773" y="0"/>
                  </a:cubicBezTo>
                  <a:cubicBezTo>
                    <a:pt x="1572740" y="0"/>
                    <a:pt x="1572706" y="0"/>
                    <a:pt x="1572673" y="0"/>
                  </a:cubicBezTo>
                  <a:close/>
                  <a:moveTo>
                    <a:pt x="1572673" y="168088"/>
                  </a:moveTo>
                  <a:cubicBezTo>
                    <a:pt x="1641883" y="168088"/>
                    <a:pt x="1698053" y="230841"/>
                    <a:pt x="1698053" y="308162"/>
                  </a:cubicBezTo>
                  <a:lnTo>
                    <a:pt x="1698053" y="1464609"/>
                  </a:lnTo>
                  <a:cubicBezTo>
                    <a:pt x="1698053" y="1541930"/>
                    <a:pt x="1641883" y="1604682"/>
                    <a:pt x="1572673" y="1604682"/>
                  </a:cubicBezTo>
                  <a:lnTo>
                    <a:pt x="275837" y="1604682"/>
                  </a:lnTo>
                  <a:cubicBezTo>
                    <a:pt x="206627" y="1604682"/>
                    <a:pt x="150457" y="1541930"/>
                    <a:pt x="150457" y="1464609"/>
                  </a:cubicBezTo>
                  <a:lnTo>
                    <a:pt x="150457" y="308162"/>
                  </a:lnTo>
                  <a:cubicBezTo>
                    <a:pt x="150457" y="230841"/>
                    <a:pt x="206627" y="168088"/>
                    <a:pt x="275837" y="168088"/>
                  </a:cubicBezTo>
                  <a:lnTo>
                    <a:pt x="1572773" y="168088"/>
                  </a:lnTo>
                  <a:close/>
                </a:path>
              </a:pathLst>
            </a:custGeom>
            <a:grpFill/>
            <a:ln w="16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309138" y="582481"/>
              <a:ext cx="1203251" cy="785532"/>
            </a:xfrm>
            <a:custGeom>
              <a:avLst/>
              <a:gdLst>
                <a:gd name="connsiteX0" fmla="*/ 301515 w 1203251"/>
                <a:gd name="connsiteY0" fmla="*/ 111835 h 785532"/>
                <a:gd name="connsiteX1" fmla="*/ 0 w 1203251"/>
                <a:gd name="connsiteY1" fmla="*/ 448684 h 785532"/>
                <a:gd name="connsiteX2" fmla="*/ 301515 w 1203251"/>
                <a:gd name="connsiteY2" fmla="*/ 785533 h 785532"/>
                <a:gd name="connsiteX3" fmla="*/ 603030 w 1203251"/>
                <a:gd name="connsiteY3" fmla="*/ 448684 h 785532"/>
                <a:gd name="connsiteX4" fmla="*/ 301515 w 1203251"/>
                <a:gd name="connsiteY4" fmla="*/ 111835 h 785532"/>
                <a:gd name="connsiteX5" fmla="*/ 301515 w 1203251"/>
                <a:gd name="connsiteY5" fmla="*/ 279923 h 785532"/>
                <a:gd name="connsiteX6" fmla="*/ 452589 w 1203251"/>
                <a:gd name="connsiteY6" fmla="*/ 448666 h 785532"/>
                <a:gd name="connsiteX7" fmla="*/ 301547 w 1203251"/>
                <a:gd name="connsiteY7" fmla="*/ 617444 h 785532"/>
                <a:gd name="connsiteX8" fmla="*/ 301515 w 1203251"/>
                <a:gd name="connsiteY8" fmla="*/ 617444 h 785532"/>
                <a:gd name="connsiteX9" fmla="*/ 150472 w 1203251"/>
                <a:gd name="connsiteY9" fmla="*/ 448666 h 785532"/>
                <a:gd name="connsiteX10" fmla="*/ 301515 w 1203251"/>
                <a:gd name="connsiteY10" fmla="*/ 279923 h 785532"/>
                <a:gd name="connsiteX11" fmla="*/ 840250 w 1203251"/>
                <a:gd name="connsiteY11" fmla="*/ 202826 h 785532"/>
                <a:gd name="connsiteX12" fmla="*/ 915478 w 1203251"/>
                <a:gd name="connsiteY12" fmla="*/ 286871 h 785532"/>
                <a:gd name="connsiteX13" fmla="*/ 915478 w 1203251"/>
                <a:gd name="connsiteY13" fmla="*/ 686696 h 785532"/>
                <a:gd name="connsiteX14" fmla="*/ 840239 w 1203251"/>
                <a:gd name="connsiteY14" fmla="*/ 770728 h 785532"/>
                <a:gd name="connsiteX15" fmla="*/ 765022 w 1203251"/>
                <a:gd name="connsiteY15" fmla="*/ 686696 h 785532"/>
                <a:gd name="connsiteX16" fmla="*/ 765022 w 1203251"/>
                <a:gd name="connsiteY16" fmla="*/ 286871 h 785532"/>
                <a:gd name="connsiteX17" fmla="*/ 840250 w 1203251"/>
                <a:gd name="connsiteY17" fmla="*/ 202826 h 785532"/>
                <a:gd name="connsiteX18" fmla="*/ 1128023 w 1203251"/>
                <a:gd name="connsiteY18" fmla="*/ 0 h 785532"/>
                <a:gd name="connsiteX19" fmla="*/ 1203252 w 1203251"/>
                <a:gd name="connsiteY19" fmla="*/ 84044 h 785532"/>
                <a:gd name="connsiteX20" fmla="*/ 1203252 w 1203251"/>
                <a:gd name="connsiteY20" fmla="*/ 676499 h 785532"/>
                <a:gd name="connsiteX21" fmla="*/ 1128035 w 1203251"/>
                <a:gd name="connsiteY21" fmla="*/ 760556 h 785532"/>
                <a:gd name="connsiteX22" fmla="*/ 1052795 w 1203251"/>
                <a:gd name="connsiteY22" fmla="*/ 676524 h 785532"/>
                <a:gd name="connsiteX23" fmla="*/ 1052795 w 1203251"/>
                <a:gd name="connsiteY23" fmla="*/ 676499 h 785532"/>
                <a:gd name="connsiteX24" fmla="*/ 1052795 w 1203251"/>
                <a:gd name="connsiteY24" fmla="*/ 84044 h 785532"/>
                <a:gd name="connsiteX25" fmla="*/ 1128023 w 1203251"/>
                <a:gd name="connsiteY25" fmla="*/ 0 h 78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03251" h="785532">
                  <a:moveTo>
                    <a:pt x="301515" y="111835"/>
                  </a:moveTo>
                  <a:cubicBezTo>
                    <a:pt x="134993" y="111835"/>
                    <a:pt x="0" y="262647"/>
                    <a:pt x="0" y="448684"/>
                  </a:cubicBezTo>
                  <a:cubicBezTo>
                    <a:pt x="0" y="634720"/>
                    <a:pt x="134993" y="785533"/>
                    <a:pt x="301515" y="785533"/>
                  </a:cubicBezTo>
                  <a:cubicBezTo>
                    <a:pt x="468037" y="785533"/>
                    <a:pt x="603030" y="634720"/>
                    <a:pt x="603030" y="448684"/>
                  </a:cubicBezTo>
                  <a:cubicBezTo>
                    <a:pt x="603030" y="262647"/>
                    <a:pt x="468037" y="111835"/>
                    <a:pt x="301515" y="111835"/>
                  </a:cubicBezTo>
                  <a:close/>
                  <a:moveTo>
                    <a:pt x="301515" y="279923"/>
                  </a:moveTo>
                  <a:cubicBezTo>
                    <a:pt x="384942" y="279913"/>
                    <a:pt x="452581" y="355462"/>
                    <a:pt x="452589" y="448666"/>
                  </a:cubicBezTo>
                  <a:cubicBezTo>
                    <a:pt x="452598" y="541870"/>
                    <a:pt x="384974" y="617434"/>
                    <a:pt x="301547" y="617444"/>
                  </a:cubicBezTo>
                  <a:cubicBezTo>
                    <a:pt x="301536" y="617444"/>
                    <a:pt x="301526" y="617444"/>
                    <a:pt x="301515" y="617444"/>
                  </a:cubicBezTo>
                  <a:cubicBezTo>
                    <a:pt x="218088" y="617434"/>
                    <a:pt x="150464" y="541870"/>
                    <a:pt x="150472" y="448666"/>
                  </a:cubicBezTo>
                  <a:cubicBezTo>
                    <a:pt x="150481" y="355476"/>
                    <a:pt x="218100" y="279933"/>
                    <a:pt x="301515" y="279923"/>
                  </a:cubicBezTo>
                  <a:close/>
                  <a:moveTo>
                    <a:pt x="840250" y="202826"/>
                  </a:moveTo>
                  <a:cubicBezTo>
                    <a:pt x="881797" y="202826"/>
                    <a:pt x="915478" y="240454"/>
                    <a:pt x="915478" y="286871"/>
                  </a:cubicBezTo>
                  <a:lnTo>
                    <a:pt x="915478" y="686696"/>
                  </a:lnTo>
                  <a:cubicBezTo>
                    <a:pt x="915472" y="733113"/>
                    <a:pt x="881786" y="770735"/>
                    <a:pt x="840239" y="770728"/>
                  </a:cubicBezTo>
                  <a:cubicBezTo>
                    <a:pt x="798700" y="770721"/>
                    <a:pt x="765028" y="733103"/>
                    <a:pt x="765022" y="686696"/>
                  </a:cubicBezTo>
                  <a:lnTo>
                    <a:pt x="765022" y="286871"/>
                  </a:lnTo>
                  <a:cubicBezTo>
                    <a:pt x="765022" y="240454"/>
                    <a:pt x="798703" y="202826"/>
                    <a:pt x="840250" y="202826"/>
                  </a:cubicBezTo>
                  <a:close/>
                  <a:moveTo>
                    <a:pt x="1128023" y="0"/>
                  </a:moveTo>
                  <a:cubicBezTo>
                    <a:pt x="1169571" y="0"/>
                    <a:pt x="1203252" y="37628"/>
                    <a:pt x="1203252" y="84044"/>
                  </a:cubicBezTo>
                  <a:lnTo>
                    <a:pt x="1203252" y="676499"/>
                  </a:lnTo>
                  <a:cubicBezTo>
                    <a:pt x="1203258" y="722915"/>
                    <a:pt x="1169582" y="760549"/>
                    <a:pt x="1128035" y="760556"/>
                  </a:cubicBezTo>
                  <a:cubicBezTo>
                    <a:pt x="1086487" y="760563"/>
                    <a:pt x="1052801" y="722940"/>
                    <a:pt x="1052795" y="676524"/>
                  </a:cubicBezTo>
                  <a:cubicBezTo>
                    <a:pt x="1052795" y="676516"/>
                    <a:pt x="1052795" y="676507"/>
                    <a:pt x="1052795" y="676499"/>
                  </a:cubicBezTo>
                  <a:lnTo>
                    <a:pt x="1052795" y="84044"/>
                  </a:lnTo>
                  <a:cubicBezTo>
                    <a:pt x="1052795" y="37628"/>
                    <a:pt x="1086476" y="0"/>
                    <a:pt x="1128023" y="0"/>
                  </a:cubicBezTo>
                  <a:close/>
                </a:path>
              </a:pathLst>
            </a:custGeom>
            <a:grpFill/>
            <a:ln w="16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3" name="文本框 112"/>
          <p:cNvSpPr txBox="1"/>
          <p:nvPr/>
        </p:nvSpPr>
        <p:spPr>
          <a:xfrm>
            <a:off x="9077739" y="2194244"/>
            <a:ext cx="2507492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组建专业内容创作团队，深入挖掘产品价值和行业热点，创作出一系列有深度、有吸引力的内容，实现内容到销售的有效转化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9703098" y="310731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合作伙伴营销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11244263" y="3093917"/>
            <a:ext cx="255912" cy="255912"/>
            <a:chOff x="9703097" y="1722317"/>
            <a:chExt cx="1384225" cy="1384226"/>
          </a:xfrm>
        </p:grpSpPr>
        <p:sp>
          <p:nvSpPr>
            <p:cNvPr id="116" name="任意多边形: 形状 115"/>
            <p:cNvSpPr/>
            <p:nvPr/>
          </p:nvSpPr>
          <p:spPr>
            <a:xfrm>
              <a:off x="9703097" y="1722317"/>
              <a:ext cx="1384225" cy="1384226"/>
            </a:xfrm>
            <a:custGeom>
              <a:avLst/>
              <a:gdLst>
                <a:gd name="connsiteX0" fmla="*/ 692113 w 1384225"/>
                <a:gd name="connsiteY0" fmla="*/ 1384226 h 1384226"/>
                <a:gd name="connsiteX1" fmla="*/ 0 w 1384225"/>
                <a:gd name="connsiteY1" fmla="*/ 692113 h 1384226"/>
                <a:gd name="connsiteX2" fmla="*/ 692113 w 1384225"/>
                <a:gd name="connsiteY2" fmla="*/ 0 h 1384226"/>
                <a:gd name="connsiteX3" fmla="*/ 1384226 w 1384225"/>
                <a:gd name="connsiteY3" fmla="*/ 692113 h 1384226"/>
                <a:gd name="connsiteX4" fmla="*/ 692113 w 1384225"/>
                <a:gd name="connsiteY4" fmla="*/ 1384226 h 1384226"/>
                <a:gd name="connsiteX5" fmla="*/ 692113 w 1384225"/>
                <a:gd name="connsiteY5" fmla="*/ 76902 h 1384226"/>
                <a:gd name="connsiteX6" fmla="*/ 76901 w 1384225"/>
                <a:gd name="connsiteY6" fmla="*/ 692113 h 1384226"/>
                <a:gd name="connsiteX7" fmla="*/ 692113 w 1384225"/>
                <a:gd name="connsiteY7" fmla="*/ 1307325 h 1384226"/>
                <a:gd name="connsiteX8" fmla="*/ 1307325 w 1384225"/>
                <a:gd name="connsiteY8" fmla="*/ 692113 h 1384226"/>
                <a:gd name="connsiteX9" fmla="*/ 692113 w 1384225"/>
                <a:gd name="connsiteY9" fmla="*/ 76901 h 13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4225" h="1384226">
                  <a:moveTo>
                    <a:pt x="692113" y="1384226"/>
                  </a:moveTo>
                  <a:cubicBezTo>
                    <a:pt x="309870" y="1384226"/>
                    <a:pt x="0" y="1074357"/>
                    <a:pt x="0" y="692113"/>
                  </a:cubicBezTo>
                  <a:cubicBezTo>
                    <a:pt x="0" y="309870"/>
                    <a:pt x="309870" y="0"/>
                    <a:pt x="692113" y="0"/>
                  </a:cubicBezTo>
                  <a:cubicBezTo>
                    <a:pt x="1074357" y="0"/>
                    <a:pt x="1384226" y="309870"/>
                    <a:pt x="1384226" y="692113"/>
                  </a:cubicBezTo>
                  <a:cubicBezTo>
                    <a:pt x="1384226" y="1074356"/>
                    <a:pt x="1074357" y="1384226"/>
                    <a:pt x="692113" y="1384226"/>
                  </a:cubicBezTo>
                  <a:close/>
                  <a:moveTo>
                    <a:pt x="692113" y="76902"/>
                  </a:moveTo>
                  <a:cubicBezTo>
                    <a:pt x="352341" y="76902"/>
                    <a:pt x="76901" y="352341"/>
                    <a:pt x="76901" y="692113"/>
                  </a:cubicBezTo>
                  <a:cubicBezTo>
                    <a:pt x="76901" y="1031885"/>
                    <a:pt x="352341" y="1307325"/>
                    <a:pt x="692113" y="1307325"/>
                  </a:cubicBezTo>
                  <a:cubicBezTo>
                    <a:pt x="1031885" y="1307325"/>
                    <a:pt x="1307325" y="1031885"/>
                    <a:pt x="1307325" y="692113"/>
                  </a:cubicBezTo>
                  <a:cubicBezTo>
                    <a:pt x="1307325" y="352341"/>
                    <a:pt x="1031885" y="76901"/>
                    <a:pt x="692113" y="76901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9970553" y="2222488"/>
              <a:ext cx="628507" cy="631819"/>
            </a:xfrm>
            <a:custGeom>
              <a:avLst/>
              <a:gdLst>
                <a:gd name="connsiteX0" fmla="*/ 424658 w 628507"/>
                <a:gd name="connsiteY0" fmla="*/ 631819 h 631819"/>
                <a:gd name="connsiteX1" fmla="*/ 279314 w 628507"/>
                <a:gd name="connsiteY1" fmla="*/ 571836 h 631819"/>
                <a:gd name="connsiteX2" fmla="*/ 48610 w 628507"/>
                <a:gd name="connsiteY2" fmla="*/ 341132 h 631819"/>
                <a:gd name="connsiteX3" fmla="*/ 74141 w 628507"/>
                <a:gd name="connsiteY3" fmla="*/ 48605 h 631819"/>
                <a:gd name="connsiteX4" fmla="*/ 337759 w 628507"/>
                <a:gd name="connsiteY4" fmla="*/ 45830 h 631819"/>
                <a:gd name="connsiteX5" fmla="*/ 568464 w 628507"/>
                <a:gd name="connsiteY5" fmla="*/ 276534 h 631819"/>
                <a:gd name="connsiteX6" fmla="*/ 568464 w 628507"/>
                <a:gd name="connsiteY6" fmla="*/ 567991 h 631819"/>
                <a:gd name="connsiteX7" fmla="*/ 424658 w 628507"/>
                <a:gd name="connsiteY7" fmla="*/ 631819 h 631819"/>
                <a:gd name="connsiteX8" fmla="*/ 193953 w 628507"/>
                <a:gd name="connsiteY8" fmla="*/ 62748 h 631819"/>
                <a:gd name="connsiteX9" fmla="*/ 103210 w 628507"/>
                <a:gd name="connsiteY9" fmla="*/ 100430 h 631819"/>
                <a:gd name="connsiteX10" fmla="*/ 101345 w 628507"/>
                <a:gd name="connsiteY10" fmla="*/ 283129 h 631819"/>
                <a:gd name="connsiteX11" fmla="*/ 103210 w 628507"/>
                <a:gd name="connsiteY11" fmla="*/ 284994 h 631819"/>
                <a:gd name="connsiteX12" fmla="*/ 333914 w 628507"/>
                <a:gd name="connsiteY12" fmla="*/ 515698 h 631819"/>
                <a:gd name="connsiteX13" fmla="*/ 513348 w 628507"/>
                <a:gd name="connsiteY13" fmla="*/ 517751 h 631819"/>
                <a:gd name="connsiteX14" fmla="*/ 515401 w 628507"/>
                <a:gd name="connsiteY14" fmla="*/ 515698 h 631819"/>
                <a:gd name="connsiteX15" fmla="*/ 545393 w 628507"/>
                <a:gd name="connsiteY15" fmla="*/ 540306 h 631819"/>
                <a:gd name="connsiteX16" fmla="*/ 518478 w 628507"/>
                <a:gd name="connsiteY16" fmla="*/ 513391 h 631819"/>
                <a:gd name="connsiteX17" fmla="*/ 518478 w 628507"/>
                <a:gd name="connsiteY17" fmla="*/ 331134 h 631819"/>
                <a:gd name="connsiteX18" fmla="*/ 287773 w 628507"/>
                <a:gd name="connsiteY18" fmla="*/ 100430 h 631819"/>
                <a:gd name="connsiteX19" fmla="*/ 193953 w 628507"/>
                <a:gd name="connsiteY19" fmla="*/ 62748 h 63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28507" h="631819">
                  <a:moveTo>
                    <a:pt x="424658" y="631819"/>
                  </a:moveTo>
                  <a:cubicBezTo>
                    <a:pt x="370170" y="631902"/>
                    <a:pt x="317884" y="610323"/>
                    <a:pt x="279314" y="571836"/>
                  </a:cubicBezTo>
                  <a:lnTo>
                    <a:pt x="48610" y="341132"/>
                  </a:lnTo>
                  <a:cubicBezTo>
                    <a:pt x="-25119" y="253302"/>
                    <a:pt x="-13688" y="122334"/>
                    <a:pt x="74141" y="48605"/>
                  </a:cubicBezTo>
                  <a:cubicBezTo>
                    <a:pt x="150080" y="-15143"/>
                    <a:pt x="260495" y="-16305"/>
                    <a:pt x="337759" y="45830"/>
                  </a:cubicBezTo>
                  <a:lnTo>
                    <a:pt x="568464" y="276534"/>
                  </a:lnTo>
                  <a:cubicBezTo>
                    <a:pt x="648522" y="357193"/>
                    <a:pt x="648522" y="487332"/>
                    <a:pt x="568464" y="567991"/>
                  </a:cubicBezTo>
                  <a:cubicBezTo>
                    <a:pt x="530905" y="607517"/>
                    <a:pt x="479167" y="630481"/>
                    <a:pt x="424658" y="631819"/>
                  </a:cubicBezTo>
                  <a:close/>
                  <a:moveTo>
                    <a:pt x="193953" y="62748"/>
                  </a:moveTo>
                  <a:cubicBezTo>
                    <a:pt x="159838" y="62436"/>
                    <a:pt x="127069" y="76044"/>
                    <a:pt x="103210" y="100430"/>
                  </a:cubicBezTo>
                  <a:cubicBezTo>
                    <a:pt x="52244" y="150366"/>
                    <a:pt x="51409" y="232163"/>
                    <a:pt x="101345" y="283129"/>
                  </a:cubicBezTo>
                  <a:cubicBezTo>
                    <a:pt x="101960" y="283757"/>
                    <a:pt x="102582" y="284378"/>
                    <a:pt x="103210" y="284994"/>
                  </a:cubicBezTo>
                  <a:lnTo>
                    <a:pt x="333914" y="515698"/>
                  </a:lnTo>
                  <a:cubicBezTo>
                    <a:pt x="382896" y="565814"/>
                    <a:pt x="463232" y="566734"/>
                    <a:pt x="513348" y="517751"/>
                  </a:cubicBezTo>
                  <a:cubicBezTo>
                    <a:pt x="514040" y="517075"/>
                    <a:pt x="514725" y="516390"/>
                    <a:pt x="515401" y="515698"/>
                  </a:cubicBezTo>
                  <a:lnTo>
                    <a:pt x="545393" y="540306"/>
                  </a:lnTo>
                  <a:lnTo>
                    <a:pt x="518478" y="513391"/>
                  </a:lnTo>
                  <a:cubicBezTo>
                    <a:pt x="568630" y="462989"/>
                    <a:pt x="568630" y="381536"/>
                    <a:pt x="518478" y="331134"/>
                  </a:cubicBezTo>
                  <a:lnTo>
                    <a:pt x="287773" y="100430"/>
                  </a:lnTo>
                  <a:cubicBezTo>
                    <a:pt x="263177" y="75255"/>
                    <a:pt x="229130" y="61580"/>
                    <a:pt x="193953" y="62748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10363681" y="2200036"/>
              <a:ext cx="476913" cy="571217"/>
            </a:xfrm>
            <a:custGeom>
              <a:avLst/>
              <a:gdLst>
                <a:gd name="connsiteX0" fmla="*/ 192254 w 476913"/>
                <a:gd name="connsiteY0" fmla="*/ 571217 h 571217"/>
                <a:gd name="connsiteX1" fmla="*/ 138423 w 476913"/>
                <a:gd name="connsiteY1" fmla="*/ 516617 h 571217"/>
                <a:gd name="connsiteX2" fmla="*/ 357592 w 476913"/>
                <a:gd name="connsiteY2" fmla="*/ 297448 h 571217"/>
                <a:gd name="connsiteX3" fmla="*/ 358361 w 476913"/>
                <a:gd name="connsiteY3" fmla="*/ 113654 h 571217"/>
                <a:gd name="connsiteX4" fmla="*/ 357592 w 476913"/>
                <a:gd name="connsiteY4" fmla="*/ 112885 h 571217"/>
                <a:gd name="connsiteX5" fmla="*/ 173028 w 476913"/>
                <a:gd name="connsiteY5" fmla="*/ 112885 h 571217"/>
                <a:gd name="connsiteX6" fmla="*/ 53831 w 476913"/>
                <a:gd name="connsiteY6" fmla="*/ 231313 h 571217"/>
                <a:gd name="connsiteX7" fmla="*/ 0 w 476913"/>
                <a:gd name="connsiteY7" fmla="*/ 177482 h 571217"/>
                <a:gd name="connsiteX8" fmla="*/ 118428 w 476913"/>
                <a:gd name="connsiteY8" fmla="*/ 60592 h 571217"/>
                <a:gd name="connsiteX9" fmla="*/ 416037 w 476913"/>
                <a:gd name="connsiteY9" fmla="*/ 60592 h 571217"/>
                <a:gd name="connsiteX10" fmla="*/ 416162 w 476913"/>
                <a:gd name="connsiteY10" fmla="*/ 354230 h 571217"/>
                <a:gd name="connsiteX11" fmla="*/ 416037 w 476913"/>
                <a:gd name="connsiteY11" fmla="*/ 354355 h 57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913" h="571217">
                  <a:moveTo>
                    <a:pt x="192254" y="571217"/>
                  </a:moveTo>
                  <a:lnTo>
                    <a:pt x="138423" y="516617"/>
                  </a:lnTo>
                  <a:lnTo>
                    <a:pt x="357592" y="297448"/>
                  </a:lnTo>
                  <a:cubicBezTo>
                    <a:pt x="408558" y="246907"/>
                    <a:pt x="408902" y="164619"/>
                    <a:pt x="358361" y="113654"/>
                  </a:cubicBezTo>
                  <a:cubicBezTo>
                    <a:pt x="358105" y="113396"/>
                    <a:pt x="357849" y="113140"/>
                    <a:pt x="357592" y="112885"/>
                  </a:cubicBezTo>
                  <a:cubicBezTo>
                    <a:pt x="305914" y="63668"/>
                    <a:pt x="224706" y="63668"/>
                    <a:pt x="173028" y="112885"/>
                  </a:cubicBezTo>
                  <a:lnTo>
                    <a:pt x="53831" y="231313"/>
                  </a:lnTo>
                  <a:lnTo>
                    <a:pt x="0" y="177482"/>
                  </a:lnTo>
                  <a:lnTo>
                    <a:pt x="118428" y="60592"/>
                  </a:lnTo>
                  <a:cubicBezTo>
                    <a:pt x="201183" y="-20197"/>
                    <a:pt x="333282" y="-20197"/>
                    <a:pt x="416037" y="60592"/>
                  </a:cubicBezTo>
                  <a:cubicBezTo>
                    <a:pt x="497157" y="141643"/>
                    <a:pt x="497213" y="273110"/>
                    <a:pt x="416162" y="354230"/>
                  </a:cubicBezTo>
                  <a:cubicBezTo>
                    <a:pt x="416120" y="354272"/>
                    <a:pt x="416079" y="354314"/>
                    <a:pt x="416037" y="354355"/>
                  </a:cubicBezTo>
                  <a:close/>
                </a:path>
              </a:pathLst>
            </a:custGeom>
            <a:solidFill>
              <a:srgbClr val="0F3567"/>
            </a:solidFill>
            <a:ln w="134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9084365" y="3457872"/>
            <a:ext cx="2500866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积极拓展合作伙伴，整合双方资源，共同策划并执行营销活动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703098" y="4368843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市场调研分析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1" name="组合 120"/>
          <p:cNvGrpSpPr>
            <a:grpSpLocks noChangeAspect="1"/>
          </p:cNvGrpSpPr>
          <p:nvPr/>
        </p:nvGrpSpPr>
        <p:grpSpPr>
          <a:xfrm>
            <a:off x="11244263" y="4353338"/>
            <a:ext cx="230239" cy="252000"/>
            <a:chOff x="82227" y="0"/>
            <a:chExt cx="1740498" cy="1905000"/>
          </a:xfrm>
          <a:solidFill>
            <a:schemeClr val="accent1"/>
          </a:solidFill>
        </p:grpSpPr>
        <p:sp>
          <p:nvSpPr>
            <p:cNvPr id="122" name="任意多边形: 形状 121"/>
            <p:cNvSpPr/>
            <p:nvPr/>
          </p:nvSpPr>
          <p:spPr>
            <a:xfrm>
              <a:off x="98040" y="15812"/>
              <a:ext cx="1708732" cy="1873374"/>
            </a:xfrm>
            <a:custGeom>
              <a:avLst/>
              <a:gdLst>
                <a:gd name="connsiteX0" fmla="*/ 1305037 w 1708732"/>
                <a:gd name="connsiteY0" fmla="*/ 0 h 1873374"/>
                <a:gd name="connsiteX1" fmla="*/ 1522512 w 1708732"/>
                <a:gd name="connsiteY1" fmla="*/ 223056 h 1873374"/>
                <a:gd name="connsiteX2" fmla="*/ 1522512 w 1708732"/>
                <a:gd name="connsiteY2" fmla="*/ 755861 h 1873374"/>
                <a:gd name="connsiteX3" fmla="*/ 1474701 w 1708732"/>
                <a:gd name="connsiteY3" fmla="*/ 806648 h 1873374"/>
                <a:gd name="connsiteX4" fmla="*/ 1421309 w 1708732"/>
                <a:gd name="connsiteY4" fmla="*/ 761814 h 1873374"/>
                <a:gd name="connsiteX5" fmla="*/ 1420937 w 1708732"/>
                <a:gd name="connsiteY5" fmla="*/ 755861 h 1873374"/>
                <a:gd name="connsiteX6" fmla="*/ 1420937 w 1708732"/>
                <a:gd name="connsiteY6" fmla="*/ 215615 h 1873374"/>
                <a:gd name="connsiteX7" fmla="*/ 1312292 w 1708732"/>
                <a:gd name="connsiteY7" fmla="*/ 104180 h 1873374"/>
                <a:gd name="connsiteX8" fmla="*/ 210220 w 1708732"/>
                <a:gd name="connsiteY8" fmla="*/ 104180 h 1873374"/>
                <a:gd name="connsiteX9" fmla="*/ 101761 w 1708732"/>
                <a:gd name="connsiteY9" fmla="*/ 207429 h 1873374"/>
                <a:gd name="connsiteX10" fmla="*/ 101575 w 1708732"/>
                <a:gd name="connsiteY10" fmla="*/ 215615 h 1873374"/>
                <a:gd name="connsiteX11" fmla="*/ 101575 w 1708732"/>
                <a:gd name="connsiteY11" fmla="*/ 1657759 h 1873374"/>
                <a:gd name="connsiteX12" fmla="*/ 202220 w 1708732"/>
                <a:gd name="connsiteY12" fmla="*/ 1769008 h 1873374"/>
                <a:gd name="connsiteX13" fmla="*/ 210406 w 1708732"/>
                <a:gd name="connsiteY13" fmla="*/ 1769194 h 1873374"/>
                <a:gd name="connsiteX14" fmla="*/ 1031937 w 1708732"/>
                <a:gd name="connsiteY14" fmla="*/ 1769194 h 1873374"/>
                <a:gd name="connsiteX15" fmla="*/ 1083655 w 1708732"/>
                <a:gd name="connsiteY15" fmla="*/ 1815145 h 1873374"/>
                <a:gd name="connsiteX16" fmla="*/ 1084027 w 1708732"/>
                <a:gd name="connsiteY16" fmla="*/ 1821284 h 1873374"/>
                <a:gd name="connsiteX17" fmla="*/ 1031937 w 1708732"/>
                <a:gd name="connsiteY17" fmla="*/ 1873374 h 1873374"/>
                <a:gd name="connsiteX18" fmla="*/ 217475 w 1708732"/>
                <a:gd name="connsiteY18" fmla="*/ 1873374 h 1873374"/>
                <a:gd name="connsiteX19" fmla="*/ 0 w 1708732"/>
                <a:gd name="connsiteY19" fmla="*/ 1650318 h 1873374"/>
                <a:gd name="connsiteX20" fmla="*/ 0 w 1708732"/>
                <a:gd name="connsiteY20" fmla="*/ 223056 h 1873374"/>
                <a:gd name="connsiteX21" fmla="*/ 217475 w 1708732"/>
                <a:gd name="connsiteY21" fmla="*/ 0 h 1873374"/>
                <a:gd name="connsiteX22" fmla="*/ 1305037 w 1708732"/>
                <a:gd name="connsiteY22" fmla="*/ 0 h 1873374"/>
                <a:gd name="connsiteX23" fmla="*/ 1305037 w 1708732"/>
                <a:gd name="connsiteY23" fmla="*/ 947849 h 1873374"/>
                <a:gd name="connsiteX24" fmla="*/ 1631156 w 1708732"/>
                <a:gd name="connsiteY24" fmla="*/ 1282340 h 1873374"/>
                <a:gd name="connsiteX25" fmla="*/ 1546696 w 1708732"/>
                <a:gd name="connsiteY25" fmla="*/ 1507071 h 1873374"/>
                <a:gd name="connsiteX26" fmla="*/ 1693106 w 1708732"/>
                <a:gd name="connsiteY26" fmla="*/ 1657201 h 1873374"/>
                <a:gd name="connsiteX27" fmla="*/ 1693106 w 1708732"/>
                <a:gd name="connsiteY27" fmla="*/ 1734034 h 1873374"/>
                <a:gd name="connsiteX28" fmla="*/ 1692176 w 1708732"/>
                <a:gd name="connsiteY28" fmla="*/ 1734964 h 1873374"/>
                <a:gd name="connsiteX29" fmla="*/ 1653667 w 1708732"/>
                <a:gd name="connsiteY29" fmla="*/ 1751149 h 1873374"/>
                <a:gd name="connsiteX30" fmla="*/ 1615157 w 1708732"/>
                <a:gd name="connsiteY30" fmla="*/ 1734964 h 1873374"/>
                <a:gd name="connsiteX31" fmla="*/ 1460376 w 1708732"/>
                <a:gd name="connsiteY31" fmla="*/ 1576276 h 1873374"/>
                <a:gd name="connsiteX32" fmla="*/ 1304851 w 1708732"/>
                <a:gd name="connsiteY32" fmla="*/ 1616646 h 1873374"/>
                <a:gd name="connsiteX33" fmla="*/ 978545 w 1708732"/>
                <a:gd name="connsiteY33" fmla="*/ 1282154 h 1873374"/>
                <a:gd name="connsiteX34" fmla="*/ 1305037 w 1708732"/>
                <a:gd name="connsiteY34" fmla="*/ 947849 h 1873374"/>
                <a:gd name="connsiteX35" fmla="*/ 1305037 w 1708732"/>
                <a:gd name="connsiteY35" fmla="*/ 1059284 h 1873374"/>
                <a:gd name="connsiteX36" fmla="*/ 1087562 w 1708732"/>
                <a:gd name="connsiteY36" fmla="*/ 1282340 h 1873374"/>
                <a:gd name="connsiteX37" fmla="*/ 1305037 w 1708732"/>
                <a:gd name="connsiteY37" fmla="*/ 1505397 h 1873374"/>
                <a:gd name="connsiteX38" fmla="*/ 1522512 w 1708732"/>
                <a:gd name="connsiteY38" fmla="*/ 1282340 h 1873374"/>
                <a:gd name="connsiteX39" fmla="*/ 1305037 w 1708732"/>
                <a:gd name="connsiteY39" fmla="*/ 1059284 h 1873374"/>
                <a:gd name="connsiteX40" fmla="*/ 706189 w 1708732"/>
                <a:gd name="connsiteY40" fmla="*/ 1226530 h 1873374"/>
                <a:gd name="connsiteX41" fmla="*/ 745071 w 1708732"/>
                <a:gd name="connsiteY41" fmla="*/ 1242715 h 1873374"/>
                <a:gd name="connsiteX42" fmla="*/ 761256 w 1708732"/>
                <a:gd name="connsiteY42" fmla="*/ 1281596 h 1873374"/>
                <a:gd name="connsiteX43" fmla="*/ 761256 w 1708732"/>
                <a:gd name="connsiteY43" fmla="*/ 1282898 h 1873374"/>
                <a:gd name="connsiteX44" fmla="*/ 745071 w 1708732"/>
                <a:gd name="connsiteY44" fmla="*/ 1321780 h 1873374"/>
                <a:gd name="connsiteX45" fmla="*/ 706189 w 1708732"/>
                <a:gd name="connsiteY45" fmla="*/ 1337965 h 1873374"/>
                <a:gd name="connsiteX46" fmla="*/ 327050 w 1708732"/>
                <a:gd name="connsiteY46" fmla="*/ 1337965 h 1873374"/>
                <a:gd name="connsiteX47" fmla="*/ 288168 w 1708732"/>
                <a:gd name="connsiteY47" fmla="*/ 1321780 h 1873374"/>
                <a:gd name="connsiteX48" fmla="*/ 271983 w 1708732"/>
                <a:gd name="connsiteY48" fmla="*/ 1282898 h 1873374"/>
                <a:gd name="connsiteX49" fmla="*/ 271983 w 1708732"/>
                <a:gd name="connsiteY49" fmla="*/ 1281596 h 1873374"/>
                <a:gd name="connsiteX50" fmla="*/ 288168 w 1708732"/>
                <a:gd name="connsiteY50" fmla="*/ 1242715 h 1873374"/>
                <a:gd name="connsiteX51" fmla="*/ 327050 w 1708732"/>
                <a:gd name="connsiteY51" fmla="*/ 1226530 h 1873374"/>
                <a:gd name="connsiteX52" fmla="*/ 706189 w 1708732"/>
                <a:gd name="connsiteY52" fmla="*/ 1226530 h 1873374"/>
                <a:gd name="connsiteX53" fmla="*/ 814834 w 1708732"/>
                <a:gd name="connsiteY53" fmla="*/ 947849 h 1873374"/>
                <a:gd name="connsiteX54" fmla="*/ 853715 w 1708732"/>
                <a:gd name="connsiteY54" fmla="*/ 964034 h 1873374"/>
                <a:gd name="connsiteX55" fmla="*/ 869900 w 1708732"/>
                <a:gd name="connsiteY55" fmla="*/ 1002916 h 1873374"/>
                <a:gd name="connsiteX56" fmla="*/ 869900 w 1708732"/>
                <a:gd name="connsiteY56" fmla="*/ 1004218 h 1873374"/>
                <a:gd name="connsiteX57" fmla="*/ 853715 w 1708732"/>
                <a:gd name="connsiteY57" fmla="*/ 1043099 h 1873374"/>
                <a:gd name="connsiteX58" fmla="*/ 814834 w 1708732"/>
                <a:gd name="connsiteY58" fmla="*/ 1059284 h 1873374"/>
                <a:gd name="connsiteX59" fmla="*/ 327050 w 1708732"/>
                <a:gd name="connsiteY59" fmla="*/ 1059284 h 1873374"/>
                <a:gd name="connsiteX60" fmla="*/ 288168 w 1708732"/>
                <a:gd name="connsiteY60" fmla="*/ 1043099 h 1873374"/>
                <a:gd name="connsiteX61" fmla="*/ 271983 w 1708732"/>
                <a:gd name="connsiteY61" fmla="*/ 1004218 h 1873374"/>
                <a:gd name="connsiteX62" fmla="*/ 271983 w 1708732"/>
                <a:gd name="connsiteY62" fmla="*/ 1002916 h 1873374"/>
                <a:gd name="connsiteX63" fmla="*/ 288168 w 1708732"/>
                <a:gd name="connsiteY63" fmla="*/ 964034 h 1873374"/>
                <a:gd name="connsiteX64" fmla="*/ 327050 w 1708732"/>
                <a:gd name="connsiteY64" fmla="*/ 947849 h 1873374"/>
                <a:gd name="connsiteX65" fmla="*/ 814834 w 1708732"/>
                <a:gd name="connsiteY65" fmla="*/ 947849 h 1873374"/>
                <a:gd name="connsiteX66" fmla="*/ 1141140 w 1708732"/>
                <a:gd name="connsiteY66" fmla="*/ 668982 h 1873374"/>
                <a:gd name="connsiteX67" fmla="*/ 1180021 w 1708732"/>
                <a:gd name="connsiteY67" fmla="*/ 685167 h 1873374"/>
                <a:gd name="connsiteX68" fmla="*/ 1196206 w 1708732"/>
                <a:gd name="connsiteY68" fmla="*/ 724049 h 1873374"/>
                <a:gd name="connsiteX69" fmla="*/ 1196206 w 1708732"/>
                <a:gd name="connsiteY69" fmla="*/ 725351 h 1873374"/>
                <a:gd name="connsiteX70" fmla="*/ 1180021 w 1708732"/>
                <a:gd name="connsiteY70" fmla="*/ 764232 h 1873374"/>
                <a:gd name="connsiteX71" fmla="*/ 1141140 w 1708732"/>
                <a:gd name="connsiteY71" fmla="*/ 780418 h 1873374"/>
                <a:gd name="connsiteX72" fmla="*/ 327050 w 1708732"/>
                <a:gd name="connsiteY72" fmla="*/ 780418 h 1873374"/>
                <a:gd name="connsiteX73" fmla="*/ 271983 w 1708732"/>
                <a:gd name="connsiteY73" fmla="*/ 725351 h 1873374"/>
                <a:gd name="connsiteX74" fmla="*/ 271983 w 1708732"/>
                <a:gd name="connsiteY74" fmla="*/ 724049 h 1873374"/>
                <a:gd name="connsiteX75" fmla="*/ 327050 w 1708732"/>
                <a:gd name="connsiteY75" fmla="*/ 668982 h 1873374"/>
                <a:gd name="connsiteX76" fmla="*/ 1141140 w 1708732"/>
                <a:gd name="connsiteY76" fmla="*/ 668982 h 1873374"/>
                <a:gd name="connsiteX77" fmla="*/ 977987 w 1708732"/>
                <a:gd name="connsiteY77" fmla="*/ 390302 h 1873374"/>
                <a:gd name="connsiteX78" fmla="*/ 1016868 w 1708732"/>
                <a:gd name="connsiteY78" fmla="*/ 406487 h 1873374"/>
                <a:gd name="connsiteX79" fmla="*/ 1033053 w 1708732"/>
                <a:gd name="connsiteY79" fmla="*/ 445368 h 1873374"/>
                <a:gd name="connsiteX80" fmla="*/ 1033053 w 1708732"/>
                <a:gd name="connsiteY80" fmla="*/ 446670 h 1873374"/>
                <a:gd name="connsiteX81" fmla="*/ 1016868 w 1708732"/>
                <a:gd name="connsiteY81" fmla="*/ 485552 h 1873374"/>
                <a:gd name="connsiteX82" fmla="*/ 977987 w 1708732"/>
                <a:gd name="connsiteY82" fmla="*/ 501737 h 1873374"/>
                <a:gd name="connsiteX83" fmla="*/ 327050 w 1708732"/>
                <a:gd name="connsiteY83" fmla="*/ 501737 h 1873374"/>
                <a:gd name="connsiteX84" fmla="*/ 288168 w 1708732"/>
                <a:gd name="connsiteY84" fmla="*/ 485552 h 1873374"/>
                <a:gd name="connsiteX85" fmla="*/ 271983 w 1708732"/>
                <a:gd name="connsiteY85" fmla="*/ 446670 h 1873374"/>
                <a:gd name="connsiteX86" fmla="*/ 271983 w 1708732"/>
                <a:gd name="connsiteY86" fmla="*/ 445368 h 1873374"/>
                <a:gd name="connsiteX87" fmla="*/ 288168 w 1708732"/>
                <a:gd name="connsiteY87" fmla="*/ 406487 h 1873374"/>
                <a:gd name="connsiteX88" fmla="*/ 327050 w 1708732"/>
                <a:gd name="connsiteY88" fmla="*/ 390302 h 1873374"/>
                <a:gd name="connsiteX89" fmla="*/ 977987 w 1708732"/>
                <a:gd name="connsiteY89" fmla="*/ 390302 h 187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708732" h="1873374">
                  <a:moveTo>
                    <a:pt x="1305037" y="0"/>
                  </a:moveTo>
                  <a:cubicBezTo>
                    <a:pt x="1425215" y="0"/>
                    <a:pt x="1522512" y="99901"/>
                    <a:pt x="1522512" y="223056"/>
                  </a:cubicBezTo>
                  <a:lnTo>
                    <a:pt x="1522512" y="755861"/>
                  </a:lnTo>
                  <a:cubicBezTo>
                    <a:pt x="1522512" y="782836"/>
                    <a:pt x="1501676" y="804974"/>
                    <a:pt x="1474701" y="806648"/>
                  </a:cubicBezTo>
                  <a:cubicBezTo>
                    <a:pt x="1447912" y="808137"/>
                    <a:pt x="1424471" y="788603"/>
                    <a:pt x="1421309" y="761814"/>
                  </a:cubicBezTo>
                  <a:lnTo>
                    <a:pt x="1420937" y="755861"/>
                  </a:lnTo>
                  <a:lnTo>
                    <a:pt x="1420937" y="215615"/>
                  </a:lnTo>
                  <a:cubicBezTo>
                    <a:pt x="1420937" y="154037"/>
                    <a:pt x="1372195" y="104180"/>
                    <a:pt x="1312292" y="104180"/>
                  </a:cubicBezTo>
                  <a:lnTo>
                    <a:pt x="210220" y="104180"/>
                  </a:lnTo>
                  <a:cubicBezTo>
                    <a:pt x="152921" y="104180"/>
                    <a:pt x="106040" y="149572"/>
                    <a:pt x="101761" y="207429"/>
                  </a:cubicBezTo>
                  <a:lnTo>
                    <a:pt x="101575" y="215615"/>
                  </a:lnTo>
                  <a:lnTo>
                    <a:pt x="101575" y="1657759"/>
                  </a:lnTo>
                  <a:cubicBezTo>
                    <a:pt x="101575" y="1716546"/>
                    <a:pt x="145852" y="1764730"/>
                    <a:pt x="202220" y="1769008"/>
                  </a:cubicBezTo>
                  <a:lnTo>
                    <a:pt x="210406" y="1769194"/>
                  </a:lnTo>
                  <a:lnTo>
                    <a:pt x="1031937" y="1769194"/>
                  </a:lnTo>
                  <a:cubicBezTo>
                    <a:pt x="1058540" y="1769194"/>
                    <a:pt x="1080492" y="1789286"/>
                    <a:pt x="1083655" y="1815145"/>
                  </a:cubicBezTo>
                  <a:lnTo>
                    <a:pt x="1084027" y="1821284"/>
                  </a:lnTo>
                  <a:cubicBezTo>
                    <a:pt x="1084027" y="1849934"/>
                    <a:pt x="1060773" y="1873374"/>
                    <a:pt x="1031937" y="1873374"/>
                  </a:cubicBezTo>
                  <a:lnTo>
                    <a:pt x="217475" y="1873374"/>
                  </a:lnTo>
                  <a:cubicBezTo>
                    <a:pt x="97296" y="1873374"/>
                    <a:pt x="0" y="1773473"/>
                    <a:pt x="0" y="1650318"/>
                  </a:cubicBezTo>
                  <a:lnTo>
                    <a:pt x="0" y="223056"/>
                  </a:lnTo>
                  <a:cubicBezTo>
                    <a:pt x="0" y="99901"/>
                    <a:pt x="97296" y="0"/>
                    <a:pt x="217475" y="0"/>
                  </a:cubicBezTo>
                  <a:lnTo>
                    <a:pt x="1305037" y="0"/>
                  </a:lnTo>
                  <a:close/>
                  <a:moveTo>
                    <a:pt x="1305037" y="947849"/>
                  </a:moveTo>
                  <a:cubicBezTo>
                    <a:pt x="1485119" y="947849"/>
                    <a:pt x="1631156" y="1097607"/>
                    <a:pt x="1631156" y="1282340"/>
                  </a:cubicBezTo>
                  <a:cubicBezTo>
                    <a:pt x="1631156" y="1368847"/>
                    <a:pt x="1599158" y="1447726"/>
                    <a:pt x="1546696" y="1507071"/>
                  </a:cubicBezTo>
                  <a:lnTo>
                    <a:pt x="1693106" y="1657201"/>
                  </a:lnTo>
                  <a:cubicBezTo>
                    <a:pt x="1713942" y="1678595"/>
                    <a:pt x="1713942" y="1712640"/>
                    <a:pt x="1693106" y="1734034"/>
                  </a:cubicBezTo>
                  <a:lnTo>
                    <a:pt x="1692176" y="1734964"/>
                  </a:lnTo>
                  <a:cubicBezTo>
                    <a:pt x="1682130" y="1745382"/>
                    <a:pt x="1668177" y="1751149"/>
                    <a:pt x="1653667" y="1751149"/>
                  </a:cubicBezTo>
                  <a:cubicBezTo>
                    <a:pt x="1639156" y="1751149"/>
                    <a:pt x="1625389" y="1745382"/>
                    <a:pt x="1615157" y="1734964"/>
                  </a:cubicBezTo>
                  <a:lnTo>
                    <a:pt x="1460376" y="1576276"/>
                  </a:lnTo>
                  <a:cubicBezTo>
                    <a:pt x="1412751" y="1602879"/>
                    <a:pt x="1359359" y="1616646"/>
                    <a:pt x="1304851" y="1616646"/>
                  </a:cubicBezTo>
                  <a:cubicBezTo>
                    <a:pt x="1124769" y="1616646"/>
                    <a:pt x="978545" y="1466887"/>
                    <a:pt x="978545" y="1282154"/>
                  </a:cubicBezTo>
                  <a:cubicBezTo>
                    <a:pt x="978731" y="1097607"/>
                    <a:pt x="1124769" y="947849"/>
                    <a:pt x="1305037" y="947849"/>
                  </a:cubicBezTo>
                  <a:close/>
                  <a:moveTo>
                    <a:pt x="1305037" y="1059284"/>
                  </a:moveTo>
                  <a:cubicBezTo>
                    <a:pt x="1184858" y="1059284"/>
                    <a:pt x="1087562" y="1159185"/>
                    <a:pt x="1087562" y="1282340"/>
                  </a:cubicBezTo>
                  <a:cubicBezTo>
                    <a:pt x="1087562" y="1405496"/>
                    <a:pt x="1185044" y="1505397"/>
                    <a:pt x="1305037" y="1505397"/>
                  </a:cubicBezTo>
                  <a:cubicBezTo>
                    <a:pt x="1425215" y="1505397"/>
                    <a:pt x="1522512" y="1405496"/>
                    <a:pt x="1522512" y="1282340"/>
                  </a:cubicBezTo>
                  <a:cubicBezTo>
                    <a:pt x="1522512" y="1159185"/>
                    <a:pt x="1425029" y="1059284"/>
                    <a:pt x="1305037" y="1059284"/>
                  </a:cubicBezTo>
                  <a:close/>
                  <a:moveTo>
                    <a:pt x="706189" y="1226530"/>
                  </a:moveTo>
                  <a:cubicBezTo>
                    <a:pt x="720886" y="1226530"/>
                    <a:pt x="734839" y="1232297"/>
                    <a:pt x="745071" y="1242715"/>
                  </a:cubicBezTo>
                  <a:cubicBezTo>
                    <a:pt x="755303" y="1253133"/>
                    <a:pt x="761256" y="1267085"/>
                    <a:pt x="761256" y="1281596"/>
                  </a:cubicBezTo>
                  <a:lnTo>
                    <a:pt x="761256" y="1282898"/>
                  </a:lnTo>
                  <a:cubicBezTo>
                    <a:pt x="761256" y="1297595"/>
                    <a:pt x="755489" y="1311548"/>
                    <a:pt x="745071" y="1321780"/>
                  </a:cubicBezTo>
                  <a:cubicBezTo>
                    <a:pt x="734653" y="1332012"/>
                    <a:pt x="720700" y="1337965"/>
                    <a:pt x="706189" y="1337965"/>
                  </a:cubicBezTo>
                  <a:lnTo>
                    <a:pt x="327050" y="1337965"/>
                  </a:lnTo>
                  <a:cubicBezTo>
                    <a:pt x="312353" y="1337965"/>
                    <a:pt x="298400" y="1332198"/>
                    <a:pt x="288168" y="1321780"/>
                  </a:cubicBezTo>
                  <a:cubicBezTo>
                    <a:pt x="277751" y="1311362"/>
                    <a:pt x="271983" y="1297409"/>
                    <a:pt x="271983" y="1282898"/>
                  </a:cubicBezTo>
                  <a:lnTo>
                    <a:pt x="271983" y="1281596"/>
                  </a:lnTo>
                  <a:cubicBezTo>
                    <a:pt x="271983" y="1266899"/>
                    <a:pt x="277751" y="1252947"/>
                    <a:pt x="288168" y="1242715"/>
                  </a:cubicBezTo>
                  <a:cubicBezTo>
                    <a:pt x="298586" y="1232297"/>
                    <a:pt x="312539" y="1226530"/>
                    <a:pt x="327050" y="1226530"/>
                  </a:cubicBezTo>
                  <a:lnTo>
                    <a:pt x="706189" y="1226530"/>
                  </a:lnTo>
                  <a:close/>
                  <a:moveTo>
                    <a:pt x="814834" y="947849"/>
                  </a:moveTo>
                  <a:cubicBezTo>
                    <a:pt x="829531" y="947849"/>
                    <a:pt x="843483" y="953616"/>
                    <a:pt x="853715" y="964034"/>
                  </a:cubicBezTo>
                  <a:cubicBezTo>
                    <a:pt x="864133" y="974452"/>
                    <a:pt x="869900" y="988405"/>
                    <a:pt x="869900" y="1002916"/>
                  </a:cubicBezTo>
                  <a:lnTo>
                    <a:pt x="869900" y="1004218"/>
                  </a:lnTo>
                  <a:cubicBezTo>
                    <a:pt x="869900" y="1018915"/>
                    <a:pt x="864133" y="1032867"/>
                    <a:pt x="853715" y="1043099"/>
                  </a:cubicBezTo>
                  <a:cubicBezTo>
                    <a:pt x="843483" y="1053517"/>
                    <a:pt x="829345" y="1059284"/>
                    <a:pt x="814834" y="1059284"/>
                  </a:cubicBezTo>
                  <a:lnTo>
                    <a:pt x="327050" y="1059284"/>
                  </a:lnTo>
                  <a:cubicBezTo>
                    <a:pt x="312353" y="1059284"/>
                    <a:pt x="298400" y="1053517"/>
                    <a:pt x="288168" y="1043099"/>
                  </a:cubicBezTo>
                  <a:cubicBezTo>
                    <a:pt x="277751" y="1032681"/>
                    <a:pt x="271983" y="1018729"/>
                    <a:pt x="271983" y="1004218"/>
                  </a:cubicBezTo>
                  <a:lnTo>
                    <a:pt x="271983" y="1002916"/>
                  </a:lnTo>
                  <a:cubicBezTo>
                    <a:pt x="271983" y="988219"/>
                    <a:pt x="277751" y="974266"/>
                    <a:pt x="288168" y="964034"/>
                  </a:cubicBezTo>
                  <a:cubicBezTo>
                    <a:pt x="298586" y="953616"/>
                    <a:pt x="312539" y="947849"/>
                    <a:pt x="327050" y="947849"/>
                  </a:cubicBezTo>
                  <a:lnTo>
                    <a:pt x="814834" y="947849"/>
                  </a:lnTo>
                  <a:close/>
                  <a:moveTo>
                    <a:pt x="1141140" y="668982"/>
                  </a:moveTo>
                  <a:cubicBezTo>
                    <a:pt x="1155836" y="668982"/>
                    <a:pt x="1169789" y="674750"/>
                    <a:pt x="1180021" y="685167"/>
                  </a:cubicBezTo>
                  <a:cubicBezTo>
                    <a:pt x="1190439" y="695585"/>
                    <a:pt x="1196206" y="709538"/>
                    <a:pt x="1196206" y="724049"/>
                  </a:cubicBezTo>
                  <a:lnTo>
                    <a:pt x="1196206" y="725351"/>
                  </a:lnTo>
                  <a:cubicBezTo>
                    <a:pt x="1196206" y="740048"/>
                    <a:pt x="1190439" y="754000"/>
                    <a:pt x="1180021" y="764232"/>
                  </a:cubicBezTo>
                  <a:cubicBezTo>
                    <a:pt x="1169603" y="774650"/>
                    <a:pt x="1155650" y="780418"/>
                    <a:pt x="1141140" y="780418"/>
                  </a:cubicBezTo>
                  <a:lnTo>
                    <a:pt x="327050" y="780418"/>
                  </a:lnTo>
                  <a:cubicBezTo>
                    <a:pt x="296540" y="780418"/>
                    <a:pt x="271983" y="755675"/>
                    <a:pt x="271983" y="725351"/>
                  </a:cubicBezTo>
                  <a:lnTo>
                    <a:pt x="271983" y="724049"/>
                  </a:lnTo>
                  <a:cubicBezTo>
                    <a:pt x="271983" y="693539"/>
                    <a:pt x="296726" y="668982"/>
                    <a:pt x="327050" y="668982"/>
                  </a:cubicBezTo>
                  <a:lnTo>
                    <a:pt x="1141140" y="668982"/>
                  </a:lnTo>
                  <a:close/>
                  <a:moveTo>
                    <a:pt x="977987" y="390302"/>
                  </a:moveTo>
                  <a:cubicBezTo>
                    <a:pt x="992684" y="390302"/>
                    <a:pt x="1006636" y="396069"/>
                    <a:pt x="1016868" y="406487"/>
                  </a:cubicBezTo>
                  <a:cubicBezTo>
                    <a:pt x="1027286" y="416905"/>
                    <a:pt x="1033053" y="430857"/>
                    <a:pt x="1033053" y="445368"/>
                  </a:cubicBezTo>
                  <a:lnTo>
                    <a:pt x="1033053" y="446670"/>
                  </a:lnTo>
                  <a:cubicBezTo>
                    <a:pt x="1033053" y="461367"/>
                    <a:pt x="1027286" y="475320"/>
                    <a:pt x="1016868" y="485552"/>
                  </a:cubicBezTo>
                  <a:cubicBezTo>
                    <a:pt x="1006450" y="495970"/>
                    <a:pt x="992498" y="501737"/>
                    <a:pt x="977987" y="501737"/>
                  </a:cubicBezTo>
                  <a:lnTo>
                    <a:pt x="327050" y="501737"/>
                  </a:lnTo>
                  <a:cubicBezTo>
                    <a:pt x="312353" y="501737"/>
                    <a:pt x="298400" y="495970"/>
                    <a:pt x="288168" y="485552"/>
                  </a:cubicBezTo>
                  <a:cubicBezTo>
                    <a:pt x="277751" y="475134"/>
                    <a:pt x="271983" y="461181"/>
                    <a:pt x="271983" y="446670"/>
                  </a:cubicBezTo>
                  <a:lnTo>
                    <a:pt x="271983" y="445368"/>
                  </a:lnTo>
                  <a:cubicBezTo>
                    <a:pt x="271983" y="430671"/>
                    <a:pt x="277751" y="416719"/>
                    <a:pt x="288168" y="406487"/>
                  </a:cubicBezTo>
                  <a:cubicBezTo>
                    <a:pt x="298586" y="396069"/>
                    <a:pt x="312539" y="390302"/>
                    <a:pt x="327050" y="390302"/>
                  </a:cubicBezTo>
                  <a:lnTo>
                    <a:pt x="977987" y="39030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82227" y="0"/>
              <a:ext cx="1740498" cy="1905000"/>
            </a:xfrm>
            <a:custGeom>
              <a:avLst/>
              <a:gdLst>
                <a:gd name="connsiteX0" fmla="*/ 1047564 w 1740498"/>
                <a:gd name="connsiteY0" fmla="*/ 1905000 h 1905000"/>
                <a:gd name="connsiteX1" fmla="*/ 233288 w 1740498"/>
                <a:gd name="connsiteY1" fmla="*/ 1905000 h 1905000"/>
                <a:gd name="connsiteX2" fmla="*/ 0 w 1740498"/>
                <a:gd name="connsiteY2" fmla="*/ 1666131 h 1905000"/>
                <a:gd name="connsiteX3" fmla="*/ 0 w 1740498"/>
                <a:gd name="connsiteY3" fmla="*/ 238869 h 1905000"/>
                <a:gd name="connsiteX4" fmla="*/ 233288 w 1740498"/>
                <a:gd name="connsiteY4" fmla="*/ 0 h 1905000"/>
                <a:gd name="connsiteX5" fmla="*/ 1320664 w 1740498"/>
                <a:gd name="connsiteY5" fmla="*/ 0 h 1905000"/>
                <a:gd name="connsiteX6" fmla="*/ 1553952 w 1740498"/>
                <a:gd name="connsiteY6" fmla="*/ 238869 h 1905000"/>
                <a:gd name="connsiteX7" fmla="*/ 1553952 w 1740498"/>
                <a:gd name="connsiteY7" fmla="*/ 771674 h 1905000"/>
                <a:gd name="connsiteX8" fmla="*/ 1491258 w 1740498"/>
                <a:gd name="connsiteY8" fmla="*/ 838274 h 1905000"/>
                <a:gd name="connsiteX9" fmla="*/ 1421123 w 1740498"/>
                <a:gd name="connsiteY9" fmla="*/ 779301 h 1905000"/>
                <a:gd name="connsiteX10" fmla="*/ 1420751 w 1740498"/>
                <a:gd name="connsiteY10" fmla="*/ 772604 h 1905000"/>
                <a:gd name="connsiteX11" fmla="*/ 1420751 w 1740498"/>
                <a:gd name="connsiteY11" fmla="*/ 231428 h 1905000"/>
                <a:gd name="connsiteX12" fmla="*/ 1327919 w 1740498"/>
                <a:gd name="connsiteY12" fmla="*/ 135806 h 1905000"/>
                <a:gd name="connsiteX13" fmla="*/ 226033 w 1740498"/>
                <a:gd name="connsiteY13" fmla="*/ 135806 h 1905000"/>
                <a:gd name="connsiteX14" fmla="*/ 133387 w 1740498"/>
                <a:gd name="connsiteY14" fmla="*/ 224172 h 1905000"/>
                <a:gd name="connsiteX15" fmla="*/ 133201 w 1740498"/>
                <a:gd name="connsiteY15" fmla="*/ 231800 h 1905000"/>
                <a:gd name="connsiteX16" fmla="*/ 133201 w 1740498"/>
                <a:gd name="connsiteY16" fmla="*/ 1673386 h 1905000"/>
                <a:gd name="connsiteX17" fmla="*/ 219149 w 1740498"/>
                <a:gd name="connsiteY17" fmla="*/ 1768822 h 1905000"/>
                <a:gd name="connsiteX18" fmla="*/ 226591 w 1740498"/>
                <a:gd name="connsiteY18" fmla="*/ 1769008 h 1905000"/>
                <a:gd name="connsiteX19" fmla="*/ 1047564 w 1740498"/>
                <a:gd name="connsiteY19" fmla="*/ 1769008 h 1905000"/>
                <a:gd name="connsiteX20" fmla="*/ 1115095 w 1740498"/>
                <a:gd name="connsiteY20" fmla="*/ 1828912 h 1905000"/>
                <a:gd name="connsiteX21" fmla="*/ 1115467 w 1740498"/>
                <a:gd name="connsiteY21" fmla="*/ 1835981 h 1905000"/>
                <a:gd name="connsiteX22" fmla="*/ 1047564 w 1740498"/>
                <a:gd name="connsiteY22" fmla="*/ 1905000 h 1905000"/>
                <a:gd name="connsiteX23" fmla="*/ 233288 w 1740498"/>
                <a:gd name="connsiteY23" fmla="*/ 31812 h 1905000"/>
                <a:gd name="connsiteX24" fmla="*/ 31812 w 1740498"/>
                <a:gd name="connsiteY24" fmla="*/ 239055 h 1905000"/>
                <a:gd name="connsiteX25" fmla="*/ 31812 w 1740498"/>
                <a:gd name="connsiteY25" fmla="*/ 1666317 h 1905000"/>
                <a:gd name="connsiteX26" fmla="*/ 233288 w 1740498"/>
                <a:gd name="connsiteY26" fmla="*/ 1873560 h 1905000"/>
                <a:gd name="connsiteX27" fmla="*/ 1047564 w 1740498"/>
                <a:gd name="connsiteY27" fmla="*/ 1873560 h 1905000"/>
                <a:gd name="connsiteX28" fmla="*/ 1083655 w 1740498"/>
                <a:gd name="connsiteY28" fmla="*/ 1837283 h 1905000"/>
                <a:gd name="connsiteX29" fmla="*/ 1083469 w 1740498"/>
                <a:gd name="connsiteY29" fmla="*/ 1832074 h 1905000"/>
                <a:gd name="connsiteX30" fmla="*/ 1047564 w 1740498"/>
                <a:gd name="connsiteY30" fmla="*/ 1801192 h 1905000"/>
                <a:gd name="connsiteX31" fmla="*/ 217289 w 1740498"/>
                <a:gd name="connsiteY31" fmla="*/ 1800820 h 1905000"/>
                <a:gd name="connsiteX32" fmla="*/ 101389 w 1740498"/>
                <a:gd name="connsiteY32" fmla="*/ 1673758 h 1905000"/>
                <a:gd name="connsiteX33" fmla="*/ 101761 w 1740498"/>
                <a:gd name="connsiteY33" fmla="*/ 222870 h 1905000"/>
                <a:gd name="connsiteX34" fmla="*/ 226033 w 1740498"/>
                <a:gd name="connsiteY34" fmla="*/ 104366 h 1905000"/>
                <a:gd name="connsiteX35" fmla="*/ 1327919 w 1740498"/>
                <a:gd name="connsiteY35" fmla="*/ 104366 h 1905000"/>
                <a:gd name="connsiteX36" fmla="*/ 1452563 w 1740498"/>
                <a:gd name="connsiteY36" fmla="*/ 231800 h 1905000"/>
                <a:gd name="connsiteX37" fmla="*/ 1452935 w 1740498"/>
                <a:gd name="connsiteY37" fmla="*/ 776883 h 1905000"/>
                <a:gd name="connsiteX38" fmla="*/ 1489584 w 1740498"/>
                <a:gd name="connsiteY38" fmla="*/ 806835 h 1905000"/>
                <a:gd name="connsiteX39" fmla="*/ 1522512 w 1740498"/>
                <a:gd name="connsiteY39" fmla="*/ 771860 h 1905000"/>
                <a:gd name="connsiteX40" fmla="*/ 1522512 w 1740498"/>
                <a:gd name="connsiteY40" fmla="*/ 238869 h 1905000"/>
                <a:gd name="connsiteX41" fmla="*/ 1320850 w 1740498"/>
                <a:gd name="connsiteY41" fmla="*/ 31626 h 1905000"/>
                <a:gd name="connsiteX42" fmla="*/ 233288 w 1740498"/>
                <a:gd name="connsiteY42" fmla="*/ 31626 h 1905000"/>
                <a:gd name="connsiteX43" fmla="*/ 1669480 w 1740498"/>
                <a:gd name="connsiteY43" fmla="*/ 1782961 h 1905000"/>
                <a:gd name="connsiteX44" fmla="*/ 1619622 w 1740498"/>
                <a:gd name="connsiteY44" fmla="*/ 1761939 h 1905000"/>
                <a:gd name="connsiteX45" fmla="*/ 1473212 w 1740498"/>
                <a:gd name="connsiteY45" fmla="*/ 1611809 h 1905000"/>
                <a:gd name="connsiteX46" fmla="*/ 1320850 w 1740498"/>
                <a:gd name="connsiteY46" fmla="*/ 1648458 h 1905000"/>
                <a:gd name="connsiteX47" fmla="*/ 1320664 w 1740498"/>
                <a:gd name="connsiteY47" fmla="*/ 1648458 h 1905000"/>
                <a:gd name="connsiteX48" fmla="*/ 978545 w 1740498"/>
                <a:gd name="connsiteY48" fmla="*/ 1298153 h 1905000"/>
                <a:gd name="connsiteX49" fmla="*/ 1320478 w 1740498"/>
                <a:gd name="connsiteY49" fmla="*/ 947663 h 1905000"/>
                <a:gd name="connsiteX50" fmla="*/ 1662782 w 1740498"/>
                <a:gd name="connsiteY50" fmla="*/ 1298153 h 1905000"/>
                <a:gd name="connsiteX51" fmla="*/ 1583903 w 1740498"/>
                <a:gd name="connsiteY51" fmla="*/ 1522140 h 1905000"/>
                <a:gd name="connsiteX52" fmla="*/ 1720267 w 1740498"/>
                <a:gd name="connsiteY52" fmla="*/ 1662038 h 1905000"/>
                <a:gd name="connsiteX53" fmla="*/ 1720267 w 1740498"/>
                <a:gd name="connsiteY53" fmla="*/ 1761195 h 1905000"/>
                <a:gd name="connsiteX54" fmla="*/ 1669480 w 1740498"/>
                <a:gd name="connsiteY54" fmla="*/ 1782961 h 1905000"/>
                <a:gd name="connsiteX55" fmla="*/ 1479166 w 1740498"/>
                <a:gd name="connsiteY55" fmla="*/ 1572555 h 1905000"/>
                <a:gd name="connsiteX56" fmla="*/ 1642318 w 1740498"/>
                <a:gd name="connsiteY56" fmla="*/ 1739987 h 1905000"/>
                <a:gd name="connsiteX57" fmla="*/ 1696455 w 1740498"/>
                <a:gd name="connsiteY57" fmla="*/ 1739987 h 1905000"/>
                <a:gd name="connsiteX58" fmla="*/ 1697385 w 1740498"/>
                <a:gd name="connsiteY58" fmla="*/ 1684176 h 1905000"/>
                <a:gd name="connsiteX59" fmla="*/ 1540557 w 1740498"/>
                <a:gd name="connsiteY59" fmla="*/ 1523442 h 1905000"/>
                <a:gd name="connsiteX60" fmla="*/ 1550417 w 1740498"/>
                <a:gd name="connsiteY60" fmla="*/ 1512466 h 1905000"/>
                <a:gd name="connsiteX61" fmla="*/ 1630970 w 1740498"/>
                <a:gd name="connsiteY61" fmla="*/ 1298339 h 1905000"/>
                <a:gd name="connsiteX62" fmla="*/ 1320664 w 1740498"/>
                <a:gd name="connsiteY62" fmla="*/ 979661 h 1905000"/>
                <a:gd name="connsiteX63" fmla="*/ 1010357 w 1740498"/>
                <a:gd name="connsiteY63" fmla="*/ 1298339 h 1905000"/>
                <a:gd name="connsiteX64" fmla="*/ 1320664 w 1740498"/>
                <a:gd name="connsiteY64" fmla="*/ 1617018 h 1905000"/>
                <a:gd name="connsiteX65" fmla="*/ 1320850 w 1740498"/>
                <a:gd name="connsiteY65" fmla="*/ 1617018 h 1905000"/>
                <a:gd name="connsiteX66" fmla="*/ 1468376 w 1740498"/>
                <a:gd name="connsiteY66" fmla="*/ 1578694 h 1905000"/>
                <a:gd name="connsiteX67" fmla="*/ 1479166 w 1740498"/>
                <a:gd name="connsiteY67" fmla="*/ 1572555 h 1905000"/>
                <a:gd name="connsiteX68" fmla="*/ 1320850 w 1740498"/>
                <a:gd name="connsiteY68" fmla="*/ 1537023 h 1905000"/>
                <a:gd name="connsiteX69" fmla="*/ 1087376 w 1740498"/>
                <a:gd name="connsiteY69" fmla="*/ 1298153 h 1905000"/>
                <a:gd name="connsiteX70" fmla="*/ 1320850 w 1740498"/>
                <a:gd name="connsiteY70" fmla="*/ 1059284 h 1905000"/>
                <a:gd name="connsiteX71" fmla="*/ 1554138 w 1740498"/>
                <a:gd name="connsiteY71" fmla="*/ 1298153 h 1905000"/>
                <a:gd name="connsiteX72" fmla="*/ 1320850 w 1740498"/>
                <a:gd name="connsiteY72" fmla="*/ 1537023 h 1905000"/>
                <a:gd name="connsiteX73" fmla="*/ 1320850 w 1740498"/>
                <a:gd name="connsiteY73" fmla="*/ 1091096 h 1905000"/>
                <a:gd name="connsiteX74" fmla="*/ 1119188 w 1740498"/>
                <a:gd name="connsiteY74" fmla="*/ 1298339 h 1905000"/>
                <a:gd name="connsiteX75" fmla="*/ 1320850 w 1740498"/>
                <a:gd name="connsiteY75" fmla="*/ 1505397 h 1905000"/>
                <a:gd name="connsiteX76" fmla="*/ 1522512 w 1740498"/>
                <a:gd name="connsiteY76" fmla="*/ 1298339 h 1905000"/>
                <a:gd name="connsiteX77" fmla="*/ 1320850 w 1740498"/>
                <a:gd name="connsiteY77" fmla="*/ 1091096 h 1905000"/>
                <a:gd name="connsiteX78" fmla="*/ 722002 w 1740498"/>
                <a:gd name="connsiteY78" fmla="*/ 1369777 h 1905000"/>
                <a:gd name="connsiteX79" fmla="*/ 342863 w 1740498"/>
                <a:gd name="connsiteY79" fmla="*/ 1369777 h 1905000"/>
                <a:gd name="connsiteX80" fmla="*/ 292633 w 1740498"/>
                <a:gd name="connsiteY80" fmla="*/ 1348941 h 1905000"/>
                <a:gd name="connsiteX81" fmla="*/ 271797 w 1740498"/>
                <a:gd name="connsiteY81" fmla="*/ 1298711 h 1905000"/>
                <a:gd name="connsiteX82" fmla="*/ 292633 w 1740498"/>
                <a:gd name="connsiteY82" fmla="*/ 1247180 h 1905000"/>
                <a:gd name="connsiteX83" fmla="*/ 342863 w 1740498"/>
                <a:gd name="connsiteY83" fmla="*/ 1226344 h 1905000"/>
                <a:gd name="connsiteX84" fmla="*/ 722002 w 1740498"/>
                <a:gd name="connsiteY84" fmla="*/ 1226344 h 1905000"/>
                <a:gd name="connsiteX85" fmla="*/ 772232 w 1740498"/>
                <a:gd name="connsiteY85" fmla="*/ 1247180 h 1905000"/>
                <a:gd name="connsiteX86" fmla="*/ 793068 w 1740498"/>
                <a:gd name="connsiteY86" fmla="*/ 1297409 h 1905000"/>
                <a:gd name="connsiteX87" fmla="*/ 772232 w 1740498"/>
                <a:gd name="connsiteY87" fmla="*/ 1348941 h 1905000"/>
                <a:gd name="connsiteX88" fmla="*/ 722002 w 1740498"/>
                <a:gd name="connsiteY88" fmla="*/ 1369777 h 1905000"/>
                <a:gd name="connsiteX89" fmla="*/ 342863 w 1740498"/>
                <a:gd name="connsiteY89" fmla="*/ 1258342 h 1905000"/>
                <a:gd name="connsiteX90" fmla="*/ 315144 w 1740498"/>
                <a:gd name="connsiteY90" fmla="*/ 1269876 h 1905000"/>
                <a:gd name="connsiteX91" fmla="*/ 303609 w 1740498"/>
                <a:gd name="connsiteY91" fmla="*/ 1297595 h 1905000"/>
                <a:gd name="connsiteX92" fmla="*/ 315144 w 1740498"/>
                <a:gd name="connsiteY92" fmla="*/ 1326617 h 1905000"/>
                <a:gd name="connsiteX93" fmla="*/ 342863 w 1740498"/>
                <a:gd name="connsiteY93" fmla="*/ 1338151 h 1905000"/>
                <a:gd name="connsiteX94" fmla="*/ 722002 w 1740498"/>
                <a:gd name="connsiteY94" fmla="*/ 1338151 h 1905000"/>
                <a:gd name="connsiteX95" fmla="*/ 749722 w 1740498"/>
                <a:gd name="connsiteY95" fmla="*/ 1326617 h 1905000"/>
                <a:gd name="connsiteX96" fmla="*/ 761256 w 1740498"/>
                <a:gd name="connsiteY96" fmla="*/ 1298898 h 1905000"/>
                <a:gd name="connsiteX97" fmla="*/ 749722 w 1740498"/>
                <a:gd name="connsiteY97" fmla="*/ 1269876 h 1905000"/>
                <a:gd name="connsiteX98" fmla="*/ 722002 w 1740498"/>
                <a:gd name="connsiteY98" fmla="*/ 1258342 h 1905000"/>
                <a:gd name="connsiteX99" fmla="*/ 342863 w 1740498"/>
                <a:gd name="connsiteY99" fmla="*/ 1258342 h 1905000"/>
                <a:gd name="connsiteX100" fmla="*/ 830647 w 1740498"/>
                <a:gd name="connsiteY100" fmla="*/ 1091096 h 1905000"/>
                <a:gd name="connsiteX101" fmla="*/ 342863 w 1740498"/>
                <a:gd name="connsiteY101" fmla="*/ 1091096 h 1905000"/>
                <a:gd name="connsiteX102" fmla="*/ 292633 w 1740498"/>
                <a:gd name="connsiteY102" fmla="*/ 1070260 h 1905000"/>
                <a:gd name="connsiteX103" fmla="*/ 271797 w 1740498"/>
                <a:gd name="connsiteY103" fmla="*/ 1020031 h 1905000"/>
                <a:gd name="connsiteX104" fmla="*/ 292633 w 1740498"/>
                <a:gd name="connsiteY104" fmla="*/ 968499 h 1905000"/>
                <a:gd name="connsiteX105" fmla="*/ 342863 w 1740498"/>
                <a:gd name="connsiteY105" fmla="*/ 947663 h 1905000"/>
                <a:gd name="connsiteX106" fmla="*/ 830833 w 1740498"/>
                <a:gd name="connsiteY106" fmla="*/ 947663 h 1905000"/>
                <a:gd name="connsiteX107" fmla="*/ 881063 w 1740498"/>
                <a:gd name="connsiteY107" fmla="*/ 968499 h 1905000"/>
                <a:gd name="connsiteX108" fmla="*/ 901898 w 1740498"/>
                <a:gd name="connsiteY108" fmla="*/ 1018729 h 1905000"/>
                <a:gd name="connsiteX109" fmla="*/ 881063 w 1740498"/>
                <a:gd name="connsiteY109" fmla="*/ 1070260 h 1905000"/>
                <a:gd name="connsiteX110" fmla="*/ 830647 w 1740498"/>
                <a:gd name="connsiteY110" fmla="*/ 1091096 h 1905000"/>
                <a:gd name="connsiteX111" fmla="*/ 342863 w 1740498"/>
                <a:gd name="connsiteY111" fmla="*/ 979475 h 1905000"/>
                <a:gd name="connsiteX112" fmla="*/ 315144 w 1740498"/>
                <a:gd name="connsiteY112" fmla="*/ 991009 h 1905000"/>
                <a:gd name="connsiteX113" fmla="*/ 303609 w 1740498"/>
                <a:gd name="connsiteY113" fmla="*/ 1018729 h 1905000"/>
                <a:gd name="connsiteX114" fmla="*/ 315144 w 1740498"/>
                <a:gd name="connsiteY114" fmla="*/ 1047750 h 1905000"/>
                <a:gd name="connsiteX115" fmla="*/ 342863 w 1740498"/>
                <a:gd name="connsiteY115" fmla="*/ 1059284 h 1905000"/>
                <a:gd name="connsiteX116" fmla="*/ 830833 w 1740498"/>
                <a:gd name="connsiteY116" fmla="*/ 1059284 h 1905000"/>
                <a:gd name="connsiteX117" fmla="*/ 858552 w 1740498"/>
                <a:gd name="connsiteY117" fmla="*/ 1047750 h 1905000"/>
                <a:gd name="connsiteX118" fmla="*/ 870086 w 1740498"/>
                <a:gd name="connsiteY118" fmla="*/ 1020031 h 1905000"/>
                <a:gd name="connsiteX119" fmla="*/ 858552 w 1740498"/>
                <a:gd name="connsiteY119" fmla="*/ 991009 h 1905000"/>
                <a:gd name="connsiteX120" fmla="*/ 830833 w 1740498"/>
                <a:gd name="connsiteY120" fmla="*/ 979475 h 1905000"/>
                <a:gd name="connsiteX121" fmla="*/ 342863 w 1740498"/>
                <a:gd name="connsiteY121" fmla="*/ 979475 h 1905000"/>
                <a:gd name="connsiteX122" fmla="*/ 1156953 w 1740498"/>
                <a:gd name="connsiteY122" fmla="*/ 812230 h 1905000"/>
                <a:gd name="connsiteX123" fmla="*/ 342863 w 1740498"/>
                <a:gd name="connsiteY123" fmla="*/ 812230 h 1905000"/>
                <a:gd name="connsiteX124" fmla="*/ 271983 w 1740498"/>
                <a:gd name="connsiteY124" fmla="*/ 741350 h 1905000"/>
                <a:gd name="connsiteX125" fmla="*/ 342863 w 1740498"/>
                <a:gd name="connsiteY125" fmla="*/ 668982 h 1905000"/>
                <a:gd name="connsiteX126" fmla="*/ 1156953 w 1740498"/>
                <a:gd name="connsiteY126" fmla="*/ 668982 h 1905000"/>
                <a:gd name="connsiteX127" fmla="*/ 1207182 w 1740498"/>
                <a:gd name="connsiteY127" fmla="*/ 689818 h 1905000"/>
                <a:gd name="connsiteX128" fmla="*/ 1228018 w 1740498"/>
                <a:gd name="connsiteY128" fmla="*/ 740048 h 1905000"/>
                <a:gd name="connsiteX129" fmla="*/ 1207182 w 1740498"/>
                <a:gd name="connsiteY129" fmla="*/ 791580 h 1905000"/>
                <a:gd name="connsiteX130" fmla="*/ 1156953 w 1740498"/>
                <a:gd name="connsiteY130" fmla="*/ 812230 h 1905000"/>
                <a:gd name="connsiteX131" fmla="*/ 342863 w 1740498"/>
                <a:gd name="connsiteY131" fmla="*/ 700794 h 1905000"/>
                <a:gd name="connsiteX132" fmla="*/ 303609 w 1740498"/>
                <a:gd name="connsiteY132" fmla="*/ 740048 h 1905000"/>
                <a:gd name="connsiteX133" fmla="*/ 342863 w 1740498"/>
                <a:gd name="connsiteY133" fmla="*/ 780604 h 1905000"/>
                <a:gd name="connsiteX134" fmla="*/ 1156953 w 1740498"/>
                <a:gd name="connsiteY134" fmla="*/ 780604 h 1905000"/>
                <a:gd name="connsiteX135" fmla="*/ 1184672 w 1740498"/>
                <a:gd name="connsiteY135" fmla="*/ 769069 h 1905000"/>
                <a:gd name="connsiteX136" fmla="*/ 1196206 w 1740498"/>
                <a:gd name="connsiteY136" fmla="*/ 741350 h 1905000"/>
                <a:gd name="connsiteX137" fmla="*/ 1184672 w 1740498"/>
                <a:gd name="connsiteY137" fmla="*/ 712329 h 1905000"/>
                <a:gd name="connsiteX138" fmla="*/ 1159185 w 1740498"/>
                <a:gd name="connsiteY138" fmla="*/ 700980 h 1905000"/>
                <a:gd name="connsiteX139" fmla="*/ 342863 w 1740498"/>
                <a:gd name="connsiteY139" fmla="*/ 700980 h 1905000"/>
                <a:gd name="connsiteX140" fmla="*/ 993800 w 1740498"/>
                <a:gd name="connsiteY140" fmla="*/ 533549 h 1905000"/>
                <a:gd name="connsiteX141" fmla="*/ 342863 w 1740498"/>
                <a:gd name="connsiteY141" fmla="*/ 533549 h 1905000"/>
                <a:gd name="connsiteX142" fmla="*/ 292633 w 1740498"/>
                <a:gd name="connsiteY142" fmla="*/ 512713 h 1905000"/>
                <a:gd name="connsiteX143" fmla="*/ 271797 w 1740498"/>
                <a:gd name="connsiteY143" fmla="*/ 462483 h 1905000"/>
                <a:gd name="connsiteX144" fmla="*/ 292633 w 1740498"/>
                <a:gd name="connsiteY144" fmla="*/ 410952 h 1905000"/>
                <a:gd name="connsiteX145" fmla="*/ 342863 w 1740498"/>
                <a:gd name="connsiteY145" fmla="*/ 390116 h 1905000"/>
                <a:gd name="connsiteX146" fmla="*/ 993800 w 1740498"/>
                <a:gd name="connsiteY146" fmla="*/ 390116 h 1905000"/>
                <a:gd name="connsiteX147" fmla="*/ 1044029 w 1740498"/>
                <a:gd name="connsiteY147" fmla="*/ 410952 h 1905000"/>
                <a:gd name="connsiteX148" fmla="*/ 1064865 w 1740498"/>
                <a:gd name="connsiteY148" fmla="*/ 461181 h 1905000"/>
                <a:gd name="connsiteX149" fmla="*/ 1044029 w 1740498"/>
                <a:gd name="connsiteY149" fmla="*/ 512713 h 1905000"/>
                <a:gd name="connsiteX150" fmla="*/ 993800 w 1740498"/>
                <a:gd name="connsiteY150" fmla="*/ 533549 h 1905000"/>
                <a:gd name="connsiteX151" fmla="*/ 342863 w 1740498"/>
                <a:gd name="connsiteY151" fmla="*/ 421928 h 1905000"/>
                <a:gd name="connsiteX152" fmla="*/ 315144 w 1740498"/>
                <a:gd name="connsiteY152" fmla="*/ 433462 h 1905000"/>
                <a:gd name="connsiteX153" fmla="*/ 303609 w 1740498"/>
                <a:gd name="connsiteY153" fmla="*/ 461181 h 1905000"/>
                <a:gd name="connsiteX154" fmla="*/ 315144 w 1740498"/>
                <a:gd name="connsiteY154" fmla="*/ 490203 h 1905000"/>
                <a:gd name="connsiteX155" fmla="*/ 342863 w 1740498"/>
                <a:gd name="connsiteY155" fmla="*/ 501737 h 1905000"/>
                <a:gd name="connsiteX156" fmla="*/ 993800 w 1740498"/>
                <a:gd name="connsiteY156" fmla="*/ 501737 h 1905000"/>
                <a:gd name="connsiteX157" fmla="*/ 1021519 w 1740498"/>
                <a:gd name="connsiteY157" fmla="*/ 490203 h 1905000"/>
                <a:gd name="connsiteX158" fmla="*/ 1033053 w 1740498"/>
                <a:gd name="connsiteY158" fmla="*/ 462483 h 1905000"/>
                <a:gd name="connsiteX159" fmla="*/ 1021519 w 1740498"/>
                <a:gd name="connsiteY159" fmla="*/ 433462 h 1905000"/>
                <a:gd name="connsiteX160" fmla="*/ 993800 w 1740498"/>
                <a:gd name="connsiteY160" fmla="*/ 421928 h 1905000"/>
                <a:gd name="connsiteX161" fmla="*/ 342863 w 1740498"/>
                <a:gd name="connsiteY161" fmla="*/ 421928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740498" h="1905000">
                  <a:moveTo>
                    <a:pt x="1047564" y="1905000"/>
                  </a:moveTo>
                  <a:lnTo>
                    <a:pt x="233288" y="1905000"/>
                  </a:lnTo>
                  <a:cubicBezTo>
                    <a:pt x="104552" y="1905000"/>
                    <a:pt x="0" y="1797844"/>
                    <a:pt x="0" y="1666131"/>
                  </a:cubicBezTo>
                  <a:lnTo>
                    <a:pt x="0" y="238869"/>
                  </a:lnTo>
                  <a:cubicBezTo>
                    <a:pt x="0" y="107156"/>
                    <a:pt x="104738" y="0"/>
                    <a:pt x="233288" y="0"/>
                  </a:cubicBezTo>
                  <a:lnTo>
                    <a:pt x="1320664" y="0"/>
                  </a:lnTo>
                  <a:cubicBezTo>
                    <a:pt x="1449400" y="0"/>
                    <a:pt x="1553952" y="107156"/>
                    <a:pt x="1553952" y="238869"/>
                  </a:cubicBezTo>
                  <a:lnTo>
                    <a:pt x="1553952" y="771674"/>
                  </a:lnTo>
                  <a:cubicBezTo>
                    <a:pt x="1553952" y="807021"/>
                    <a:pt x="1526419" y="836228"/>
                    <a:pt x="1491258" y="838274"/>
                  </a:cubicBezTo>
                  <a:cubicBezTo>
                    <a:pt x="1456469" y="840507"/>
                    <a:pt x="1425215" y="814462"/>
                    <a:pt x="1421123" y="779301"/>
                  </a:cubicBezTo>
                  <a:lnTo>
                    <a:pt x="1420751" y="772604"/>
                  </a:lnTo>
                  <a:lnTo>
                    <a:pt x="1420751" y="231428"/>
                  </a:lnTo>
                  <a:cubicBezTo>
                    <a:pt x="1420751" y="178780"/>
                    <a:pt x="1379079" y="135806"/>
                    <a:pt x="1327919" y="135806"/>
                  </a:cubicBezTo>
                  <a:lnTo>
                    <a:pt x="226033" y="135806"/>
                  </a:lnTo>
                  <a:cubicBezTo>
                    <a:pt x="177664" y="135806"/>
                    <a:pt x="137108" y="174687"/>
                    <a:pt x="133387" y="224172"/>
                  </a:cubicBezTo>
                  <a:lnTo>
                    <a:pt x="133201" y="231800"/>
                  </a:lnTo>
                  <a:lnTo>
                    <a:pt x="133201" y="1673386"/>
                  </a:lnTo>
                  <a:cubicBezTo>
                    <a:pt x="133201" y="1723244"/>
                    <a:pt x="170966" y="1765102"/>
                    <a:pt x="219149" y="1768822"/>
                  </a:cubicBezTo>
                  <a:lnTo>
                    <a:pt x="226591" y="1769008"/>
                  </a:lnTo>
                  <a:lnTo>
                    <a:pt x="1047564" y="1769008"/>
                  </a:lnTo>
                  <a:cubicBezTo>
                    <a:pt x="1081981" y="1769008"/>
                    <a:pt x="1111002" y="1794867"/>
                    <a:pt x="1115095" y="1828912"/>
                  </a:cubicBezTo>
                  <a:lnTo>
                    <a:pt x="1115467" y="1835981"/>
                  </a:lnTo>
                  <a:cubicBezTo>
                    <a:pt x="1115467" y="1874490"/>
                    <a:pt x="1084957" y="1905000"/>
                    <a:pt x="1047564" y="1905000"/>
                  </a:cubicBezTo>
                  <a:close/>
                  <a:moveTo>
                    <a:pt x="233288" y="31812"/>
                  </a:moveTo>
                  <a:cubicBezTo>
                    <a:pt x="122039" y="31812"/>
                    <a:pt x="31812" y="124830"/>
                    <a:pt x="31812" y="239055"/>
                  </a:cubicBezTo>
                  <a:lnTo>
                    <a:pt x="31812" y="1666317"/>
                  </a:lnTo>
                  <a:cubicBezTo>
                    <a:pt x="31812" y="1780542"/>
                    <a:pt x="122225" y="1873560"/>
                    <a:pt x="233288" y="1873560"/>
                  </a:cubicBezTo>
                  <a:lnTo>
                    <a:pt x="1047564" y="1873560"/>
                  </a:lnTo>
                  <a:cubicBezTo>
                    <a:pt x="1067470" y="1873560"/>
                    <a:pt x="1083655" y="1857375"/>
                    <a:pt x="1083655" y="1837283"/>
                  </a:cubicBezTo>
                  <a:lnTo>
                    <a:pt x="1083469" y="1832074"/>
                  </a:lnTo>
                  <a:cubicBezTo>
                    <a:pt x="1081422" y="1814959"/>
                    <a:pt x="1065982" y="1801192"/>
                    <a:pt x="1047564" y="1801192"/>
                  </a:cubicBezTo>
                  <a:lnTo>
                    <a:pt x="217289" y="1800820"/>
                  </a:lnTo>
                  <a:cubicBezTo>
                    <a:pt x="151991" y="1795797"/>
                    <a:pt x="101389" y="1739987"/>
                    <a:pt x="101389" y="1673758"/>
                  </a:cubicBezTo>
                  <a:lnTo>
                    <a:pt x="101761" y="222870"/>
                  </a:lnTo>
                  <a:cubicBezTo>
                    <a:pt x="106598" y="156084"/>
                    <a:pt x="161106" y="104366"/>
                    <a:pt x="226033" y="104366"/>
                  </a:cubicBezTo>
                  <a:lnTo>
                    <a:pt x="1327919" y="104366"/>
                  </a:lnTo>
                  <a:cubicBezTo>
                    <a:pt x="1396566" y="104366"/>
                    <a:pt x="1452563" y="161479"/>
                    <a:pt x="1452563" y="231800"/>
                  </a:cubicBezTo>
                  <a:lnTo>
                    <a:pt x="1452935" y="776883"/>
                  </a:lnTo>
                  <a:cubicBezTo>
                    <a:pt x="1454981" y="794556"/>
                    <a:pt x="1471352" y="807765"/>
                    <a:pt x="1489584" y="806835"/>
                  </a:cubicBezTo>
                  <a:cubicBezTo>
                    <a:pt x="1508001" y="805718"/>
                    <a:pt x="1522512" y="790463"/>
                    <a:pt x="1522512" y="771860"/>
                  </a:cubicBezTo>
                  <a:lnTo>
                    <a:pt x="1522512" y="238869"/>
                  </a:lnTo>
                  <a:cubicBezTo>
                    <a:pt x="1522512" y="124644"/>
                    <a:pt x="1432099" y="31626"/>
                    <a:pt x="1320850" y="31626"/>
                  </a:cubicBezTo>
                  <a:lnTo>
                    <a:pt x="233288" y="31626"/>
                  </a:lnTo>
                  <a:close/>
                  <a:moveTo>
                    <a:pt x="1669480" y="1782961"/>
                  </a:moveTo>
                  <a:cubicBezTo>
                    <a:pt x="1650876" y="1782961"/>
                    <a:pt x="1632645" y="1775334"/>
                    <a:pt x="1619622" y="1761939"/>
                  </a:cubicBezTo>
                  <a:lnTo>
                    <a:pt x="1473212" y="1611809"/>
                  </a:lnTo>
                  <a:cubicBezTo>
                    <a:pt x="1426146" y="1635807"/>
                    <a:pt x="1373684" y="1648458"/>
                    <a:pt x="1320850" y="1648458"/>
                  </a:cubicBezTo>
                  <a:lnTo>
                    <a:pt x="1320664" y="1648458"/>
                  </a:lnTo>
                  <a:cubicBezTo>
                    <a:pt x="1132024" y="1648458"/>
                    <a:pt x="978545" y="1491258"/>
                    <a:pt x="978545" y="1298153"/>
                  </a:cubicBezTo>
                  <a:cubicBezTo>
                    <a:pt x="978545" y="1104863"/>
                    <a:pt x="1132024" y="947663"/>
                    <a:pt x="1320478" y="947663"/>
                  </a:cubicBezTo>
                  <a:cubicBezTo>
                    <a:pt x="1509303" y="947849"/>
                    <a:pt x="1662782" y="1105049"/>
                    <a:pt x="1662782" y="1298153"/>
                  </a:cubicBezTo>
                  <a:cubicBezTo>
                    <a:pt x="1662782" y="1380381"/>
                    <a:pt x="1634877" y="1459260"/>
                    <a:pt x="1583903" y="1522140"/>
                  </a:cubicBezTo>
                  <a:lnTo>
                    <a:pt x="1720267" y="1662038"/>
                  </a:lnTo>
                  <a:cubicBezTo>
                    <a:pt x="1747242" y="1689757"/>
                    <a:pt x="1747242" y="1733290"/>
                    <a:pt x="1720267" y="1761195"/>
                  </a:cubicBezTo>
                  <a:cubicBezTo>
                    <a:pt x="1706315" y="1775334"/>
                    <a:pt x="1688083" y="1782961"/>
                    <a:pt x="1669480" y="1782961"/>
                  </a:cubicBezTo>
                  <a:close/>
                  <a:moveTo>
                    <a:pt x="1479166" y="1572555"/>
                  </a:moveTo>
                  <a:lnTo>
                    <a:pt x="1642318" y="1739987"/>
                  </a:lnTo>
                  <a:cubicBezTo>
                    <a:pt x="1656457" y="1754498"/>
                    <a:pt x="1682316" y="1754498"/>
                    <a:pt x="1696455" y="1739987"/>
                  </a:cubicBezTo>
                  <a:cubicBezTo>
                    <a:pt x="1712268" y="1723616"/>
                    <a:pt x="1712268" y="1699617"/>
                    <a:pt x="1697385" y="1684176"/>
                  </a:cubicBezTo>
                  <a:lnTo>
                    <a:pt x="1540557" y="1523442"/>
                  </a:lnTo>
                  <a:lnTo>
                    <a:pt x="1550417" y="1512466"/>
                  </a:lnTo>
                  <a:cubicBezTo>
                    <a:pt x="1602321" y="1453865"/>
                    <a:pt x="1630970" y="1377776"/>
                    <a:pt x="1630970" y="1298339"/>
                  </a:cubicBezTo>
                  <a:cubicBezTo>
                    <a:pt x="1630970" y="1122536"/>
                    <a:pt x="1491816" y="979661"/>
                    <a:pt x="1320664" y="979661"/>
                  </a:cubicBezTo>
                  <a:cubicBezTo>
                    <a:pt x="1149511" y="979661"/>
                    <a:pt x="1010357" y="1122536"/>
                    <a:pt x="1010357" y="1298339"/>
                  </a:cubicBezTo>
                  <a:cubicBezTo>
                    <a:pt x="1010357" y="1473957"/>
                    <a:pt x="1149511" y="1617018"/>
                    <a:pt x="1320664" y="1617018"/>
                  </a:cubicBezTo>
                  <a:lnTo>
                    <a:pt x="1320850" y="1617018"/>
                  </a:lnTo>
                  <a:cubicBezTo>
                    <a:pt x="1372381" y="1617018"/>
                    <a:pt x="1423355" y="1603809"/>
                    <a:pt x="1468376" y="1578694"/>
                  </a:cubicBezTo>
                  <a:lnTo>
                    <a:pt x="1479166" y="1572555"/>
                  </a:lnTo>
                  <a:close/>
                  <a:moveTo>
                    <a:pt x="1320850" y="1537023"/>
                  </a:moveTo>
                  <a:cubicBezTo>
                    <a:pt x="1192113" y="1537023"/>
                    <a:pt x="1087376" y="1429866"/>
                    <a:pt x="1087376" y="1298153"/>
                  </a:cubicBezTo>
                  <a:cubicBezTo>
                    <a:pt x="1087376" y="1166440"/>
                    <a:pt x="1192113" y="1059284"/>
                    <a:pt x="1320850" y="1059284"/>
                  </a:cubicBezTo>
                  <a:cubicBezTo>
                    <a:pt x="1449586" y="1059284"/>
                    <a:pt x="1554138" y="1166440"/>
                    <a:pt x="1554138" y="1298153"/>
                  </a:cubicBezTo>
                  <a:cubicBezTo>
                    <a:pt x="1554138" y="1429866"/>
                    <a:pt x="1449400" y="1537023"/>
                    <a:pt x="1320850" y="1537023"/>
                  </a:cubicBezTo>
                  <a:close/>
                  <a:moveTo>
                    <a:pt x="1320850" y="1091096"/>
                  </a:moveTo>
                  <a:cubicBezTo>
                    <a:pt x="1209601" y="1091096"/>
                    <a:pt x="1119188" y="1184114"/>
                    <a:pt x="1119188" y="1298339"/>
                  </a:cubicBezTo>
                  <a:cubicBezTo>
                    <a:pt x="1119188" y="1412565"/>
                    <a:pt x="1209601" y="1505397"/>
                    <a:pt x="1320850" y="1505397"/>
                  </a:cubicBezTo>
                  <a:cubicBezTo>
                    <a:pt x="1432099" y="1505397"/>
                    <a:pt x="1522512" y="1412565"/>
                    <a:pt x="1522512" y="1298339"/>
                  </a:cubicBezTo>
                  <a:cubicBezTo>
                    <a:pt x="1522326" y="1183928"/>
                    <a:pt x="1431913" y="1091096"/>
                    <a:pt x="1320850" y="1091096"/>
                  </a:cubicBezTo>
                  <a:close/>
                  <a:moveTo>
                    <a:pt x="722002" y="1369777"/>
                  </a:moveTo>
                  <a:lnTo>
                    <a:pt x="342863" y="1369777"/>
                  </a:lnTo>
                  <a:cubicBezTo>
                    <a:pt x="323887" y="1369777"/>
                    <a:pt x="306028" y="1362335"/>
                    <a:pt x="292633" y="1348941"/>
                  </a:cubicBezTo>
                  <a:cubicBezTo>
                    <a:pt x="279239" y="1335546"/>
                    <a:pt x="271797" y="1317687"/>
                    <a:pt x="271797" y="1298711"/>
                  </a:cubicBezTo>
                  <a:cubicBezTo>
                    <a:pt x="271797" y="1278434"/>
                    <a:pt x="279239" y="1260574"/>
                    <a:pt x="292633" y="1247180"/>
                  </a:cubicBezTo>
                  <a:cubicBezTo>
                    <a:pt x="306028" y="1233785"/>
                    <a:pt x="323887" y="1226344"/>
                    <a:pt x="342863" y="1226344"/>
                  </a:cubicBezTo>
                  <a:lnTo>
                    <a:pt x="722002" y="1226344"/>
                  </a:lnTo>
                  <a:cubicBezTo>
                    <a:pt x="740978" y="1226344"/>
                    <a:pt x="758837" y="1233785"/>
                    <a:pt x="772232" y="1247180"/>
                  </a:cubicBezTo>
                  <a:cubicBezTo>
                    <a:pt x="785626" y="1260574"/>
                    <a:pt x="793068" y="1278434"/>
                    <a:pt x="793068" y="1297409"/>
                  </a:cubicBezTo>
                  <a:cubicBezTo>
                    <a:pt x="793068" y="1317687"/>
                    <a:pt x="785626" y="1335546"/>
                    <a:pt x="772232" y="1348941"/>
                  </a:cubicBezTo>
                  <a:cubicBezTo>
                    <a:pt x="758651" y="1362335"/>
                    <a:pt x="740978" y="1369777"/>
                    <a:pt x="722002" y="1369777"/>
                  </a:cubicBezTo>
                  <a:close/>
                  <a:moveTo>
                    <a:pt x="342863" y="1258342"/>
                  </a:moveTo>
                  <a:cubicBezTo>
                    <a:pt x="332445" y="1258342"/>
                    <a:pt x="322585" y="1262435"/>
                    <a:pt x="315144" y="1269876"/>
                  </a:cubicBezTo>
                  <a:cubicBezTo>
                    <a:pt x="307702" y="1277317"/>
                    <a:pt x="303609" y="1287177"/>
                    <a:pt x="303609" y="1297595"/>
                  </a:cubicBezTo>
                  <a:cubicBezTo>
                    <a:pt x="303609" y="1309315"/>
                    <a:pt x="307702" y="1319175"/>
                    <a:pt x="315144" y="1326617"/>
                  </a:cubicBezTo>
                  <a:cubicBezTo>
                    <a:pt x="322399" y="1333872"/>
                    <a:pt x="332445" y="1338151"/>
                    <a:pt x="342863" y="1338151"/>
                  </a:cubicBezTo>
                  <a:lnTo>
                    <a:pt x="722002" y="1338151"/>
                  </a:lnTo>
                  <a:cubicBezTo>
                    <a:pt x="732420" y="1338151"/>
                    <a:pt x="742280" y="1334058"/>
                    <a:pt x="749722" y="1326617"/>
                  </a:cubicBezTo>
                  <a:cubicBezTo>
                    <a:pt x="757163" y="1319175"/>
                    <a:pt x="761256" y="1309315"/>
                    <a:pt x="761256" y="1298898"/>
                  </a:cubicBezTo>
                  <a:cubicBezTo>
                    <a:pt x="761256" y="1287177"/>
                    <a:pt x="756977" y="1277131"/>
                    <a:pt x="749722" y="1269876"/>
                  </a:cubicBezTo>
                  <a:cubicBezTo>
                    <a:pt x="742280" y="1262435"/>
                    <a:pt x="732420" y="1258342"/>
                    <a:pt x="722002" y="1258342"/>
                  </a:cubicBezTo>
                  <a:lnTo>
                    <a:pt x="342863" y="1258342"/>
                  </a:lnTo>
                  <a:close/>
                  <a:moveTo>
                    <a:pt x="830647" y="1091096"/>
                  </a:moveTo>
                  <a:lnTo>
                    <a:pt x="342863" y="1091096"/>
                  </a:lnTo>
                  <a:cubicBezTo>
                    <a:pt x="323887" y="1091096"/>
                    <a:pt x="306028" y="1083655"/>
                    <a:pt x="292633" y="1070260"/>
                  </a:cubicBezTo>
                  <a:cubicBezTo>
                    <a:pt x="279239" y="1056866"/>
                    <a:pt x="271797" y="1039006"/>
                    <a:pt x="271797" y="1020031"/>
                  </a:cubicBezTo>
                  <a:cubicBezTo>
                    <a:pt x="271797" y="999753"/>
                    <a:pt x="279239" y="981894"/>
                    <a:pt x="292633" y="968499"/>
                  </a:cubicBezTo>
                  <a:cubicBezTo>
                    <a:pt x="306028" y="955105"/>
                    <a:pt x="323887" y="947663"/>
                    <a:pt x="342863" y="947663"/>
                  </a:cubicBezTo>
                  <a:lnTo>
                    <a:pt x="830833" y="947663"/>
                  </a:lnTo>
                  <a:cubicBezTo>
                    <a:pt x="849809" y="947663"/>
                    <a:pt x="867668" y="955105"/>
                    <a:pt x="881063" y="968499"/>
                  </a:cubicBezTo>
                  <a:cubicBezTo>
                    <a:pt x="894457" y="981894"/>
                    <a:pt x="901898" y="999753"/>
                    <a:pt x="901898" y="1018729"/>
                  </a:cubicBezTo>
                  <a:cubicBezTo>
                    <a:pt x="901898" y="1039006"/>
                    <a:pt x="894457" y="1056866"/>
                    <a:pt x="881063" y="1070260"/>
                  </a:cubicBezTo>
                  <a:cubicBezTo>
                    <a:pt x="867482" y="1083655"/>
                    <a:pt x="849623" y="1091096"/>
                    <a:pt x="830647" y="1091096"/>
                  </a:cubicBezTo>
                  <a:close/>
                  <a:moveTo>
                    <a:pt x="342863" y="979475"/>
                  </a:moveTo>
                  <a:cubicBezTo>
                    <a:pt x="332445" y="979475"/>
                    <a:pt x="322585" y="983568"/>
                    <a:pt x="315144" y="991009"/>
                  </a:cubicBezTo>
                  <a:cubicBezTo>
                    <a:pt x="307702" y="998451"/>
                    <a:pt x="303609" y="1008311"/>
                    <a:pt x="303609" y="1018729"/>
                  </a:cubicBezTo>
                  <a:cubicBezTo>
                    <a:pt x="303609" y="1030449"/>
                    <a:pt x="307702" y="1040309"/>
                    <a:pt x="315144" y="1047750"/>
                  </a:cubicBezTo>
                  <a:cubicBezTo>
                    <a:pt x="322585" y="1055191"/>
                    <a:pt x="332445" y="1059284"/>
                    <a:pt x="342863" y="1059284"/>
                  </a:cubicBezTo>
                  <a:lnTo>
                    <a:pt x="830833" y="1059284"/>
                  </a:lnTo>
                  <a:cubicBezTo>
                    <a:pt x="841251" y="1059284"/>
                    <a:pt x="851111" y="1055191"/>
                    <a:pt x="858552" y="1047750"/>
                  </a:cubicBezTo>
                  <a:cubicBezTo>
                    <a:pt x="865994" y="1040309"/>
                    <a:pt x="870086" y="1030449"/>
                    <a:pt x="870086" y="1020031"/>
                  </a:cubicBezTo>
                  <a:cubicBezTo>
                    <a:pt x="870086" y="1008311"/>
                    <a:pt x="865994" y="998451"/>
                    <a:pt x="858552" y="991009"/>
                  </a:cubicBezTo>
                  <a:cubicBezTo>
                    <a:pt x="851111" y="983568"/>
                    <a:pt x="841251" y="979475"/>
                    <a:pt x="830833" y="979475"/>
                  </a:cubicBezTo>
                  <a:lnTo>
                    <a:pt x="342863" y="979475"/>
                  </a:lnTo>
                  <a:close/>
                  <a:moveTo>
                    <a:pt x="1156953" y="812230"/>
                  </a:moveTo>
                  <a:lnTo>
                    <a:pt x="342863" y="812230"/>
                  </a:lnTo>
                  <a:cubicBezTo>
                    <a:pt x="303795" y="812230"/>
                    <a:pt x="271983" y="780418"/>
                    <a:pt x="271983" y="741350"/>
                  </a:cubicBezTo>
                  <a:cubicBezTo>
                    <a:pt x="271983" y="700980"/>
                    <a:pt x="303795" y="668982"/>
                    <a:pt x="342863" y="668982"/>
                  </a:cubicBezTo>
                  <a:lnTo>
                    <a:pt x="1156953" y="668982"/>
                  </a:lnTo>
                  <a:cubicBezTo>
                    <a:pt x="1175556" y="668982"/>
                    <a:pt x="1193974" y="676610"/>
                    <a:pt x="1207182" y="689818"/>
                  </a:cubicBezTo>
                  <a:cubicBezTo>
                    <a:pt x="1220391" y="703027"/>
                    <a:pt x="1228018" y="721258"/>
                    <a:pt x="1228018" y="740048"/>
                  </a:cubicBezTo>
                  <a:cubicBezTo>
                    <a:pt x="1228018" y="760140"/>
                    <a:pt x="1220391" y="778371"/>
                    <a:pt x="1207182" y="791580"/>
                  </a:cubicBezTo>
                  <a:cubicBezTo>
                    <a:pt x="1193602" y="804974"/>
                    <a:pt x="1175928" y="812230"/>
                    <a:pt x="1156953" y="812230"/>
                  </a:cubicBezTo>
                  <a:close/>
                  <a:moveTo>
                    <a:pt x="342863" y="700794"/>
                  </a:moveTo>
                  <a:cubicBezTo>
                    <a:pt x="321283" y="700794"/>
                    <a:pt x="303609" y="718468"/>
                    <a:pt x="303609" y="740048"/>
                  </a:cubicBezTo>
                  <a:cubicBezTo>
                    <a:pt x="303609" y="762930"/>
                    <a:pt x="321097" y="780604"/>
                    <a:pt x="342863" y="780604"/>
                  </a:cubicBezTo>
                  <a:lnTo>
                    <a:pt x="1156953" y="780604"/>
                  </a:lnTo>
                  <a:cubicBezTo>
                    <a:pt x="1167371" y="780604"/>
                    <a:pt x="1177231" y="776511"/>
                    <a:pt x="1184672" y="769069"/>
                  </a:cubicBezTo>
                  <a:cubicBezTo>
                    <a:pt x="1191927" y="761814"/>
                    <a:pt x="1196206" y="751582"/>
                    <a:pt x="1196206" y="741350"/>
                  </a:cubicBezTo>
                  <a:cubicBezTo>
                    <a:pt x="1196206" y="729630"/>
                    <a:pt x="1191927" y="719584"/>
                    <a:pt x="1184672" y="712329"/>
                  </a:cubicBezTo>
                  <a:cubicBezTo>
                    <a:pt x="1177975" y="705445"/>
                    <a:pt x="1168673" y="701353"/>
                    <a:pt x="1159185" y="700980"/>
                  </a:cubicBezTo>
                  <a:lnTo>
                    <a:pt x="342863" y="700980"/>
                  </a:lnTo>
                  <a:close/>
                  <a:moveTo>
                    <a:pt x="993800" y="533549"/>
                  </a:moveTo>
                  <a:lnTo>
                    <a:pt x="342863" y="533549"/>
                  </a:lnTo>
                  <a:cubicBezTo>
                    <a:pt x="323887" y="533549"/>
                    <a:pt x="306028" y="526107"/>
                    <a:pt x="292633" y="512713"/>
                  </a:cubicBezTo>
                  <a:cubicBezTo>
                    <a:pt x="279239" y="499318"/>
                    <a:pt x="271797" y="481459"/>
                    <a:pt x="271797" y="462483"/>
                  </a:cubicBezTo>
                  <a:cubicBezTo>
                    <a:pt x="271797" y="442206"/>
                    <a:pt x="279239" y="424346"/>
                    <a:pt x="292633" y="410952"/>
                  </a:cubicBezTo>
                  <a:cubicBezTo>
                    <a:pt x="306028" y="397557"/>
                    <a:pt x="323887" y="390116"/>
                    <a:pt x="342863" y="390116"/>
                  </a:cubicBezTo>
                  <a:lnTo>
                    <a:pt x="993800" y="390116"/>
                  </a:lnTo>
                  <a:cubicBezTo>
                    <a:pt x="1012775" y="390116"/>
                    <a:pt x="1030635" y="397557"/>
                    <a:pt x="1044029" y="410952"/>
                  </a:cubicBezTo>
                  <a:cubicBezTo>
                    <a:pt x="1057424" y="424346"/>
                    <a:pt x="1064865" y="442206"/>
                    <a:pt x="1064865" y="461181"/>
                  </a:cubicBezTo>
                  <a:cubicBezTo>
                    <a:pt x="1064865" y="481459"/>
                    <a:pt x="1057424" y="499318"/>
                    <a:pt x="1044029" y="512713"/>
                  </a:cubicBezTo>
                  <a:cubicBezTo>
                    <a:pt x="1030635" y="526107"/>
                    <a:pt x="1012775" y="533549"/>
                    <a:pt x="993800" y="533549"/>
                  </a:cubicBezTo>
                  <a:close/>
                  <a:moveTo>
                    <a:pt x="342863" y="421928"/>
                  </a:moveTo>
                  <a:cubicBezTo>
                    <a:pt x="332445" y="421928"/>
                    <a:pt x="322585" y="426021"/>
                    <a:pt x="315144" y="433462"/>
                  </a:cubicBezTo>
                  <a:cubicBezTo>
                    <a:pt x="307702" y="440903"/>
                    <a:pt x="303609" y="450763"/>
                    <a:pt x="303609" y="461181"/>
                  </a:cubicBezTo>
                  <a:cubicBezTo>
                    <a:pt x="303609" y="472901"/>
                    <a:pt x="307702" y="482761"/>
                    <a:pt x="315144" y="490203"/>
                  </a:cubicBezTo>
                  <a:cubicBezTo>
                    <a:pt x="322585" y="497644"/>
                    <a:pt x="332445" y="501737"/>
                    <a:pt x="342863" y="501737"/>
                  </a:cubicBezTo>
                  <a:lnTo>
                    <a:pt x="993800" y="501737"/>
                  </a:lnTo>
                  <a:cubicBezTo>
                    <a:pt x="1004218" y="501737"/>
                    <a:pt x="1014078" y="497644"/>
                    <a:pt x="1021519" y="490203"/>
                  </a:cubicBezTo>
                  <a:cubicBezTo>
                    <a:pt x="1028960" y="482761"/>
                    <a:pt x="1033053" y="472901"/>
                    <a:pt x="1033053" y="462483"/>
                  </a:cubicBezTo>
                  <a:cubicBezTo>
                    <a:pt x="1033053" y="450763"/>
                    <a:pt x="1028960" y="440903"/>
                    <a:pt x="1021519" y="433462"/>
                  </a:cubicBezTo>
                  <a:cubicBezTo>
                    <a:pt x="1014078" y="426021"/>
                    <a:pt x="1004218" y="421928"/>
                    <a:pt x="993800" y="421928"/>
                  </a:cubicBezTo>
                  <a:lnTo>
                    <a:pt x="342863" y="42192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4" name="文本框 123"/>
          <p:cNvSpPr txBox="1"/>
          <p:nvPr/>
        </p:nvSpPr>
        <p:spPr>
          <a:xfrm>
            <a:off x="9011478" y="4704061"/>
            <a:ext cx="2573753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密切关注市场动态和竞争对手情况，通过线上问卷、线下访谈等多种方式收集数据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9901871" y="5581134"/>
            <a:ext cx="118622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团队的培训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11244263" y="5582551"/>
            <a:ext cx="235916" cy="228528"/>
            <a:chOff x="129726" y="155785"/>
            <a:chExt cx="1645094" cy="1593576"/>
          </a:xfrm>
          <a:solidFill>
            <a:schemeClr val="accent1"/>
          </a:solidFill>
        </p:grpSpPr>
        <p:sp>
          <p:nvSpPr>
            <p:cNvPr id="127" name="任意多边形: 形状 126"/>
            <p:cNvSpPr/>
            <p:nvPr/>
          </p:nvSpPr>
          <p:spPr>
            <a:xfrm>
              <a:off x="129726" y="155785"/>
              <a:ext cx="1645094" cy="1593576"/>
            </a:xfrm>
            <a:custGeom>
              <a:avLst/>
              <a:gdLst>
                <a:gd name="connsiteX0" fmla="*/ 80474 w 1645094"/>
                <a:gd name="connsiteY0" fmla="*/ 45058 h 1593576"/>
                <a:gd name="connsiteX1" fmla="*/ 203220 w 1645094"/>
                <a:gd name="connsiteY1" fmla="*/ 19 h 1593576"/>
                <a:gd name="connsiteX2" fmla="*/ 1440354 w 1645094"/>
                <a:gd name="connsiteY2" fmla="*/ 0 h 1593576"/>
                <a:gd name="connsiteX3" fmla="*/ 1606539 w 1645094"/>
                <a:gd name="connsiteY3" fmla="*/ 88906 h 1593576"/>
                <a:gd name="connsiteX4" fmla="*/ 1645049 w 1645094"/>
                <a:gd name="connsiteY4" fmla="*/ 205048 h 1593576"/>
                <a:gd name="connsiteX5" fmla="*/ 1645067 w 1645094"/>
                <a:gd name="connsiteY5" fmla="*/ 1172561 h 1593576"/>
                <a:gd name="connsiteX6" fmla="*/ 1612660 w 1645094"/>
                <a:gd name="connsiteY6" fmla="*/ 1287177 h 1593576"/>
                <a:gd name="connsiteX7" fmla="*/ 1453581 w 1645094"/>
                <a:gd name="connsiteY7" fmla="*/ 1384381 h 1593576"/>
                <a:gd name="connsiteX8" fmla="*/ 1392059 w 1645094"/>
                <a:gd name="connsiteY8" fmla="*/ 1385050 h 1593576"/>
                <a:gd name="connsiteX9" fmla="*/ 1108263 w 1645094"/>
                <a:gd name="connsiteY9" fmla="*/ 1385106 h 1593576"/>
                <a:gd name="connsiteX10" fmla="*/ 1369884 w 1645094"/>
                <a:gd name="connsiteY10" fmla="*/ 1510903 h 1593576"/>
                <a:gd name="connsiteX11" fmla="*/ 1394087 w 1645094"/>
                <a:gd name="connsiteY11" fmla="*/ 1540855 h 1593576"/>
                <a:gd name="connsiteX12" fmla="*/ 1378237 w 1645094"/>
                <a:gd name="connsiteY12" fmla="*/ 1584685 h 1593576"/>
                <a:gd name="connsiteX13" fmla="*/ 1332510 w 1645094"/>
                <a:gd name="connsiteY13" fmla="*/ 1589131 h 1593576"/>
                <a:gd name="connsiteX14" fmla="*/ 918228 w 1645094"/>
                <a:gd name="connsiteY14" fmla="*/ 1389720 h 1593576"/>
                <a:gd name="connsiteX15" fmla="*/ 904833 w 1645094"/>
                <a:gd name="connsiteY15" fmla="*/ 1385032 h 1593576"/>
                <a:gd name="connsiteX16" fmla="*/ 740843 w 1645094"/>
                <a:gd name="connsiteY16" fmla="*/ 1385032 h 1593576"/>
                <a:gd name="connsiteX17" fmla="*/ 733625 w 1645094"/>
                <a:gd name="connsiteY17" fmla="*/ 1386632 h 1593576"/>
                <a:gd name="connsiteX18" fmla="*/ 313000 w 1645094"/>
                <a:gd name="connsiteY18" fmla="*/ 1589150 h 1593576"/>
                <a:gd name="connsiteX19" fmla="*/ 283718 w 1645094"/>
                <a:gd name="connsiteY19" fmla="*/ 1592517 h 1593576"/>
                <a:gd name="connsiteX20" fmla="*/ 250752 w 1645094"/>
                <a:gd name="connsiteY20" fmla="*/ 1555998 h 1593576"/>
                <a:gd name="connsiteX21" fmla="*/ 274435 w 1645094"/>
                <a:gd name="connsiteY21" fmla="*/ 1511517 h 1593576"/>
                <a:gd name="connsiteX22" fmla="*/ 536930 w 1645094"/>
                <a:gd name="connsiteY22" fmla="*/ 1385125 h 1593576"/>
                <a:gd name="connsiteX23" fmla="*/ 210624 w 1645094"/>
                <a:gd name="connsiteY23" fmla="*/ 1385069 h 1593576"/>
                <a:gd name="connsiteX24" fmla="*/ 54448 w 1645094"/>
                <a:gd name="connsiteY24" fmla="*/ 1315659 h 1593576"/>
                <a:gd name="connsiteX25" fmla="*/ 3418 w 1645094"/>
                <a:gd name="connsiteY25" fmla="*/ 1211405 h 1593576"/>
                <a:gd name="connsiteX26" fmla="*/ 33 w 1645094"/>
                <a:gd name="connsiteY26" fmla="*/ 1157697 h 1593576"/>
                <a:gd name="connsiteX27" fmla="*/ 33 w 1645094"/>
                <a:gd name="connsiteY27" fmla="*/ 246013 h 1593576"/>
                <a:gd name="connsiteX28" fmla="*/ 4144 w 1645094"/>
                <a:gd name="connsiteY28" fmla="*/ 169757 h 1593576"/>
                <a:gd name="connsiteX29" fmla="*/ 80474 w 1645094"/>
                <a:gd name="connsiteY29" fmla="*/ 45058 h 1593576"/>
                <a:gd name="connsiteX30" fmla="*/ 201881 w 1645094"/>
                <a:gd name="connsiteY30" fmla="*/ 86711 h 1593576"/>
                <a:gd name="connsiteX31" fmla="*/ 107152 w 1645094"/>
                <a:gd name="connsiteY31" fmla="*/ 142726 h 1593576"/>
                <a:gd name="connsiteX32" fmla="*/ 86558 w 1645094"/>
                <a:gd name="connsiteY32" fmla="*/ 214406 h 1593576"/>
                <a:gd name="connsiteX33" fmla="*/ 86539 w 1645094"/>
                <a:gd name="connsiteY33" fmla="*/ 1170533 h 1593576"/>
                <a:gd name="connsiteX34" fmla="*/ 105831 w 1645094"/>
                <a:gd name="connsiteY34" fmla="*/ 1240259 h 1593576"/>
                <a:gd name="connsiteX35" fmla="*/ 184859 w 1645094"/>
                <a:gd name="connsiteY35" fmla="*/ 1295865 h 1593576"/>
                <a:gd name="connsiteX36" fmla="*/ 240483 w 1645094"/>
                <a:gd name="connsiteY36" fmla="*/ 1298544 h 1593576"/>
                <a:gd name="connsiteX37" fmla="*/ 1438643 w 1645094"/>
                <a:gd name="connsiteY37" fmla="*/ 1298544 h 1593576"/>
                <a:gd name="connsiteX38" fmla="*/ 1522470 w 1645094"/>
                <a:gd name="connsiteY38" fmla="*/ 1261914 h 1593576"/>
                <a:gd name="connsiteX39" fmla="*/ 1558524 w 1645094"/>
                <a:gd name="connsiteY39" fmla="*/ 1178086 h 1593576"/>
                <a:gd name="connsiteX40" fmla="*/ 1558561 w 1645094"/>
                <a:gd name="connsiteY40" fmla="*/ 214294 h 1593576"/>
                <a:gd name="connsiteX41" fmla="*/ 1535158 w 1645094"/>
                <a:gd name="connsiteY41" fmla="*/ 138317 h 1593576"/>
                <a:gd name="connsiteX42" fmla="*/ 1453451 w 1645094"/>
                <a:gd name="connsiteY42" fmla="*/ 87883 h 1593576"/>
                <a:gd name="connsiteX43" fmla="*/ 1414346 w 1645094"/>
                <a:gd name="connsiteY43" fmla="*/ 86525 h 1593576"/>
                <a:gd name="connsiteX44" fmla="*/ 201881 w 1645094"/>
                <a:gd name="connsiteY44" fmla="*/ 86711 h 159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645094" h="1593576">
                  <a:moveTo>
                    <a:pt x="80474" y="45058"/>
                  </a:moveTo>
                  <a:cubicBezTo>
                    <a:pt x="115188" y="17487"/>
                    <a:pt x="158888" y="1358"/>
                    <a:pt x="203220" y="19"/>
                  </a:cubicBezTo>
                  <a:cubicBezTo>
                    <a:pt x="615604" y="0"/>
                    <a:pt x="1027970" y="37"/>
                    <a:pt x="1440354" y="0"/>
                  </a:cubicBezTo>
                  <a:cubicBezTo>
                    <a:pt x="1505727" y="1060"/>
                    <a:pt x="1569128" y="35421"/>
                    <a:pt x="1606539" y="88906"/>
                  </a:cubicBezTo>
                  <a:cubicBezTo>
                    <a:pt x="1630519" y="122653"/>
                    <a:pt x="1644137" y="163655"/>
                    <a:pt x="1645049" y="205048"/>
                  </a:cubicBezTo>
                  <a:cubicBezTo>
                    <a:pt x="1645067" y="527559"/>
                    <a:pt x="1645030" y="850069"/>
                    <a:pt x="1645067" y="1172561"/>
                  </a:cubicBezTo>
                  <a:cubicBezTo>
                    <a:pt x="1645737" y="1212856"/>
                    <a:pt x="1634203" y="1253151"/>
                    <a:pt x="1612660" y="1287177"/>
                  </a:cubicBezTo>
                  <a:cubicBezTo>
                    <a:pt x="1578485" y="1341909"/>
                    <a:pt x="1517949" y="1379116"/>
                    <a:pt x="1453581" y="1384381"/>
                  </a:cubicBezTo>
                  <a:cubicBezTo>
                    <a:pt x="1433117" y="1385795"/>
                    <a:pt x="1412561" y="1384697"/>
                    <a:pt x="1392059" y="1385050"/>
                  </a:cubicBezTo>
                  <a:cubicBezTo>
                    <a:pt x="1297460" y="1385088"/>
                    <a:pt x="1202862" y="1384976"/>
                    <a:pt x="1108263" y="1385106"/>
                  </a:cubicBezTo>
                  <a:cubicBezTo>
                    <a:pt x="1195550" y="1426852"/>
                    <a:pt x="1282634" y="1469064"/>
                    <a:pt x="1369884" y="1510903"/>
                  </a:cubicBezTo>
                  <a:cubicBezTo>
                    <a:pt x="1381995" y="1516447"/>
                    <a:pt x="1391352" y="1527758"/>
                    <a:pt x="1394087" y="1540855"/>
                  </a:cubicBezTo>
                  <a:cubicBezTo>
                    <a:pt x="1397957" y="1556910"/>
                    <a:pt x="1391483" y="1574825"/>
                    <a:pt x="1378237" y="1584685"/>
                  </a:cubicBezTo>
                  <a:cubicBezTo>
                    <a:pt x="1365494" y="1594768"/>
                    <a:pt x="1346964" y="1596312"/>
                    <a:pt x="1332510" y="1589131"/>
                  </a:cubicBezTo>
                  <a:lnTo>
                    <a:pt x="918228" y="1389720"/>
                  </a:lnTo>
                  <a:cubicBezTo>
                    <a:pt x="913930" y="1387748"/>
                    <a:pt x="909763" y="1384790"/>
                    <a:pt x="904833" y="1385032"/>
                  </a:cubicBezTo>
                  <a:cubicBezTo>
                    <a:pt x="850176" y="1385050"/>
                    <a:pt x="795500" y="1385069"/>
                    <a:pt x="740843" y="1385032"/>
                  </a:cubicBezTo>
                  <a:cubicBezTo>
                    <a:pt x="738332" y="1384920"/>
                    <a:pt x="735858" y="1385497"/>
                    <a:pt x="733625" y="1386632"/>
                  </a:cubicBezTo>
                  <a:cubicBezTo>
                    <a:pt x="593448" y="1454218"/>
                    <a:pt x="453196" y="1521619"/>
                    <a:pt x="313000" y="1589150"/>
                  </a:cubicBezTo>
                  <a:cubicBezTo>
                    <a:pt x="304033" y="1593726"/>
                    <a:pt x="293503" y="1594489"/>
                    <a:pt x="283718" y="1592517"/>
                  </a:cubicBezTo>
                  <a:cubicBezTo>
                    <a:pt x="266584" y="1588685"/>
                    <a:pt x="252743" y="1573467"/>
                    <a:pt x="250752" y="1555998"/>
                  </a:cubicBezTo>
                  <a:cubicBezTo>
                    <a:pt x="248129" y="1538120"/>
                    <a:pt x="258082" y="1519275"/>
                    <a:pt x="274435" y="1511517"/>
                  </a:cubicBezTo>
                  <a:cubicBezTo>
                    <a:pt x="361927" y="1469380"/>
                    <a:pt x="449475" y="1427336"/>
                    <a:pt x="536930" y="1385125"/>
                  </a:cubicBezTo>
                  <a:cubicBezTo>
                    <a:pt x="428174" y="1384976"/>
                    <a:pt x="319399" y="1385069"/>
                    <a:pt x="210624" y="1385069"/>
                  </a:cubicBezTo>
                  <a:cubicBezTo>
                    <a:pt x="151800" y="1385739"/>
                    <a:pt x="93608" y="1359415"/>
                    <a:pt x="54448" y="1315659"/>
                  </a:cubicBezTo>
                  <a:cubicBezTo>
                    <a:pt x="28124" y="1286601"/>
                    <a:pt x="10172" y="1250045"/>
                    <a:pt x="3418" y="1211405"/>
                  </a:cubicBezTo>
                  <a:cubicBezTo>
                    <a:pt x="181" y="1193713"/>
                    <a:pt x="-98" y="1175631"/>
                    <a:pt x="33" y="1157697"/>
                  </a:cubicBezTo>
                  <a:lnTo>
                    <a:pt x="33" y="246013"/>
                  </a:lnTo>
                  <a:cubicBezTo>
                    <a:pt x="163" y="220563"/>
                    <a:pt x="-1028" y="194835"/>
                    <a:pt x="4144" y="169757"/>
                  </a:cubicBezTo>
                  <a:cubicBezTo>
                    <a:pt x="13557" y="120830"/>
                    <a:pt x="41277" y="75772"/>
                    <a:pt x="80474" y="45058"/>
                  </a:cubicBezTo>
                  <a:moveTo>
                    <a:pt x="201881" y="86711"/>
                  </a:moveTo>
                  <a:cubicBezTo>
                    <a:pt x="163874" y="89334"/>
                    <a:pt x="127857" y="110784"/>
                    <a:pt x="107152" y="142726"/>
                  </a:cubicBezTo>
                  <a:cubicBezTo>
                    <a:pt x="93032" y="163748"/>
                    <a:pt x="86334" y="189198"/>
                    <a:pt x="86558" y="214406"/>
                  </a:cubicBezTo>
                  <a:cubicBezTo>
                    <a:pt x="86520" y="533121"/>
                    <a:pt x="86539" y="851818"/>
                    <a:pt x="86539" y="1170533"/>
                  </a:cubicBezTo>
                  <a:cubicBezTo>
                    <a:pt x="86353" y="1194960"/>
                    <a:pt x="92567" y="1219609"/>
                    <a:pt x="105831" y="1240259"/>
                  </a:cubicBezTo>
                  <a:cubicBezTo>
                    <a:pt x="123318" y="1268369"/>
                    <a:pt x="152470" y="1288945"/>
                    <a:pt x="184859" y="1295865"/>
                  </a:cubicBezTo>
                  <a:cubicBezTo>
                    <a:pt x="203090" y="1300163"/>
                    <a:pt x="221935" y="1298042"/>
                    <a:pt x="240483" y="1298544"/>
                  </a:cubicBezTo>
                  <a:lnTo>
                    <a:pt x="1438643" y="1298544"/>
                  </a:lnTo>
                  <a:cubicBezTo>
                    <a:pt x="1469934" y="1297800"/>
                    <a:pt x="1500518" y="1284126"/>
                    <a:pt x="1522470" y="1261914"/>
                  </a:cubicBezTo>
                  <a:cubicBezTo>
                    <a:pt x="1544515" y="1239887"/>
                    <a:pt x="1557780" y="1209266"/>
                    <a:pt x="1558524" y="1178086"/>
                  </a:cubicBezTo>
                  <a:cubicBezTo>
                    <a:pt x="1558561" y="856822"/>
                    <a:pt x="1558505" y="535558"/>
                    <a:pt x="1558561" y="214294"/>
                  </a:cubicBezTo>
                  <a:cubicBezTo>
                    <a:pt x="1559342" y="187319"/>
                    <a:pt x="1551082" y="160120"/>
                    <a:pt x="1535158" y="138317"/>
                  </a:cubicBezTo>
                  <a:cubicBezTo>
                    <a:pt x="1516108" y="111509"/>
                    <a:pt x="1485951" y="92906"/>
                    <a:pt x="1453451" y="87883"/>
                  </a:cubicBezTo>
                  <a:cubicBezTo>
                    <a:pt x="1440540" y="85632"/>
                    <a:pt x="1427369" y="86804"/>
                    <a:pt x="1414346" y="86525"/>
                  </a:cubicBezTo>
                  <a:cubicBezTo>
                    <a:pt x="1010185" y="86655"/>
                    <a:pt x="606024" y="86265"/>
                    <a:pt x="201881" y="86711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397123" y="451164"/>
              <a:ext cx="1166496" cy="829619"/>
            </a:xfrm>
            <a:custGeom>
              <a:avLst/>
              <a:gdLst>
                <a:gd name="connsiteX0" fmla="*/ 902239 w 1166496"/>
                <a:gd name="connsiteY0" fmla="*/ 12901 h 829619"/>
                <a:gd name="connsiteX1" fmla="*/ 949398 w 1166496"/>
                <a:gd name="connsiteY1" fmla="*/ 3115 h 829619"/>
                <a:gd name="connsiteX2" fmla="*/ 974327 w 1166496"/>
                <a:gd name="connsiteY2" fmla="*/ 22928 h 829619"/>
                <a:gd name="connsiteX3" fmla="*/ 1151991 w 1166496"/>
                <a:gd name="connsiteY3" fmla="*/ 200554 h 829619"/>
                <a:gd name="connsiteX4" fmla="*/ 1165813 w 1166496"/>
                <a:gd name="connsiteY4" fmla="*/ 226041 h 829619"/>
                <a:gd name="connsiteX5" fmla="*/ 1143935 w 1166496"/>
                <a:gd name="connsiteY5" fmla="*/ 271248 h 829619"/>
                <a:gd name="connsiteX6" fmla="*/ 1093371 w 1166496"/>
                <a:gd name="connsiteY6" fmla="*/ 264718 h 829619"/>
                <a:gd name="connsiteX7" fmla="*/ 982810 w 1166496"/>
                <a:gd name="connsiteY7" fmla="*/ 154176 h 829619"/>
                <a:gd name="connsiteX8" fmla="*/ 982755 w 1166496"/>
                <a:gd name="connsiteY8" fmla="*/ 620473 h 829619"/>
                <a:gd name="connsiteX9" fmla="*/ 894760 w 1166496"/>
                <a:gd name="connsiteY9" fmla="*/ 788630 h 829619"/>
                <a:gd name="connsiteX10" fmla="*/ 696000 w 1166496"/>
                <a:gd name="connsiteY10" fmla="*/ 817019 h 829619"/>
                <a:gd name="connsiteX11" fmla="*/ 653286 w 1166496"/>
                <a:gd name="connsiteY11" fmla="*/ 795904 h 829619"/>
                <a:gd name="connsiteX12" fmla="*/ 634460 w 1166496"/>
                <a:gd name="connsiteY12" fmla="*/ 765376 h 829619"/>
                <a:gd name="connsiteX13" fmla="*/ 654458 w 1166496"/>
                <a:gd name="connsiteY13" fmla="*/ 723146 h 829619"/>
                <a:gd name="connsiteX14" fmla="*/ 701190 w 1166496"/>
                <a:gd name="connsiteY14" fmla="*/ 723648 h 829619"/>
                <a:gd name="connsiteX15" fmla="*/ 785781 w 1166496"/>
                <a:gd name="connsiteY15" fmla="*/ 741861 h 829619"/>
                <a:gd name="connsiteX16" fmla="*/ 872194 w 1166496"/>
                <a:gd name="connsiteY16" fmla="*/ 689697 h 829619"/>
                <a:gd name="connsiteX17" fmla="*/ 896285 w 1166496"/>
                <a:gd name="connsiteY17" fmla="*/ 616678 h 829619"/>
                <a:gd name="connsiteX18" fmla="*/ 896285 w 1166496"/>
                <a:gd name="connsiteY18" fmla="*/ 141581 h 829619"/>
                <a:gd name="connsiteX19" fmla="*/ 780460 w 1166496"/>
                <a:gd name="connsiteY19" fmla="*/ 257407 h 829619"/>
                <a:gd name="connsiteX20" fmla="*/ 750899 w 1166496"/>
                <a:gd name="connsiteY20" fmla="*/ 270225 h 829619"/>
                <a:gd name="connsiteX21" fmla="*/ 712501 w 1166496"/>
                <a:gd name="connsiteY21" fmla="*/ 249333 h 829619"/>
                <a:gd name="connsiteX22" fmla="*/ 719013 w 1166496"/>
                <a:gd name="connsiteY22" fmla="*/ 196108 h 829619"/>
                <a:gd name="connsiteX23" fmla="*/ 902239 w 1166496"/>
                <a:gd name="connsiteY23" fmla="*/ 12901 h 829619"/>
                <a:gd name="connsiteX24" fmla="*/ 31482 w 1166496"/>
                <a:gd name="connsiteY24" fmla="*/ 48359 h 829619"/>
                <a:gd name="connsiteX25" fmla="*/ 41882 w 1166496"/>
                <a:gd name="connsiteY25" fmla="*/ 46926 h 829619"/>
                <a:gd name="connsiteX26" fmla="*/ 391609 w 1166496"/>
                <a:gd name="connsiteY26" fmla="*/ 46945 h 829619"/>
                <a:gd name="connsiteX27" fmla="*/ 430472 w 1166496"/>
                <a:gd name="connsiteY27" fmla="*/ 75148 h 829619"/>
                <a:gd name="connsiteX28" fmla="*/ 423793 w 1166496"/>
                <a:gd name="connsiteY28" fmla="*/ 116950 h 829619"/>
                <a:gd name="connsiteX29" fmla="*/ 387963 w 1166496"/>
                <a:gd name="connsiteY29" fmla="*/ 133451 h 829619"/>
                <a:gd name="connsiteX30" fmla="*/ 45677 w 1166496"/>
                <a:gd name="connsiteY30" fmla="*/ 133433 h 829619"/>
                <a:gd name="connsiteX31" fmla="*/ 16990 w 1166496"/>
                <a:gd name="connsiteY31" fmla="*/ 124373 h 829619"/>
                <a:gd name="connsiteX32" fmla="*/ 712 w 1166496"/>
                <a:gd name="connsiteY32" fmla="*/ 82813 h 829619"/>
                <a:gd name="connsiteX33" fmla="*/ 31482 w 1166496"/>
                <a:gd name="connsiteY33" fmla="*/ 48359 h 829619"/>
                <a:gd name="connsiteX34" fmla="*/ 33380 w 1166496"/>
                <a:gd name="connsiteY34" fmla="*/ 386980 h 829619"/>
                <a:gd name="connsiteX35" fmla="*/ 54941 w 1166496"/>
                <a:gd name="connsiteY35" fmla="*/ 385994 h 829619"/>
                <a:gd name="connsiteX36" fmla="*/ 378605 w 1166496"/>
                <a:gd name="connsiteY36" fmla="*/ 385994 h 829619"/>
                <a:gd name="connsiteX37" fmla="*/ 403032 w 1166496"/>
                <a:gd name="connsiteY37" fmla="*/ 387873 h 829619"/>
                <a:gd name="connsiteX38" fmla="*/ 432649 w 1166496"/>
                <a:gd name="connsiteY38" fmla="*/ 423071 h 829619"/>
                <a:gd name="connsiteX39" fmla="*/ 415664 w 1166496"/>
                <a:gd name="connsiteY39" fmla="*/ 463943 h 829619"/>
                <a:gd name="connsiteX40" fmla="*/ 388000 w 1166496"/>
                <a:gd name="connsiteY40" fmla="*/ 472538 h 829619"/>
                <a:gd name="connsiteX41" fmla="*/ 43817 w 1166496"/>
                <a:gd name="connsiteY41" fmla="*/ 472501 h 829619"/>
                <a:gd name="connsiteX42" fmla="*/ 18869 w 1166496"/>
                <a:gd name="connsiteY42" fmla="*/ 464910 h 829619"/>
                <a:gd name="connsiteX43" fmla="*/ 1252 w 1166496"/>
                <a:gd name="connsiteY43" fmla="*/ 419313 h 829619"/>
                <a:gd name="connsiteX44" fmla="*/ 33380 w 1166496"/>
                <a:gd name="connsiteY44" fmla="*/ 386980 h 829619"/>
                <a:gd name="connsiteX45" fmla="*/ 33287 w 1166496"/>
                <a:gd name="connsiteY45" fmla="*/ 695668 h 829619"/>
                <a:gd name="connsiteX46" fmla="*/ 56820 w 1166496"/>
                <a:gd name="connsiteY46" fmla="*/ 694347 h 829619"/>
                <a:gd name="connsiteX47" fmla="*/ 387982 w 1166496"/>
                <a:gd name="connsiteY47" fmla="*/ 694366 h 829619"/>
                <a:gd name="connsiteX48" fmla="*/ 414213 w 1166496"/>
                <a:gd name="connsiteY48" fmla="*/ 701975 h 829619"/>
                <a:gd name="connsiteX49" fmla="*/ 431737 w 1166496"/>
                <a:gd name="connsiteY49" fmla="*/ 748577 h 829619"/>
                <a:gd name="connsiteX50" fmla="*/ 404595 w 1166496"/>
                <a:gd name="connsiteY50" fmla="*/ 778528 h 829619"/>
                <a:gd name="connsiteX51" fmla="*/ 378680 w 1166496"/>
                <a:gd name="connsiteY51" fmla="*/ 780854 h 829619"/>
                <a:gd name="connsiteX52" fmla="*/ 41956 w 1166496"/>
                <a:gd name="connsiteY52" fmla="*/ 780872 h 829619"/>
                <a:gd name="connsiteX53" fmla="*/ 415 w 1166496"/>
                <a:gd name="connsiteY53" fmla="*/ 743070 h 829619"/>
                <a:gd name="connsiteX54" fmla="*/ 33287 w 1166496"/>
                <a:gd name="connsiteY54" fmla="*/ 695668 h 82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6496" h="829619">
                  <a:moveTo>
                    <a:pt x="902239" y="12901"/>
                  </a:moveTo>
                  <a:cubicBezTo>
                    <a:pt x="914201" y="622"/>
                    <a:pt x="933530" y="-3452"/>
                    <a:pt x="949398" y="3115"/>
                  </a:cubicBezTo>
                  <a:cubicBezTo>
                    <a:pt x="959686" y="6855"/>
                    <a:pt x="966458" y="15840"/>
                    <a:pt x="974327" y="22928"/>
                  </a:cubicBezTo>
                  <a:cubicBezTo>
                    <a:pt x="1033579" y="82106"/>
                    <a:pt x="1092776" y="141339"/>
                    <a:pt x="1151991" y="200554"/>
                  </a:cubicBezTo>
                  <a:cubicBezTo>
                    <a:pt x="1158949" y="207456"/>
                    <a:pt x="1164418" y="216200"/>
                    <a:pt x="1165813" y="226041"/>
                  </a:cubicBezTo>
                  <a:cubicBezTo>
                    <a:pt x="1169162" y="243733"/>
                    <a:pt x="1159934" y="262951"/>
                    <a:pt x="1143935" y="271248"/>
                  </a:cubicBezTo>
                  <a:cubicBezTo>
                    <a:pt x="1128011" y="280270"/>
                    <a:pt x="1106431" y="277573"/>
                    <a:pt x="1093371" y="264718"/>
                  </a:cubicBezTo>
                  <a:cubicBezTo>
                    <a:pt x="1056499" y="227883"/>
                    <a:pt x="1019683" y="190992"/>
                    <a:pt x="982810" y="154176"/>
                  </a:cubicBezTo>
                  <a:cubicBezTo>
                    <a:pt x="982755" y="309608"/>
                    <a:pt x="982848" y="465041"/>
                    <a:pt x="982755" y="620473"/>
                  </a:cubicBezTo>
                  <a:cubicBezTo>
                    <a:pt x="981750" y="686218"/>
                    <a:pt x="948059" y="750232"/>
                    <a:pt x="894760" y="788630"/>
                  </a:cubicBezTo>
                  <a:cubicBezTo>
                    <a:pt x="838577" y="830190"/>
                    <a:pt x="761577" y="841073"/>
                    <a:pt x="696000" y="817019"/>
                  </a:cubicBezTo>
                  <a:cubicBezTo>
                    <a:pt x="681061" y="811531"/>
                    <a:pt x="666625" y="804592"/>
                    <a:pt x="653286" y="795904"/>
                  </a:cubicBezTo>
                  <a:cubicBezTo>
                    <a:pt x="642868" y="789207"/>
                    <a:pt x="635948" y="777617"/>
                    <a:pt x="634460" y="765376"/>
                  </a:cubicBezTo>
                  <a:cubicBezTo>
                    <a:pt x="632190" y="749005"/>
                    <a:pt x="640283" y="731703"/>
                    <a:pt x="654458" y="723146"/>
                  </a:cubicBezTo>
                  <a:cubicBezTo>
                    <a:pt x="668411" y="714235"/>
                    <a:pt x="687368" y="714570"/>
                    <a:pt x="701190" y="723648"/>
                  </a:cubicBezTo>
                  <a:cubicBezTo>
                    <a:pt x="726082" y="739387"/>
                    <a:pt x="756610" y="746121"/>
                    <a:pt x="785781" y="741861"/>
                  </a:cubicBezTo>
                  <a:cubicBezTo>
                    <a:pt x="820104" y="737284"/>
                    <a:pt x="852158" y="717955"/>
                    <a:pt x="872194" y="689697"/>
                  </a:cubicBezTo>
                  <a:cubicBezTo>
                    <a:pt x="887467" y="668582"/>
                    <a:pt x="895988" y="642741"/>
                    <a:pt x="896285" y="616678"/>
                  </a:cubicBezTo>
                  <a:lnTo>
                    <a:pt x="896285" y="141581"/>
                  </a:lnTo>
                  <a:cubicBezTo>
                    <a:pt x="857665" y="180183"/>
                    <a:pt x="819062" y="218804"/>
                    <a:pt x="780460" y="257407"/>
                  </a:cubicBezTo>
                  <a:cubicBezTo>
                    <a:pt x="772702" y="265257"/>
                    <a:pt x="761931" y="270020"/>
                    <a:pt x="750899" y="270225"/>
                  </a:cubicBezTo>
                  <a:cubicBezTo>
                    <a:pt x="735607" y="270745"/>
                    <a:pt x="720203" y="262653"/>
                    <a:pt x="712501" y="249333"/>
                  </a:cubicBezTo>
                  <a:cubicBezTo>
                    <a:pt x="702288" y="232831"/>
                    <a:pt x="705116" y="209689"/>
                    <a:pt x="719013" y="196108"/>
                  </a:cubicBezTo>
                  <a:cubicBezTo>
                    <a:pt x="780051" y="135014"/>
                    <a:pt x="841126" y="73939"/>
                    <a:pt x="902239" y="12901"/>
                  </a:cubicBezTo>
                  <a:close/>
                  <a:moveTo>
                    <a:pt x="31482" y="48359"/>
                  </a:moveTo>
                  <a:cubicBezTo>
                    <a:pt x="34850" y="47392"/>
                    <a:pt x="38366" y="46982"/>
                    <a:pt x="41882" y="46926"/>
                  </a:cubicBezTo>
                  <a:cubicBezTo>
                    <a:pt x="158451" y="46964"/>
                    <a:pt x="275021" y="46945"/>
                    <a:pt x="391609" y="46945"/>
                  </a:cubicBezTo>
                  <a:cubicBezTo>
                    <a:pt x="408762" y="47020"/>
                    <a:pt x="424947" y="58982"/>
                    <a:pt x="430472" y="75148"/>
                  </a:cubicBezTo>
                  <a:cubicBezTo>
                    <a:pt x="435662" y="89008"/>
                    <a:pt x="433058" y="105397"/>
                    <a:pt x="423793" y="116950"/>
                  </a:cubicBezTo>
                  <a:cubicBezTo>
                    <a:pt x="415385" y="127815"/>
                    <a:pt x="401599" y="133749"/>
                    <a:pt x="387963" y="133451"/>
                  </a:cubicBezTo>
                  <a:cubicBezTo>
                    <a:pt x="273868" y="133451"/>
                    <a:pt x="159772" y="133470"/>
                    <a:pt x="45677" y="133433"/>
                  </a:cubicBezTo>
                  <a:cubicBezTo>
                    <a:pt x="35445" y="133582"/>
                    <a:pt x="25101" y="130698"/>
                    <a:pt x="16990" y="124373"/>
                  </a:cubicBezTo>
                  <a:cubicBezTo>
                    <a:pt x="4414" y="114978"/>
                    <a:pt x="-2116" y="98254"/>
                    <a:pt x="712" y="82813"/>
                  </a:cubicBezTo>
                  <a:cubicBezTo>
                    <a:pt x="3168" y="66683"/>
                    <a:pt x="15707" y="52619"/>
                    <a:pt x="31482" y="48359"/>
                  </a:cubicBezTo>
                  <a:close/>
                  <a:moveTo>
                    <a:pt x="33380" y="386980"/>
                  </a:moveTo>
                  <a:cubicBezTo>
                    <a:pt x="40449" y="385417"/>
                    <a:pt x="47760" y="386087"/>
                    <a:pt x="54941" y="385994"/>
                  </a:cubicBezTo>
                  <a:lnTo>
                    <a:pt x="378605" y="385994"/>
                  </a:lnTo>
                  <a:cubicBezTo>
                    <a:pt x="386754" y="386069"/>
                    <a:pt x="395144" y="385269"/>
                    <a:pt x="403032" y="387873"/>
                  </a:cubicBezTo>
                  <a:cubicBezTo>
                    <a:pt x="418584" y="392580"/>
                    <a:pt x="430621" y="406979"/>
                    <a:pt x="432649" y="423071"/>
                  </a:cubicBezTo>
                  <a:cubicBezTo>
                    <a:pt x="435067" y="438456"/>
                    <a:pt x="428258" y="454809"/>
                    <a:pt x="415664" y="463943"/>
                  </a:cubicBezTo>
                  <a:cubicBezTo>
                    <a:pt x="407813" y="469971"/>
                    <a:pt x="397786" y="472612"/>
                    <a:pt x="388000" y="472538"/>
                  </a:cubicBezTo>
                  <a:cubicBezTo>
                    <a:pt x="273272" y="472463"/>
                    <a:pt x="158544" y="472519"/>
                    <a:pt x="43817" y="472501"/>
                  </a:cubicBezTo>
                  <a:cubicBezTo>
                    <a:pt x="34980" y="472463"/>
                    <a:pt x="26143" y="469933"/>
                    <a:pt x="18869" y="464910"/>
                  </a:cubicBezTo>
                  <a:cubicBezTo>
                    <a:pt x="4321" y="455292"/>
                    <a:pt x="-2971" y="436187"/>
                    <a:pt x="1252" y="419313"/>
                  </a:cubicBezTo>
                  <a:cubicBezTo>
                    <a:pt x="4582" y="403556"/>
                    <a:pt x="17734" y="390571"/>
                    <a:pt x="33380" y="386980"/>
                  </a:cubicBezTo>
                  <a:close/>
                  <a:moveTo>
                    <a:pt x="33287" y="695668"/>
                  </a:moveTo>
                  <a:cubicBezTo>
                    <a:pt x="40989" y="693920"/>
                    <a:pt x="48970" y="694366"/>
                    <a:pt x="56820" y="694347"/>
                  </a:cubicBezTo>
                  <a:cubicBezTo>
                    <a:pt x="167195" y="694366"/>
                    <a:pt x="277588" y="694329"/>
                    <a:pt x="387982" y="694366"/>
                  </a:cubicBezTo>
                  <a:cubicBezTo>
                    <a:pt x="397209" y="694347"/>
                    <a:pt x="406585" y="696617"/>
                    <a:pt x="414213" y="701975"/>
                  </a:cubicBezTo>
                  <a:cubicBezTo>
                    <a:pt x="429133" y="711723"/>
                    <a:pt x="436425" y="731406"/>
                    <a:pt x="431737" y="748577"/>
                  </a:cubicBezTo>
                  <a:cubicBezTo>
                    <a:pt x="428426" y="762288"/>
                    <a:pt x="417877" y="773859"/>
                    <a:pt x="404595" y="778528"/>
                  </a:cubicBezTo>
                  <a:cubicBezTo>
                    <a:pt x="396316" y="781710"/>
                    <a:pt x="387331" y="780761"/>
                    <a:pt x="378680" y="780854"/>
                  </a:cubicBezTo>
                  <a:cubicBezTo>
                    <a:pt x="266426" y="780872"/>
                    <a:pt x="154191" y="780835"/>
                    <a:pt x="41956" y="780872"/>
                  </a:cubicBezTo>
                  <a:cubicBezTo>
                    <a:pt x="21176" y="781077"/>
                    <a:pt x="2517" y="763571"/>
                    <a:pt x="415" y="743070"/>
                  </a:cubicBezTo>
                  <a:cubicBezTo>
                    <a:pt x="-2729" y="721881"/>
                    <a:pt x="12377" y="700189"/>
                    <a:pt x="33287" y="695668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9" name="文本框 128"/>
          <p:cNvSpPr txBox="1"/>
          <p:nvPr/>
        </p:nvSpPr>
        <p:spPr>
          <a:xfrm>
            <a:off x="9031357" y="5920085"/>
            <a:ext cx="2553874" cy="541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定期组织内部培训和经验分享会，鼓励团队成员参加外部学习交流活动，为各项营销工作的顺利开展提供坚实保障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 rot="20259691">
            <a:off x="5522325" y="3354333"/>
            <a:ext cx="276999" cy="1615827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精准营销拓市场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 rot="1360431">
            <a:off x="6396734" y="3354333"/>
            <a:ext cx="276999" cy="1615827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多元驱动铸辉煌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2" name="Rectangle 1"/>
          <p:cNvSpPr>
            <a:spLocks noChangeArrowheads="1"/>
          </p:cNvSpPr>
          <p:nvPr/>
        </p:nvSpPr>
        <p:spPr bwMode="auto">
          <a:xfrm>
            <a:off x="564357" y="1072504"/>
            <a:ext cx="11063287" cy="3568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C1F2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过去一个季度的营销工作中，各板块相辅相成，共同推动了业绩增长。线上广告投放和社交媒体营销为品牌吸引大量流量，线下活动营销和客户关系管理则增强客户体验与忠诚度，内容营销与合作伙伴营销拓展品牌影响力，市场调研为决策提供方向，而团队的协作与成长是所有工作顺利开展的基石。未来，我们将继续优化各板块工作，强化协同效应，以实现更卓越的营销业绩</a:t>
            </a:r>
            <a:endParaRPr kumimoji="0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C1F2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/>
        </p:nvSpPr>
        <p:spPr>
          <a:xfrm>
            <a:off x="2743199" y="798874"/>
            <a:ext cx="2532743" cy="5804534"/>
          </a:xfrm>
          <a:custGeom>
            <a:avLst/>
            <a:gdLst>
              <a:gd name="connsiteX0" fmla="*/ 7590972 w 7590972"/>
              <a:gd name="connsiteY0" fmla="*/ 0 h 4487185"/>
              <a:gd name="connsiteX1" fmla="*/ 7590972 w 7590972"/>
              <a:gd name="connsiteY1" fmla="*/ 4487185 h 4487185"/>
              <a:gd name="connsiteX2" fmla="*/ 7537562 w 7590972"/>
              <a:gd name="connsiteY2" fmla="*/ 4454568 h 4487185"/>
              <a:gd name="connsiteX3" fmla="*/ 3699548 w 7590972"/>
              <a:gd name="connsiteY3" fmla="*/ 3392480 h 4487185"/>
              <a:gd name="connsiteX4" fmla="*/ 48202 w 7590972"/>
              <a:gd name="connsiteY4" fmla="*/ 3205639 h 4487185"/>
              <a:gd name="connsiteX5" fmla="*/ 0 w 7590972"/>
              <a:gd name="connsiteY5" fmla="*/ 3212225 h 4487185"/>
              <a:gd name="connsiteX6" fmla="*/ 0 w 7590972"/>
              <a:gd name="connsiteY6" fmla="*/ 1274960 h 4487185"/>
              <a:gd name="connsiteX7" fmla="*/ 48203 w 7590972"/>
              <a:gd name="connsiteY7" fmla="*/ 1281546 h 4487185"/>
              <a:gd name="connsiteX8" fmla="*/ 3699549 w 7590972"/>
              <a:gd name="connsiteY8" fmla="*/ 1094705 h 4487185"/>
              <a:gd name="connsiteX9" fmla="*/ 7537563 w 7590972"/>
              <a:gd name="connsiteY9" fmla="*/ 32617 h 4487185"/>
              <a:gd name="connsiteX10" fmla="*/ 7590972 w 7590972"/>
              <a:gd name="connsiteY10" fmla="*/ 0 h 448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90972" h="4487185">
                <a:moveTo>
                  <a:pt x="7590972" y="0"/>
                </a:moveTo>
                <a:lnTo>
                  <a:pt x="7590972" y="4487185"/>
                </a:lnTo>
                <a:lnTo>
                  <a:pt x="7537562" y="4454568"/>
                </a:lnTo>
                <a:cubicBezTo>
                  <a:pt x="6879215" y="4072327"/>
                  <a:pt x="5421020" y="3655293"/>
                  <a:pt x="3699548" y="3392480"/>
                </a:cubicBezTo>
                <a:cubicBezTo>
                  <a:pt x="2202616" y="3163948"/>
                  <a:pt x="860895" y="3106117"/>
                  <a:pt x="48202" y="3205639"/>
                </a:cubicBezTo>
                <a:lnTo>
                  <a:pt x="0" y="3212225"/>
                </a:lnTo>
                <a:lnTo>
                  <a:pt x="0" y="1274960"/>
                </a:lnTo>
                <a:lnTo>
                  <a:pt x="48203" y="1281546"/>
                </a:lnTo>
                <a:cubicBezTo>
                  <a:pt x="860896" y="1381068"/>
                  <a:pt x="2202617" y="1323238"/>
                  <a:pt x="3699549" y="1094705"/>
                </a:cubicBezTo>
                <a:cubicBezTo>
                  <a:pt x="5421021" y="831893"/>
                  <a:pt x="6879216" y="414858"/>
                  <a:pt x="7537563" y="32617"/>
                </a:cubicBezTo>
                <a:lnTo>
                  <a:pt x="7590972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Oval 10+"/>
          <p:cNvSpPr/>
          <p:nvPr/>
        </p:nvSpPr>
        <p:spPr>
          <a:xfrm>
            <a:off x="696235" y="2010004"/>
            <a:ext cx="3411308" cy="34113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63478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工作汇报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2526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四段话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7661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095602" y="2423884"/>
            <a:ext cx="2554515" cy="2554515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Oval 10++"/>
          <p:cNvSpPr/>
          <p:nvPr/>
        </p:nvSpPr>
        <p:spPr>
          <a:xfrm>
            <a:off x="362407" y="1676176"/>
            <a:ext cx="4078964" cy="407896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62284" y="87312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Rectangle 26+"/>
          <p:cNvSpPr/>
          <p:nvPr/>
        </p:nvSpPr>
        <p:spPr>
          <a:xfrm>
            <a:off x="4862284" y="230943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" name="Rectangle 26++"/>
          <p:cNvSpPr/>
          <p:nvPr/>
        </p:nvSpPr>
        <p:spPr>
          <a:xfrm>
            <a:off x="4862284" y="5182054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Rectangle 26+"/>
          <p:cNvSpPr/>
          <p:nvPr/>
        </p:nvSpPr>
        <p:spPr>
          <a:xfrm>
            <a:off x="4862284" y="3745745"/>
            <a:ext cx="6886803" cy="134257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11684622" y="99649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Freeform 32+"/>
          <p:cNvSpPr/>
          <p:nvPr/>
        </p:nvSpPr>
        <p:spPr>
          <a:xfrm>
            <a:off x="11684622" y="243280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Freeform 32++"/>
          <p:cNvSpPr/>
          <p:nvPr/>
        </p:nvSpPr>
        <p:spPr>
          <a:xfrm>
            <a:off x="11684622" y="3869115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Freeform 32+++"/>
          <p:cNvSpPr/>
          <p:nvPr/>
        </p:nvSpPr>
        <p:spPr>
          <a:xfrm>
            <a:off x="11684622" y="5305424"/>
            <a:ext cx="64464" cy="1095830"/>
          </a:xfrm>
          <a:custGeom>
            <a:avLst/>
            <a:gdLst>
              <a:gd name="connsiteX0" fmla="*/ 64464 w 64464"/>
              <a:gd name="connsiteY0" fmla="*/ 1095829 h 1095830"/>
              <a:gd name="connsiteX1" fmla="*/ 64464 w 64464"/>
              <a:gd name="connsiteY1" fmla="*/ 1095830 h 1095830"/>
              <a:gd name="connsiteX2" fmla="*/ 64463 w 64464"/>
              <a:gd name="connsiteY2" fmla="*/ 1095830 h 1095830"/>
              <a:gd name="connsiteX3" fmla="*/ 64464 w 64464"/>
              <a:gd name="connsiteY3" fmla="*/ 0 h 1095830"/>
              <a:gd name="connsiteX4" fmla="*/ 64464 w 64464"/>
              <a:gd name="connsiteY4" fmla="*/ 1095829 h 1095830"/>
              <a:gd name="connsiteX5" fmla="*/ 0 w 64464"/>
              <a:gd name="connsiteY5" fmla="*/ 1031365 h 1095830"/>
              <a:gd name="connsiteX6" fmla="*/ 0 w 64464"/>
              <a:gd name="connsiteY6" fmla="*/ 64464 h 1095830"/>
              <a:gd name="connsiteX7" fmla="*/ 64464 w 64464"/>
              <a:gd name="connsiteY7" fmla="*/ 0 h 109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4" h="1095830">
                <a:moveTo>
                  <a:pt x="64464" y="1095829"/>
                </a:moveTo>
                <a:lnTo>
                  <a:pt x="64464" y="1095830"/>
                </a:lnTo>
                <a:lnTo>
                  <a:pt x="64463" y="1095830"/>
                </a:lnTo>
                <a:close/>
                <a:moveTo>
                  <a:pt x="64464" y="0"/>
                </a:moveTo>
                <a:lnTo>
                  <a:pt x="64464" y="1095829"/>
                </a:lnTo>
                <a:cubicBezTo>
                  <a:pt x="28862" y="1095829"/>
                  <a:pt x="0" y="1066967"/>
                  <a:pt x="0" y="1031365"/>
                </a:cubicBezTo>
                <a:lnTo>
                  <a:pt x="0" y="64464"/>
                </a:lnTo>
                <a:cubicBezTo>
                  <a:pt x="0" y="28862"/>
                  <a:pt x="28862" y="0"/>
                  <a:pt x="644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矩形: 圆角 36"/>
          <p:cNvSpPr/>
          <p:nvPr>
            <p:custDataLst>
              <p:tags r:id="rId1"/>
            </p:custDataLst>
          </p:nvPr>
        </p:nvSpPr>
        <p:spPr>
          <a:xfrm>
            <a:off x="3961819" y="886466"/>
            <a:ext cx="1203452" cy="118661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Rounded Rectangle 36+"/>
          <p:cNvSpPr/>
          <p:nvPr>
            <p:custDataLst>
              <p:tags r:id="rId2"/>
            </p:custDataLst>
          </p:nvPr>
        </p:nvSpPr>
        <p:spPr>
          <a:xfrm>
            <a:off x="4791529" y="2365865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Rounded Rectangle 36++"/>
          <p:cNvSpPr/>
          <p:nvPr>
            <p:custDataLst>
              <p:tags r:id="rId3"/>
            </p:custDataLst>
          </p:nvPr>
        </p:nvSpPr>
        <p:spPr>
          <a:xfrm>
            <a:off x="4791529" y="3845265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Rounded Rectangle 36+++"/>
          <p:cNvSpPr/>
          <p:nvPr>
            <p:custDataLst>
              <p:tags r:id="rId4"/>
            </p:custDataLst>
          </p:nvPr>
        </p:nvSpPr>
        <p:spPr>
          <a:xfrm>
            <a:off x="3961819" y="5324663"/>
            <a:ext cx="1203452" cy="11866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183" tIns="47092" rIns="94183" bIns="470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1" name="Oval 10+++"/>
          <p:cNvSpPr/>
          <p:nvPr/>
        </p:nvSpPr>
        <p:spPr>
          <a:xfrm>
            <a:off x="-58508" y="1255261"/>
            <a:ext cx="4920794" cy="4920792"/>
          </a:xfrm>
          <a:prstGeom prst="ellipse">
            <a:avLst/>
          </a:prstGeom>
          <a:noFill/>
          <a:ln>
            <a:gradFill>
              <a:gsLst>
                <a:gs pos="25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5333999" y="87312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Freeform 43+"/>
          <p:cNvSpPr/>
          <p:nvPr/>
        </p:nvSpPr>
        <p:spPr>
          <a:xfrm>
            <a:off x="6183313" y="230943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6" name="Freeform 43++"/>
          <p:cNvSpPr/>
          <p:nvPr/>
        </p:nvSpPr>
        <p:spPr>
          <a:xfrm>
            <a:off x="6183313" y="3745745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7" name="Freeform 43+++"/>
          <p:cNvSpPr/>
          <p:nvPr/>
        </p:nvSpPr>
        <p:spPr>
          <a:xfrm>
            <a:off x="5333999" y="5182054"/>
            <a:ext cx="1676400" cy="442684"/>
          </a:xfrm>
          <a:custGeom>
            <a:avLst/>
            <a:gdLst>
              <a:gd name="connsiteX0" fmla="*/ 3068 w 1676400"/>
              <a:gd name="connsiteY0" fmla="*/ 0 h 442684"/>
              <a:gd name="connsiteX1" fmla="*/ 1673333 w 1676400"/>
              <a:gd name="connsiteY1" fmla="*/ 0 h 442684"/>
              <a:gd name="connsiteX2" fmla="*/ 1676400 w 1676400"/>
              <a:gd name="connsiteY2" fmla="*/ 15195 h 442684"/>
              <a:gd name="connsiteX3" fmla="*/ 1676400 w 1676400"/>
              <a:gd name="connsiteY3" fmla="*/ 357184 h 442684"/>
              <a:gd name="connsiteX4" fmla="*/ 1590900 w 1676400"/>
              <a:gd name="connsiteY4" fmla="*/ 442684 h 442684"/>
              <a:gd name="connsiteX5" fmla="*/ 85500 w 1676400"/>
              <a:gd name="connsiteY5" fmla="*/ 442684 h 442684"/>
              <a:gd name="connsiteX6" fmla="*/ 0 w 1676400"/>
              <a:gd name="connsiteY6" fmla="*/ 357184 h 442684"/>
              <a:gd name="connsiteX7" fmla="*/ 0 w 1676400"/>
              <a:gd name="connsiteY7" fmla="*/ 15195 h 4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6400" h="442684">
                <a:moveTo>
                  <a:pt x="3068" y="0"/>
                </a:moveTo>
                <a:lnTo>
                  <a:pt x="1673333" y="0"/>
                </a:lnTo>
                <a:lnTo>
                  <a:pt x="1676400" y="15195"/>
                </a:lnTo>
                <a:lnTo>
                  <a:pt x="1676400" y="357184"/>
                </a:lnTo>
                <a:cubicBezTo>
                  <a:pt x="1676400" y="404404"/>
                  <a:pt x="1638120" y="442684"/>
                  <a:pt x="1590900" y="442684"/>
                </a:cubicBezTo>
                <a:lnTo>
                  <a:pt x="85500" y="442684"/>
                </a:lnTo>
                <a:cubicBezTo>
                  <a:pt x="38280" y="442684"/>
                  <a:pt x="0" y="404404"/>
                  <a:pt x="0" y="357184"/>
                </a:cubicBezTo>
                <a:lnTo>
                  <a:pt x="0" y="1519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8846458" y="892402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8+"/>
          <p:cNvCxnSpPr/>
          <p:nvPr/>
        </p:nvCxnSpPr>
        <p:spPr>
          <a:xfrm>
            <a:off x="8846458" y="2328712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8+"/>
          <p:cNvCxnSpPr/>
          <p:nvPr/>
        </p:nvCxnSpPr>
        <p:spPr>
          <a:xfrm>
            <a:off x="8846458" y="3766230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8++"/>
          <p:cNvCxnSpPr/>
          <p:nvPr/>
        </p:nvCxnSpPr>
        <p:spPr>
          <a:xfrm>
            <a:off x="8846458" y="5202540"/>
            <a:ext cx="0" cy="1304018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78686" y="994228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6" name="TextBox 54+"/>
          <p:cNvSpPr txBox="1"/>
          <p:nvPr/>
        </p:nvSpPr>
        <p:spPr>
          <a:xfrm>
            <a:off x="9078686" y="2431143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7" name="TextBox 54++"/>
          <p:cNvSpPr txBox="1"/>
          <p:nvPr/>
        </p:nvSpPr>
        <p:spPr>
          <a:xfrm>
            <a:off x="9078686" y="3889829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8" name="TextBox 54+++"/>
          <p:cNvSpPr txBox="1"/>
          <p:nvPr/>
        </p:nvSpPr>
        <p:spPr>
          <a:xfrm>
            <a:off x="9078686" y="5297714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595118" y="955968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246211" y="1513798"/>
            <a:ext cx="65883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15%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8" name="组合 67"/>
          <p:cNvGrpSpPr>
            <a:grpSpLocks noChangeAspect="1"/>
          </p:cNvGrpSpPr>
          <p:nvPr/>
        </p:nvGrpSpPr>
        <p:grpSpPr>
          <a:xfrm>
            <a:off x="4388271" y="1030476"/>
            <a:ext cx="350548" cy="396000"/>
            <a:chOff x="4241842" y="718417"/>
            <a:chExt cx="677074" cy="764863"/>
          </a:xfrm>
          <a:solidFill>
            <a:schemeClr val="bg1"/>
          </a:solidFill>
        </p:grpSpPr>
        <p:sp>
          <p:nvSpPr>
            <p:cNvPr id="66" name="任意多边形: 形状 65"/>
            <p:cNvSpPr/>
            <p:nvPr/>
          </p:nvSpPr>
          <p:spPr>
            <a:xfrm>
              <a:off x="4241842" y="718417"/>
              <a:ext cx="546893" cy="764863"/>
            </a:xfrm>
            <a:custGeom>
              <a:avLst/>
              <a:gdLst>
                <a:gd name="connsiteX0" fmla="*/ 498184 w 546893"/>
                <a:gd name="connsiteY0" fmla="*/ 495928 h 764863"/>
                <a:gd name="connsiteX1" fmla="*/ 531095 w 546893"/>
                <a:gd name="connsiteY1" fmla="*/ 487662 h 764863"/>
                <a:gd name="connsiteX2" fmla="*/ 524242 w 546893"/>
                <a:gd name="connsiteY2" fmla="*/ 455664 h 764863"/>
                <a:gd name="connsiteX3" fmla="*/ 394957 w 546893"/>
                <a:gd name="connsiteY3" fmla="*/ 406091 h 764863"/>
                <a:gd name="connsiteX4" fmla="*/ 546893 w 546893"/>
                <a:gd name="connsiteY4" fmla="*/ 207269 h 764863"/>
                <a:gd name="connsiteX5" fmla="*/ 339673 w 546893"/>
                <a:gd name="connsiteY5" fmla="*/ 0 h 764863"/>
                <a:gd name="connsiteX6" fmla="*/ 132452 w 546893"/>
                <a:gd name="connsiteY6" fmla="*/ 207269 h 764863"/>
                <a:gd name="connsiteX7" fmla="*/ 284388 w 546893"/>
                <a:gd name="connsiteY7" fmla="*/ 406091 h 764863"/>
                <a:gd name="connsiteX8" fmla="*/ 0 w 546893"/>
                <a:gd name="connsiteY8" fmla="*/ 740869 h 764863"/>
                <a:gd name="connsiteX9" fmla="*/ 23995 w 546893"/>
                <a:gd name="connsiteY9" fmla="*/ 764864 h 764863"/>
                <a:gd name="connsiteX10" fmla="*/ 47990 w 546893"/>
                <a:gd name="connsiteY10" fmla="*/ 740869 h 764863"/>
                <a:gd name="connsiteX11" fmla="*/ 339673 w 546893"/>
                <a:gd name="connsiteY11" fmla="*/ 449186 h 764863"/>
                <a:gd name="connsiteX12" fmla="*/ 498184 w 546893"/>
                <a:gd name="connsiteY12" fmla="*/ 495928 h 764863"/>
                <a:gd name="connsiteX13" fmla="*/ 180394 w 546893"/>
                <a:gd name="connsiteY13" fmla="*/ 207269 h 764863"/>
                <a:gd name="connsiteX14" fmla="*/ 339625 w 546893"/>
                <a:gd name="connsiteY14" fmla="*/ 47990 h 764863"/>
                <a:gd name="connsiteX15" fmla="*/ 498855 w 546893"/>
                <a:gd name="connsiteY15" fmla="*/ 207269 h 764863"/>
                <a:gd name="connsiteX16" fmla="*/ 339625 w 546893"/>
                <a:gd name="connsiteY16" fmla="*/ 366499 h 764863"/>
                <a:gd name="connsiteX17" fmla="*/ 180394 w 546893"/>
                <a:gd name="connsiteY17" fmla="*/ 207269 h 76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893" h="764863">
                  <a:moveTo>
                    <a:pt x="498184" y="495928"/>
                  </a:moveTo>
                  <a:cubicBezTo>
                    <a:pt x="509555" y="502734"/>
                    <a:pt x="524290" y="499033"/>
                    <a:pt x="531095" y="487662"/>
                  </a:cubicBezTo>
                  <a:cubicBezTo>
                    <a:pt x="537566" y="476851"/>
                    <a:pt x="534573" y="462877"/>
                    <a:pt x="524242" y="455664"/>
                  </a:cubicBezTo>
                  <a:cubicBezTo>
                    <a:pt x="485020" y="430414"/>
                    <a:pt x="441006" y="413537"/>
                    <a:pt x="394957" y="406091"/>
                  </a:cubicBezTo>
                  <a:cubicBezTo>
                    <a:pt x="482251" y="381712"/>
                    <a:pt x="546893" y="302289"/>
                    <a:pt x="546893" y="207269"/>
                  </a:cubicBezTo>
                  <a:cubicBezTo>
                    <a:pt x="546761" y="92871"/>
                    <a:pt x="454071" y="159"/>
                    <a:pt x="339673" y="0"/>
                  </a:cubicBezTo>
                  <a:cubicBezTo>
                    <a:pt x="225275" y="159"/>
                    <a:pt x="132584" y="92871"/>
                    <a:pt x="132452" y="207269"/>
                  </a:cubicBezTo>
                  <a:cubicBezTo>
                    <a:pt x="132452" y="302289"/>
                    <a:pt x="197047" y="381712"/>
                    <a:pt x="284388" y="406091"/>
                  </a:cubicBezTo>
                  <a:cubicBezTo>
                    <a:pt x="123382" y="432629"/>
                    <a:pt x="0" y="572424"/>
                    <a:pt x="0" y="740869"/>
                  </a:cubicBezTo>
                  <a:cubicBezTo>
                    <a:pt x="0" y="754121"/>
                    <a:pt x="10743" y="764864"/>
                    <a:pt x="23995" y="764864"/>
                  </a:cubicBezTo>
                  <a:cubicBezTo>
                    <a:pt x="37247" y="764864"/>
                    <a:pt x="47990" y="754121"/>
                    <a:pt x="47990" y="740869"/>
                  </a:cubicBezTo>
                  <a:cubicBezTo>
                    <a:pt x="48175" y="579853"/>
                    <a:pt x="178658" y="449371"/>
                    <a:pt x="339673" y="449186"/>
                  </a:cubicBezTo>
                  <a:cubicBezTo>
                    <a:pt x="396157" y="449186"/>
                    <a:pt x="450961" y="465358"/>
                    <a:pt x="498184" y="495928"/>
                  </a:cubicBezTo>
                  <a:close/>
                  <a:moveTo>
                    <a:pt x="180394" y="207269"/>
                  </a:moveTo>
                  <a:cubicBezTo>
                    <a:pt x="180500" y="119364"/>
                    <a:pt x="251720" y="48122"/>
                    <a:pt x="339625" y="47990"/>
                  </a:cubicBezTo>
                  <a:cubicBezTo>
                    <a:pt x="427540" y="48096"/>
                    <a:pt x="498776" y="119353"/>
                    <a:pt x="498855" y="207269"/>
                  </a:cubicBezTo>
                  <a:cubicBezTo>
                    <a:pt x="498776" y="295176"/>
                    <a:pt x="427533" y="366420"/>
                    <a:pt x="339625" y="366499"/>
                  </a:cubicBezTo>
                  <a:cubicBezTo>
                    <a:pt x="251728" y="366393"/>
                    <a:pt x="180500" y="295165"/>
                    <a:pt x="180394" y="207269"/>
                  </a:cubicBezTo>
                  <a:close/>
                </a:path>
              </a:pathLst>
            </a:custGeom>
            <a:grpFill/>
            <a:ln w="7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4450799" y="1185663"/>
              <a:ext cx="468117" cy="271286"/>
            </a:xfrm>
            <a:custGeom>
              <a:avLst/>
              <a:gdLst>
                <a:gd name="connsiteX0" fmla="*/ 467989 w 468117"/>
                <a:gd name="connsiteY0" fmla="*/ 8526 h 271286"/>
                <a:gd name="connsiteX1" fmla="*/ 465542 w 468117"/>
                <a:gd name="connsiteY1" fmla="*/ 1712 h 271286"/>
                <a:gd name="connsiteX2" fmla="*/ 458343 w 468117"/>
                <a:gd name="connsiteY2" fmla="*/ 416 h 271286"/>
                <a:gd name="connsiteX3" fmla="*/ 355980 w 468117"/>
                <a:gd name="connsiteY3" fmla="*/ 37608 h 271286"/>
                <a:gd name="connsiteX4" fmla="*/ 382711 w 468117"/>
                <a:gd name="connsiteY4" fmla="*/ 60115 h 271286"/>
                <a:gd name="connsiteX5" fmla="*/ 282268 w 468117"/>
                <a:gd name="connsiteY5" fmla="*/ 166605 h 271286"/>
                <a:gd name="connsiteX6" fmla="*/ 171939 w 468117"/>
                <a:gd name="connsiteY6" fmla="*/ 95628 h 271286"/>
                <a:gd name="connsiteX7" fmla="*/ 142185 w 468117"/>
                <a:gd name="connsiteY7" fmla="*/ 98603 h 271286"/>
                <a:gd name="connsiteX8" fmla="*/ 7238 w 468117"/>
                <a:gd name="connsiteY8" fmla="*/ 230096 h 271286"/>
                <a:gd name="connsiteX9" fmla="*/ 6830 w 468117"/>
                <a:gd name="connsiteY9" fmla="*/ 264049 h 271286"/>
                <a:gd name="connsiteX10" fmla="*/ 40783 w 468117"/>
                <a:gd name="connsiteY10" fmla="*/ 264456 h 271286"/>
                <a:gd name="connsiteX11" fmla="*/ 162005 w 468117"/>
                <a:gd name="connsiteY11" fmla="*/ 146257 h 271286"/>
                <a:gd name="connsiteX12" fmla="*/ 273006 w 468117"/>
                <a:gd name="connsiteY12" fmla="*/ 217714 h 271286"/>
                <a:gd name="connsiteX13" fmla="*/ 303431 w 468117"/>
                <a:gd name="connsiteY13" fmla="*/ 214019 h 271286"/>
                <a:gd name="connsiteX14" fmla="*/ 419423 w 468117"/>
                <a:gd name="connsiteY14" fmla="*/ 91069 h 271286"/>
                <a:gd name="connsiteX15" fmla="*/ 448697 w 468117"/>
                <a:gd name="connsiteY15" fmla="*/ 115736 h 271286"/>
                <a:gd name="connsiteX16" fmla="*/ 467989 w 468117"/>
                <a:gd name="connsiteY16" fmla="*/ 8526 h 27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8117" h="271286">
                  <a:moveTo>
                    <a:pt x="467989" y="8526"/>
                  </a:moveTo>
                  <a:cubicBezTo>
                    <a:pt x="468479" y="5978"/>
                    <a:pt x="467541" y="3365"/>
                    <a:pt x="465542" y="1712"/>
                  </a:cubicBezTo>
                  <a:cubicBezTo>
                    <a:pt x="463535" y="48"/>
                    <a:pt x="460804" y="-443"/>
                    <a:pt x="458343" y="416"/>
                  </a:cubicBezTo>
                  <a:lnTo>
                    <a:pt x="355980" y="37608"/>
                  </a:lnTo>
                  <a:lnTo>
                    <a:pt x="382711" y="60115"/>
                  </a:lnTo>
                  <a:lnTo>
                    <a:pt x="282268" y="166605"/>
                  </a:lnTo>
                  <a:lnTo>
                    <a:pt x="171939" y="95628"/>
                  </a:lnTo>
                  <a:cubicBezTo>
                    <a:pt x="162544" y="89545"/>
                    <a:pt x="150189" y="90780"/>
                    <a:pt x="142185" y="98603"/>
                  </a:cubicBezTo>
                  <a:lnTo>
                    <a:pt x="7238" y="230096"/>
                  </a:lnTo>
                  <a:cubicBezTo>
                    <a:pt x="-2251" y="239359"/>
                    <a:pt x="-2434" y="254560"/>
                    <a:pt x="6830" y="264049"/>
                  </a:cubicBezTo>
                  <a:cubicBezTo>
                    <a:pt x="16093" y="273537"/>
                    <a:pt x="31294" y="273720"/>
                    <a:pt x="40783" y="264456"/>
                  </a:cubicBezTo>
                  <a:lnTo>
                    <a:pt x="162005" y="146257"/>
                  </a:lnTo>
                  <a:lnTo>
                    <a:pt x="273006" y="217714"/>
                  </a:lnTo>
                  <a:cubicBezTo>
                    <a:pt x="282652" y="223953"/>
                    <a:pt x="295561" y="222465"/>
                    <a:pt x="303431" y="214019"/>
                  </a:cubicBezTo>
                  <a:lnTo>
                    <a:pt x="419423" y="91069"/>
                  </a:lnTo>
                  <a:lnTo>
                    <a:pt x="448697" y="115736"/>
                  </a:lnTo>
                  <a:lnTo>
                    <a:pt x="467989" y="8526"/>
                  </a:lnTo>
                  <a:close/>
                </a:path>
              </a:pathLst>
            </a:custGeom>
            <a:grpFill/>
            <a:ln w="7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5401310" y="1459230"/>
            <a:ext cx="298831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积极拓展社交媒体平台，与多个流量大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V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合作推广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优化搜索引擎优化策略，提升在搜索引擎中的排名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通过这些手段吸引了大量新用户注册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116787" y="1459076"/>
            <a:ext cx="1776184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深入挖掘潜在推广渠道，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进一步优化引流内容和流程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持续提升新用户增长规模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892255" y="2932277"/>
            <a:ext cx="977832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444432" y="2392277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阅读量总计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157687" y="2880249"/>
            <a:ext cx="238397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组建了专业且富有创意的内容团队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精心策划并产出一系列高价值的文章、视频等内容，成功吸引用户关注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116787" y="2880249"/>
            <a:ext cx="2487158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用户行为数据分析，精准把握用户喜好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制定更为细致的内容创作计划，不断提升内容的吸引力与传播力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5171484" y="2561635"/>
            <a:ext cx="428543" cy="304937"/>
            <a:chOff x="301942" y="435292"/>
            <a:chExt cx="1301114" cy="925830"/>
          </a:xfrm>
          <a:solidFill>
            <a:schemeClr val="bg1"/>
          </a:solidFill>
        </p:grpSpPr>
        <p:sp>
          <p:nvSpPr>
            <p:cNvPr id="87" name="任意多边形: 形状 86"/>
            <p:cNvSpPr/>
            <p:nvPr/>
          </p:nvSpPr>
          <p:spPr>
            <a:xfrm>
              <a:off x="301942" y="435292"/>
              <a:ext cx="1301114" cy="925830"/>
            </a:xfrm>
            <a:custGeom>
              <a:avLst/>
              <a:gdLst>
                <a:gd name="connsiteX0" fmla="*/ 1225868 w 1301114"/>
                <a:gd name="connsiteY0" fmla="*/ 310515 h 925830"/>
                <a:gd name="connsiteX1" fmla="*/ 650558 w 1301114"/>
                <a:gd name="connsiteY1" fmla="*/ 0 h 925830"/>
                <a:gd name="connsiteX2" fmla="*/ 75248 w 1301114"/>
                <a:gd name="connsiteY2" fmla="*/ 310515 h 925830"/>
                <a:gd name="connsiteX3" fmla="*/ 0 w 1301114"/>
                <a:gd name="connsiteY3" fmla="*/ 462915 h 925830"/>
                <a:gd name="connsiteX4" fmla="*/ 75248 w 1301114"/>
                <a:gd name="connsiteY4" fmla="*/ 615315 h 925830"/>
                <a:gd name="connsiteX5" fmla="*/ 650558 w 1301114"/>
                <a:gd name="connsiteY5" fmla="*/ 925830 h 925830"/>
                <a:gd name="connsiteX6" fmla="*/ 1225868 w 1301114"/>
                <a:gd name="connsiteY6" fmla="*/ 615315 h 925830"/>
                <a:gd name="connsiteX7" fmla="*/ 1301115 w 1301114"/>
                <a:gd name="connsiteY7" fmla="*/ 462915 h 925830"/>
                <a:gd name="connsiteX8" fmla="*/ 1225868 w 1301114"/>
                <a:gd name="connsiteY8" fmla="*/ 310515 h 925830"/>
                <a:gd name="connsiteX9" fmla="*/ 650558 w 1301114"/>
                <a:gd name="connsiteY9" fmla="*/ 843915 h 925830"/>
                <a:gd name="connsiteX10" fmla="*/ 74295 w 1301114"/>
                <a:gd name="connsiteY10" fmla="*/ 462915 h 925830"/>
                <a:gd name="connsiteX11" fmla="*/ 650558 w 1301114"/>
                <a:gd name="connsiteY11" fmla="*/ 81915 h 925830"/>
                <a:gd name="connsiteX12" fmla="*/ 1226820 w 1301114"/>
                <a:gd name="connsiteY12" fmla="*/ 462915 h 925830"/>
                <a:gd name="connsiteX13" fmla="*/ 650558 w 1301114"/>
                <a:gd name="connsiteY13" fmla="*/ 843915 h 92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1114" h="925830">
                  <a:moveTo>
                    <a:pt x="1225868" y="310515"/>
                  </a:moveTo>
                  <a:cubicBezTo>
                    <a:pt x="1102043" y="123825"/>
                    <a:pt x="890588" y="0"/>
                    <a:pt x="650558" y="0"/>
                  </a:cubicBezTo>
                  <a:cubicBezTo>
                    <a:pt x="410528" y="0"/>
                    <a:pt x="198120" y="123825"/>
                    <a:pt x="75248" y="310515"/>
                  </a:cubicBezTo>
                  <a:cubicBezTo>
                    <a:pt x="43815" y="358140"/>
                    <a:pt x="19050" y="408623"/>
                    <a:pt x="0" y="462915"/>
                  </a:cubicBezTo>
                  <a:cubicBezTo>
                    <a:pt x="19050" y="516255"/>
                    <a:pt x="43815" y="567690"/>
                    <a:pt x="75248" y="615315"/>
                  </a:cubicBezTo>
                  <a:cubicBezTo>
                    <a:pt x="199073" y="802005"/>
                    <a:pt x="410528" y="925830"/>
                    <a:pt x="650558" y="925830"/>
                  </a:cubicBezTo>
                  <a:cubicBezTo>
                    <a:pt x="890588" y="925830"/>
                    <a:pt x="1102995" y="802005"/>
                    <a:pt x="1225868" y="615315"/>
                  </a:cubicBezTo>
                  <a:cubicBezTo>
                    <a:pt x="1257300" y="567690"/>
                    <a:pt x="1282065" y="517208"/>
                    <a:pt x="1301115" y="462915"/>
                  </a:cubicBezTo>
                  <a:cubicBezTo>
                    <a:pt x="1283018" y="409575"/>
                    <a:pt x="1257300" y="358140"/>
                    <a:pt x="1225868" y="310515"/>
                  </a:cubicBezTo>
                  <a:close/>
                  <a:moveTo>
                    <a:pt x="650558" y="843915"/>
                  </a:moveTo>
                  <a:cubicBezTo>
                    <a:pt x="392430" y="843915"/>
                    <a:pt x="169545" y="686753"/>
                    <a:pt x="74295" y="462915"/>
                  </a:cubicBezTo>
                  <a:cubicBezTo>
                    <a:pt x="169545" y="239078"/>
                    <a:pt x="392430" y="81915"/>
                    <a:pt x="650558" y="81915"/>
                  </a:cubicBezTo>
                  <a:cubicBezTo>
                    <a:pt x="908685" y="81915"/>
                    <a:pt x="1131570" y="239078"/>
                    <a:pt x="1226820" y="462915"/>
                  </a:cubicBezTo>
                  <a:cubicBezTo>
                    <a:pt x="1131570" y="686753"/>
                    <a:pt x="908685" y="843915"/>
                    <a:pt x="650558" y="84391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698182" y="643889"/>
              <a:ext cx="508634" cy="508635"/>
            </a:xfrm>
            <a:custGeom>
              <a:avLst/>
              <a:gdLst>
                <a:gd name="connsiteX0" fmla="*/ 254318 w 508634"/>
                <a:gd name="connsiteY0" fmla="*/ 0 h 508635"/>
                <a:gd name="connsiteX1" fmla="*/ 0 w 508634"/>
                <a:gd name="connsiteY1" fmla="*/ 254318 h 508635"/>
                <a:gd name="connsiteX2" fmla="*/ 254318 w 508634"/>
                <a:gd name="connsiteY2" fmla="*/ 508635 h 508635"/>
                <a:gd name="connsiteX3" fmla="*/ 508635 w 508634"/>
                <a:gd name="connsiteY3" fmla="*/ 254318 h 508635"/>
                <a:gd name="connsiteX4" fmla="*/ 254318 w 508634"/>
                <a:gd name="connsiteY4" fmla="*/ 0 h 508635"/>
                <a:gd name="connsiteX5" fmla="*/ 254318 w 508634"/>
                <a:gd name="connsiteY5" fmla="*/ 426720 h 508635"/>
                <a:gd name="connsiteX6" fmla="*/ 81915 w 508634"/>
                <a:gd name="connsiteY6" fmla="*/ 254318 h 508635"/>
                <a:gd name="connsiteX7" fmla="*/ 254318 w 508634"/>
                <a:gd name="connsiteY7" fmla="*/ 81915 h 508635"/>
                <a:gd name="connsiteX8" fmla="*/ 426720 w 508634"/>
                <a:gd name="connsiteY8" fmla="*/ 254318 h 508635"/>
                <a:gd name="connsiteX9" fmla="*/ 254318 w 508634"/>
                <a:gd name="connsiteY9" fmla="*/ 426720 h 508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634" h="508635">
                  <a:moveTo>
                    <a:pt x="254318" y="0"/>
                  </a:moveTo>
                  <a:cubicBezTo>
                    <a:pt x="114300" y="0"/>
                    <a:pt x="0" y="114300"/>
                    <a:pt x="0" y="254318"/>
                  </a:cubicBezTo>
                  <a:cubicBezTo>
                    <a:pt x="0" y="394335"/>
                    <a:pt x="114300" y="508635"/>
                    <a:pt x="254318" y="508635"/>
                  </a:cubicBezTo>
                  <a:cubicBezTo>
                    <a:pt x="394335" y="508635"/>
                    <a:pt x="508635" y="394335"/>
                    <a:pt x="508635" y="254318"/>
                  </a:cubicBezTo>
                  <a:cubicBezTo>
                    <a:pt x="508635" y="114300"/>
                    <a:pt x="394335" y="0"/>
                    <a:pt x="254318" y="0"/>
                  </a:cubicBezTo>
                  <a:close/>
                  <a:moveTo>
                    <a:pt x="254318" y="426720"/>
                  </a:moveTo>
                  <a:cubicBezTo>
                    <a:pt x="159068" y="426720"/>
                    <a:pt x="81915" y="349568"/>
                    <a:pt x="81915" y="254318"/>
                  </a:cubicBezTo>
                  <a:cubicBezTo>
                    <a:pt x="81915" y="159068"/>
                    <a:pt x="159068" y="81915"/>
                    <a:pt x="254318" y="81915"/>
                  </a:cubicBezTo>
                  <a:cubicBezTo>
                    <a:pt x="349568" y="81915"/>
                    <a:pt x="426720" y="159068"/>
                    <a:pt x="426720" y="254318"/>
                  </a:cubicBezTo>
                  <a:cubicBezTo>
                    <a:pt x="426720" y="349568"/>
                    <a:pt x="349568" y="426720"/>
                    <a:pt x="254318" y="42672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865004" y="4361934"/>
            <a:ext cx="103233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2" name="TextBox 75+"/>
          <p:cNvSpPr txBox="1"/>
          <p:nvPr/>
        </p:nvSpPr>
        <p:spPr>
          <a:xfrm>
            <a:off x="6329015" y="382858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线上活动人数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184900" y="4389734"/>
            <a:ext cx="2574471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结合重要节日、产品新功能上线等契机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策划形式多样、趣味性强的线上互动活动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116787" y="4389734"/>
            <a:ext cx="237852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收集并分析用户对过往活动的反馈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创新活动形式，融入更多社交元素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5200906" y="3956597"/>
            <a:ext cx="358293" cy="337103"/>
            <a:chOff x="84620" y="132083"/>
            <a:chExt cx="1708245" cy="1607217"/>
          </a:xfrm>
          <a:solidFill>
            <a:schemeClr val="bg1"/>
          </a:solidFill>
        </p:grpSpPr>
        <p:sp>
          <p:nvSpPr>
            <p:cNvPr id="100" name="任意多边形: 形状 99"/>
            <p:cNvSpPr/>
            <p:nvPr/>
          </p:nvSpPr>
          <p:spPr>
            <a:xfrm>
              <a:off x="84620" y="304036"/>
              <a:ext cx="1708245" cy="1249012"/>
            </a:xfrm>
            <a:custGeom>
              <a:avLst/>
              <a:gdLst>
                <a:gd name="connsiteX0" fmla="*/ 1539886 w 1708245"/>
                <a:gd name="connsiteY0" fmla="*/ 659366 h 1249012"/>
                <a:gd name="connsiteX1" fmla="*/ 1425934 w 1708245"/>
                <a:gd name="connsiteY1" fmla="*/ 573055 h 1249012"/>
                <a:gd name="connsiteX2" fmla="*/ 1525838 w 1708245"/>
                <a:gd name="connsiteY2" fmla="*/ 305034 h 1249012"/>
                <a:gd name="connsiteX3" fmla="*/ 1301835 w 1708245"/>
                <a:gd name="connsiteY3" fmla="*/ 1579 h 1249012"/>
                <a:gd name="connsiteX4" fmla="*/ 1266713 w 1708245"/>
                <a:gd name="connsiteY4" fmla="*/ 8848 h 1249012"/>
                <a:gd name="connsiteX5" fmla="*/ 1246420 w 1708245"/>
                <a:gd name="connsiteY5" fmla="*/ 42464 h 1249012"/>
                <a:gd name="connsiteX6" fmla="*/ 1280762 w 1708245"/>
                <a:gd name="connsiteY6" fmla="*/ 107879 h 1249012"/>
                <a:gd name="connsiteX7" fmla="*/ 1432178 w 1708245"/>
                <a:gd name="connsiteY7" fmla="*/ 306851 h 1249012"/>
                <a:gd name="connsiteX8" fmla="*/ 1308079 w 1708245"/>
                <a:gd name="connsiteY8" fmla="*/ 540347 h 1249012"/>
                <a:gd name="connsiteX9" fmla="*/ 1282323 w 1708245"/>
                <a:gd name="connsiteY9" fmla="*/ 595768 h 1249012"/>
                <a:gd name="connsiteX10" fmla="*/ 1319006 w 1708245"/>
                <a:gd name="connsiteY10" fmla="*/ 642104 h 1249012"/>
                <a:gd name="connsiteX11" fmla="*/ 1610911 w 1708245"/>
                <a:gd name="connsiteY11" fmla="*/ 1189048 h 1249012"/>
                <a:gd name="connsiteX12" fmla="*/ 1622619 w 1708245"/>
                <a:gd name="connsiteY12" fmla="*/ 1230842 h 1249012"/>
                <a:gd name="connsiteX13" fmla="*/ 1657741 w 1708245"/>
                <a:gd name="connsiteY13" fmla="*/ 1249012 h 1249012"/>
                <a:gd name="connsiteX14" fmla="*/ 1704571 w 1708245"/>
                <a:gd name="connsiteY14" fmla="*/ 1199951 h 1249012"/>
                <a:gd name="connsiteX15" fmla="*/ 1539886 w 1708245"/>
                <a:gd name="connsiteY15" fmla="*/ 659366 h 1249012"/>
                <a:gd name="connsiteX16" fmla="*/ 388655 w 1708245"/>
                <a:gd name="connsiteY16" fmla="*/ 643013 h 1249012"/>
                <a:gd name="connsiteX17" fmla="*/ 425339 w 1708245"/>
                <a:gd name="connsiteY17" fmla="*/ 596677 h 1249012"/>
                <a:gd name="connsiteX18" fmla="*/ 399582 w 1708245"/>
                <a:gd name="connsiteY18" fmla="*/ 541255 h 1249012"/>
                <a:gd name="connsiteX19" fmla="*/ 274703 w 1708245"/>
                <a:gd name="connsiteY19" fmla="*/ 307759 h 1249012"/>
                <a:gd name="connsiteX20" fmla="*/ 426900 w 1708245"/>
                <a:gd name="connsiteY20" fmla="*/ 108788 h 1249012"/>
                <a:gd name="connsiteX21" fmla="*/ 461242 w 1708245"/>
                <a:gd name="connsiteY21" fmla="*/ 42464 h 1249012"/>
                <a:gd name="connsiteX22" fmla="*/ 404265 w 1708245"/>
                <a:gd name="connsiteY22" fmla="*/ 2488 h 1249012"/>
                <a:gd name="connsiteX23" fmla="*/ 181044 w 1708245"/>
                <a:gd name="connsiteY23" fmla="*/ 305942 h 1249012"/>
                <a:gd name="connsiteX24" fmla="*/ 281728 w 1708245"/>
                <a:gd name="connsiteY24" fmla="*/ 573963 h 1249012"/>
                <a:gd name="connsiteX25" fmla="*/ 167775 w 1708245"/>
                <a:gd name="connsiteY25" fmla="*/ 660275 h 1249012"/>
                <a:gd name="connsiteX26" fmla="*/ 3871 w 1708245"/>
                <a:gd name="connsiteY26" fmla="*/ 1201768 h 1249012"/>
                <a:gd name="connsiteX27" fmla="*/ 54603 w 1708245"/>
                <a:gd name="connsiteY27" fmla="*/ 1248104 h 1249012"/>
                <a:gd name="connsiteX28" fmla="*/ 96750 w 1708245"/>
                <a:gd name="connsiteY28" fmla="*/ 1190866 h 1249012"/>
                <a:gd name="connsiteX29" fmla="*/ 388655 w 1708245"/>
                <a:gd name="connsiteY29" fmla="*/ 643013 h 1249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8245" h="1249012">
                  <a:moveTo>
                    <a:pt x="1539886" y="659366"/>
                  </a:moveTo>
                  <a:cubicBezTo>
                    <a:pt x="1505545" y="624842"/>
                    <a:pt x="1467300" y="595768"/>
                    <a:pt x="1425934" y="573055"/>
                  </a:cubicBezTo>
                  <a:cubicBezTo>
                    <a:pt x="1479788" y="511273"/>
                    <a:pt x="1527399" y="417693"/>
                    <a:pt x="1525838" y="305034"/>
                  </a:cubicBezTo>
                  <a:cubicBezTo>
                    <a:pt x="1522716" y="113330"/>
                    <a:pt x="1378324" y="23384"/>
                    <a:pt x="1301835" y="1579"/>
                  </a:cubicBezTo>
                  <a:cubicBezTo>
                    <a:pt x="1290128" y="-2055"/>
                    <a:pt x="1276859" y="671"/>
                    <a:pt x="1266713" y="8848"/>
                  </a:cubicBezTo>
                  <a:cubicBezTo>
                    <a:pt x="1256567" y="17025"/>
                    <a:pt x="1248762" y="28836"/>
                    <a:pt x="1246420" y="42464"/>
                  </a:cubicBezTo>
                  <a:cubicBezTo>
                    <a:pt x="1240176" y="71537"/>
                    <a:pt x="1255786" y="101519"/>
                    <a:pt x="1280762" y="107879"/>
                  </a:cubicBezTo>
                  <a:cubicBezTo>
                    <a:pt x="1282323" y="108788"/>
                    <a:pt x="1429056" y="150581"/>
                    <a:pt x="1432178" y="306851"/>
                  </a:cubicBezTo>
                  <a:cubicBezTo>
                    <a:pt x="1433739" y="423145"/>
                    <a:pt x="1357251" y="511273"/>
                    <a:pt x="1308079" y="540347"/>
                  </a:cubicBezTo>
                  <a:cubicBezTo>
                    <a:pt x="1290128" y="550341"/>
                    <a:pt x="1279981" y="573055"/>
                    <a:pt x="1282323" y="595768"/>
                  </a:cubicBezTo>
                  <a:cubicBezTo>
                    <a:pt x="1284664" y="618482"/>
                    <a:pt x="1299494" y="637561"/>
                    <a:pt x="1319006" y="642104"/>
                  </a:cubicBezTo>
                  <a:cubicBezTo>
                    <a:pt x="1333055" y="644830"/>
                    <a:pt x="1649936" y="734776"/>
                    <a:pt x="1610911" y="1189048"/>
                  </a:cubicBezTo>
                  <a:cubicBezTo>
                    <a:pt x="1609351" y="1204494"/>
                    <a:pt x="1613253" y="1219939"/>
                    <a:pt x="1622619" y="1230842"/>
                  </a:cubicBezTo>
                  <a:cubicBezTo>
                    <a:pt x="1631204" y="1242653"/>
                    <a:pt x="1643692" y="1249012"/>
                    <a:pt x="1657741" y="1249012"/>
                  </a:cubicBezTo>
                  <a:cubicBezTo>
                    <a:pt x="1681937" y="1249012"/>
                    <a:pt x="1702229" y="1228116"/>
                    <a:pt x="1704571" y="1199951"/>
                  </a:cubicBezTo>
                  <a:cubicBezTo>
                    <a:pt x="1728766" y="912851"/>
                    <a:pt x="1628863" y="748404"/>
                    <a:pt x="1539886" y="659366"/>
                  </a:cubicBezTo>
                  <a:close/>
                  <a:moveTo>
                    <a:pt x="388655" y="643013"/>
                  </a:moveTo>
                  <a:cubicBezTo>
                    <a:pt x="408168" y="637561"/>
                    <a:pt x="422997" y="619390"/>
                    <a:pt x="425339" y="596677"/>
                  </a:cubicBezTo>
                  <a:cubicBezTo>
                    <a:pt x="427680" y="573963"/>
                    <a:pt x="417534" y="551249"/>
                    <a:pt x="399582" y="541255"/>
                  </a:cubicBezTo>
                  <a:cubicBezTo>
                    <a:pt x="350411" y="513999"/>
                    <a:pt x="273142" y="424053"/>
                    <a:pt x="274703" y="307759"/>
                  </a:cubicBezTo>
                  <a:cubicBezTo>
                    <a:pt x="277045" y="153306"/>
                    <a:pt x="419875" y="110605"/>
                    <a:pt x="426900" y="108788"/>
                  </a:cubicBezTo>
                  <a:cubicBezTo>
                    <a:pt x="451876" y="101519"/>
                    <a:pt x="467486" y="72446"/>
                    <a:pt x="461242" y="42464"/>
                  </a:cubicBezTo>
                  <a:cubicBezTo>
                    <a:pt x="454998" y="13390"/>
                    <a:pt x="430022" y="-4780"/>
                    <a:pt x="404265" y="2488"/>
                  </a:cubicBezTo>
                  <a:cubicBezTo>
                    <a:pt x="329338" y="23384"/>
                    <a:pt x="184946" y="113330"/>
                    <a:pt x="181044" y="305942"/>
                  </a:cubicBezTo>
                  <a:cubicBezTo>
                    <a:pt x="179483" y="418602"/>
                    <a:pt x="227873" y="512182"/>
                    <a:pt x="281728" y="573963"/>
                  </a:cubicBezTo>
                  <a:cubicBezTo>
                    <a:pt x="240361" y="596677"/>
                    <a:pt x="202117" y="625750"/>
                    <a:pt x="167775" y="660275"/>
                  </a:cubicBezTo>
                  <a:cubicBezTo>
                    <a:pt x="79579" y="748404"/>
                    <a:pt x="-21105" y="913759"/>
                    <a:pt x="3871" y="1201768"/>
                  </a:cubicBezTo>
                  <a:cubicBezTo>
                    <a:pt x="7774" y="1230842"/>
                    <a:pt x="30408" y="1250830"/>
                    <a:pt x="54603" y="1248104"/>
                  </a:cubicBezTo>
                  <a:cubicBezTo>
                    <a:pt x="79579" y="1245378"/>
                    <a:pt x="98311" y="1219939"/>
                    <a:pt x="96750" y="1190866"/>
                  </a:cubicBezTo>
                  <a:cubicBezTo>
                    <a:pt x="58506" y="735684"/>
                    <a:pt x="375387" y="646647"/>
                    <a:pt x="388655" y="643013"/>
                  </a:cubicBezTo>
                  <a:close/>
                </a:path>
              </a:pathLst>
            </a:custGeom>
            <a:grpFill/>
            <a:ln w="159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335834" y="132083"/>
              <a:ext cx="1207418" cy="1607217"/>
            </a:xfrm>
            <a:custGeom>
              <a:avLst/>
              <a:gdLst>
                <a:gd name="connsiteX0" fmla="*/ 1202818 w 1207418"/>
                <a:gd name="connsiteY0" fmla="*/ 1384624 h 1607217"/>
                <a:gd name="connsiteX1" fmla="*/ 1027987 w 1207418"/>
                <a:gd name="connsiteY1" fmla="*/ 938528 h 1607217"/>
                <a:gd name="connsiteX2" fmla="*/ 807106 w 1207418"/>
                <a:gd name="connsiteY2" fmla="*/ 789526 h 1607217"/>
                <a:gd name="connsiteX3" fmla="*/ 974133 w 1207418"/>
                <a:gd name="connsiteY3" fmla="*/ 429742 h 1607217"/>
                <a:gd name="connsiteX4" fmla="*/ 604958 w 1207418"/>
                <a:gd name="connsiteY4" fmla="*/ 0 h 1607217"/>
                <a:gd name="connsiteX5" fmla="*/ 236564 w 1207418"/>
                <a:gd name="connsiteY5" fmla="*/ 429742 h 1607217"/>
                <a:gd name="connsiteX6" fmla="*/ 402029 w 1207418"/>
                <a:gd name="connsiteY6" fmla="*/ 787709 h 1607217"/>
                <a:gd name="connsiteX7" fmla="*/ 176466 w 1207418"/>
                <a:gd name="connsiteY7" fmla="*/ 937619 h 1607217"/>
                <a:gd name="connsiteX8" fmla="*/ 1635 w 1207418"/>
                <a:gd name="connsiteY8" fmla="*/ 1383715 h 1607217"/>
                <a:gd name="connsiteX9" fmla="*/ 855 w 1207418"/>
                <a:gd name="connsiteY9" fmla="*/ 1414606 h 1607217"/>
                <a:gd name="connsiteX10" fmla="*/ 30513 w 1207418"/>
                <a:gd name="connsiteY10" fmla="*/ 1567241 h 1607217"/>
                <a:gd name="connsiteX11" fmla="*/ 116368 w 1207418"/>
                <a:gd name="connsiteY11" fmla="*/ 1606309 h 1607217"/>
                <a:gd name="connsiteX12" fmla="*/ 928083 w 1207418"/>
                <a:gd name="connsiteY12" fmla="*/ 1607217 h 1607217"/>
                <a:gd name="connsiteX13" fmla="*/ 1098231 w 1207418"/>
                <a:gd name="connsiteY13" fmla="*/ 1607217 h 1607217"/>
                <a:gd name="connsiteX14" fmla="*/ 1178622 w 1207418"/>
                <a:gd name="connsiteY14" fmla="*/ 1571784 h 1607217"/>
                <a:gd name="connsiteX15" fmla="*/ 1205940 w 1207418"/>
                <a:gd name="connsiteY15" fmla="*/ 1422782 h 1607217"/>
                <a:gd name="connsiteX16" fmla="*/ 1202818 w 1207418"/>
                <a:gd name="connsiteY16" fmla="*/ 1384624 h 1607217"/>
                <a:gd name="connsiteX17" fmla="*/ 330224 w 1207418"/>
                <a:gd name="connsiteY17" fmla="*/ 430651 h 1607217"/>
                <a:gd name="connsiteX18" fmla="*/ 604958 w 1207418"/>
                <a:gd name="connsiteY18" fmla="*/ 110843 h 1607217"/>
                <a:gd name="connsiteX19" fmla="*/ 879693 w 1207418"/>
                <a:gd name="connsiteY19" fmla="*/ 430651 h 1607217"/>
                <a:gd name="connsiteX20" fmla="*/ 604958 w 1207418"/>
                <a:gd name="connsiteY20" fmla="*/ 750459 h 1607217"/>
                <a:gd name="connsiteX21" fmla="*/ 330224 w 1207418"/>
                <a:gd name="connsiteY21" fmla="*/ 430651 h 1607217"/>
                <a:gd name="connsiteX22" fmla="*/ 1109158 w 1207418"/>
                <a:gd name="connsiteY22" fmla="*/ 1496375 h 1607217"/>
                <a:gd name="connsiteX23" fmla="*/ 1095890 w 1207418"/>
                <a:gd name="connsiteY23" fmla="*/ 1498192 h 1607217"/>
                <a:gd name="connsiteX24" fmla="*/ 927303 w 1207418"/>
                <a:gd name="connsiteY24" fmla="*/ 1498192 h 1607217"/>
                <a:gd name="connsiteX25" fmla="*/ 117148 w 1207418"/>
                <a:gd name="connsiteY25" fmla="*/ 1497283 h 1607217"/>
                <a:gd name="connsiteX26" fmla="*/ 98416 w 1207418"/>
                <a:gd name="connsiteY26" fmla="*/ 1491832 h 1607217"/>
                <a:gd name="connsiteX27" fmla="*/ 93734 w 1207418"/>
                <a:gd name="connsiteY27" fmla="*/ 1420057 h 1607217"/>
                <a:gd name="connsiteX28" fmla="*/ 94514 w 1207418"/>
                <a:gd name="connsiteY28" fmla="*/ 1384624 h 1607217"/>
                <a:gd name="connsiteX29" fmla="*/ 601836 w 1207418"/>
                <a:gd name="connsiteY29" fmla="*/ 863118 h 1607217"/>
                <a:gd name="connsiteX30" fmla="*/ 1109158 w 1207418"/>
                <a:gd name="connsiteY30" fmla="*/ 1384624 h 1607217"/>
                <a:gd name="connsiteX31" fmla="*/ 1110719 w 1207418"/>
                <a:gd name="connsiteY31" fmla="*/ 1428234 h 1607217"/>
                <a:gd name="connsiteX32" fmla="*/ 1109158 w 1207418"/>
                <a:gd name="connsiteY32" fmla="*/ 1496375 h 160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07418" h="1607217">
                  <a:moveTo>
                    <a:pt x="1202818" y="1384624"/>
                  </a:moveTo>
                  <a:cubicBezTo>
                    <a:pt x="1202818" y="1195646"/>
                    <a:pt x="1140378" y="1061181"/>
                    <a:pt x="1027987" y="938528"/>
                  </a:cubicBezTo>
                  <a:cubicBezTo>
                    <a:pt x="964731" y="870459"/>
                    <a:pt x="889292" y="819570"/>
                    <a:pt x="807106" y="789526"/>
                  </a:cubicBezTo>
                  <a:cubicBezTo>
                    <a:pt x="910912" y="710483"/>
                    <a:pt x="974133" y="575109"/>
                    <a:pt x="974133" y="429742"/>
                  </a:cubicBezTo>
                  <a:cubicBezTo>
                    <a:pt x="974133" y="192612"/>
                    <a:pt x="808667" y="909"/>
                    <a:pt x="604958" y="0"/>
                  </a:cubicBezTo>
                  <a:cubicBezTo>
                    <a:pt x="402029" y="909"/>
                    <a:pt x="237345" y="192612"/>
                    <a:pt x="236564" y="429742"/>
                  </a:cubicBezTo>
                  <a:cubicBezTo>
                    <a:pt x="236564" y="574201"/>
                    <a:pt x="299004" y="708666"/>
                    <a:pt x="402029" y="787709"/>
                  </a:cubicBezTo>
                  <a:cubicBezTo>
                    <a:pt x="317736" y="817691"/>
                    <a:pt x="241247" y="868570"/>
                    <a:pt x="176466" y="937619"/>
                  </a:cubicBezTo>
                  <a:cubicBezTo>
                    <a:pt x="64075" y="1060273"/>
                    <a:pt x="1635" y="1194738"/>
                    <a:pt x="1635" y="1383715"/>
                  </a:cubicBezTo>
                  <a:cubicBezTo>
                    <a:pt x="1635" y="1392800"/>
                    <a:pt x="855" y="1403703"/>
                    <a:pt x="855" y="1414606"/>
                  </a:cubicBezTo>
                  <a:cubicBezTo>
                    <a:pt x="-706" y="1463667"/>
                    <a:pt x="-3828" y="1523631"/>
                    <a:pt x="30513" y="1567241"/>
                  </a:cubicBezTo>
                  <a:cubicBezTo>
                    <a:pt x="50806" y="1591772"/>
                    <a:pt x="78904" y="1606309"/>
                    <a:pt x="116368" y="1606309"/>
                  </a:cubicBezTo>
                  <a:cubicBezTo>
                    <a:pt x="178027" y="1607217"/>
                    <a:pt x="591690" y="1607217"/>
                    <a:pt x="928083" y="1607217"/>
                  </a:cubicBezTo>
                  <a:lnTo>
                    <a:pt x="1098231" y="1607217"/>
                  </a:lnTo>
                  <a:cubicBezTo>
                    <a:pt x="1132573" y="1607217"/>
                    <a:pt x="1159890" y="1595406"/>
                    <a:pt x="1178622" y="1571784"/>
                  </a:cubicBezTo>
                  <a:cubicBezTo>
                    <a:pt x="1212184" y="1530899"/>
                    <a:pt x="1208281" y="1473661"/>
                    <a:pt x="1205940" y="1422782"/>
                  </a:cubicBezTo>
                  <a:cubicBezTo>
                    <a:pt x="1204379" y="1409154"/>
                    <a:pt x="1203598" y="1397343"/>
                    <a:pt x="1202818" y="1384624"/>
                  </a:cubicBezTo>
                  <a:close/>
                  <a:moveTo>
                    <a:pt x="330224" y="430651"/>
                  </a:moveTo>
                  <a:cubicBezTo>
                    <a:pt x="330224" y="253484"/>
                    <a:pt x="453542" y="110843"/>
                    <a:pt x="604958" y="110843"/>
                  </a:cubicBezTo>
                  <a:cubicBezTo>
                    <a:pt x="756374" y="111751"/>
                    <a:pt x="879693" y="254393"/>
                    <a:pt x="879693" y="430651"/>
                  </a:cubicBezTo>
                  <a:cubicBezTo>
                    <a:pt x="878912" y="606908"/>
                    <a:pt x="756374" y="750459"/>
                    <a:pt x="604958" y="750459"/>
                  </a:cubicBezTo>
                  <a:cubicBezTo>
                    <a:pt x="453542" y="749550"/>
                    <a:pt x="330224" y="606908"/>
                    <a:pt x="330224" y="430651"/>
                  </a:cubicBezTo>
                  <a:close/>
                  <a:moveTo>
                    <a:pt x="1109158" y="1496375"/>
                  </a:moveTo>
                  <a:cubicBezTo>
                    <a:pt x="1108378" y="1497283"/>
                    <a:pt x="1103695" y="1498192"/>
                    <a:pt x="1095890" y="1498192"/>
                  </a:cubicBezTo>
                  <a:lnTo>
                    <a:pt x="927303" y="1498192"/>
                  </a:lnTo>
                  <a:cubicBezTo>
                    <a:pt x="652568" y="1498192"/>
                    <a:pt x="181149" y="1498192"/>
                    <a:pt x="117148" y="1497283"/>
                  </a:cubicBezTo>
                  <a:cubicBezTo>
                    <a:pt x="105441" y="1497283"/>
                    <a:pt x="99977" y="1494558"/>
                    <a:pt x="98416" y="1491832"/>
                  </a:cubicBezTo>
                  <a:cubicBezTo>
                    <a:pt x="91392" y="1482746"/>
                    <a:pt x="92953" y="1441862"/>
                    <a:pt x="93734" y="1420057"/>
                  </a:cubicBezTo>
                  <a:cubicBezTo>
                    <a:pt x="94514" y="1408246"/>
                    <a:pt x="94514" y="1396435"/>
                    <a:pt x="94514" y="1384624"/>
                  </a:cubicBezTo>
                  <a:cubicBezTo>
                    <a:pt x="94514" y="1061181"/>
                    <a:pt x="308370" y="863118"/>
                    <a:pt x="601836" y="863118"/>
                  </a:cubicBezTo>
                  <a:cubicBezTo>
                    <a:pt x="895302" y="863118"/>
                    <a:pt x="1109158" y="1061181"/>
                    <a:pt x="1109158" y="1384624"/>
                  </a:cubicBezTo>
                  <a:cubicBezTo>
                    <a:pt x="1109158" y="1399160"/>
                    <a:pt x="1109939" y="1414606"/>
                    <a:pt x="1110719" y="1428234"/>
                  </a:cubicBezTo>
                  <a:cubicBezTo>
                    <a:pt x="1112280" y="1448222"/>
                    <a:pt x="1114622" y="1486381"/>
                    <a:pt x="1109158" y="1496375"/>
                  </a:cubicBezTo>
                  <a:close/>
                </a:path>
              </a:pathLst>
            </a:custGeom>
            <a:grpFill/>
            <a:ln w="159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4234128" y="5973020"/>
            <a:ext cx="65883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60%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4362158" y="5533569"/>
            <a:ext cx="402774" cy="402774"/>
            <a:chOff x="174948" y="174948"/>
            <a:chExt cx="1555102" cy="1555102"/>
          </a:xfrm>
          <a:solidFill>
            <a:schemeClr val="bg1"/>
          </a:solidFill>
        </p:grpSpPr>
        <p:sp>
          <p:nvSpPr>
            <p:cNvPr id="111" name="任意多边形: 形状 110"/>
            <p:cNvSpPr/>
            <p:nvPr/>
          </p:nvSpPr>
          <p:spPr>
            <a:xfrm>
              <a:off x="174948" y="174948"/>
              <a:ext cx="1555102" cy="1555102"/>
            </a:xfrm>
            <a:custGeom>
              <a:avLst/>
              <a:gdLst>
                <a:gd name="connsiteX0" fmla="*/ 777551 w 1555102"/>
                <a:gd name="connsiteY0" fmla="*/ 1555102 h 1555102"/>
                <a:gd name="connsiteX1" fmla="*/ 0 w 1555102"/>
                <a:gd name="connsiteY1" fmla="*/ 777551 h 1555102"/>
                <a:gd name="connsiteX2" fmla="*/ 777551 w 1555102"/>
                <a:gd name="connsiteY2" fmla="*/ 0 h 1555102"/>
                <a:gd name="connsiteX3" fmla="*/ 1555102 w 1555102"/>
                <a:gd name="connsiteY3" fmla="*/ 777551 h 1555102"/>
                <a:gd name="connsiteX4" fmla="*/ 777551 w 1555102"/>
                <a:gd name="connsiteY4" fmla="*/ 1555102 h 1555102"/>
                <a:gd name="connsiteX5" fmla="*/ 777551 w 1555102"/>
                <a:gd name="connsiteY5" fmla="*/ 77755 h 1555102"/>
                <a:gd name="connsiteX6" fmla="*/ 77755 w 1555102"/>
                <a:gd name="connsiteY6" fmla="*/ 777551 h 1555102"/>
                <a:gd name="connsiteX7" fmla="*/ 777551 w 1555102"/>
                <a:gd name="connsiteY7" fmla="*/ 1477347 h 1555102"/>
                <a:gd name="connsiteX8" fmla="*/ 1477347 w 1555102"/>
                <a:gd name="connsiteY8" fmla="*/ 777551 h 1555102"/>
                <a:gd name="connsiteX9" fmla="*/ 777551 w 1555102"/>
                <a:gd name="connsiteY9" fmla="*/ 77755 h 155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5102" h="1555102">
                  <a:moveTo>
                    <a:pt x="777551" y="1555102"/>
                  </a:moveTo>
                  <a:cubicBezTo>
                    <a:pt x="348926" y="1555102"/>
                    <a:pt x="0" y="1206176"/>
                    <a:pt x="0" y="777551"/>
                  </a:cubicBezTo>
                  <a:cubicBezTo>
                    <a:pt x="0" y="348926"/>
                    <a:pt x="348926" y="0"/>
                    <a:pt x="777551" y="0"/>
                  </a:cubicBezTo>
                  <a:cubicBezTo>
                    <a:pt x="1206176" y="0"/>
                    <a:pt x="1555102" y="348926"/>
                    <a:pt x="1555102" y="777551"/>
                  </a:cubicBezTo>
                  <a:cubicBezTo>
                    <a:pt x="1555102" y="1206176"/>
                    <a:pt x="1206176" y="1555102"/>
                    <a:pt x="777551" y="1555102"/>
                  </a:cubicBezTo>
                  <a:close/>
                  <a:moveTo>
                    <a:pt x="777551" y="77755"/>
                  </a:moveTo>
                  <a:cubicBezTo>
                    <a:pt x="391691" y="77755"/>
                    <a:pt x="77755" y="391691"/>
                    <a:pt x="77755" y="777551"/>
                  </a:cubicBezTo>
                  <a:cubicBezTo>
                    <a:pt x="77755" y="1163411"/>
                    <a:pt x="391691" y="1477347"/>
                    <a:pt x="777551" y="1477347"/>
                  </a:cubicBezTo>
                  <a:cubicBezTo>
                    <a:pt x="1163411" y="1477347"/>
                    <a:pt x="1477347" y="1163411"/>
                    <a:pt x="1477347" y="777551"/>
                  </a:cubicBezTo>
                  <a:cubicBezTo>
                    <a:pt x="1477347" y="391691"/>
                    <a:pt x="1163411" y="77755"/>
                    <a:pt x="777551" y="7775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597742" y="868177"/>
              <a:ext cx="709515" cy="463378"/>
            </a:xfrm>
            <a:custGeom>
              <a:avLst/>
              <a:gdLst>
                <a:gd name="connsiteX0" fmla="*/ 354758 w 709515"/>
                <a:gd name="connsiteY0" fmla="*/ 463378 h 463378"/>
                <a:gd name="connsiteX1" fmla="*/ 125380 w 709515"/>
                <a:gd name="connsiteY1" fmla="*/ 431304 h 463378"/>
                <a:gd name="connsiteX2" fmla="*/ 0 w 709515"/>
                <a:gd name="connsiteY2" fmla="*/ 304952 h 463378"/>
                <a:gd name="connsiteX3" fmla="*/ 221602 w 709515"/>
                <a:gd name="connsiteY3" fmla="*/ 2679 h 463378"/>
                <a:gd name="connsiteX4" fmla="*/ 263395 w 709515"/>
                <a:gd name="connsiteY4" fmla="*/ 12399 h 463378"/>
                <a:gd name="connsiteX5" fmla="*/ 354758 w 709515"/>
                <a:gd name="connsiteY5" fmla="*/ 53220 h 463378"/>
                <a:gd name="connsiteX6" fmla="*/ 446120 w 709515"/>
                <a:gd name="connsiteY6" fmla="*/ 12399 h 463378"/>
                <a:gd name="connsiteX7" fmla="*/ 487913 w 709515"/>
                <a:gd name="connsiteY7" fmla="*/ 2679 h 463378"/>
                <a:gd name="connsiteX8" fmla="*/ 709515 w 709515"/>
                <a:gd name="connsiteY8" fmla="*/ 304952 h 463378"/>
                <a:gd name="connsiteX9" fmla="*/ 354758 w 709515"/>
                <a:gd name="connsiteY9" fmla="*/ 463378 h 463378"/>
                <a:gd name="connsiteX10" fmla="*/ 227434 w 709515"/>
                <a:gd name="connsiteY10" fmla="*/ 85294 h 463378"/>
                <a:gd name="connsiteX11" fmla="*/ 78727 w 709515"/>
                <a:gd name="connsiteY11" fmla="*/ 305924 h 463378"/>
                <a:gd name="connsiteX12" fmla="*/ 354758 w 709515"/>
                <a:gd name="connsiteY12" fmla="*/ 386595 h 463378"/>
                <a:gd name="connsiteX13" fmla="*/ 630788 w 709515"/>
                <a:gd name="connsiteY13" fmla="*/ 305924 h 463378"/>
                <a:gd name="connsiteX14" fmla="*/ 482082 w 709515"/>
                <a:gd name="connsiteY14" fmla="*/ 85294 h 463378"/>
                <a:gd name="connsiteX15" fmla="*/ 354758 w 709515"/>
                <a:gd name="connsiteY15" fmla="*/ 131947 h 463378"/>
                <a:gd name="connsiteX16" fmla="*/ 227434 w 709515"/>
                <a:gd name="connsiteY16" fmla="*/ 85294 h 46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09515" h="463378">
                  <a:moveTo>
                    <a:pt x="354758" y="463378"/>
                  </a:moveTo>
                  <a:cubicBezTo>
                    <a:pt x="268255" y="463378"/>
                    <a:pt x="186612" y="451715"/>
                    <a:pt x="125380" y="431304"/>
                  </a:cubicBezTo>
                  <a:cubicBezTo>
                    <a:pt x="22355" y="396314"/>
                    <a:pt x="0" y="343830"/>
                    <a:pt x="0" y="304952"/>
                  </a:cubicBezTo>
                  <a:cubicBezTo>
                    <a:pt x="0" y="171797"/>
                    <a:pt x="86503" y="52248"/>
                    <a:pt x="221602" y="2679"/>
                  </a:cubicBezTo>
                  <a:cubicBezTo>
                    <a:pt x="236181" y="-3152"/>
                    <a:pt x="252704" y="735"/>
                    <a:pt x="263395" y="12399"/>
                  </a:cubicBezTo>
                  <a:cubicBezTo>
                    <a:pt x="287694" y="38641"/>
                    <a:pt x="320740" y="53220"/>
                    <a:pt x="354758" y="53220"/>
                  </a:cubicBezTo>
                  <a:cubicBezTo>
                    <a:pt x="388776" y="53220"/>
                    <a:pt x="420850" y="38641"/>
                    <a:pt x="446120" y="12399"/>
                  </a:cubicBezTo>
                  <a:cubicBezTo>
                    <a:pt x="456811" y="735"/>
                    <a:pt x="473334" y="-3152"/>
                    <a:pt x="487913" y="2679"/>
                  </a:cubicBezTo>
                  <a:cubicBezTo>
                    <a:pt x="622041" y="53220"/>
                    <a:pt x="709515" y="171797"/>
                    <a:pt x="709515" y="304952"/>
                  </a:cubicBezTo>
                  <a:cubicBezTo>
                    <a:pt x="708543" y="421585"/>
                    <a:pt x="518043" y="463378"/>
                    <a:pt x="354758" y="463378"/>
                  </a:cubicBezTo>
                  <a:close/>
                  <a:moveTo>
                    <a:pt x="227434" y="85294"/>
                  </a:moveTo>
                  <a:cubicBezTo>
                    <a:pt x="136071" y="128059"/>
                    <a:pt x="78727" y="212618"/>
                    <a:pt x="78727" y="305924"/>
                  </a:cubicBezTo>
                  <a:cubicBezTo>
                    <a:pt x="78727" y="343830"/>
                    <a:pt x="192444" y="386595"/>
                    <a:pt x="354758" y="386595"/>
                  </a:cubicBezTo>
                  <a:cubicBezTo>
                    <a:pt x="517071" y="386595"/>
                    <a:pt x="630788" y="344802"/>
                    <a:pt x="630788" y="305924"/>
                  </a:cubicBezTo>
                  <a:cubicBezTo>
                    <a:pt x="630788" y="212618"/>
                    <a:pt x="573444" y="128059"/>
                    <a:pt x="482082" y="85294"/>
                  </a:cubicBezTo>
                  <a:cubicBezTo>
                    <a:pt x="445148" y="115424"/>
                    <a:pt x="401411" y="131947"/>
                    <a:pt x="354758" y="131947"/>
                  </a:cubicBezTo>
                  <a:cubicBezTo>
                    <a:pt x="308105" y="131947"/>
                    <a:pt x="263395" y="115424"/>
                    <a:pt x="227434" y="8529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743533" y="573443"/>
              <a:ext cx="417933" cy="417933"/>
            </a:xfrm>
            <a:custGeom>
              <a:avLst/>
              <a:gdLst>
                <a:gd name="connsiteX0" fmla="*/ 208967 w 417933"/>
                <a:gd name="connsiteY0" fmla="*/ 417934 h 417933"/>
                <a:gd name="connsiteX1" fmla="*/ 0 w 417933"/>
                <a:gd name="connsiteY1" fmla="*/ 208967 h 417933"/>
                <a:gd name="connsiteX2" fmla="*/ 208967 w 417933"/>
                <a:gd name="connsiteY2" fmla="*/ 0 h 417933"/>
                <a:gd name="connsiteX3" fmla="*/ 417934 w 417933"/>
                <a:gd name="connsiteY3" fmla="*/ 208967 h 417933"/>
                <a:gd name="connsiteX4" fmla="*/ 208967 w 417933"/>
                <a:gd name="connsiteY4" fmla="*/ 417934 h 417933"/>
                <a:gd name="connsiteX5" fmla="*/ 208967 w 417933"/>
                <a:gd name="connsiteY5" fmla="*/ 77755 h 417933"/>
                <a:gd name="connsiteX6" fmla="*/ 77755 w 417933"/>
                <a:gd name="connsiteY6" fmla="*/ 208967 h 417933"/>
                <a:gd name="connsiteX7" fmla="*/ 208967 w 417933"/>
                <a:gd name="connsiteY7" fmla="*/ 340179 h 417933"/>
                <a:gd name="connsiteX8" fmla="*/ 340179 w 417933"/>
                <a:gd name="connsiteY8" fmla="*/ 208967 h 417933"/>
                <a:gd name="connsiteX9" fmla="*/ 208967 w 417933"/>
                <a:gd name="connsiteY9" fmla="*/ 77755 h 417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7933" h="417933">
                  <a:moveTo>
                    <a:pt x="208967" y="417934"/>
                  </a:moveTo>
                  <a:cubicBezTo>
                    <a:pt x="93306" y="417934"/>
                    <a:pt x="0" y="323656"/>
                    <a:pt x="0" y="208967"/>
                  </a:cubicBezTo>
                  <a:cubicBezTo>
                    <a:pt x="0" y="94278"/>
                    <a:pt x="93306" y="0"/>
                    <a:pt x="208967" y="0"/>
                  </a:cubicBezTo>
                  <a:cubicBezTo>
                    <a:pt x="324628" y="0"/>
                    <a:pt x="417934" y="94278"/>
                    <a:pt x="417934" y="208967"/>
                  </a:cubicBezTo>
                  <a:cubicBezTo>
                    <a:pt x="417934" y="323656"/>
                    <a:pt x="324628" y="417934"/>
                    <a:pt x="208967" y="417934"/>
                  </a:cubicBezTo>
                  <a:close/>
                  <a:moveTo>
                    <a:pt x="208967" y="77755"/>
                  </a:moveTo>
                  <a:cubicBezTo>
                    <a:pt x="136071" y="77755"/>
                    <a:pt x="77755" y="137043"/>
                    <a:pt x="77755" y="208967"/>
                  </a:cubicBezTo>
                  <a:cubicBezTo>
                    <a:pt x="77755" y="280890"/>
                    <a:pt x="136071" y="340179"/>
                    <a:pt x="208967" y="340179"/>
                  </a:cubicBezTo>
                  <a:cubicBezTo>
                    <a:pt x="281862" y="340179"/>
                    <a:pt x="340179" y="280890"/>
                    <a:pt x="340179" y="208967"/>
                  </a:cubicBezTo>
                  <a:cubicBezTo>
                    <a:pt x="340179" y="137043"/>
                    <a:pt x="281862" y="77755"/>
                    <a:pt x="208967" y="7775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6" name="文本框 115"/>
          <p:cNvSpPr txBox="1"/>
          <p:nvPr/>
        </p:nvSpPr>
        <p:spPr>
          <a:xfrm>
            <a:off x="5595118" y="5264896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b="0"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用户留存率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342890" y="5782945"/>
            <a:ext cx="3198495" cy="5416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我们聚焦用户体验，对产品功能进行了针对性优化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推出个性化的推荐服务和专属福利，有效增强了用户对平台的粘性与依赖度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949872" y="5783105"/>
            <a:ext cx="2625271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b="0" i="0"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全面深入分析用户流失的原因，从产品、服务、内容等多个维度完善留存策略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不断巩固和提升用户留存率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654714" y="3527363"/>
            <a:ext cx="1436291" cy="8617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工作硕果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奋进规划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5" name="图形 123"/>
          <p:cNvSpPr/>
          <p:nvPr/>
        </p:nvSpPr>
        <p:spPr>
          <a:xfrm>
            <a:off x="2196080" y="2918966"/>
            <a:ext cx="416492" cy="415692"/>
          </a:xfrm>
          <a:custGeom>
            <a:avLst/>
            <a:gdLst>
              <a:gd name="connsiteX0" fmla="*/ 1357313 w 1550789"/>
              <a:gd name="connsiteY0" fmla="*/ 1547813 h 1547812"/>
              <a:gd name="connsiteX1" fmla="*/ 190500 w 1550789"/>
              <a:gd name="connsiteY1" fmla="*/ 1547813 h 1547812"/>
              <a:gd name="connsiteX2" fmla="*/ 0 w 1550789"/>
              <a:gd name="connsiteY2" fmla="*/ 1378148 h 1547812"/>
              <a:gd name="connsiteX3" fmla="*/ 0 w 1550789"/>
              <a:gd name="connsiteY3" fmla="*/ 169664 h 1547812"/>
              <a:gd name="connsiteX4" fmla="*/ 190500 w 1550789"/>
              <a:gd name="connsiteY4" fmla="*/ 0 h 1547812"/>
              <a:gd name="connsiteX5" fmla="*/ 1360289 w 1550789"/>
              <a:gd name="connsiteY5" fmla="*/ 0 h 1547812"/>
              <a:gd name="connsiteX6" fmla="*/ 1550789 w 1550789"/>
              <a:gd name="connsiteY6" fmla="*/ 169664 h 1547812"/>
              <a:gd name="connsiteX7" fmla="*/ 1550789 w 1550789"/>
              <a:gd name="connsiteY7" fmla="*/ 1378148 h 1547812"/>
              <a:gd name="connsiteX8" fmla="*/ 1357313 w 1550789"/>
              <a:gd name="connsiteY8" fmla="*/ 1547813 h 1547812"/>
              <a:gd name="connsiteX9" fmla="*/ 190500 w 1550789"/>
              <a:gd name="connsiteY9" fmla="*/ 119063 h 1547812"/>
              <a:gd name="connsiteX10" fmla="*/ 119063 w 1550789"/>
              <a:gd name="connsiteY10" fmla="*/ 169664 h 1547812"/>
              <a:gd name="connsiteX11" fmla="*/ 119063 w 1550789"/>
              <a:gd name="connsiteY11" fmla="*/ 1378148 h 1547812"/>
              <a:gd name="connsiteX12" fmla="*/ 190500 w 1550789"/>
              <a:gd name="connsiteY12" fmla="*/ 1428750 h 1547812"/>
              <a:gd name="connsiteX13" fmla="*/ 1360289 w 1550789"/>
              <a:gd name="connsiteY13" fmla="*/ 1428750 h 1547812"/>
              <a:gd name="connsiteX14" fmla="*/ 1431727 w 1550789"/>
              <a:gd name="connsiteY14" fmla="*/ 1378148 h 1547812"/>
              <a:gd name="connsiteX15" fmla="*/ 1431727 w 1550789"/>
              <a:gd name="connsiteY15" fmla="*/ 169664 h 1547812"/>
              <a:gd name="connsiteX16" fmla="*/ 1360289 w 1550789"/>
              <a:gd name="connsiteY16" fmla="*/ 119063 h 1547812"/>
              <a:gd name="connsiteX17" fmla="*/ 190500 w 1550789"/>
              <a:gd name="connsiteY17" fmla="*/ 119063 h 1547812"/>
              <a:gd name="connsiteX18" fmla="*/ 1190625 w 1550789"/>
              <a:gd name="connsiteY18" fmla="*/ 833438 h 1547812"/>
              <a:gd name="connsiteX19" fmla="*/ 1131094 w 1550789"/>
              <a:gd name="connsiteY19" fmla="*/ 773906 h 1547812"/>
              <a:gd name="connsiteX20" fmla="*/ 1131094 w 1550789"/>
              <a:gd name="connsiteY20" fmla="*/ 595313 h 1547812"/>
              <a:gd name="connsiteX21" fmla="*/ 952500 w 1550789"/>
              <a:gd name="connsiteY21" fmla="*/ 595313 h 1547812"/>
              <a:gd name="connsiteX22" fmla="*/ 892969 w 1550789"/>
              <a:gd name="connsiteY22" fmla="*/ 535781 h 1547812"/>
              <a:gd name="connsiteX23" fmla="*/ 952500 w 1550789"/>
              <a:gd name="connsiteY23" fmla="*/ 476250 h 1547812"/>
              <a:gd name="connsiteX24" fmla="*/ 1190625 w 1550789"/>
              <a:gd name="connsiteY24" fmla="*/ 476250 h 1547812"/>
              <a:gd name="connsiteX25" fmla="*/ 1250156 w 1550789"/>
              <a:gd name="connsiteY25" fmla="*/ 535781 h 1547812"/>
              <a:gd name="connsiteX26" fmla="*/ 1250156 w 1550789"/>
              <a:gd name="connsiteY26" fmla="*/ 773906 h 1547812"/>
              <a:gd name="connsiteX27" fmla="*/ 1190625 w 1550789"/>
              <a:gd name="connsiteY27" fmla="*/ 833438 h 1547812"/>
              <a:gd name="connsiteX28" fmla="*/ 773906 w 1550789"/>
              <a:gd name="connsiteY28" fmla="*/ 1012031 h 1547812"/>
              <a:gd name="connsiteX29" fmla="*/ 732234 w 1550789"/>
              <a:gd name="connsiteY29" fmla="*/ 994172 h 1547812"/>
              <a:gd name="connsiteX30" fmla="*/ 565547 w 1550789"/>
              <a:gd name="connsiteY30" fmla="*/ 827484 h 1547812"/>
              <a:gd name="connsiteX31" fmla="*/ 398859 w 1550789"/>
              <a:gd name="connsiteY31" fmla="*/ 994172 h 1547812"/>
              <a:gd name="connsiteX32" fmla="*/ 315516 w 1550789"/>
              <a:gd name="connsiteY32" fmla="*/ 994172 h 1547812"/>
              <a:gd name="connsiteX33" fmla="*/ 315516 w 1550789"/>
              <a:gd name="connsiteY33" fmla="*/ 910828 h 1547812"/>
              <a:gd name="connsiteX34" fmla="*/ 523875 w 1550789"/>
              <a:gd name="connsiteY34" fmla="*/ 702469 h 1547812"/>
              <a:gd name="connsiteX35" fmla="*/ 607219 w 1550789"/>
              <a:gd name="connsiteY35" fmla="*/ 702469 h 1547812"/>
              <a:gd name="connsiteX36" fmla="*/ 773906 w 1550789"/>
              <a:gd name="connsiteY36" fmla="*/ 869156 h 1547812"/>
              <a:gd name="connsiteX37" fmla="*/ 1148953 w 1550789"/>
              <a:gd name="connsiteY37" fmla="*/ 494109 h 1547812"/>
              <a:gd name="connsiteX38" fmla="*/ 1232297 w 1550789"/>
              <a:gd name="connsiteY38" fmla="*/ 494109 h 1547812"/>
              <a:gd name="connsiteX39" fmla="*/ 1232297 w 1550789"/>
              <a:gd name="connsiteY39" fmla="*/ 577453 h 1547812"/>
              <a:gd name="connsiteX40" fmla="*/ 815578 w 1550789"/>
              <a:gd name="connsiteY40" fmla="*/ 994172 h 1547812"/>
              <a:gd name="connsiteX41" fmla="*/ 773906 w 1550789"/>
              <a:gd name="connsiteY41" fmla="*/ 101203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550789" h="1547812">
                <a:moveTo>
                  <a:pt x="1357313" y="1547813"/>
                </a:moveTo>
                <a:lnTo>
                  <a:pt x="190500" y="1547813"/>
                </a:lnTo>
                <a:cubicBezTo>
                  <a:pt x="86320" y="1547813"/>
                  <a:pt x="0" y="1470422"/>
                  <a:pt x="0" y="1378148"/>
                </a:cubicBezTo>
                <a:lnTo>
                  <a:pt x="0" y="169664"/>
                </a:lnTo>
                <a:cubicBezTo>
                  <a:pt x="0" y="77391"/>
                  <a:pt x="86320" y="0"/>
                  <a:pt x="190500" y="0"/>
                </a:cubicBezTo>
                <a:lnTo>
                  <a:pt x="1360289" y="0"/>
                </a:lnTo>
                <a:cubicBezTo>
                  <a:pt x="1464469" y="0"/>
                  <a:pt x="1550789" y="77391"/>
                  <a:pt x="1550789" y="169664"/>
                </a:cubicBezTo>
                <a:lnTo>
                  <a:pt x="1550789" y="1378148"/>
                </a:lnTo>
                <a:cubicBezTo>
                  <a:pt x="1547813" y="1470422"/>
                  <a:pt x="1461492" y="1547813"/>
                  <a:pt x="1357313" y="1547813"/>
                </a:cubicBezTo>
                <a:close/>
                <a:moveTo>
                  <a:pt x="190500" y="119063"/>
                </a:moveTo>
                <a:cubicBezTo>
                  <a:pt x="151805" y="119063"/>
                  <a:pt x="119063" y="142875"/>
                  <a:pt x="119063" y="169664"/>
                </a:cubicBezTo>
                <a:lnTo>
                  <a:pt x="119063" y="1378148"/>
                </a:lnTo>
                <a:cubicBezTo>
                  <a:pt x="119063" y="1404938"/>
                  <a:pt x="151805" y="1428750"/>
                  <a:pt x="190500" y="1428750"/>
                </a:cubicBezTo>
                <a:lnTo>
                  <a:pt x="1360289" y="1428750"/>
                </a:lnTo>
                <a:cubicBezTo>
                  <a:pt x="1398984" y="1428750"/>
                  <a:pt x="1431727" y="1404938"/>
                  <a:pt x="1431727" y="1378148"/>
                </a:cubicBezTo>
                <a:lnTo>
                  <a:pt x="1431727" y="169664"/>
                </a:lnTo>
                <a:cubicBezTo>
                  <a:pt x="1431727" y="142875"/>
                  <a:pt x="1398984" y="119063"/>
                  <a:pt x="1360289" y="119063"/>
                </a:cubicBezTo>
                <a:lnTo>
                  <a:pt x="190500" y="119063"/>
                </a:lnTo>
                <a:close/>
                <a:moveTo>
                  <a:pt x="1190625" y="833438"/>
                </a:moveTo>
                <a:cubicBezTo>
                  <a:pt x="1157883" y="833438"/>
                  <a:pt x="1131094" y="806648"/>
                  <a:pt x="1131094" y="773906"/>
                </a:cubicBezTo>
                <a:lnTo>
                  <a:pt x="1131094" y="595313"/>
                </a:lnTo>
                <a:lnTo>
                  <a:pt x="952500" y="595313"/>
                </a:lnTo>
                <a:cubicBezTo>
                  <a:pt x="919758" y="595313"/>
                  <a:pt x="892969" y="568523"/>
                  <a:pt x="892969" y="535781"/>
                </a:cubicBezTo>
                <a:cubicBezTo>
                  <a:pt x="892969" y="503039"/>
                  <a:pt x="919758" y="476250"/>
                  <a:pt x="952500" y="476250"/>
                </a:cubicBezTo>
                <a:lnTo>
                  <a:pt x="1190625" y="476250"/>
                </a:lnTo>
                <a:cubicBezTo>
                  <a:pt x="1223367" y="476250"/>
                  <a:pt x="1250156" y="503039"/>
                  <a:pt x="1250156" y="535781"/>
                </a:cubicBezTo>
                <a:lnTo>
                  <a:pt x="1250156" y="773906"/>
                </a:lnTo>
                <a:cubicBezTo>
                  <a:pt x="1250156" y="806648"/>
                  <a:pt x="1223367" y="833438"/>
                  <a:pt x="1190625" y="833438"/>
                </a:cubicBezTo>
                <a:close/>
                <a:moveTo>
                  <a:pt x="773906" y="1012031"/>
                </a:moveTo>
                <a:cubicBezTo>
                  <a:pt x="759023" y="1012031"/>
                  <a:pt x="744141" y="1006078"/>
                  <a:pt x="732234" y="994172"/>
                </a:cubicBezTo>
                <a:lnTo>
                  <a:pt x="565547" y="827484"/>
                </a:lnTo>
                <a:lnTo>
                  <a:pt x="398859" y="994172"/>
                </a:lnTo>
                <a:cubicBezTo>
                  <a:pt x="375047" y="1017984"/>
                  <a:pt x="339328" y="1017984"/>
                  <a:pt x="315516" y="994172"/>
                </a:cubicBezTo>
                <a:cubicBezTo>
                  <a:pt x="291703" y="970359"/>
                  <a:pt x="291703" y="934641"/>
                  <a:pt x="315516" y="910828"/>
                </a:cubicBezTo>
                <a:lnTo>
                  <a:pt x="523875" y="702469"/>
                </a:lnTo>
                <a:cubicBezTo>
                  <a:pt x="547688" y="678656"/>
                  <a:pt x="583406" y="678656"/>
                  <a:pt x="607219" y="702469"/>
                </a:cubicBezTo>
                <a:lnTo>
                  <a:pt x="773906" y="869156"/>
                </a:lnTo>
                <a:lnTo>
                  <a:pt x="1148953" y="494109"/>
                </a:lnTo>
                <a:cubicBezTo>
                  <a:pt x="1172766" y="470297"/>
                  <a:pt x="1208484" y="470297"/>
                  <a:pt x="1232297" y="494109"/>
                </a:cubicBezTo>
                <a:cubicBezTo>
                  <a:pt x="1256109" y="517922"/>
                  <a:pt x="1256109" y="553641"/>
                  <a:pt x="1232297" y="577453"/>
                </a:cubicBezTo>
                <a:lnTo>
                  <a:pt x="815578" y="994172"/>
                </a:lnTo>
                <a:cubicBezTo>
                  <a:pt x="803672" y="1006078"/>
                  <a:pt x="788789" y="1012031"/>
                  <a:pt x="773906" y="101203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/>
          <p:cNvSpPr/>
          <p:nvPr/>
        </p:nvSpPr>
        <p:spPr>
          <a:xfrm>
            <a:off x="442913" y="3965003"/>
            <a:ext cx="11304000" cy="2550613"/>
          </a:xfrm>
          <a:custGeom>
            <a:avLst/>
            <a:gdLst>
              <a:gd name="connsiteX0" fmla="*/ 0 w 11304000"/>
              <a:gd name="connsiteY0" fmla="*/ 0 h 2547802"/>
              <a:gd name="connsiteX1" fmla="*/ 3988530 w 11304000"/>
              <a:gd name="connsiteY1" fmla="*/ 0 h 2547802"/>
              <a:gd name="connsiteX2" fmla="*/ 4026335 w 11304000"/>
              <a:gd name="connsiteY2" fmla="*/ 62228 h 2547802"/>
              <a:gd name="connsiteX3" fmla="*/ 5452507 w 11304000"/>
              <a:gd name="connsiteY3" fmla="*/ 917038 h 2547802"/>
              <a:gd name="connsiteX4" fmla="*/ 5610961 w 11304000"/>
              <a:gd name="connsiteY4" fmla="*/ 925039 h 2547802"/>
              <a:gd name="connsiteX5" fmla="*/ 5610961 w 11304000"/>
              <a:gd name="connsiteY5" fmla="*/ 925038 h 2547802"/>
              <a:gd name="connsiteX6" fmla="*/ 5653090 w 11304000"/>
              <a:gd name="connsiteY6" fmla="*/ 927165 h 2547802"/>
              <a:gd name="connsiteX7" fmla="*/ 5695219 w 11304000"/>
              <a:gd name="connsiteY7" fmla="*/ 925038 h 2547802"/>
              <a:gd name="connsiteX8" fmla="*/ 5695219 w 11304000"/>
              <a:gd name="connsiteY8" fmla="*/ 925039 h 2547802"/>
              <a:gd name="connsiteX9" fmla="*/ 5853672 w 11304000"/>
              <a:gd name="connsiteY9" fmla="*/ 917038 h 2547802"/>
              <a:gd name="connsiteX10" fmla="*/ 7279844 w 11304000"/>
              <a:gd name="connsiteY10" fmla="*/ 62228 h 2547802"/>
              <a:gd name="connsiteX11" fmla="*/ 7317649 w 11304000"/>
              <a:gd name="connsiteY11" fmla="*/ 0 h 2547802"/>
              <a:gd name="connsiteX12" fmla="*/ 11304000 w 11304000"/>
              <a:gd name="connsiteY12" fmla="*/ 0 h 2547802"/>
              <a:gd name="connsiteX13" fmla="*/ 11304000 w 11304000"/>
              <a:gd name="connsiteY13" fmla="*/ 2547802 h 2547802"/>
              <a:gd name="connsiteX14" fmla="*/ 0 w 11304000"/>
              <a:gd name="connsiteY14" fmla="*/ 2547802 h 2547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304000" h="2547802">
                <a:moveTo>
                  <a:pt x="0" y="0"/>
                </a:moveTo>
                <a:lnTo>
                  <a:pt x="3988530" y="0"/>
                </a:lnTo>
                <a:lnTo>
                  <a:pt x="4026335" y="62228"/>
                </a:lnTo>
                <a:cubicBezTo>
                  <a:pt x="4343630" y="531886"/>
                  <a:pt x="4858958" y="856760"/>
                  <a:pt x="5452507" y="917038"/>
                </a:cubicBezTo>
                <a:lnTo>
                  <a:pt x="5610961" y="925039"/>
                </a:lnTo>
                <a:lnTo>
                  <a:pt x="5610961" y="925038"/>
                </a:lnTo>
                <a:lnTo>
                  <a:pt x="5653090" y="927165"/>
                </a:lnTo>
                <a:lnTo>
                  <a:pt x="5695219" y="925038"/>
                </a:lnTo>
                <a:lnTo>
                  <a:pt x="5695219" y="925039"/>
                </a:lnTo>
                <a:lnTo>
                  <a:pt x="5853672" y="917038"/>
                </a:lnTo>
                <a:cubicBezTo>
                  <a:pt x="6447222" y="856760"/>
                  <a:pt x="6962550" y="531886"/>
                  <a:pt x="7279844" y="62228"/>
                </a:cubicBezTo>
                <a:lnTo>
                  <a:pt x="7317649" y="0"/>
                </a:lnTo>
                <a:lnTo>
                  <a:pt x="11304000" y="0"/>
                </a:lnTo>
                <a:lnTo>
                  <a:pt x="11304000" y="2547802"/>
                </a:lnTo>
                <a:lnTo>
                  <a:pt x="0" y="254780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50000">
                <a:schemeClr val="accent3">
                  <a:lumMod val="0"/>
                  <a:lumOff val="100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区域破局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2" name="任意多边形: 形状 81"/>
          <p:cNvSpPr/>
          <p:nvPr/>
        </p:nvSpPr>
        <p:spPr>
          <a:xfrm>
            <a:off x="442912" y="873125"/>
            <a:ext cx="5611497" cy="3035187"/>
          </a:xfrm>
          <a:custGeom>
            <a:avLst/>
            <a:gdLst>
              <a:gd name="connsiteX0" fmla="*/ 5611497 w 5611497"/>
              <a:gd name="connsiteY0" fmla="*/ 1265802 h 3035187"/>
              <a:gd name="connsiteX1" fmla="*/ 5611497 w 5611497"/>
              <a:gd name="connsiteY1" fmla="*/ 3035187 h 3035187"/>
              <a:gd name="connsiteX2" fmla="*/ 3977494 w 5611497"/>
              <a:gd name="connsiteY2" fmla="*/ 3035187 h 3035187"/>
              <a:gd name="connsiteX3" fmla="*/ 4924203 w 5611497"/>
              <a:gd name="connsiteY3" fmla="*/ 2488606 h 3035187"/>
              <a:gd name="connsiteX4" fmla="*/ 4885985 w 5611497"/>
              <a:gd name="connsiteY4" fmla="*/ 2418196 h 3035187"/>
              <a:gd name="connsiteX5" fmla="*/ 4820561 w 5611497"/>
              <a:gd name="connsiteY5" fmla="*/ 2094138 h 3035187"/>
              <a:gd name="connsiteX6" fmla="*/ 5485307 w 5611497"/>
              <a:gd name="connsiteY6" fmla="*/ 1278523 h 3035187"/>
              <a:gd name="connsiteX7" fmla="*/ 0 w 5611497"/>
              <a:gd name="connsiteY7" fmla="*/ 0 h 3035187"/>
              <a:gd name="connsiteX8" fmla="*/ 5611497 w 5611497"/>
              <a:gd name="connsiteY8" fmla="*/ 0 h 3035187"/>
              <a:gd name="connsiteX9" fmla="*/ 5611497 w 5611497"/>
              <a:gd name="connsiteY9" fmla="*/ 172054 h 3035187"/>
              <a:gd name="connsiteX10" fmla="*/ 5456460 w 5611497"/>
              <a:gd name="connsiteY10" fmla="*/ 179882 h 3035187"/>
              <a:gd name="connsiteX11" fmla="*/ 4058388 w 5611497"/>
              <a:gd name="connsiteY11" fmla="*/ 1017849 h 3035187"/>
              <a:gd name="connsiteX12" fmla="*/ 4000263 w 5611497"/>
              <a:gd name="connsiteY12" fmla="*/ 1113523 h 3035187"/>
              <a:gd name="connsiteX13" fmla="*/ 3962058 w 5611497"/>
              <a:gd name="connsiteY13" fmla="*/ 1176411 h 3035187"/>
              <a:gd name="connsiteX14" fmla="*/ 3958126 w 5611497"/>
              <a:gd name="connsiteY14" fmla="*/ 1184571 h 3035187"/>
              <a:gd name="connsiteX15" fmla="*/ 3958127 w 5611497"/>
              <a:gd name="connsiteY15" fmla="*/ 1184571 h 3035187"/>
              <a:gd name="connsiteX16" fmla="*/ 3881077 w 5611497"/>
              <a:gd name="connsiteY16" fmla="*/ 1344522 h 3035187"/>
              <a:gd name="connsiteX17" fmla="*/ 3729946 w 5611497"/>
              <a:gd name="connsiteY17" fmla="*/ 2093095 h 3035187"/>
              <a:gd name="connsiteX18" fmla="*/ 3962059 w 5611497"/>
              <a:gd name="connsiteY18" fmla="*/ 3009779 h 3035187"/>
              <a:gd name="connsiteX19" fmla="*/ 3977494 w 5611497"/>
              <a:gd name="connsiteY19" fmla="*/ 3035187 h 3035187"/>
              <a:gd name="connsiteX20" fmla="*/ 0 w 5611497"/>
              <a:gd name="connsiteY20" fmla="*/ 3035187 h 303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611497" h="3035187">
                <a:moveTo>
                  <a:pt x="5611497" y="1265802"/>
                </a:moveTo>
                <a:lnTo>
                  <a:pt x="5611497" y="3035187"/>
                </a:lnTo>
                <a:lnTo>
                  <a:pt x="3977494" y="3035187"/>
                </a:lnTo>
                <a:lnTo>
                  <a:pt x="4924203" y="2488606"/>
                </a:lnTo>
                <a:lnTo>
                  <a:pt x="4885985" y="2418196"/>
                </a:lnTo>
                <a:cubicBezTo>
                  <a:pt x="4843857" y="2318593"/>
                  <a:pt x="4820561" y="2209086"/>
                  <a:pt x="4820561" y="2094138"/>
                </a:cubicBezTo>
                <a:cubicBezTo>
                  <a:pt x="4820561" y="1691819"/>
                  <a:pt x="5105937" y="1356153"/>
                  <a:pt x="5485307" y="1278523"/>
                </a:cubicBezTo>
                <a:close/>
                <a:moveTo>
                  <a:pt x="0" y="0"/>
                </a:moveTo>
                <a:lnTo>
                  <a:pt x="5611497" y="0"/>
                </a:lnTo>
                <a:lnTo>
                  <a:pt x="5611497" y="172054"/>
                </a:lnTo>
                <a:lnTo>
                  <a:pt x="5456460" y="179882"/>
                </a:lnTo>
                <a:cubicBezTo>
                  <a:pt x="4874605" y="238973"/>
                  <a:pt x="4369431" y="557445"/>
                  <a:pt x="4058388" y="1017849"/>
                </a:cubicBezTo>
                <a:lnTo>
                  <a:pt x="4000263" y="1113523"/>
                </a:lnTo>
                <a:lnTo>
                  <a:pt x="3962058" y="1176411"/>
                </a:lnTo>
                <a:lnTo>
                  <a:pt x="3958126" y="1184571"/>
                </a:lnTo>
                <a:lnTo>
                  <a:pt x="3958127" y="1184571"/>
                </a:lnTo>
                <a:lnTo>
                  <a:pt x="3881077" y="1344522"/>
                </a:lnTo>
                <a:cubicBezTo>
                  <a:pt x="3783760" y="1574603"/>
                  <a:pt x="3729946" y="1827564"/>
                  <a:pt x="3729946" y="2093095"/>
                </a:cubicBezTo>
                <a:cubicBezTo>
                  <a:pt x="3729946" y="2425008"/>
                  <a:pt x="3814030" y="2737282"/>
                  <a:pt x="3962059" y="3009779"/>
                </a:cubicBezTo>
                <a:lnTo>
                  <a:pt x="3977494" y="3035187"/>
                </a:lnTo>
                <a:lnTo>
                  <a:pt x="0" y="3035187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4" name="任意多边形: 形状 83"/>
          <p:cNvSpPr/>
          <p:nvPr/>
        </p:nvSpPr>
        <p:spPr>
          <a:xfrm>
            <a:off x="6137299" y="873125"/>
            <a:ext cx="5602899" cy="3035187"/>
          </a:xfrm>
          <a:custGeom>
            <a:avLst/>
            <a:gdLst>
              <a:gd name="connsiteX0" fmla="*/ 0 w 5602899"/>
              <a:gd name="connsiteY0" fmla="*/ 1265772 h 3035187"/>
              <a:gd name="connsiteX1" fmla="*/ 126484 w 5602899"/>
              <a:gd name="connsiteY1" fmla="*/ 1278523 h 3035187"/>
              <a:gd name="connsiteX2" fmla="*/ 791231 w 5602899"/>
              <a:gd name="connsiteY2" fmla="*/ 2094138 h 3035187"/>
              <a:gd name="connsiteX3" fmla="*/ 725807 w 5602899"/>
              <a:gd name="connsiteY3" fmla="*/ 2418196 h 3035187"/>
              <a:gd name="connsiteX4" fmla="*/ 687589 w 5602899"/>
              <a:gd name="connsiteY4" fmla="*/ 2488606 h 3035187"/>
              <a:gd name="connsiteX5" fmla="*/ 1634296 w 5602899"/>
              <a:gd name="connsiteY5" fmla="*/ 3035187 h 3035187"/>
              <a:gd name="connsiteX6" fmla="*/ 0 w 5602899"/>
              <a:gd name="connsiteY6" fmla="*/ 3035187 h 3035187"/>
              <a:gd name="connsiteX7" fmla="*/ 0 w 5602899"/>
              <a:gd name="connsiteY7" fmla="*/ 0 h 3035187"/>
              <a:gd name="connsiteX8" fmla="*/ 5602899 w 5602899"/>
              <a:gd name="connsiteY8" fmla="*/ 0 h 3035187"/>
              <a:gd name="connsiteX9" fmla="*/ 5602899 w 5602899"/>
              <a:gd name="connsiteY9" fmla="*/ 3035187 h 3035187"/>
              <a:gd name="connsiteX10" fmla="*/ 1634296 w 5602899"/>
              <a:gd name="connsiteY10" fmla="*/ 3035187 h 3035187"/>
              <a:gd name="connsiteX11" fmla="*/ 1649733 w 5602899"/>
              <a:gd name="connsiteY11" fmla="*/ 3009779 h 3035187"/>
              <a:gd name="connsiteX12" fmla="*/ 1881845 w 5602899"/>
              <a:gd name="connsiteY12" fmla="*/ 2093095 h 3035187"/>
              <a:gd name="connsiteX13" fmla="*/ 1730715 w 5602899"/>
              <a:gd name="connsiteY13" fmla="*/ 1344522 h 3035187"/>
              <a:gd name="connsiteX14" fmla="*/ 1653663 w 5602899"/>
              <a:gd name="connsiteY14" fmla="*/ 1184571 h 3035187"/>
              <a:gd name="connsiteX15" fmla="*/ 1649733 w 5602899"/>
              <a:gd name="connsiteY15" fmla="*/ 1176411 h 3035187"/>
              <a:gd name="connsiteX16" fmla="*/ 1611527 w 5602899"/>
              <a:gd name="connsiteY16" fmla="*/ 1113523 h 3035187"/>
              <a:gd name="connsiteX17" fmla="*/ 1611526 w 5602899"/>
              <a:gd name="connsiteY17" fmla="*/ 1113523 h 3035187"/>
              <a:gd name="connsiteX18" fmla="*/ 1553402 w 5602899"/>
              <a:gd name="connsiteY18" fmla="*/ 1017849 h 3035187"/>
              <a:gd name="connsiteX19" fmla="*/ 155332 w 5602899"/>
              <a:gd name="connsiteY19" fmla="*/ 179882 h 3035187"/>
              <a:gd name="connsiteX20" fmla="*/ 0 w 5602899"/>
              <a:gd name="connsiteY20" fmla="*/ 172039 h 303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602899" h="3035187">
                <a:moveTo>
                  <a:pt x="0" y="1265772"/>
                </a:moveTo>
                <a:lnTo>
                  <a:pt x="126484" y="1278523"/>
                </a:lnTo>
                <a:cubicBezTo>
                  <a:pt x="505854" y="1356153"/>
                  <a:pt x="791231" y="1691819"/>
                  <a:pt x="791231" y="2094138"/>
                </a:cubicBezTo>
                <a:cubicBezTo>
                  <a:pt x="791231" y="2209086"/>
                  <a:pt x="767935" y="2318593"/>
                  <a:pt x="725807" y="2418196"/>
                </a:cubicBezTo>
                <a:lnTo>
                  <a:pt x="687589" y="2488606"/>
                </a:lnTo>
                <a:lnTo>
                  <a:pt x="1634296" y="3035187"/>
                </a:lnTo>
                <a:lnTo>
                  <a:pt x="0" y="3035187"/>
                </a:lnTo>
                <a:close/>
                <a:moveTo>
                  <a:pt x="0" y="0"/>
                </a:moveTo>
                <a:lnTo>
                  <a:pt x="5602899" y="0"/>
                </a:lnTo>
                <a:lnTo>
                  <a:pt x="5602899" y="3035187"/>
                </a:lnTo>
                <a:lnTo>
                  <a:pt x="1634296" y="3035187"/>
                </a:lnTo>
                <a:lnTo>
                  <a:pt x="1649733" y="3009779"/>
                </a:lnTo>
                <a:cubicBezTo>
                  <a:pt x="1797761" y="2737282"/>
                  <a:pt x="1881845" y="2425008"/>
                  <a:pt x="1881845" y="2093095"/>
                </a:cubicBezTo>
                <a:cubicBezTo>
                  <a:pt x="1881845" y="1827564"/>
                  <a:pt x="1828031" y="1574603"/>
                  <a:pt x="1730715" y="1344522"/>
                </a:cubicBezTo>
                <a:lnTo>
                  <a:pt x="1653663" y="1184571"/>
                </a:lnTo>
                <a:lnTo>
                  <a:pt x="1649733" y="1176411"/>
                </a:lnTo>
                <a:lnTo>
                  <a:pt x="1611527" y="1113523"/>
                </a:lnTo>
                <a:lnTo>
                  <a:pt x="1611526" y="1113523"/>
                </a:lnTo>
                <a:lnTo>
                  <a:pt x="1553402" y="1017849"/>
                </a:lnTo>
                <a:cubicBezTo>
                  <a:pt x="1242360" y="557445"/>
                  <a:pt x="737186" y="238973"/>
                  <a:pt x="155332" y="179882"/>
                </a:cubicBezTo>
                <a:lnTo>
                  <a:pt x="0" y="172039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66637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68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三段话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797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任意多边形: 形状 57"/>
          <p:cNvSpPr/>
          <p:nvPr/>
        </p:nvSpPr>
        <p:spPr>
          <a:xfrm flipH="1" flipV="1">
            <a:off x="4430486" y="3419547"/>
            <a:ext cx="3331033" cy="1484440"/>
          </a:xfrm>
          <a:custGeom>
            <a:avLst/>
            <a:gdLst>
              <a:gd name="connsiteX0" fmla="*/ 1423220 w 2846440"/>
              <a:gd name="connsiteY0" fmla="*/ 0 h 1268487"/>
              <a:gd name="connsiteX1" fmla="*/ 1459220 w 2846440"/>
              <a:gd name="connsiteY1" fmla="*/ 1818 h 1268487"/>
              <a:gd name="connsiteX2" fmla="*/ 1459220 w 2846440"/>
              <a:gd name="connsiteY2" fmla="*/ 1817 h 1268487"/>
              <a:gd name="connsiteX3" fmla="*/ 1594622 w 2846440"/>
              <a:gd name="connsiteY3" fmla="*/ 8654 h 1268487"/>
              <a:gd name="connsiteX4" fmla="*/ 2813317 w 2846440"/>
              <a:gd name="connsiteY4" fmla="*/ 739108 h 1268487"/>
              <a:gd name="connsiteX5" fmla="*/ 2846440 w 2846440"/>
              <a:gd name="connsiteY5" fmla="*/ 793629 h 1268487"/>
              <a:gd name="connsiteX6" fmla="*/ 2023962 w 2846440"/>
              <a:gd name="connsiteY6" fmla="*/ 1268487 h 1268487"/>
              <a:gd name="connsiteX7" fmla="*/ 1936378 w 2846440"/>
              <a:gd name="connsiteY7" fmla="*/ 1162334 h 1268487"/>
              <a:gd name="connsiteX8" fmla="*/ 1423220 w 2846440"/>
              <a:gd name="connsiteY8" fmla="*/ 949777 h 1268487"/>
              <a:gd name="connsiteX9" fmla="*/ 910063 w 2846440"/>
              <a:gd name="connsiteY9" fmla="*/ 1162334 h 1268487"/>
              <a:gd name="connsiteX10" fmla="*/ 822478 w 2846440"/>
              <a:gd name="connsiteY10" fmla="*/ 1268487 h 1268487"/>
              <a:gd name="connsiteX11" fmla="*/ 0 w 2846440"/>
              <a:gd name="connsiteY11" fmla="*/ 793629 h 1268487"/>
              <a:gd name="connsiteX12" fmla="*/ 33123 w 2846440"/>
              <a:gd name="connsiteY12" fmla="*/ 739108 h 1268487"/>
              <a:gd name="connsiteX13" fmla="*/ 1251818 w 2846440"/>
              <a:gd name="connsiteY13" fmla="*/ 8654 h 1268487"/>
              <a:gd name="connsiteX14" fmla="*/ 1387220 w 2846440"/>
              <a:gd name="connsiteY14" fmla="*/ 1817 h 1268487"/>
              <a:gd name="connsiteX15" fmla="*/ 1387220 w 2846440"/>
              <a:gd name="connsiteY15" fmla="*/ 1818 h 1268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46440" h="1268487">
                <a:moveTo>
                  <a:pt x="1423220" y="0"/>
                </a:moveTo>
                <a:lnTo>
                  <a:pt x="1459220" y="1818"/>
                </a:lnTo>
                <a:lnTo>
                  <a:pt x="1459220" y="1817"/>
                </a:lnTo>
                <a:lnTo>
                  <a:pt x="1594622" y="8654"/>
                </a:lnTo>
                <a:cubicBezTo>
                  <a:pt x="2101823" y="60163"/>
                  <a:pt x="2542182" y="337775"/>
                  <a:pt x="2813317" y="739108"/>
                </a:cubicBezTo>
                <a:lnTo>
                  <a:pt x="2846440" y="793629"/>
                </a:lnTo>
                <a:lnTo>
                  <a:pt x="2023962" y="1268487"/>
                </a:lnTo>
                <a:lnTo>
                  <a:pt x="1936378" y="1162334"/>
                </a:lnTo>
                <a:cubicBezTo>
                  <a:pt x="1805049" y="1031005"/>
                  <a:pt x="1623621" y="949777"/>
                  <a:pt x="1423220" y="949777"/>
                </a:cubicBezTo>
                <a:cubicBezTo>
                  <a:pt x="1222820" y="949777"/>
                  <a:pt x="1041391" y="1031005"/>
                  <a:pt x="910063" y="1162334"/>
                </a:cubicBezTo>
                <a:lnTo>
                  <a:pt x="822478" y="1268487"/>
                </a:lnTo>
                <a:lnTo>
                  <a:pt x="0" y="793629"/>
                </a:lnTo>
                <a:lnTo>
                  <a:pt x="33123" y="739108"/>
                </a:lnTo>
                <a:cubicBezTo>
                  <a:pt x="304258" y="337775"/>
                  <a:pt x="744617" y="60163"/>
                  <a:pt x="1251818" y="8654"/>
                </a:cubicBezTo>
                <a:lnTo>
                  <a:pt x="1387220" y="1817"/>
                </a:lnTo>
                <a:lnTo>
                  <a:pt x="1387220" y="18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956" tIns="50478" rIns="100956" bIns="504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 flipH="1" flipV="1">
            <a:off x="6127889" y="1030848"/>
            <a:ext cx="1900664" cy="2891779"/>
          </a:xfrm>
          <a:custGeom>
            <a:avLst/>
            <a:gdLst>
              <a:gd name="connsiteX0" fmla="*/ 215788 w 1640400"/>
              <a:gd name="connsiteY0" fmla="*/ 0 h 2495801"/>
              <a:gd name="connsiteX1" fmla="*/ 1041030 w 1640400"/>
              <a:gd name="connsiteY1" fmla="*/ 476454 h 2495801"/>
              <a:gd name="connsiteX2" fmla="*/ 1007716 w 1640400"/>
              <a:gd name="connsiteY2" fmla="*/ 537830 h 2495801"/>
              <a:gd name="connsiteX3" fmla="*/ 950686 w 1640400"/>
              <a:gd name="connsiteY3" fmla="*/ 820311 h 2495801"/>
              <a:gd name="connsiteX4" fmla="*/ 1530144 w 1640400"/>
              <a:gd name="connsiteY4" fmla="*/ 1531281 h 2495801"/>
              <a:gd name="connsiteX5" fmla="*/ 1640400 w 1640400"/>
              <a:gd name="connsiteY5" fmla="*/ 1542396 h 2495801"/>
              <a:gd name="connsiteX6" fmla="*/ 1640400 w 1640400"/>
              <a:gd name="connsiteY6" fmla="*/ 2495801 h 2495801"/>
              <a:gd name="connsiteX7" fmla="*/ 1504998 w 1640400"/>
              <a:gd name="connsiteY7" fmla="*/ 2488964 h 2495801"/>
              <a:gd name="connsiteX8" fmla="*/ 286303 w 1640400"/>
              <a:gd name="connsiteY8" fmla="*/ 1758510 h 2495801"/>
              <a:gd name="connsiteX9" fmla="*/ 235637 w 1640400"/>
              <a:gd name="connsiteY9" fmla="*/ 1675111 h 2495801"/>
              <a:gd name="connsiteX10" fmla="*/ 235636 w 1640400"/>
              <a:gd name="connsiteY10" fmla="*/ 1675111 h 2495801"/>
              <a:gd name="connsiteX11" fmla="*/ 202332 w 1640400"/>
              <a:gd name="connsiteY11" fmla="*/ 1620292 h 2495801"/>
              <a:gd name="connsiteX12" fmla="*/ 198906 w 1640400"/>
              <a:gd name="connsiteY12" fmla="*/ 1613179 h 2495801"/>
              <a:gd name="connsiteX13" fmla="*/ 131740 w 1640400"/>
              <a:gd name="connsiteY13" fmla="*/ 1473750 h 2495801"/>
              <a:gd name="connsiteX14" fmla="*/ 0 w 1640400"/>
              <a:gd name="connsiteY14" fmla="*/ 821220 h 2495801"/>
              <a:gd name="connsiteX15" fmla="*/ 202332 w 1640400"/>
              <a:gd name="connsiteY15" fmla="*/ 22148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400" h="2495801">
                <a:moveTo>
                  <a:pt x="215788" y="0"/>
                </a:moveTo>
                <a:lnTo>
                  <a:pt x="1041030" y="476454"/>
                </a:lnTo>
                <a:lnTo>
                  <a:pt x="1007716" y="537830"/>
                </a:lnTo>
                <a:cubicBezTo>
                  <a:pt x="970993" y="624654"/>
                  <a:pt x="950686" y="720111"/>
                  <a:pt x="950686" y="820311"/>
                </a:cubicBezTo>
                <a:cubicBezTo>
                  <a:pt x="950686" y="1171012"/>
                  <a:pt x="1199448" y="1463611"/>
                  <a:pt x="1530144" y="1531281"/>
                </a:cubicBezTo>
                <a:lnTo>
                  <a:pt x="1640400" y="1542396"/>
                </a:lnTo>
                <a:lnTo>
                  <a:pt x="1640400" y="2495801"/>
                </a:lnTo>
                <a:lnTo>
                  <a:pt x="1504998" y="2488964"/>
                </a:lnTo>
                <a:cubicBezTo>
                  <a:pt x="997797" y="2437455"/>
                  <a:pt x="557438" y="2159843"/>
                  <a:pt x="286303" y="1758510"/>
                </a:cubicBezTo>
                <a:lnTo>
                  <a:pt x="235637" y="1675111"/>
                </a:lnTo>
                <a:lnTo>
                  <a:pt x="235636" y="1675111"/>
                </a:lnTo>
                <a:lnTo>
                  <a:pt x="202332" y="1620292"/>
                </a:lnTo>
                <a:lnTo>
                  <a:pt x="198906" y="1613179"/>
                </a:lnTo>
                <a:lnTo>
                  <a:pt x="131740" y="1473750"/>
                </a:lnTo>
                <a:cubicBezTo>
                  <a:pt x="46910" y="1273189"/>
                  <a:pt x="0" y="1052683"/>
                  <a:pt x="0" y="821220"/>
                </a:cubicBezTo>
                <a:cubicBezTo>
                  <a:pt x="0" y="531892"/>
                  <a:pt x="73296" y="259683"/>
                  <a:pt x="202332" y="221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9956" tIns="49978" rIns="99956" bIns="499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任意多边形: 形状 59"/>
          <p:cNvSpPr/>
          <p:nvPr/>
        </p:nvSpPr>
        <p:spPr>
          <a:xfrm flipH="1" flipV="1">
            <a:off x="4163449" y="1030848"/>
            <a:ext cx="1900664" cy="2891779"/>
          </a:xfrm>
          <a:custGeom>
            <a:avLst/>
            <a:gdLst>
              <a:gd name="connsiteX0" fmla="*/ 1424612 w 1640399"/>
              <a:gd name="connsiteY0" fmla="*/ 0 h 2495801"/>
              <a:gd name="connsiteX1" fmla="*/ 1438067 w 1640399"/>
              <a:gd name="connsiteY1" fmla="*/ 22148 h 2495801"/>
              <a:gd name="connsiteX2" fmla="*/ 1640399 w 1640399"/>
              <a:gd name="connsiteY2" fmla="*/ 821220 h 2495801"/>
              <a:gd name="connsiteX3" fmla="*/ 1508659 w 1640399"/>
              <a:gd name="connsiteY3" fmla="*/ 1473750 h 2495801"/>
              <a:gd name="connsiteX4" fmla="*/ 1441494 w 1640399"/>
              <a:gd name="connsiteY4" fmla="*/ 1613179 h 2495801"/>
              <a:gd name="connsiteX5" fmla="*/ 1441495 w 1640399"/>
              <a:gd name="connsiteY5" fmla="*/ 1613179 h 2495801"/>
              <a:gd name="connsiteX6" fmla="*/ 1438068 w 1640399"/>
              <a:gd name="connsiteY6" fmla="*/ 1620292 h 2495801"/>
              <a:gd name="connsiteX7" fmla="*/ 1404765 w 1640399"/>
              <a:gd name="connsiteY7" fmla="*/ 1675111 h 2495801"/>
              <a:gd name="connsiteX8" fmla="*/ 1354097 w 1640399"/>
              <a:gd name="connsiteY8" fmla="*/ 1758510 h 2495801"/>
              <a:gd name="connsiteX9" fmla="*/ 135402 w 1640399"/>
              <a:gd name="connsiteY9" fmla="*/ 2488964 h 2495801"/>
              <a:gd name="connsiteX10" fmla="*/ 0 w 1640399"/>
              <a:gd name="connsiteY10" fmla="*/ 2495801 h 2495801"/>
              <a:gd name="connsiteX11" fmla="*/ 0 w 1640399"/>
              <a:gd name="connsiteY11" fmla="*/ 1542396 h 2495801"/>
              <a:gd name="connsiteX12" fmla="*/ 110256 w 1640399"/>
              <a:gd name="connsiteY12" fmla="*/ 1531281 h 2495801"/>
              <a:gd name="connsiteX13" fmla="*/ 689713 w 1640399"/>
              <a:gd name="connsiteY13" fmla="*/ 820311 h 2495801"/>
              <a:gd name="connsiteX14" fmla="*/ 632683 w 1640399"/>
              <a:gd name="connsiteY14" fmla="*/ 537830 h 2495801"/>
              <a:gd name="connsiteX15" fmla="*/ 599369 w 1640399"/>
              <a:gd name="connsiteY15" fmla="*/ 476454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399" h="2495801">
                <a:moveTo>
                  <a:pt x="1424612" y="0"/>
                </a:moveTo>
                <a:lnTo>
                  <a:pt x="1438067" y="22148"/>
                </a:lnTo>
                <a:cubicBezTo>
                  <a:pt x="1567103" y="259683"/>
                  <a:pt x="1640399" y="531892"/>
                  <a:pt x="1640399" y="821220"/>
                </a:cubicBezTo>
                <a:cubicBezTo>
                  <a:pt x="1640399" y="1052683"/>
                  <a:pt x="1593490" y="1273189"/>
                  <a:pt x="1508659" y="1473750"/>
                </a:cubicBezTo>
                <a:lnTo>
                  <a:pt x="1441494" y="1613179"/>
                </a:lnTo>
                <a:lnTo>
                  <a:pt x="1441495" y="1613179"/>
                </a:lnTo>
                <a:lnTo>
                  <a:pt x="1438068" y="1620292"/>
                </a:lnTo>
                <a:lnTo>
                  <a:pt x="1404765" y="1675111"/>
                </a:lnTo>
                <a:lnTo>
                  <a:pt x="1354097" y="1758510"/>
                </a:lnTo>
                <a:cubicBezTo>
                  <a:pt x="1082962" y="2159843"/>
                  <a:pt x="642603" y="2437455"/>
                  <a:pt x="135402" y="2488964"/>
                </a:cubicBezTo>
                <a:lnTo>
                  <a:pt x="0" y="2495801"/>
                </a:lnTo>
                <a:lnTo>
                  <a:pt x="0" y="1542396"/>
                </a:lnTo>
                <a:lnTo>
                  <a:pt x="110256" y="1531281"/>
                </a:lnTo>
                <a:cubicBezTo>
                  <a:pt x="440952" y="1463611"/>
                  <a:pt x="689713" y="1171012"/>
                  <a:pt x="689713" y="820311"/>
                </a:cubicBezTo>
                <a:cubicBezTo>
                  <a:pt x="689713" y="720111"/>
                  <a:pt x="669406" y="624654"/>
                  <a:pt x="632683" y="537830"/>
                </a:cubicBezTo>
                <a:lnTo>
                  <a:pt x="599369" y="47645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9956" tIns="49978" rIns="99956" bIns="4997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8" name="任意多边形: 形状 47"/>
          <p:cNvSpPr/>
          <p:nvPr/>
        </p:nvSpPr>
        <p:spPr>
          <a:xfrm flipH="1" flipV="1">
            <a:off x="4971659" y="3288797"/>
            <a:ext cx="2248687" cy="1002105"/>
          </a:xfrm>
          <a:custGeom>
            <a:avLst/>
            <a:gdLst>
              <a:gd name="connsiteX0" fmla="*/ 1423220 w 2846440"/>
              <a:gd name="connsiteY0" fmla="*/ 0 h 1268487"/>
              <a:gd name="connsiteX1" fmla="*/ 1459220 w 2846440"/>
              <a:gd name="connsiteY1" fmla="*/ 1818 h 1268487"/>
              <a:gd name="connsiteX2" fmla="*/ 1459220 w 2846440"/>
              <a:gd name="connsiteY2" fmla="*/ 1817 h 1268487"/>
              <a:gd name="connsiteX3" fmla="*/ 1594622 w 2846440"/>
              <a:gd name="connsiteY3" fmla="*/ 8654 h 1268487"/>
              <a:gd name="connsiteX4" fmla="*/ 2813317 w 2846440"/>
              <a:gd name="connsiteY4" fmla="*/ 739108 h 1268487"/>
              <a:gd name="connsiteX5" fmla="*/ 2846440 w 2846440"/>
              <a:gd name="connsiteY5" fmla="*/ 793629 h 1268487"/>
              <a:gd name="connsiteX6" fmla="*/ 2023962 w 2846440"/>
              <a:gd name="connsiteY6" fmla="*/ 1268487 h 1268487"/>
              <a:gd name="connsiteX7" fmla="*/ 1936378 w 2846440"/>
              <a:gd name="connsiteY7" fmla="*/ 1162334 h 1268487"/>
              <a:gd name="connsiteX8" fmla="*/ 1423220 w 2846440"/>
              <a:gd name="connsiteY8" fmla="*/ 949777 h 1268487"/>
              <a:gd name="connsiteX9" fmla="*/ 910063 w 2846440"/>
              <a:gd name="connsiteY9" fmla="*/ 1162334 h 1268487"/>
              <a:gd name="connsiteX10" fmla="*/ 822478 w 2846440"/>
              <a:gd name="connsiteY10" fmla="*/ 1268487 h 1268487"/>
              <a:gd name="connsiteX11" fmla="*/ 0 w 2846440"/>
              <a:gd name="connsiteY11" fmla="*/ 793629 h 1268487"/>
              <a:gd name="connsiteX12" fmla="*/ 33123 w 2846440"/>
              <a:gd name="connsiteY12" fmla="*/ 739108 h 1268487"/>
              <a:gd name="connsiteX13" fmla="*/ 1251818 w 2846440"/>
              <a:gd name="connsiteY13" fmla="*/ 8654 h 1268487"/>
              <a:gd name="connsiteX14" fmla="*/ 1387220 w 2846440"/>
              <a:gd name="connsiteY14" fmla="*/ 1817 h 1268487"/>
              <a:gd name="connsiteX15" fmla="*/ 1387220 w 2846440"/>
              <a:gd name="connsiteY15" fmla="*/ 1818 h 1268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46440" h="1268487">
                <a:moveTo>
                  <a:pt x="1423220" y="0"/>
                </a:moveTo>
                <a:lnTo>
                  <a:pt x="1459220" y="1818"/>
                </a:lnTo>
                <a:lnTo>
                  <a:pt x="1459220" y="1817"/>
                </a:lnTo>
                <a:lnTo>
                  <a:pt x="1594622" y="8654"/>
                </a:lnTo>
                <a:cubicBezTo>
                  <a:pt x="2101823" y="60163"/>
                  <a:pt x="2542182" y="337775"/>
                  <a:pt x="2813317" y="739108"/>
                </a:cubicBezTo>
                <a:lnTo>
                  <a:pt x="2846440" y="793629"/>
                </a:lnTo>
                <a:lnTo>
                  <a:pt x="2023962" y="1268487"/>
                </a:lnTo>
                <a:lnTo>
                  <a:pt x="1936378" y="1162334"/>
                </a:lnTo>
                <a:cubicBezTo>
                  <a:pt x="1805049" y="1031005"/>
                  <a:pt x="1623621" y="949777"/>
                  <a:pt x="1423220" y="949777"/>
                </a:cubicBezTo>
                <a:cubicBezTo>
                  <a:pt x="1222820" y="949777"/>
                  <a:pt x="1041391" y="1031005"/>
                  <a:pt x="910063" y="1162334"/>
                </a:cubicBezTo>
                <a:lnTo>
                  <a:pt x="822478" y="1268487"/>
                </a:lnTo>
                <a:lnTo>
                  <a:pt x="0" y="793629"/>
                </a:lnTo>
                <a:lnTo>
                  <a:pt x="33123" y="739108"/>
                </a:lnTo>
                <a:cubicBezTo>
                  <a:pt x="304258" y="337775"/>
                  <a:pt x="744617" y="60163"/>
                  <a:pt x="1251818" y="8654"/>
                </a:cubicBezTo>
                <a:lnTo>
                  <a:pt x="1387220" y="1817"/>
                </a:lnTo>
                <a:lnTo>
                  <a:pt x="1387220" y="181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任意多边形: 形状 49"/>
          <p:cNvSpPr/>
          <p:nvPr/>
        </p:nvSpPr>
        <p:spPr>
          <a:xfrm flipH="1" flipV="1">
            <a:off x="6124442" y="1643626"/>
            <a:ext cx="1295916" cy="1971683"/>
          </a:xfrm>
          <a:custGeom>
            <a:avLst/>
            <a:gdLst>
              <a:gd name="connsiteX0" fmla="*/ 215788 w 1640400"/>
              <a:gd name="connsiteY0" fmla="*/ 0 h 2495801"/>
              <a:gd name="connsiteX1" fmla="*/ 1041030 w 1640400"/>
              <a:gd name="connsiteY1" fmla="*/ 476454 h 2495801"/>
              <a:gd name="connsiteX2" fmla="*/ 1007716 w 1640400"/>
              <a:gd name="connsiteY2" fmla="*/ 537830 h 2495801"/>
              <a:gd name="connsiteX3" fmla="*/ 950686 w 1640400"/>
              <a:gd name="connsiteY3" fmla="*/ 820311 h 2495801"/>
              <a:gd name="connsiteX4" fmla="*/ 1530144 w 1640400"/>
              <a:gd name="connsiteY4" fmla="*/ 1531281 h 2495801"/>
              <a:gd name="connsiteX5" fmla="*/ 1640400 w 1640400"/>
              <a:gd name="connsiteY5" fmla="*/ 1542396 h 2495801"/>
              <a:gd name="connsiteX6" fmla="*/ 1640400 w 1640400"/>
              <a:gd name="connsiteY6" fmla="*/ 2495801 h 2495801"/>
              <a:gd name="connsiteX7" fmla="*/ 1504998 w 1640400"/>
              <a:gd name="connsiteY7" fmla="*/ 2488964 h 2495801"/>
              <a:gd name="connsiteX8" fmla="*/ 286303 w 1640400"/>
              <a:gd name="connsiteY8" fmla="*/ 1758510 h 2495801"/>
              <a:gd name="connsiteX9" fmla="*/ 235637 w 1640400"/>
              <a:gd name="connsiteY9" fmla="*/ 1675111 h 2495801"/>
              <a:gd name="connsiteX10" fmla="*/ 235636 w 1640400"/>
              <a:gd name="connsiteY10" fmla="*/ 1675111 h 2495801"/>
              <a:gd name="connsiteX11" fmla="*/ 202332 w 1640400"/>
              <a:gd name="connsiteY11" fmla="*/ 1620292 h 2495801"/>
              <a:gd name="connsiteX12" fmla="*/ 198906 w 1640400"/>
              <a:gd name="connsiteY12" fmla="*/ 1613179 h 2495801"/>
              <a:gd name="connsiteX13" fmla="*/ 131740 w 1640400"/>
              <a:gd name="connsiteY13" fmla="*/ 1473750 h 2495801"/>
              <a:gd name="connsiteX14" fmla="*/ 0 w 1640400"/>
              <a:gd name="connsiteY14" fmla="*/ 821220 h 2495801"/>
              <a:gd name="connsiteX15" fmla="*/ 202332 w 1640400"/>
              <a:gd name="connsiteY15" fmla="*/ 22148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400" h="2495801">
                <a:moveTo>
                  <a:pt x="215788" y="0"/>
                </a:moveTo>
                <a:lnTo>
                  <a:pt x="1041030" y="476454"/>
                </a:lnTo>
                <a:lnTo>
                  <a:pt x="1007716" y="537830"/>
                </a:lnTo>
                <a:cubicBezTo>
                  <a:pt x="970993" y="624654"/>
                  <a:pt x="950686" y="720111"/>
                  <a:pt x="950686" y="820311"/>
                </a:cubicBezTo>
                <a:cubicBezTo>
                  <a:pt x="950686" y="1171012"/>
                  <a:pt x="1199448" y="1463611"/>
                  <a:pt x="1530144" y="1531281"/>
                </a:cubicBezTo>
                <a:lnTo>
                  <a:pt x="1640400" y="1542396"/>
                </a:lnTo>
                <a:lnTo>
                  <a:pt x="1640400" y="2495801"/>
                </a:lnTo>
                <a:lnTo>
                  <a:pt x="1504998" y="2488964"/>
                </a:lnTo>
                <a:cubicBezTo>
                  <a:pt x="997797" y="2437455"/>
                  <a:pt x="557438" y="2159843"/>
                  <a:pt x="286303" y="1758510"/>
                </a:cubicBezTo>
                <a:lnTo>
                  <a:pt x="235637" y="1675111"/>
                </a:lnTo>
                <a:lnTo>
                  <a:pt x="235636" y="1675111"/>
                </a:lnTo>
                <a:lnTo>
                  <a:pt x="202332" y="1620292"/>
                </a:lnTo>
                <a:lnTo>
                  <a:pt x="198906" y="1613179"/>
                </a:lnTo>
                <a:lnTo>
                  <a:pt x="131740" y="1473750"/>
                </a:lnTo>
                <a:cubicBezTo>
                  <a:pt x="46910" y="1273189"/>
                  <a:pt x="0" y="1052683"/>
                  <a:pt x="0" y="821220"/>
                </a:cubicBezTo>
                <a:cubicBezTo>
                  <a:pt x="0" y="531892"/>
                  <a:pt x="73296" y="259683"/>
                  <a:pt x="202332" y="221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任意多边形: 形状 48"/>
          <p:cNvSpPr/>
          <p:nvPr/>
        </p:nvSpPr>
        <p:spPr>
          <a:xfrm flipH="1" flipV="1">
            <a:off x="4771646" y="1643626"/>
            <a:ext cx="1295915" cy="1971683"/>
          </a:xfrm>
          <a:custGeom>
            <a:avLst/>
            <a:gdLst>
              <a:gd name="connsiteX0" fmla="*/ 1424612 w 1640399"/>
              <a:gd name="connsiteY0" fmla="*/ 0 h 2495801"/>
              <a:gd name="connsiteX1" fmla="*/ 1438067 w 1640399"/>
              <a:gd name="connsiteY1" fmla="*/ 22148 h 2495801"/>
              <a:gd name="connsiteX2" fmla="*/ 1640399 w 1640399"/>
              <a:gd name="connsiteY2" fmla="*/ 821220 h 2495801"/>
              <a:gd name="connsiteX3" fmla="*/ 1508659 w 1640399"/>
              <a:gd name="connsiteY3" fmla="*/ 1473750 h 2495801"/>
              <a:gd name="connsiteX4" fmla="*/ 1441494 w 1640399"/>
              <a:gd name="connsiteY4" fmla="*/ 1613179 h 2495801"/>
              <a:gd name="connsiteX5" fmla="*/ 1441495 w 1640399"/>
              <a:gd name="connsiteY5" fmla="*/ 1613179 h 2495801"/>
              <a:gd name="connsiteX6" fmla="*/ 1438068 w 1640399"/>
              <a:gd name="connsiteY6" fmla="*/ 1620292 h 2495801"/>
              <a:gd name="connsiteX7" fmla="*/ 1404765 w 1640399"/>
              <a:gd name="connsiteY7" fmla="*/ 1675111 h 2495801"/>
              <a:gd name="connsiteX8" fmla="*/ 1354097 w 1640399"/>
              <a:gd name="connsiteY8" fmla="*/ 1758510 h 2495801"/>
              <a:gd name="connsiteX9" fmla="*/ 135402 w 1640399"/>
              <a:gd name="connsiteY9" fmla="*/ 2488964 h 2495801"/>
              <a:gd name="connsiteX10" fmla="*/ 0 w 1640399"/>
              <a:gd name="connsiteY10" fmla="*/ 2495801 h 2495801"/>
              <a:gd name="connsiteX11" fmla="*/ 0 w 1640399"/>
              <a:gd name="connsiteY11" fmla="*/ 1542396 h 2495801"/>
              <a:gd name="connsiteX12" fmla="*/ 110256 w 1640399"/>
              <a:gd name="connsiteY12" fmla="*/ 1531281 h 2495801"/>
              <a:gd name="connsiteX13" fmla="*/ 689713 w 1640399"/>
              <a:gd name="connsiteY13" fmla="*/ 820311 h 2495801"/>
              <a:gd name="connsiteX14" fmla="*/ 632683 w 1640399"/>
              <a:gd name="connsiteY14" fmla="*/ 537830 h 2495801"/>
              <a:gd name="connsiteX15" fmla="*/ 599369 w 1640399"/>
              <a:gd name="connsiteY15" fmla="*/ 476454 h 249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0399" h="2495801">
                <a:moveTo>
                  <a:pt x="1424612" y="0"/>
                </a:moveTo>
                <a:lnTo>
                  <a:pt x="1438067" y="22148"/>
                </a:lnTo>
                <a:cubicBezTo>
                  <a:pt x="1567103" y="259683"/>
                  <a:pt x="1640399" y="531892"/>
                  <a:pt x="1640399" y="821220"/>
                </a:cubicBezTo>
                <a:cubicBezTo>
                  <a:pt x="1640399" y="1052683"/>
                  <a:pt x="1593490" y="1273189"/>
                  <a:pt x="1508659" y="1473750"/>
                </a:cubicBezTo>
                <a:lnTo>
                  <a:pt x="1441494" y="1613179"/>
                </a:lnTo>
                <a:lnTo>
                  <a:pt x="1441495" y="1613179"/>
                </a:lnTo>
                <a:lnTo>
                  <a:pt x="1438068" y="1620292"/>
                </a:lnTo>
                <a:lnTo>
                  <a:pt x="1404765" y="1675111"/>
                </a:lnTo>
                <a:lnTo>
                  <a:pt x="1354097" y="1758510"/>
                </a:lnTo>
                <a:cubicBezTo>
                  <a:pt x="1082962" y="2159843"/>
                  <a:pt x="642603" y="2437455"/>
                  <a:pt x="135402" y="2488964"/>
                </a:cubicBezTo>
                <a:lnTo>
                  <a:pt x="0" y="2495801"/>
                </a:lnTo>
                <a:lnTo>
                  <a:pt x="0" y="1542396"/>
                </a:lnTo>
                <a:lnTo>
                  <a:pt x="110256" y="1531281"/>
                </a:lnTo>
                <a:cubicBezTo>
                  <a:pt x="440952" y="1463611"/>
                  <a:pt x="689713" y="1171012"/>
                  <a:pt x="689713" y="820311"/>
                </a:cubicBezTo>
                <a:cubicBezTo>
                  <a:pt x="689713" y="720111"/>
                  <a:pt x="669406" y="624654"/>
                  <a:pt x="632683" y="537830"/>
                </a:cubicBezTo>
                <a:lnTo>
                  <a:pt x="599369" y="476454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238" tIns="36119" rIns="72238" bIns="36119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2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弧形 50"/>
          <p:cNvSpPr/>
          <p:nvPr>
            <p:custDataLst>
              <p:tags r:id="rId1"/>
            </p:custDataLst>
          </p:nvPr>
        </p:nvSpPr>
        <p:spPr>
          <a:xfrm flipH="1" flipV="1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Arc 50+"/>
          <p:cNvSpPr/>
          <p:nvPr>
            <p:custDataLst>
              <p:tags r:id="rId2"/>
            </p:custDataLst>
          </p:nvPr>
        </p:nvSpPr>
        <p:spPr>
          <a:xfrm rot="3605462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Arc 50++"/>
          <p:cNvSpPr/>
          <p:nvPr>
            <p:custDataLst>
              <p:tags r:id="rId3"/>
            </p:custDataLst>
          </p:nvPr>
        </p:nvSpPr>
        <p:spPr>
          <a:xfrm rot="18002764">
            <a:off x="4064002" y="935265"/>
            <a:ext cx="4063998" cy="4063996"/>
          </a:xfrm>
          <a:prstGeom prst="arc">
            <a:avLst>
              <a:gd name="adj1" fmla="val 12762559"/>
              <a:gd name="adj2" fmla="val 19750597"/>
            </a:avLst>
          </a:prstGeom>
          <a:noFill/>
          <a:ln>
            <a:solidFill>
              <a:schemeClr val="accent1"/>
            </a:solidFill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rot="17927613">
            <a:off x="4951887" y="2448851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市场突破 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6" name="TextBox 64+"/>
          <p:cNvSpPr txBox="1"/>
          <p:nvPr/>
        </p:nvSpPr>
        <p:spPr>
          <a:xfrm rot="3696194">
            <a:off x="6197586" y="2475177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产品创新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64++"/>
          <p:cNvSpPr txBox="1"/>
          <p:nvPr/>
        </p:nvSpPr>
        <p:spPr>
          <a:xfrm>
            <a:off x="5554185" y="3669045"/>
            <a:ext cx="1083631" cy="307777"/>
          </a:xfrm>
          <a:prstGeom prst="rect">
            <a:avLst/>
          </a:prstGeom>
          <a:noFill/>
        </p:spPr>
        <p:txBody>
          <a:bodyPr wrap="none" lIns="0" tIns="0" rIns="0" bIns="0" anchor="ctr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用户深耕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7976815">
            <a:off x="4078048" y="2019455"/>
            <a:ext cx="2183290" cy="824571"/>
          </a:xfrm>
          <a:prstGeom prst="rect">
            <a:avLst/>
          </a:prstGeom>
          <a:noFill/>
        </p:spPr>
        <p:txBody>
          <a:bodyPr wrap="none" lIns="0" tIns="0" rIns="0" bIns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渠道扩张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品牌声量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68+"/>
          <p:cNvSpPr txBox="1"/>
          <p:nvPr/>
        </p:nvSpPr>
        <p:spPr>
          <a:xfrm rot="3898702">
            <a:off x="5978746" y="2081163"/>
            <a:ext cx="2183290" cy="824571"/>
          </a:xfrm>
          <a:prstGeom prst="rect">
            <a:avLst/>
          </a:prstGeom>
          <a:noFill/>
        </p:spPr>
        <p:txBody>
          <a:bodyPr wrap="none" lIns="0" tIns="0" rIns="0" bIns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新品孵化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技术迭代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68++"/>
          <p:cNvSpPr txBox="1"/>
          <p:nvPr/>
        </p:nvSpPr>
        <p:spPr>
          <a:xfrm>
            <a:off x="5004355" y="3850182"/>
            <a:ext cx="2183290" cy="749235"/>
          </a:xfrm>
          <a:prstGeom prst="rect">
            <a:avLst/>
          </a:prstGeom>
          <a:noFill/>
        </p:spPr>
        <p:txBody>
          <a:bodyPr wrap="square" lIns="0" tIns="0" rIns="0" bIns="0">
            <a:prstTxWarp prst="textArch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体验升级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×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5765831" y="2663152"/>
            <a:ext cx="642561" cy="642570"/>
            <a:chOff x="117899" y="124865"/>
            <a:chExt cx="1678090" cy="1678114"/>
          </a:xfrm>
          <a:solidFill>
            <a:schemeClr val="accent1"/>
          </a:solidFill>
        </p:grpSpPr>
        <p:sp>
          <p:nvSpPr>
            <p:cNvPr id="76" name="任意多边形: 形状 75"/>
            <p:cNvSpPr/>
            <p:nvPr/>
          </p:nvSpPr>
          <p:spPr>
            <a:xfrm>
              <a:off x="415360" y="468761"/>
              <a:ext cx="1213964" cy="912288"/>
            </a:xfrm>
            <a:custGeom>
              <a:avLst/>
              <a:gdLst>
                <a:gd name="connsiteX0" fmla="*/ 609440 w 1213964"/>
                <a:gd name="connsiteY0" fmla="*/ 634006 h 912288"/>
                <a:gd name="connsiteX1" fmla="*/ 609440 w 1213964"/>
                <a:gd name="connsiteY1" fmla="*/ 894355 h 912288"/>
                <a:gd name="connsiteX2" fmla="*/ 615103 w 1213964"/>
                <a:gd name="connsiteY2" fmla="*/ 907024 h 912288"/>
                <a:gd name="connsiteX3" fmla="*/ 628803 w 1213964"/>
                <a:gd name="connsiteY3" fmla="*/ 912289 h 912288"/>
                <a:gd name="connsiteX4" fmla="*/ 771146 w 1213964"/>
                <a:gd name="connsiteY4" fmla="*/ 912289 h 912288"/>
                <a:gd name="connsiteX5" fmla="*/ 784866 w 1213964"/>
                <a:gd name="connsiteY5" fmla="*/ 907024 h 912288"/>
                <a:gd name="connsiteX6" fmla="*/ 790525 w 1213964"/>
                <a:gd name="connsiteY6" fmla="*/ 894355 h 912288"/>
                <a:gd name="connsiteX7" fmla="*/ 790525 w 1213964"/>
                <a:gd name="connsiteY7" fmla="*/ 547414 h 912288"/>
                <a:gd name="connsiteX8" fmla="*/ 645775 w 1213964"/>
                <a:gd name="connsiteY8" fmla="*/ 662639 h 912288"/>
                <a:gd name="connsiteX9" fmla="*/ 609440 w 1213964"/>
                <a:gd name="connsiteY9" fmla="*/ 634006 h 912288"/>
                <a:gd name="connsiteX10" fmla="*/ 1031 w 1213964"/>
                <a:gd name="connsiteY10" fmla="*/ 894355 h 912288"/>
                <a:gd name="connsiteX11" fmla="*/ 6721 w 1213964"/>
                <a:gd name="connsiteY11" fmla="*/ 907024 h 912288"/>
                <a:gd name="connsiteX12" fmla="*/ 20408 w 1213964"/>
                <a:gd name="connsiteY12" fmla="*/ 912289 h 912288"/>
                <a:gd name="connsiteX13" fmla="*/ 162732 w 1213964"/>
                <a:gd name="connsiteY13" fmla="*/ 912289 h 912288"/>
                <a:gd name="connsiteX14" fmla="*/ 176430 w 1213964"/>
                <a:gd name="connsiteY14" fmla="*/ 907024 h 912288"/>
                <a:gd name="connsiteX15" fmla="*/ 182110 w 1213964"/>
                <a:gd name="connsiteY15" fmla="*/ 894355 h 912288"/>
                <a:gd name="connsiteX16" fmla="*/ 182110 w 1213964"/>
                <a:gd name="connsiteY16" fmla="*/ 628767 h 912288"/>
                <a:gd name="connsiteX17" fmla="*/ 1027 w 1213964"/>
                <a:gd name="connsiteY17" fmla="*/ 766921 h 912288"/>
                <a:gd name="connsiteX18" fmla="*/ 1027 w 1213964"/>
                <a:gd name="connsiteY18" fmla="*/ 894357 h 912288"/>
                <a:gd name="connsiteX19" fmla="*/ 1029 w 1213964"/>
                <a:gd name="connsiteY19" fmla="*/ 894357 h 912288"/>
                <a:gd name="connsiteX20" fmla="*/ 305176 w 1213964"/>
                <a:gd name="connsiteY20" fmla="*/ 534808 h 912288"/>
                <a:gd name="connsiteX21" fmla="*/ 305176 w 1213964"/>
                <a:gd name="connsiteY21" fmla="*/ 894355 h 912288"/>
                <a:gd name="connsiteX22" fmla="*/ 310863 w 1213964"/>
                <a:gd name="connsiteY22" fmla="*/ 907024 h 912288"/>
                <a:gd name="connsiteX23" fmla="*/ 324555 w 1213964"/>
                <a:gd name="connsiteY23" fmla="*/ 912289 h 912288"/>
                <a:gd name="connsiteX24" fmla="*/ 466935 w 1213964"/>
                <a:gd name="connsiteY24" fmla="*/ 912289 h 912288"/>
                <a:gd name="connsiteX25" fmla="*/ 480626 w 1213964"/>
                <a:gd name="connsiteY25" fmla="*/ 907024 h 912288"/>
                <a:gd name="connsiteX26" fmla="*/ 486318 w 1213964"/>
                <a:gd name="connsiteY26" fmla="*/ 894355 h 912288"/>
                <a:gd name="connsiteX27" fmla="*/ 486318 w 1213964"/>
                <a:gd name="connsiteY27" fmla="*/ 537069 h 912288"/>
                <a:gd name="connsiteX28" fmla="*/ 395805 w 1213964"/>
                <a:gd name="connsiteY28" fmla="*/ 465780 h 912288"/>
                <a:gd name="connsiteX29" fmla="*/ 305176 w 1213964"/>
                <a:gd name="connsiteY29" fmla="*/ 534810 h 912288"/>
                <a:gd name="connsiteX30" fmla="*/ 913641 w 1213964"/>
                <a:gd name="connsiteY30" fmla="*/ 894355 h 912288"/>
                <a:gd name="connsiteX31" fmla="*/ 919274 w 1213964"/>
                <a:gd name="connsiteY31" fmla="*/ 907024 h 912288"/>
                <a:gd name="connsiteX32" fmla="*/ 933002 w 1213964"/>
                <a:gd name="connsiteY32" fmla="*/ 912289 h 912288"/>
                <a:gd name="connsiteX33" fmla="*/ 1075408 w 1213964"/>
                <a:gd name="connsiteY33" fmla="*/ 912289 h 912288"/>
                <a:gd name="connsiteX34" fmla="*/ 1089100 w 1213964"/>
                <a:gd name="connsiteY34" fmla="*/ 907024 h 912288"/>
                <a:gd name="connsiteX35" fmla="*/ 1094783 w 1213964"/>
                <a:gd name="connsiteY35" fmla="*/ 894355 h 912288"/>
                <a:gd name="connsiteX36" fmla="*/ 1094783 w 1213964"/>
                <a:gd name="connsiteY36" fmla="*/ 305098 h 912288"/>
                <a:gd name="connsiteX37" fmla="*/ 913641 w 1213964"/>
                <a:gd name="connsiteY37" fmla="*/ 449370 h 912288"/>
                <a:gd name="connsiteX38" fmla="*/ 913641 w 1213964"/>
                <a:gd name="connsiteY38" fmla="*/ 894357 h 912288"/>
                <a:gd name="connsiteX39" fmla="*/ 882408 w 1213964"/>
                <a:gd name="connsiteY39" fmla="*/ 0 h 912288"/>
                <a:gd name="connsiteX40" fmla="*/ 876417 w 1213964"/>
                <a:gd name="connsiteY40" fmla="*/ 3698 h 912288"/>
                <a:gd name="connsiteX41" fmla="*/ 877842 w 1213964"/>
                <a:gd name="connsiteY41" fmla="*/ 10223 h 912288"/>
                <a:gd name="connsiteX42" fmla="*/ 1013966 w 1213964"/>
                <a:gd name="connsiteY42" fmla="*/ 133988 h 912288"/>
                <a:gd name="connsiteX43" fmla="*/ 645775 w 1213964"/>
                <a:gd name="connsiteY43" fmla="*/ 427215 h 912288"/>
                <a:gd name="connsiteX44" fmla="*/ 395808 w 1213964"/>
                <a:gd name="connsiteY44" fmla="*/ 230286 h 912288"/>
                <a:gd name="connsiteX45" fmla="*/ 0 w 1213964"/>
                <a:gd name="connsiteY45" fmla="*/ 532293 h 912288"/>
                <a:gd name="connsiteX46" fmla="*/ 0 w 1213964"/>
                <a:gd name="connsiteY46" fmla="*/ 662758 h 912288"/>
                <a:gd name="connsiteX47" fmla="*/ 395808 w 1213964"/>
                <a:gd name="connsiteY47" fmla="*/ 360774 h 912288"/>
                <a:gd name="connsiteX48" fmla="*/ 645776 w 1213964"/>
                <a:gd name="connsiteY48" fmla="*/ 557663 h 912288"/>
                <a:gd name="connsiteX49" fmla="*/ 1090520 w 1213964"/>
                <a:gd name="connsiteY49" fmla="*/ 203532 h 912288"/>
                <a:gd name="connsiteX50" fmla="*/ 1202969 w 1213964"/>
                <a:gd name="connsiteY50" fmla="*/ 305831 h 912288"/>
                <a:gd name="connsiteX51" fmla="*/ 1210025 w 1213964"/>
                <a:gd name="connsiteY51" fmla="*/ 307062 h 912288"/>
                <a:gd name="connsiteX52" fmla="*/ 1213965 w 1213964"/>
                <a:gd name="connsiteY52" fmla="*/ 301589 h 912288"/>
                <a:gd name="connsiteX53" fmla="*/ 1213965 w 1213964"/>
                <a:gd name="connsiteY53" fmla="*/ 5946 h 912288"/>
                <a:gd name="connsiteX54" fmla="*/ 1212069 w 1213964"/>
                <a:gd name="connsiteY54" fmla="*/ 1730 h 912288"/>
                <a:gd name="connsiteX55" fmla="*/ 1207504 w 1213964"/>
                <a:gd name="connsiteY55" fmla="*/ 0 h 912288"/>
                <a:gd name="connsiteX56" fmla="*/ 882408 w 1213964"/>
                <a:gd name="connsiteY56" fmla="*/ 0 h 91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213964" h="912288">
                  <a:moveTo>
                    <a:pt x="609440" y="634006"/>
                  </a:moveTo>
                  <a:lnTo>
                    <a:pt x="609440" y="894355"/>
                  </a:lnTo>
                  <a:cubicBezTo>
                    <a:pt x="609440" y="898937"/>
                    <a:pt x="611334" y="903515"/>
                    <a:pt x="615103" y="907024"/>
                  </a:cubicBezTo>
                  <a:cubicBezTo>
                    <a:pt x="618866" y="910531"/>
                    <a:pt x="623848" y="912289"/>
                    <a:pt x="628803" y="912289"/>
                  </a:cubicBezTo>
                  <a:lnTo>
                    <a:pt x="771146" y="912289"/>
                  </a:lnTo>
                  <a:cubicBezTo>
                    <a:pt x="776124" y="912289"/>
                    <a:pt x="781076" y="910531"/>
                    <a:pt x="784866" y="907024"/>
                  </a:cubicBezTo>
                  <a:cubicBezTo>
                    <a:pt x="788631" y="903513"/>
                    <a:pt x="790525" y="898937"/>
                    <a:pt x="790525" y="894355"/>
                  </a:cubicBezTo>
                  <a:lnTo>
                    <a:pt x="790525" y="547414"/>
                  </a:lnTo>
                  <a:lnTo>
                    <a:pt x="645775" y="662639"/>
                  </a:lnTo>
                  <a:lnTo>
                    <a:pt x="609440" y="634006"/>
                  </a:lnTo>
                  <a:close/>
                  <a:moveTo>
                    <a:pt x="1031" y="894355"/>
                  </a:moveTo>
                  <a:cubicBezTo>
                    <a:pt x="1031" y="898937"/>
                    <a:pt x="2932" y="903545"/>
                    <a:pt x="6721" y="907024"/>
                  </a:cubicBezTo>
                  <a:cubicBezTo>
                    <a:pt x="10489" y="910531"/>
                    <a:pt x="15437" y="912289"/>
                    <a:pt x="20408" y="912289"/>
                  </a:cubicBezTo>
                  <a:lnTo>
                    <a:pt x="162732" y="912289"/>
                  </a:lnTo>
                  <a:cubicBezTo>
                    <a:pt x="167713" y="912289"/>
                    <a:pt x="172667" y="910531"/>
                    <a:pt x="176430" y="907024"/>
                  </a:cubicBezTo>
                  <a:cubicBezTo>
                    <a:pt x="180223" y="903513"/>
                    <a:pt x="182110" y="898937"/>
                    <a:pt x="182110" y="894355"/>
                  </a:cubicBezTo>
                  <a:lnTo>
                    <a:pt x="182110" y="628767"/>
                  </a:lnTo>
                  <a:lnTo>
                    <a:pt x="1027" y="766921"/>
                  </a:lnTo>
                  <a:lnTo>
                    <a:pt x="1027" y="894357"/>
                  </a:lnTo>
                  <a:lnTo>
                    <a:pt x="1029" y="894357"/>
                  </a:lnTo>
                  <a:close/>
                  <a:moveTo>
                    <a:pt x="305176" y="534808"/>
                  </a:moveTo>
                  <a:lnTo>
                    <a:pt x="305176" y="894355"/>
                  </a:lnTo>
                  <a:cubicBezTo>
                    <a:pt x="305176" y="898937"/>
                    <a:pt x="307070" y="903515"/>
                    <a:pt x="310863" y="907024"/>
                  </a:cubicBezTo>
                  <a:cubicBezTo>
                    <a:pt x="314658" y="910531"/>
                    <a:pt x="319608" y="912289"/>
                    <a:pt x="324555" y="912289"/>
                  </a:cubicBezTo>
                  <a:lnTo>
                    <a:pt x="466935" y="912289"/>
                  </a:lnTo>
                  <a:cubicBezTo>
                    <a:pt x="471915" y="912289"/>
                    <a:pt x="476866" y="910531"/>
                    <a:pt x="480626" y="907024"/>
                  </a:cubicBezTo>
                  <a:cubicBezTo>
                    <a:pt x="484421" y="903513"/>
                    <a:pt x="486318" y="898937"/>
                    <a:pt x="486318" y="894355"/>
                  </a:cubicBezTo>
                  <a:lnTo>
                    <a:pt x="486318" y="537069"/>
                  </a:lnTo>
                  <a:lnTo>
                    <a:pt x="395805" y="465780"/>
                  </a:lnTo>
                  <a:lnTo>
                    <a:pt x="305176" y="534810"/>
                  </a:lnTo>
                  <a:close/>
                  <a:moveTo>
                    <a:pt x="913641" y="894355"/>
                  </a:moveTo>
                  <a:cubicBezTo>
                    <a:pt x="913641" y="898937"/>
                    <a:pt x="915509" y="903545"/>
                    <a:pt x="919274" y="907024"/>
                  </a:cubicBezTo>
                  <a:cubicBezTo>
                    <a:pt x="923064" y="910531"/>
                    <a:pt x="928046" y="912289"/>
                    <a:pt x="933002" y="912289"/>
                  </a:cubicBezTo>
                  <a:lnTo>
                    <a:pt x="1075408" y="912289"/>
                  </a:lnTo>
                  <a:cubicBezTo>
                    <a:pt x="1080386" y="912289"/>
                    <a:pt x="1085331" y="910531"/>
                    <a:pt x="1089100" y="907024"/>
                  </a:cubicBezTo>
                  <a:cubicBezTo>
                    <a:pt x="1092884" y="903513"/>
                    <a:pt x="1094783" y="898937"/>
                    <a:pt x="1094783" y="894355"/>
                  </a:cubicBezTo>
                  <a:lnTo>
                    <a:pt x="1094783" y="305098"/>
                  </a:lnTo>
                  <a:lnTo>
                    <a:pt x="913641" y="449370"/>
                  </a:lnTo>
                  <a:lnTo>
                    <a:pt x="913641" y="894357"/>
                  </a:lnTo>
                  <a:close/>
                  <a:moveTo>
                    <a:pt x="882408" y="0"/>
                  </a:moveTo>
                  <a:cubicBezTo>
                    <a:pt x="879859" y="0"/>
                    <a:pt x="877422" y="1369"/>
                    <a:pt x="876417" y="3698"/>
                  </a:cubicBezTo>
                  <a:cubicBezTo>
                    <a:pt x="875381" y="5996"/>
                    <a:pt x="876060" y="8547"/>
                    <a:pt x="877842" y="10223"/>
                  </a:cubicBezTo>
                  <a:lnTo>
                    <a:pt x="1013966" y="133988"/>
                  </a:lnTo>
                  <a:lnTo>
                    <a:pt x="645775" y="427215"/>
                  </a:lnTo>
                  <a:lnTo>
                    <a:pt x="395808" y="230286"/>
                  </a:lnTo>
                  <a:lnTo>
                    <a:pt x="0" y="532293"/>
                  </a:lnTo>
                  <a:lnTo>
                    <a:pt x="0" y="662758"/>
                  </a:lnTo>
                  <a:lnTo>
                    <a:pt x="395808" y="360774"/>
                  </a:lnTo>
                  <a:lnTo>
                    <a:pt x="645776" y="557663"/>
                  </a:lnTo>
                  <a:lnTo>
                    <a:pt x="1090520" y="203532"/>
                  </a:lnTo>
                  <a:lnTo>
                    <a:pt x="1202969" y="305831"/>
                  </a:lnTo>
                  <a:cubicBezTo>
                    <a:pt x="1204779" y="307453"/>
                    <a:pt x="1207530" y="308033"/>
                    <a:pt x="1210025" y="307062"/>
                  </a:cubicBezTo>
                  <a:cubicBezTo>
                    <a:pt x="1212480" y="306104"/>
                    <a:pt x="1213965" y="303916"/>
                    <a:pt x="1213965" y="301589"/>
                  </a:cubicBezTo>
                  <a:lnTo>
                    <a:pt x="1213965" y="5946"/>
                  </a:lnTo>
                  <a:cubicBezTo>
                    <a:pt x="1213955" y="4336"/>
                    <a:pt x="1213267" y="2806"/>
                    <a:pt x="1212069" y="1730"/>
                  </a:cubicBezTo>
                  <a:cubicBezTo>
                    <a:pt x="1210815" y="606"/>
                    <a:pt x="1209188" y="-10"/>
                    <a:pt x="1207504" y="0"/>
                  </a:cubicBezTo>
                  <a:lnTo>
                    <a:pt x="882408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7899" y="124865"/>
              <a:ext cx="1678090" cy="1678114"/>
            </a:xfrm>
            <a:custGeom>
              <a:avLst/>
              <a:gdLst>
                <a:gd name="connsiteX0" fmla="*/ 840330 w 1678090"/>
                <a:gd name="connsiteY0" fmla="*/ 1678115 h 1678114"/>
                <a:gd name="connsiteX1" fmla="*/ 773419 w 1678090"/>
                <a:gd name="connsiteY1" fmla="*/ 1675482 h 1678114"/>
                <a:gd name="connsiteX2" fmla="*/ 452992 w 1678090"/>
                <a:gd name="connsiteY2" fmla="*/ 1584180 h 1678114"/>
                <a:gd name="connsiteX3" fmla="*/ 201206 w 1678090"/>
                <a:gd name="connsiteY3" fmla="*/ 1384088 h 1678114"/>
                <a:gd name="connsiteX4" fmla="*/ 42837 w 1678090"/>
                <a:gd name="connsiteY4" fmla="*/ 1104176 h 1678114"/>
                <a:gd name="connsiteX5" fmla="*/ 2633 w 1678090"/>
                <a:gd name="connsiteY5" fmla="*/ 773424 h 1678114"/>
                <a:gd name="connsiteX6" fmla="*/ 93935 w 1678090"/>
                <a:gd name="connsiteY6" fmla="*/ 452991 h 1678114"/>
                <a:gd name="connsiteX7" fmla="*/ 294025 w 1678090"/>
                <a:gd name="connsiteY7" fmla="*/ 201206 h 1678114"/>
                <a:gd name="connsiteX8" fmla="*/ 573939 w 1678090"/>
                <a:gd name="connsiteY8" fmla="*/ 42836 h 1678114"/>
                <a:gd name="connsiteX9" fmla="*/ 904689 w 1678090"/>
                <a:gd name="connsiteY9" fmla="*/ 2632 h 1678114"/>
                <a:gd name="connsiteX10" fmla="*/ 1252873 w 1678090"/>
                <a:gd name="connsiteY10" fmla="*/ 109001 h 1678114"/>
                <a:gd name="connsiteX11" fmla="*/ 1273162 w 1678090"/>
                <a:gd name="connsiteY11" fmla="*/ 182570 h 1678114"/>
                <a:gd name="connsiteX12" fmla="*/ 1199592 w 1678090"/>
                <a:gd name="connsiteY12" fmla="*/ 202859 h 1678114"/>
                <a:gd name="connsiteX13" fmla="*/ 896243 w 1678090"/>
                <a:gd name="connsiteY13" fmla="*/ 110229 h 1678114"/>
                <a:gd name="connsiteX14" fmla="*/ 110228 w 1678090"/>
                <a:gd name="connsiteY14" fmla="*/ 781866 h 1678114"/>
                <a:gd name="connsiteX15" fmla="*/ 781863 w 1678090"/>
                <a:gd name="connsiteY15" fmla="*/ 1567887 h 1678114"/>
                <a:gd name="connsiteX16" fmla="*/ 839581 w 1678090"/>
                <a:gd name="connsiteY16" fmla="*/ 1570151 h 1678114"/>
                <a:gd name="connsiteX17" fmla="*/ 1567884 w 1678090"/>
                <a:gd name="connsiteY17" fmla="*/ 896246 h 1678114"/>
                <a:gd name="connsiteX18" fmla="*/ 1570161 w 1678090"/>
                <a:gd name="connsiteY18" fmla="*/ 836696 h 1678114"/>
                <a:gd name="connsiteX19" fmla="*/ 1624011 w 1678090"/>
                <a:gd name="connsiteY19" fmla="*/ 782619 h 1678114"/>
                <a:gd name="connsiteX20" fmla="*/ 1624126 w 1678090"/>
                <a:gd name="connsiteY20" fmla="*/ 782619 h 1678114"/>
                <a:gd name="connsiteX21" fmla="*/ 1678089 w 1678090"/>
                <a:gd name="connsiteY21" fmla="*/ 836469 h 1678114"/>
                <a:gd name="connsiteX22" fmla="*/ 1675479 w 1678090"/>
                <a:gd name="connsiteY22" fmla="*/ 904690 h 1678114"/>
                <a:gd name="connsiteX23" fmla="*/ 1584177 w 1678090"/>
                <a:gd name="connsiteY23" fmla="*/ 1225121 h 1678114"/>
                <a:gd name="connsiteX24" fmla="*/ 1384087 w 1678090"/>
                <a:gd name="connsiteY24" fmla="*/ 1476910 h 1678114"/>
                <a:gd name="connsiteX25" fmla="*/ 1104171 w 1678090"/>
                <a:gd name="connsiteY25" fmla="*/ 1635280 h 1678114"/>
                <a:gd name="connsiteX26" fmla="*/ 840330 w 1678090"/>
                <a:gd name="connsiteY26" fmla="*/ 1678113 h 16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090" h="1678114">
                  <a:moveTo>
                    <a:pt x="840330" y="1678115"/>
                  </a:moveTo>
                  <a:cubicBezTo>
                    <a:pt x="818103" y="1678115"/>
                    <a:pt x="795797" y="1677237"/>
                    <a:pt x="773419" y="1675482"/>
                  </a:cubicBezTo>
                  <a:cubicBezTo>
                    <a:pt x="660527" y="1666623"/>
                    <a:pt x="552720" y="1635905"/>
                    <a:pt x="452992" y="1584180"/>
                  </a:cubicBezTo>
                  <a:cubicBezTo>
                    <a:pt x="356693" y="1534235"/>
                    <a:pt x="271980" y="1466911"/>
                    <a:pt x="201206" y="1384088"/>
                  </a:cubicBezTo>
                  <a:cubicBezTo>
                    <a:pt x="130433" y="1301265"/>
                    <a:pt x="77151" y="1207085"/>
                    <a:pt x="42837" y="1104176"/>
                  </a:cubicBezTo>
                  <a:cubicBezTo>
                    <a:pt x="7298" y="997596"/>
                    <a:pt x="-6226" y="886315"/>
                    <a:pt x="2633" y="773424"/>
                  </a:cubicBezTo>
                  <a:cubicBezTo>
                    <a:pt x="11493" y="660530"/>
                    <a:pt x="42212" y="552721"/>
                    <a:pt x="93935" y="452991"/>
                  </a:cubicBezTo>
                  <a:cubicBezTo>
                    <a:pt x="143880" y="356690"/>
                    <a:pt x="211202" y="271979"/>
                    <a:pt x="294025" y="201206"/>
                  </a:cubicBezTo>
                  <a:cubicBezTo>
                    <a:pt x="376848" y="130432"/>
                    <a:pt x="471026" y="77150"/>
                    <a:pt x="573939" y="42836"/>
                  </a:cubicBezTo>
                  <a:cubicBezTo>
                    <a:pt x="680519" y="7299"/>
                    <a:pt x="791799" y="-6225"/>
                    <a:pt x="904689" y="2632"/>
                  </a:cubicBezTo>
                  <a:cubicBezTo>
                    <a:pt x="1028505" y="12348"/>
                    <a:pt x="1145653" y="48134"/>
                    <a:pt x="1252873" y="109001"/>
                  </a:cubicBezTo>
                  <a:cubicBezTo>
                    <a:pt x="1278789" y="123716"/>
                    <a:pt x="1287875" y="156650"/>
                    <a:pt x="1273162" y="182570"/>
                  </a:cubicBezTo>
                  <a:cubicBezTo>
                    <a:pt x="1258448" y="208487"/>
                    <a:pt x="1225514" y="217573"/>
                    <a:pt x="1199592" y="202859"/>
                  </a:cubicBezTo>
                  <a:cubicBezTo>
                    <a:pt x="1106232" y="149864"/>
                    <a:pt x="1004170" y="118697"/>
                    <a:pt x="896243" y="110229"/>
                  </a:cubicBezTo>
                  <a:cubicBezTo>
                    <a:pt x="494366" y="78677"/>
                    <a:pt x="141763" y="379989"/>
                    <a:pt x="110228" y="781866"/>
                  </a:cubicBezTo>
                  <a:cubicBezTo>
                    <a:pt x="78695" y="1183745"/>
                    <a:pt x="379986" y="1536350"/>
                    <a:pt x="781863" y="1567887"/>
                  </a:cubicBezTo>
                  <a:cubicBezTo>
                    <a:pt x="801065" y="1569394"/>
                    <a:pt x="820319" y="1570150"/>
                    <a:pt x="839581" y="1570151"/>
                  </a:cubicBezTo>
                  <a:cubicBezTo>
                    <a:pt x="1216990" y="1570170"/>
                    <a:pt x="1537867" y="1278770"/>
                    <a:pt x="1567884" y="896246"/>
                  </a:cubicBezTo>
                  <a:cubicBezTo>
                    <a:pt x="1569439" y="876434"/>
                    <a:pt x="1570199" y="856568"/>
                    <a:pt x="1570161" y="836696"/>
                  </a:cubicBezTo>
                  <a:cubicBezTo>
                    <a:pt x="1570100" y="806893"/>
                    <a:pt x="1594208" y="782683"/>
                    <a:pt x="1624011" y="782619"/>
                  </a:cubicBezTo>
                  <a:lnTo>
                    <a:pt x="1624126" y="782619"/>
                  </a:lnTo>
                  <a:cubicBezTo>
                    <a:pt x="1653877" y="782619"/>
                    <a:pt x="1678026" y="806705"/>
                    <a:pt x="1678089" y="836469"/>
                  </a:cubicBezTo>
                  <a:cubicBezTo>
                    <a:pt x="1678128" y="859235"/>
                    <a:pt x="1677258" y="881994"/>
                    <a:pt x="1675479" y="904690"/>
                  </a:cubicBezTo>
                  <a:cubicBezTo>
                    <a:pt x="1666622" y="1017584"/>
                    <a:pt x="1635900" y="1125393"/>
                    <a:pt x="1584177" y="1225121"/>
                  </a:cubicBezTo>
                  <a:cubicBezTo>
                    <a:pt x="1534232" y="1321424"/>
                    <a:pt x="1466910" y="1406137"/>
                    <a:pt x="1384087" y="1476910"/>
                  </a:cubicBezTo>
                  <a:cubicBezTo>
                    <a:pt x="1301264" y="1547683"/>
                    <a:pt x="1207084" y="1600966"/>
                    <a:pt x="1104171" y="1635280"/>
                  </a:cubicBezTo>
                  <a:cubicBezTo>
                    <a:pt x="1018719" y="1663769"/>
                    <a:pt x="930234" y="1678113"/>
                    <a:pt x="840330" y="167811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3248660" y="1069348"/>
            <a:ext cx="1404000" cy="402432"/>
            <a:chOff x="3248660" y="1069348"/>
            <a:chExt cx="1404000" cy="402432"/>
          </a:xfrm>
        </p:grpSpPr>
        <p:sp>
          <p:nvSpPr>
            <p:cNvPr id="88" name="矩形: 圆角 87"/>
            <p:cNvSpPr/>
            <p:nvPr/>
          </p:nvSpPr>
          <p:spPr>
            <a:xfrm>
              <a:off x="3248660" y="1069348"/>
              <a:ext cx="1404000" cy="402432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488995" y="1130013"/>
              <a:ext cx="923330" cy="28110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2400"/>
                </a:spcBef>
                <a:spcAft>
                  <a:spcPts val="12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驱动成果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7535192" y="1069348"/>
            <a:ext cx="1404000" cy="402432"/>
            <a:chOff x="7535192" y="1069348"/>
            <a:chExt cx="1404000" cy="402432"/>
          </a:xfrm>
        </p:grpSpPr>
        <p:sp>
          <p:nvSpPr>
            <p:cNvPr id="89" name="Rounded Rectangle 87+"/>
            <p:cNvSpPr/>
            <p:nvPr/>
          </p:nvSpPr>
          <p:spPr>
            <a:xfrm>
              <a:off x="7535192" y="1069348"/>
              <a:ext cx="1404000" cy="402432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TextBox 90+"/>
            <p:cNvSpPr txBox="1"/>
            <p:nvPr/>
          </p:nvSpPr>
          <p:spPr>
            <a:xfrm>
              <a:off x="7775527" y="1130013"/>
              <a:ext cx="923330" cy="28110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2400"/>
                </a:spcBef>
                <a:spcAft>
                  <a:spcPts val="12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驱动策略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749141" y="113206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驱动显效，规模跃升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6" name="TextBox 94+"/>
          <p:cNvSpPr txBox="1"/>
          <p:nvPr/>
        </p:nvSpPr>
        <p:spPr>
          <a:xfrm>
            <a:off x="9298339" y="113206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驱动内核，价值锚点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" name="图形 11"/>
          <p:cNvSpPr/>
          <p:nvPr/>
        </p:nvSpPr>
        <p:spPr>
          <a:xfrm>
            <a:off x="2098254" y="1712186"/>
            <a:ext cx="297983" cy="313664"/>
          </a:xfrm>
          <a:custGeom>
            <a:avLst/>
            <a:gdLst>
              <a:gd name="connsiteX0" fmla="*/ 1389050 w 1508131"/>
              <a:gd name="connsiteY0" fmla="*/ 0 h 1587493"/>
              <a:gd name="connsiteX1" fmla="*/ 119063 w 1508131"/>
              <a:gd name="connsiteY1" fmla="*/ 0 h 1587493"/>
              <a:gd name="connsiteX2" fmla="*/ 0 w 1508131"/>
              <a:gd name="connsiteY2" fmla="*/ 119063 h 1587493"/>
              <a:gd name="connsiteX3" fmla="*/ 0 w 1508131"/>
              <a:gd name="connsiteY3" fmla="*/ 1468431 h 1587493"/>
              <a:gd name="connsiteX4" fmla="*/ 119063 w 1508131"/>
              <a:gd name="connsiteY4" fmla="*/ 1587494 h 1587493"/>
              <a:gd name="connsiteX5" fmla="*/ 1389069 w 1508131"/>
              <a:gd name="connsiteY5" fmla="*/ 1587494 h 1587493"/>
              <a:gd name="connsiteX6" fmla="*/ 1508131 w 1508131"/>
              <a:gd name="connsiteY6" fmla="*/ 1468431 h 1587493"/>
              <a:gd name="connsiteX7" fmla="*/ 1508131 w 1508131"/>
              <a:gd name="connsiteY7" fmla="*/ 119063 h 1587493"/>
              <a:gd name="connsiteX8" fmla="*/ 1389050 w 1508131"/>
              <a:gd name="connsiteY8" fmla="*/ 0 h 1587493"/>
              <a:gd name="connsiteX9" fmla="*/ 210052 w 1508131"/>
              <a:gd name="connsiteY9" fmla="*/ 805383 h 1587493"/>
              <a:gd name="connsiteX10" fmla="*/ 527559 w 1508131"/>
              <a:gd name="connsiteY10" fmla="*/ 487877 h 1587493"/>
              <a:gd name="connsiteX11" fmla="*/ 583685 w 1508131"/>
              <a:gd name="connsiteY11" fmla="*/ 487877 h 1587493"/>
              <a:gd name="connsiteX12" fmla="*/ 754056 w 1508131"/>
              <a:gd name="connsiteY12" fmla="*/ 658267 h 1587493"/>
              <a:gd name="connsiteX13" fmla="*/ 1134498 w 1508131"/>
              <a:gd name="connsiteY13" fmla="*/ 277825 h 1587493"/>
              <a:gd name="connsiteX14" fmla="*/ 952500 w 1508131"/>
              <a:gd name="connsiteY14" fmla="*/ 277825 h 1587493"/>
              <a:gd name="connsiteX15" fmla="*/ 912819 w 1508131"/>
              <a:gd name="connsiteY15" fmla="*/ 238144 h 1587493"/>
              <a:gd name="connsiteX16" fmla="*/ 952500 w 1508131"/>
              <a:gd name="connsiteY16" fmla="*/ 198462 h 1587493"/>
              <a:gd name="connsiteX17" fmla="*/ 1230306 w 1508131"/>
              <a:gd name="connsiteY17" fmla="*/ 198462 h 1587493"/>
              <a:gd name="connsiteX18" fmla="*/ 1245468 w 1508131"/>
              <a:gd name="connsiteY18" fmla="*/ 201513 h 1587493"/>
              <a:gd name="connsiteX19" fmla="*/ 1266937 w 1508131"/>
              <a:gd name="connsiteY19" fmla="*/ 222982 h 1587493"/>
              <a:gd name="connsiteX20" fmla="*/ 1269988 w 1508131"/>
              <a:gd name="connsiteY20" fmla="*/ 238144 h 1587493"/>
              <a:gd name="connsiteX21" fmla="*/ 1269988 w 1508131"/>
              <a:gd name="connsiteY21" fmla="*/ 515950 h 1587493"/>
              <a:gd name="connsiteX22" fmla="*/ 1230306 w 1508131"/>
              <a:gd name="connsiteY22" fmla="*/ 555631 h 1587493"/>
              <a:gd name="connsiteX23" fmla="*/ 1190625 w 1508131"/>
              <a:gd name="connsiteY23" fmla="*/ 515950 h 1587493"/>
              <a:gd name="connsiteX24" fmla="*/ 1190625 w 1508131"/>
              <a:gd name="connsiteY24" fmla="*/ 333952 h 1587493"/>
              <a:gd name="connsiteX25" fmla="*/ 782110 w 1508131"/>
              <a:gd name="connsiteY25" fmla="*/ 742448 h 1587493"/>
              <a:gd name="connsiteX26" fmla="*/ 725984 w 1508131"/>
              <a:gd name="connsiteY26" fmla="*/ 742448 h 1587493"/>
              <a:gd name="connsiteX27" fmla="*/ 555613 w 1508131"/>
              <a:gd name="connsiteY27" fmla="*/ 572077 h 1587493"/>
              <a:gd name="connsiteX28" fmla="*/ 266179 w 1508131"/>
              <a:gd name="connsiteY28" fmla="*/ 861510 h 1587493"/>
              <a:gd name="connsiteX29" fmla="*/ 238125 w 1508131"/>
              <a:gd name="connsiteY29" fmla="*/ 873137 h 1587493"/>
              <a:gd name="connsiteX30" fmla="*/ 210071 w 1508131"/>
              <a:gd name="connsiteY30" fmla="*/ 861510 h 1587493"/>
              <a:gd name="connsiteX31" fmla="*/ 210052 w 1508131"/>
              <a:gd name="connsiteY31" fmla="*/ 805383 h 1587493"/>
              <a:gd name="connsiteX32" fmla="*/ 1269988 w 1508131"/>
              <a:gd name="connsiteY32" fmla="*/ 1389069 h 1587493"/>
              <a:gd name="connsiteX33" fmla="*/ 238125 w 1508131"/>
              <a:gd name="connsiteY33" fmla="*/ 1389069 h 1587493"/>
              <a:gd name="connsiteX34" fmla="*/ 198444 w 1508131"/>
              <a:gd name="connsiteY34" fmla="*/ 1349387 h 1587493"/>
              <a:gd name="connsiteX35" fmla="*/ 238125 w 1508131"/>
              <a:gd name="connsiteY35" fmla="*/ 1309706 h 1587493"/>
              <a:gd name="connsiteX36" fmla="*/ 317506 w 1508131"/>
              <a:gd name="connsiteY36" fmla="*/ 1309706 h 1587493"/>
              <a:gd name="connsiteX37" fmla="*/ 317506 w 1508131"/>
              <a:gd name="connsiteY37" fmla="*/ 1138870 h 1587493"/>
              <a:gd name="connsiteX38" fmla="*/ 396887 w 1508131"/>
              <a:gd name="connsiteY38" fmla="*/ 1059489 h 1587493"/>
              <a:gd name="connsiteX39" fmla="*/ 476269 w 1508131"/>
              <a:gd name="connsiteY39" fmla="*/ 1138870 h 1587493"/>
              <a:gd name="connsiteX40" fmla="*/ 476269 w 1508131"/>
              <a:gd name="connsiteY40" fmla="*/ 1309706 h 1587493"/>
              <a:gd name="connsiteX41" fmla="*/ 674712 w 1508131"/>
              <a:gd name="connsiteY41" fmla="*/ 1309706 h 1587493"/>
              <a:gd name="connsiteX42" fmla="*/ 674712 w 1508131"/>
              <a:gd name="connsiteY42" fmla="*/ 1021538 h 1587493"/>
              <a:gd name="connsiteX43" fmla="*/ 757554 w 1508131"/>
              <a:gd name="connsiteY43" fmla="*/ 938696 h 1587493"/>
              <a:gd name="connsiteX44" fmla="*/ 840395 w 1508131"/>
              <a:gd name="connsiteY44" fmla="*/ 1021538 h 1587493"/>
              <a:gd name="connsiteX45" fmla="*/ 840395 w 1508131"/>
              <a:gd name="connsiteY45" fmla="*/ 1309688 h 1587493"/>
              <a:gd name="connsiteX46" fmla="*/ 1031900 w 1508131"/>
              <a:gd name="connsiteY46" fmla="*/ 1309688 h 1587493"/>
              <a:gd name="connsiteX47" fmla="*/ 1031900 w 1508131"/>
              <a:gd name="connsiteY47" fmla="*/ 873454 h 1587493"/>
              <a:gd name="connsiteX48" fmla="*/ 1111597 w 1508131"/>
              <a:gd name="connsiteY48" fmla="*/ 793756 h 1587493"/>
              <a:gd name="connsiteX49" fmla="*/ 1191295 w 1508131"/>
              <a:gd name="connsiteY49" fmla="*/ 873454 h 1587493"/>
              <a:gd name="connsiteX50" fmla="*/ 1191295 w 1508131"/>
              <a:gd name="connsiteY50" fmla="*/ 1309688 h 1587493"/>
              <a:gd name="connsiteX51" fmla="*/ 1270025 w 1508131"/>
              <a:gd name="connsiteY51" fmla="*/ 1309688 h 1587493"/>
              <a:gd name="connsiteX52" fmla="*/ 1309706 w 1508131"/>
              <a:gd name="connsiteY52" fmla="*/ 1349369 h 1587493"/>
              <a:gd name="connsiteX53" fmla="*/ 1269988 w 1508131"/>
              <a:gd name="connsiteY53" fmla="*/ 1389069 h 158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08131" h="1587493">
                <a:moveTo>
                  <a:pt x="1389050" y="0"/>
                </a:moveTo>
                <a:lnTo>
                  <a:pt x="119063" y="0"/>
                </a:lnTo>
                <a:cubicBezTo>
                  <a:pt x="53411" y="0"/>
                  <a:pt x="0" y="53411"/>
                  <a:pt x="0" y="119063"/>
                </a:cubicBezTo>
                <a:lnTo>
                  <a:pt x="0" y="1468431"/>
                </a:lnTo>
                <a:cubicBezTo>
                  <a:pt x="0" y="1534083"/>
                  <a:pt x="53411" y="1587494"/>
                  <a:pt x="119063" y="1587494"/>
                </a:cubicBezTo>
                <a:lnTo>
                  <a:pt x="1389069" y="1587494"/>
                </a:lnTo>
                <a:cubicBezTo>
                  <a:pt x="1454721" y="1587494"/>
                  <a:pt x="1508131" y="1534083"/>
                  <a:pt x="1508131" y="1468431"/>
                </a:cubicBezTo>
                <a:lnTo>
                  <a:pt x="1508131" y="119063"/>
                </a:lnTo>
                <a:cubicBezTo>
                  <a:pt x="1508113" y="53411"/>
                  <a:pt x="1454702" y="0"/>
                  <a:pt x="1389050" y="0"/>
                </a:cubicBezTo>
                <a:close/>
                <a:moveTo>
                  <a:pt x="210052" y="805383"/>
                </a:moveTo>
                <a:lnTo>
                  <a:pt x="527559" y="487877"/>
                </a:lnTo>
                <a:cubicBezTo>
                  <a:pt x="543055" y="472380"/>
                  <a:pt x="568170" y="472380"/>
                  <a:pt x="583685" y="487877"/>
                </a:cubicBezTo>
                <a:lnTo>
                  <a:pt x="754056" y="658267"/>
                </a:lnTo>
                <a:lnTo>
                  <a:pt x="1134498" y="277825"/>
                </a:lnTo>
                <a:lnTo>
                  <a:pt x="952500" y="277825"/>
                </a:lnTo>
                <a:cubicBezTo>
                  <a:pt x="930585" y="277825"/>
                  <a:pt x="912819" y="260077"/>
                  <a:pt x="912819" y="238144"/>
                </a:cubicBezTo>
                <a:cubicBezTo>
                  <a:pt x="912819" y="216210"/>
                  <a:pt x="930585" y="198462"/>
                  <a:pt x="952500" y="198462"/>
                </a:cubicBezTo>
                <a:lnTo>
                  <a:pt x="1230306" y="198462"/>
                </a:lnTo>
                <a:cubicBezTo>
                  <a:pt x="1235478" y="198462"/>
                  <a:pt x="1240613" y="199523"/>
                  <a:pt x="1245468" y="201513"/>
                </a:cubicBezTo>
                <a:cubicBezTo>
                  <a:pt x="1255179" y="205532"/>
                  <a:pt x="1262918" y="213271"/>
                  <a:pt x="1266937" y="222982"/>
                </a:cubicBezTo>
                <a:cubicBezTo>
                  <a:pt x="1268946" y="227837"/>
                  <a:pt x="1269988" y="232972"/>
                  <a:pt x="1269988" y="238144"/>
                </a:cubicBezTo>
                <a:lnTo>
                  <a:pt x="1269988" y="515950"/>
                </a:lnTo>
                <a:cubicBezTo>
                  <a:pt x="1269988" y="537883"/>
                  <a:pt x="1252221" y="555631"/>
                  <a:pt x="1230306" y="555631"/>
                </a:cubicBezTo>
                <a:cubicBezTo>
                  <a:pt x="1208391" y="555631"/>
                  <a:pt x="1190625" y="537883"/>
                  <a:pt x="1190625" y="515950"/>
                </a:cubicBezTo>
                <a:lnTo>
                  <a:pt x="1190625" y="333952"/>
                </a:lnTo>
                <a:lnTo>
                  <a:pt x="782110" y="742448"/>
                </a:lnTo>
                <a:cubicBezTo>
                  <a:pt x="766614" y="757944"/>
                  <a:pt x="741499" y="757944"/>
                  <a:pt x="725984" y="742448"/>
                </a:cubicBezTo>
                <a:lnTo>
                  <a:pt x="555613" y="572077"/>
                </a:lnTo>
                <a:lnTo>
                  <a:pt x="266179" y="861510"/>
                </a:lnTo>
                <a:cubicBezTo>
                  <a:pt x="258749" y="868967"/>
                  <a:pt x="248652" y="873152"/>
                  <a:pt x="238125" y="873137"/>
                </a:cubicBezTo>
                <a:cubicBezTo>
                  <a:pt x="227968" y="873137"/>
                  <a:pt x="217810" y="869268"/>
                  <a:pt x="210071" y="861510"/>
                </a:cubicBezTo>
                <a:cubicBezTo>
                  <a:pt x="194556" y="845995"/>
                  <a:pt x="194556" y="820880"/>
                  <a:pt x="210052" y="805383"/>
                </a:cubicBezTo>
                <a:close/>
                <a:moveTo>
                  <a:pt x="1269988" y="1389069"/>
                </a:moveTo>
                <a:lnTo>
                  <a:pt x="238125" y="1389069"/>
                </a:lnTo>
                <a:cubicBezTo>
                  <a:pt x="216210" y="1389069"/>
                  <a:pt x="198444" y="1371321"/>
                  <a:pt x="198444" y="1349387"/>
                </a:cubicBezTo>
                <a:cubicBezTo>
                  <a:pt x="198444" y="1327454"/>
                  <a:pt x="216210" y="1309706"/>
                  <a:pt x="238125" y="1309706"/>
                </a:cubicBezTo>
                <a:lnTo>
                  <a:pt x="317506" y="1309706"/>
                </a:lnTo>
                <a:lnTo>
                  <a:pt x="317506" y="1138870"/>
                </a:lnTo>
                <a:cubicBezTo>
                  <a:pt x="317506" y="1095040"/>
                  <a:pt x="353039" y="1059489"/>
                  <a:pt x="396887" y="1059489"/>
                </a:cubicBezTo>
                <a:cubicBezTo>
                  <a:pt x="440736" y="1059489"/>
                  <a:pt x="476269" y="1095022"/>
                  <a:pt x="476269" y="1138870"/>
                </a:cubicBezTo>
                <a:lnTo>
                  <a:pt x="476269" y="1309706"/>
                </a:lnTo>
                <a:lnTo>
                  <a:pt x="674712" y="1309706"/>
                </a:lnTo>
                <a:lnTo>
                  <a:pt x="674712" y="1021538"/>
                </a:lnTo>
                <a:cubicBezTo>
                  <a:pt x="674712" y="975792"/>
                  <a:pt x="711808" y="938696"/>
                  <a:pt x="757554" y="938696"/>
                </a:cubicBezTo>
                <a:cubicBezTo>
                  <a:pt x="803300" y="938696"/>
                  <a:pt x="840395" y="975792"/>
                  <a:pt x="840395" y="1021538"/>
                </a:cubicBezTo>
                <a:lnTo>
                  <a:pt x="840395" y="1309688"/>
                </a:lnTo>
                <a:lnTo>
                  <a:pt x="1031900" y="1309688"/>
                </a:lnTo>
                <a:lnTo>
                  <a:pt x="1031900" y="873454"/>
                </a:lnTo>
                <a:cubicBezTo>
                  <a:pt x="1031900" y="829438"/>
                  <a:pt x="1067581" y="793756"/>
                  <a:pt x="1111597" y="793756"/>
                </a:cubicBezTo>
                <a:cubicBezTo>
                  <a:pt x="1155613" y="793756"/>
                  <a:pt x="1191295" y="829438"/>
                  <a:pt x="1191295" y="873454"/>
                </a:cubicBezTo>
                <a:lnTo>
                  <a:pt x="1191295" y="1309688"/>
                </a:lnTo>
                <a:lnTo>
                  <a:pt x="1270025" y="1309688"/>
                </a:lnTo>
                <a:cubicBezTo>
                  <a:pt x="1291940" y="1309688"/>
                  <a:pt x="1309706" y="1327435"/>
                  <a:pt x="1309706" y="1349369"/>
                </a:cubicBezTo>
                <a:cubicBezTo>
                  <a:pt x="1309688" y="1371321"/>
                  <a:pt x="1291903" y="1389069"/>
                  <a:pt x="1269988" y="138906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61149" y="1747692"/>
            <a:ext cx="542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49064" y="1901581"/>
            <a:ext cx="65723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总营收达成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9064" y="1700841"/>
            <a:ext cx="3751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1.28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87943" y="1733378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88964" y="1901581"/>
            <a:ext cx="52578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67610" y="1700530"/>
            <a:ext cx="54737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图形 25"/>
          <p:cNvSpPr>
            <a:spLocks noChangeAspect="1"/>
          </p:cNvSpPr>
          <p:nvPr/>
        </p:nvSpPr>
        <p:spPr>
          <a:xfrm>
            <a:off x="751686" y="1718344"/>
            <a:ext cx="297931" cy="288000"/>
          </a:xfrm>
          <a:custGeom>
            <a:avLst/>
            <a:gdLst>
              <a:gd name="connsiteX0" fmla="*/ 1607344 w 1785937"/>
              <a:gd name="connsiteY0" fmla="*/ 0 h 1726406"/>
              <a:gd name="connsiteX1" fmla="*/ 1785938 w 1785937"/>
              <a:gd name="connsiteY1" fmla="*/ 178594 h 1726406"/>
              <a:gd name="connsiteX2" fmla="*/ 1785938 w 1785937"/>
              <a:gd name="connsiteY2" fmla="*/ 1547813 h 1726406"/>
              <a:gd name="connsiteX3" fmla="*/ 1607344 w 1785937"/>
              <a:gd name="connsiteY3" fmla="*/ 1726406 h 1726406"/>
              <a:gd name="connsiteX4" fmla="*/ 309563 w 1785937"/>
              <a:gd name="connsiteY4" fmla="*/ 1726406 h 1726406"/>
              <a:gd name="connsiteX5" fmla="*/ 130969 w 1785937"/>
              <a:gd name="connsiteY5" fmla="*/ 1547813 h 1726406"/>
              <a:gd name="connsiteX6" fmla="*/ 130969 w 1785937"/>
              <a:gd name="connsiteY6" fmla="*/ 1404938 h 1726406"/>
              <a:gd name="connsiteX7" fmla="*/ 309563 w 1785937"/>
              <a:gd name="connsiteY7" fmla="*/ 1404938 h 1726406"/>
              <a:gd name="connsiteX8" fmla="*/ 428625 w 1785937"/>
              <a:gd name="connsiteY8" fmla="*/ 1297781 h 1726406"/>
              <a:gd name="connsiteX9" fmla="*/ 428625 w 1785937"/>
              <a:gd name="connsiteY9" fmla="*/ 1285875 h 1726406"/>
              <a:gd name="connsiteX10" fmla="*/ 321469 w 1785937"/>
              <a:gd name="connsiteY10" fmla="*/ 1166813 h 1726406"/>
              <a:gd name="connsiteX11" fmla="*/ 130969 w 1785937"/>
              <a:gd name="connsiteY11" fmla="*/ 1166813 h 1726406"/>
              <a:gd name="connsiteX12" fmla="*/ 130969 w 1785937"/>
              <a:gd name="connsiteY12" fmla="*/ 976313 h 1726406"/>
              <a:gd name="connsiteX13" fmla="*/ 309563 w 1785937"/>
              <a:gd name="connsiteY13" fmla="*/ 976313 h 1726406"/>
              <a:gd name="connsiteX14" fmla="*/ 428625 w 1785937"/>
              <a:gd name="connsiteY14" fmla="*/ 869156 h 1726406"/>
              <a:gd name="connsiteX15" fmla="*/ 428625 w 1785937"/>
              <a:gd name="connsiteY15" fmla="*/ 857250 h 1726406"/>
              <a:gd name="connsiteX16" fmla="*/ 321469 w 1785937"/>
              <a:gd name="connsiteY16" fmla="*/ 738188 h 1726406"/>
              <a:gd name="connsiteX17" fmla="*/ 130969 w 1785937"/>
              <a:gd name="connsiteY17" fmla="*/ 738188 h 1726406"/>
              <a:gd name="connsiteX18" fmla="*/ 130969 w 1785937"/>
              <a:gd name="connsiteY18" fmla="*/ 559594 h 1726406"/>
              <a:gd name="connsiteX19" fmla="*/ 309563 w 1785937"/>
              <a:gd name="connsiteY19" fmla="*/ 559594 h 1726406"/>
              <a:gd name="connsiteX20" fmla="*/ 428625 w 1785937"/>
              <a:gd name="connsiteY20" fmla="*/ 452438 h 1726406"/>
              <a:gd name="connsiteX21" fmla="*/ 428625 w 1785937"/>
              <a:gd name="connsiteY21" fmla="*/ 440531 h 1726406"/>
              <a:gd name="connsiteX22" fmla="*/ 321469 w 1785937"/>
              <a:gd name="connsiteY22" fmla="*/ 321469 h 1726406"/>
              <a:gd name="connsiteX23" fmla="*/ 130969 w 1785937"/>
              <a:gd name="connsiteY23" fmla="*/ 321469 h 1726406"/>
              <a:gd name="connsiteX24" fmla="*/ 130969 w 1785937"/>
              <a:gd name="connsiteY24" fmla="*/ 178594 h 1726406"/>
              <a:gd name="connsiteX25" fmla="*/ 309563 w 1785937"/>
              <a:gd name="connsiteY25" fmla="*/ 0 h 1726406"/>
              <a:gd name="connsiteX26" fmla="*/ 1607344 w 1785937"/>
              <a:gd name="connsiteY26" fmla="*/ 0 h 1726406"/>
              <a:gd name="connsiteX27" fmla="*/ 309563 w 1785937"/>
              <a:gd name="connsiteY27" fmla="*/ 1214438 h 1726406"/>
              <a:gd name="connsiteX28" fmla="*/ 369094 w 1785937"/>
              <a:gd name="connsiteY28" fmla="*/ 1273969 h 1726406"/>
              <a:gd name="connsiteX29" fmla="*/ 309563 w 1785937"/>
              <a:gd name="connsiteY29" fmla="*/ 1333500 h 1726406"/>
              <a:gd name="connsiteX30" fmla="*/ 59531 w 1785937"/>
              <a:gd name="connsiteY30" fmla="*/ 1333500 h 1726406"/>
              <a:gd name="connsiteX31" fmla="*/ 0 w 1785937"/>
              <a:gd name="connsiteY31" fmla="*/ 1273969 h 1726406"/>
              <a:gd name="connsiteX32" fmla="*/ 59531 w 1785937"/>
              <a:gd name="connsiteY32" fmla="*/ 1214438 h 1726406"/>
              <a:gd name="connsiteX33" fmla="*/ 309563 w 1785937"/>
              <a:gd name="connsiteY33" fmla="*/ 1214438 h 1726406"/>
              <a:gd name="connsiteX34" fmla="*/ 1166813 w 1785937"/>
              <a:gd name="connsiteY34" fmla="*/ 369094 h 1726406"/>
              <a:gd name="connsiteX35" fmla="*/ 964406 w 1785937"/>
              <a:gd name="connsiteY35" fmla="*/ 631031 h 1726406"/>
              <a:gd name="connsiteX36" fmla="*/ 762000 w 1785937"/>
              <a:gd name="connsiteY36" fmla="*/ 381000 h 1726406"/>
              <a:gd name="connsiteX37" fmla="*/ 678656 w 1785937"/>
              <a:gd name="connsiteY37" fmla="*/ 369094 h 1726406"/>
              <a:gd name="connsiteX38" fmla="*/ 666750 w 1785937"/>
              <a:gd name="connsiteY38" fmla="*/ 440531 h 1726406"/>
              <a:gd name="connsiteX39" fmla="*/ 678656 w 1785937"/>
              <a:gd name="connsiteY39" fmla="*/ 452438 h 1726406"/>
              <a:gd name="connsiteX40" fmla="*/ 881063 w 1785937"/>
              <a:gd name="connsiteY40" fmla="*/ 702469 h 1726406"/>
              <a:gd name="connsiteX41" fmla="*/ 714375 w 1785937"/>
              <a:gd name="connsiteY41" fmla="*/ 702469 h 1726406"/>
              <a:gd name="connsiteX42" fmla="*/ 654844 w 1785937"/>
              <a:gd name="connsiteY42" fmla="*/ 762000 h 1726406"/>
              <a:gd name="connsiteX43" fmla="*/ 702469 w 1785937"/>
              <a:gd name="connsiteY43" fmla="*/ 821531 h 1726406"/>
              <a:gd name="connsiteX44" fmla="*/ 904875 w 1785937"/>
              <a:gd name="connsiteY44" fmla="*/ 821531 h 1726406"/>
              <a:gd name="connsiteX45" fmla="*/ 904875 w 1785937"/>
              <a:gd name="connsiteY45" fmla="*/ 940594 h 1726406"/>
              <a:gd name="connsiteX46" fmla="*/ 702469 w 1785937"/>
              <a:gd name="connsiteY46" fmla="*/ 940594 h 1726406"/>
              <a:gd name="connsiteX47" fmla="*/ 654844 w 1785937"/>
              <a:gd name="connsiteY47" fmla="*/ 1000125 h 1726406"/>
              <a:gd name="connsiteX48" fmla="*/ 702469 w 1785937"/>
              <a:gd name="connsiteY48" fmla="*/ 1059656 h 1726406"/>
              <a:gd name="connsiteX49" fmla="*/ 904875 w 1785937"/>
              <a:gd name="connsiteY49" fmla="*/ 1059656 h 1726406"/>
              <a:gd name="connsiteX50" fmla="*/ 904875 w 1785937"/>
              <a:gd name="connsiteY50" fmla="*/ 1285875 h 1726406"/>
              <a:gd name="connsiteX51" fmla="*/ 964406 w 1785937"/>
              <a:gd name="connsiteY51" fmla="*/ 1333500 h 1726406"/>
              <a:gd name="connsiteX52" fmla="*/ 1023938 w 1785937"/>
              <a:gd name="connsiteY52" fmla="*/ 1285875 h 1726406"/>
              <a:gd name="connsiteX53" fmla="*/ 1023938 w 1785937"/>
              <a:gd name="connsiteY53" fmla="*/ 1059656 h 1726406"/>
              <a:gd name="connsiteX54" fmla="*/ 1226344 w 1785937"/>
              <a:gd name="connsiteY54" fmla="*/ 1059656 h 1726406"/>
              <a:gd name="connsiteX55" fmla="*/ 1273969 w 1785937"/>
              <a:gd name="connsiteY55" fmla="*/ 1000125 h 1726406"/>
              <a:gd name="connsiteX56" fmla="*/ 1226344 w 1785937"/>
              <a:gd name="connsiteY56" fmla="*/ 940594 h 1726406"/>
              <a:gd name="connsiteX57" fmla="*/ 1023938 w 1785937"/>
              <a:gd name="connsiteY57" fmla="*/ 940594 h 1726406"/>
              <a:gd name="connsiteX58" fmla="*/ 1023938 w 1785937"/>
              <a:gd name="connsiteY58" fmla="*/ 821531 h 1726406"/>
              <a:gd name="connsiteX59" fmla="*/ 1226344 w 1785937"/>
              <a:gd name="connsiteY59" fmla="*/ 821531 h 1726406"/>
              <a:gd name="connsiteX60" fmla="*/ 1273969 w 1785937"/>
              <a:gd name="connsiteY60" fmla="*/ 762000 h 1726406"/>
              <a:gd name="connsiteX61" fmla="*/ 1226344 w 1785937"/>
              <a:gd name="connsiteY61" fmla="*/ 702469 h 1726406"/>
              <a:gd name="connsiteX62" fmla="*/ 1059656 w 1785937"/>
              <a:gd name="connsiteY62" fmla="*/ 702469 h 1726406"/>
              <a:gd name="connsiteX63" fmla="*/ 1262063 w 1785937"/>
              <a:gd name="connsiteY63" fmla="*/ 452438 h 1726406"/>
              <a:gd name="connsiteX64" fmla="*/ 1273969 w 1785937"/>
              <a:gd name="connsiteY64" fmla="*/ 440531 h 1726406"/>
              <a:gd name="connsiteX65" fmla="*/ 1262063 w 1785937"/>
              <a:gd name="connsiteY65" fmla="*/ 369094 h 1726406"/>
              <a:gd name="connsiteX66" fmla="*/ 1166813 w 1785937"/>
              <a:gd name="connsiteY66" fmla="*/ 369094 h 1726406"/>
              <a:gd name="connsiteX67" fmla="*/ 309563 w 1785937"/>
              <a:gd name="connsiteY67" fmla="*/ 797719 h 1726406"/>
              <a:gd name="connsiteX68" fmla="*/ 369094 w 1785937"/>
              <a:gd name="connsiteY68" fmla="*/ 857250 h 1726406"/>
              <a:gd name="connsiteX69" fmla="*/ 309563 w 1785937"/>
              <a:gd name="connsiteY69" fmla="*/ 916781 h 1726406"/>
              <a:gd name="connsiteX70" fmla="*/ 59531 w 1785937"/>
              <a:gd name="connsiteY70" fmla="*/ 916781 h 1726406"/>
              <a:gd name="connsiteX71" fmla="*/ 0 w 1785937"/>
              <a:gd name="connsiteY71" fmla="*/ 857250 h 1726406"/>
              <a:gd name="connsiteX72" fmla="*/ 59531 w 1785937"/>
              <a:gd name="connsiteY72" fmla="*/ 797719 h 1726406"/>
              <a:gd name="connsiteX73" fmla="*/ 309563 w 1785937"/>
              <a:gd name="connsiteY73" fmla="*/ 797719 h 1726406"/>
              <a:gd name="connsiteX74" fmla="*/ 309563 w 1785937"/>
              <a:gd name="connsiteY74" fmla="*/ 381000 h 1726406"/>
              <a:gd name="connsiteX75" fmla="*/ 369094 w 1785937"/>
              <a:gd name="connsiteY75" fmla="*/ 440531 h 1726406"/>
              <a:gd name="connsiteX76" fmla="*/ 309563 w 1785937"/>
              <a:gd name="connsiteY76" fmla="*/ 500063 h 1726406"/>
              <a:gd name="connsiteX77" fmla="*/ 59531 w 1785937"/>
              <a:gd name="connsiteY77" fmla="*/ 500063 h 1726406"/>
              <a:gd name="connsiteX78" fmla="*/ 0 w 1785937"/>
              <a:gd name="connsiteY78" fmla="*/ 440531 h 1726406"/>
              <a:gd name="connsiteX79" fmla="*/ 59531 w 1785937"/>
              <a:gd name="connsiteY79" fmla="*/ 381000 h 1726406"/>
              <a:gd name="connsiteX80" fmla="*/ 309563 w 1785937"/>
              <a:gd name="connsiteY80" fmla="*/ 381000 h 172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785937" h="1726406">
                <a:moveTo>
                  <a:pt x="1607344" y="0"/>
                </a:moveTo>
                <a:cubicBezTo>
                  <a:pt x="1702594" y="0"/>
                  <a:pt x="1785938" y="83344"/>
                  <a:pt x="1785938" y="178594"/>
                </a:cubicBezTo>
                <a:lnTo>
                  <a:pt x="1785938" y="1547813"/>
                </a:lnTo>
                <a:cubicBezTo>
                  <a:pt x="1785938" y="1643063"/>
                  <a:pt x="1702594" y="1726406"/>
                  <a:pt x="1607344" y="1726406"/>
                </a:cubicBezTo>
                <a:lnTo>
                  <a:pt x="309563" y="1726406"/>
                </a:lnTo>
                <a:cubicBezTo>
                  <a:pt x="214313" y="1726406"/>
                  <a:pt x="130969" y="1643063"/>
                  <a:pt x="130969" y="1547813"/>
                </a:cubicBezTo>
                <a:lnTo>
                  <a:pt x="130969" y="1404938"/>
                </a:lnTo>
                <a:lnTo>
                  <a:pt x="309563" y="1404938"/>
                </a:lnTo>
                <a:cubicBezTo>
                  <a:pt x="369094" y="1404938"/>
                  <a:pt x="416719" y="1357313"/>
                  <a:pt x="428625" y="1297781"/>
                </a:cubicBezTo>
                <a:lnTo>
                  <a:pt x="428625" y="1285875"/>
                </a:lnTo>
                <a:cubicBezTo>
                  <a:pt x="428625" y="1226344"/>
                  <a:pt x="381000" y="1178719"/>
                  <a:pt x="321469" y="1166813"/>
                </a:cubicBezTo>
                <a:lnTo>
                  <a:pt x="130969" y="1166813"/>
                </a:lnTo>
                <a:lnTo>
                  <a:pt x="130969" y="976313"/>
                </a:lnTo>
                <a:lnTo>
                  <a:pt x="309563" y="976313"/>
                </a:lnTo>
                <a:cubicBezTo>
                  <a:pt x="369094" y="976313"/>
                  <a:pt x="416719" y="928688"/>
                  <a:pt x="428625" y="869156"/>
                </a:cubicBezTo>
                <a:lnTo>
                  <a:pt x="428625" y="857250"/>
                </a:lnTo>
                <a:cubicBezTo>
                  <a:pt x="428625" y="797719"/>
                  <a:pt x="381000" y="750094"/>
                  <a:pt x="321469" y="738188"/>
                </a:cubicBezTo>
                <a:lnTo>
                  <a:pt x="130969" y="738188"/>
                </a:lnTo>
                <a:lnTo>
                  <a:pt x="130969" y="559594"/>
                </a:lnTo>
                <a:lnTo>
                  <a:pt x="309563" y="559594"/>
                </a:lnTo>
                <a:cubicBezTo>
                  <a:pt x="369094" y="559594"/>
                  <a:pt x="416719" y="511969"/>
                  <a:pt x="428625" y="452438"/>
                </a:cubicBezTo>
                <a:lnTo>
                  <a:pt x="428625" y="440531"/>
                </a:lnTo>
                <a:cubicBezTo>
                  <a:pt x="428625" y="381000"/>
                  <a:pt x="381000" y="333375"/>
                  <a:pt x="321469" y="321469"/>
                </a:cubicBezTo>
                <a:lnTo>
                  <a:pt x="130969" y="321469"/>
                </a:lnTo>
                <a:lnTo>
                  <a:pt x="130969" y="178594"/>
                </a:lnTo>
                <a:cubicBezTo>
                  <a:pt x="130969" y="83344"/>
                  <a:pt x="214313" y="0"/>
                  <a:pt x="309563" y="0"/>
                </a:cubicBezTo>
                <a:lnTo>
                  <a:pt x="1607344" y="0"/>
                </a:lnTo>
                <a:close/>
                <a:moveTo>
                  <a:pt x="309563" y="1214438"/>
                </a:moveTo>
                <a:cubicBezTo>
                  <a:pt x="345281" y="1214438"/>
                  <a:pt x="369094" y="1238250"/>
                  <a:pt x="369094" y="1273969"/>
                </a:cubicBezTo>
                <a:cubicBezTo>
                  <a:pt x="369094" y="1309688"/>
                  <a:pt x="345281" y="1333500"/>
                  <a:pt x="309563" y="1333500"/>
                </a:cubicBezTo>
                <a:lnTo>
                  <a:pt x="59531" y="1333500"/>
                </a:lnTo>
                <a:cubicBezTo>
                  <a:pt x="23812" y="1333500"/>
                  <a:pt x="0" y="1309688"/>
                  <a:pt x="0" y="1273969"/>
                </a:cubicBezTo>
                <a:cubicBezTo>
                  <a:pt x="0" y="1238250"/>
                  <a:pt x="23812" y="1214438"/>
                  <a:pt x="59531" y="1214438"/>
                </a:cubicBezTo>
                <a:lnTo>
                  <a:pt x="309563" y="1214438"/>
                </a:lnTo>
                <a:close/>
                <a:moveTo>
                  <a:pt x="1166813" y="369094"/>
                </a:moveTo>
                <a:lnTo>
                  <a:pt x="964406" y="631031"/>
                </a:lnTo>
                <a:lnTo>
                  <a:pt x="762000" y="381000"/>
                </a:lnTo>
                <a:cubicBezTo>
                  <a:pt x="738188" y="357188"/>
                  <a:pt x="702469" y="345281"/>
                  <a:pt x="678656" y="369094"/>
                </a:cubicBezTo>
                <a:cubicBezTo>
                  <a:pt x="654844" y="392906"/>
                  <a:pt x="642938" y="416719"/>
                  <a:pt x="666750" y="440531"/>
                </a:cubicBezTo>
                <a:lnTo>
                  <a:pt x="678656" y="452438"/>
                </a:lnTo>
                <a:lnTo>
                  <a:pt x="881063" y="702469"/>
                </a:lnTo>
                <a:lnTo>
                  <a:pt x="714375" y="702469"/>
                </a:lnTo>
                <a:cubicBezTo>
                  <a:pt x="678656" y="714375"/>
                  <a:pt x="654844" y="738188"/>
                  <a:pt x="654844" y="762000"/>
                </a:cubicBezTo>
                <a:cubicBezTo>
                  <a:pt x="654844" y="785813"/>
                  <a:pt x="678656" y="809625"/>
                  <a:pt x="702469" y="821531"/>
                </a:cubicBezTo>
                <a:lnTo>
                  <a:pt x="904875" y="821531"/>
                </a:lnTo>
                <a:lnTo>
                  <a:pt x="904875" y="940594"/>
                </a:lnTo>
                <a:lnTo>
                  <a:pt x="702469" y="940594"/>
                </a:lnTo>
                <a:cubicBezTo>
                  <a:pt x="678656" y="952500"/>
                  <a:pt x="654844" y="976313"/>
                  <a:pt x="654844" y="1000125"/>
                </a:cubicBezTo>
                <a:cubicBezTo>
                  <a:pt x="654844" y="1023937"/>
                  <a:pt x="678656" y="1047750"/>
                  <a:pt x="702469" y="1059656"/>
                </a:cubicBezTo>
                <a:lnTo>
                  <a:pt x="904875" y="1059656"/>
                </a:lnTo>
                <a:lnTo>
                  <a:pt x="904875" y="1285875"/>
                </a:lnTo>
                <a:cubicBezTo>
                  <a:pt x="904875" y="1309688"/>
                  <a:pt x="928688" y="1333500"/>
                  <a:pt x="964406" y="1333500"/>
                </a:cubicBezTo>
                <a:cubicBezTo>
                  <a:pt x="988219" y="1333500"/>
                  <a:pt x="1012031" y="1309688"/>
                  <a:pt x="1023938" y="1285875"/>
                </a:cubicBezTo>
                <a:lnTo>
                  <a:pt x="1023938" y="1059656"/>
                </a:lnTo>
                <a:lnTo>
                  <a:pt x="1226344" y="1059656"/>
                </a:lnTo>
                <a:cubicBezTo>
                  <a:pt x="1250156" y="1059656"/>
                  <a:pt x="1273969" y="1035844"/>
                  <a:pt x="1273969" y="1000125"/>
                </a:cubicBezTo>
                <a:cubicBezTo>
                  <a:pt x="1273969" y="964406"/>
                  <a:pt x="1250156" y="952500"/>
                  <a:pt x="1226344" y="940594"/>
                </a:cubicBezTo>
                <a:lnTo>
                  <a:pt x="1023938" y="940594"/>
                </a:lnTo>
                <a:lnTo>
                  <a:pt x="1023938" y="821531"/>
                </a:lnTo>
                <a:lnTo>
                  <a:pt x="1226344" y="821531"/>
                </a:lnTo>
                <a:cubicBezTo>
                  <a:pt x="1250156" y="821531"/>
                  <a:pt x="1273969" y="797719"/>
                  <a:pt x="1273969" y="762000"/>
                </a:cubicBezTo>
                <a:cubicBezTo>
                  <a:pt x="1273969" y="738188"/>
                  <a:pt x="1250156" y="714375"/>
                  <a:pt x="1226344" y="702469"/>
                </a:cubicBezTo>
                <a:lnTo>
                  <a:pt x="1059656" y="702469"/>
                </a:lnTo>
                <a:lnTo>
                  <a:pt x="1262063" y="452438"/>
                </a:lnTo>
                <a:lnTo>
                  <a:pt x="1273969" y="440531"/>
                </a:lnTo>
                <a:cubicBezTo>
                  <a:pt x="1285875" y="416719"/>
                  <a:pt x="1285875" y="381000"/>
                  <a:pt x="1262063" y="369094"/>
                </a:cubicBezTo>
                <a:cubicBezTo>
                  <a:pt x="1226344" y="357188"/>
                  <a:pt x="1190625" y="357188"/>
                  <a:pt x="1166813" y="369094"/>
                </a:cubicBezTo>
                <a:close/>
                <a:moveTo>
                  <a:pt x="309563" y="797719"/>
                </a:moveTo>
                <a:cubicBezTo>
                  <a:pt x="345281" y="797719"/>
                  <a:pt x="369094" y="821531"/>
                  <a:pt x="369094" y="857250"/>
                </a:cubicBezTo>
                <a:cubicBezTo>
                  <a:pt x="369094" y="892969"/>
                  <a:pt x="345281" y="916781"/>
                  <a:pt x="309563" y="916781"/>
                </a:cubicBezTo>
                <a:lnTo>
                  <a:pt x="59531" y="916781"/>
                </a:lnTo>
                <a:cubicBezTo>
                  <a:pt x="23812" y="916781"/>
                  <a:pt x="0" y="892969"/>
                  <a:pt x="0" y="857250"/>
                </a:cubicBezTo>
                <a:cubicBezTo>
                  <a:pt x="0" y="821531"/>
                  <a:pt x="23812" y="797719"/>
                  <a:pt x="59531" y="797719"/>
                </a:cubicBezTo>
                <a:lnTo>
                  <a:pt x="309563" y="797719"/>
                </a:lnTo>
                <a:close/>
                <a:moveTo>
                  <a:pt x="309563" y="381000"/>
                </a:moveTo>
                <a:cubicBezTo>
                  <a:pt x="345281" y="381000"/>
                  <a:pt x="369094" y="404812"/>
                  <a:pt x="369094" y="440531"/>
                </a:cubicBezTo>
                <a:cubicBezTo>
                  <a:pt x="369094" y="476250"/>
                  <a:pt x="345281" y="500063"/>
                  <a:pt x="309563" y="500063"/>
                </a:cubicBezTo>
                <a:lnTo>
                  <a:pt x="59531" y="500063"/>
                </a:lnTo>
                <a:cubicBezTo>
                  <a:pt x="23812" y="500063"/>
                  <a:pt x="0" y="476250"/>
                  <a:pt x="0" y="440531"/>
                </a:cubicBezTo>
                <a:cubicBezTo>
                  <a:pt x="0" y="404812"/>
                  <a:pt x="23812" y="381000"/>
                  <a:pt x="59531" y="381000"/>
                </a:cubicBezTo>
                <a:lnTo>
                  <a:pt x="309563" y="3810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图形 28"/>
          <p:cNvSpPr/>
          <p:nvPr/>
        </p:nvSpPr>
        <p:spPr>
          <a:xfrm>
            <a:off x="3084869" y="1725018"/>
            <a:ext cx="297791" cy="288000"/>
          </a:xfrm>
          <a:custGeom>
            <a:avLst/>
            <a:gdLst>
              <a:gd name="connsiteX0" fmla="*/ 476250 w 1805617"/>
              <a:gd name="connsiteY0" fmla="*/ 636997 h 1746250"/>
              <a:gd name="connsiteX1" fmla="*/ 456406 w 1805617"/>
              <a:gd name="connsiteY1" fmla="*/ 635000 h 1746250"/>
              <a:gd name="connsiteX2" fmla="*/ 99219 w 1805617"/>
              <a:gd name="connsiteY2" fmla="*/ 635000 h 1746250"/>
              <a:gd name="connsiteX3" fmla="*/ 0 w 1805617"/>
              <a:gd name="connsiteY3" fmla="*/ 734219 h 1746250"/>
              <a:gd name="connsiteX4" fmla="*/ 0 w 1805617"/>
              <a:gd name="connsiteY4" fmla="*/ 1647031 h 1746250"/>
              <a:gd name="connsiteX5" fmla="*/ 99219 w 1805617"/>
              <a:gd name="connsiteY5" fmla="*/ 1746250 h 1746250"/>
              <a:gd name="connsiteX6" fmla="*/ 456406 w 1805617"/>
              <a:gd name="connsiteY6" fmla="*/ 1746250 h 1746250"/>
              <a:gd name="connsiteX7" fmla="*/ 476250 w 1805617"/>
              <a:gd name="connsiteY7" fmla="*/ 1744228 h 1746250"/>
              <a:gd name="connsiteX8" fmla="*/ 277813 w 1805617"/>
              <a:gd name="connsiteY8" fmla="*/ 1508125 h 1746250"/>
              <a:gd name="connsiteX9" fmla="*/ 238125 w 1805617"/>
              <a:gd name="connsiteY9" fmla="*/ 1468438 h 1746250"/>
              <a:gd name="connsiteX10" fmla="*/ 277813 w 1805617"/>
              <a:gd name="connsiteY10" fmla="*/ 1428750 h 1746250"/>
              <a:gd name="connsiteX11" fmla="*/ 317500 w 1805617"/>
              <a:gd name="connsiteY11" fmla="*/ 1468438 h 1746250"/>
              <a:gd name="connsiteX12" fmla="*/ 277813 w 1805617"/>
              <a:gd name="connsiteY12" fmla="*/ 1508125 h 1746250"/>
              <a:gd name="connsiteX13" fmla="*/ 1803884 w 1805617"/>
              <a:gd name="connsiteY13" fmla="*/ 819014 h 1746250"/>
              <a:gd name="connsiteX14" fmla="*/ 1681944 w 1805617"/>
              <a:gd name="connsiteY14" fmla="*/ 1611635 h 1746250"/>
              <a:gd name="connsiteX15" fmla="*/ 1525042 w 1805617"/>
              <a:gd name="connsiteY15" fmla="*/ 1746250 h 1746250"/>
              <a:gd name="connsiteX16" fmla="*/ 754063 w 1805617"/>
              <a:gd name="connsiteY16" fmla="*/ 1746250 h 1746250"/>
              <a:gd name="connsiteX17" fmla="*/ 557622 w 1805617"/>
              <a:gd name="connsiteY17" fmla="*/ 1664878 h 1746250"/>
              <a:gd name="connsiteX18" fmla="*/ 555625 w 1805617"/>
              <a:gd name="connsiteY18" fmla="*/ 1662832 h 1746250"/>
              <a:gd name="connsiteX19" fmla="*/ 555625 w 1805617"/>
              <a:gd name="connsiteY19" fmla="*/ 689074 h 1746250"/>
              <a:gd name="connsiteX20" fmla="*/ 712118 w 1805617"/>
              <a:gd name="connsiteY20" fmla="*/ 497446 h 1746250"/>
              <a:gd name="connsiteX21" fmla="*/ 723280 w 1805617"/>
              <a:gd name="connsiteY21" fmla="*/ 485453 h 1746250"/>
              <a:gd name="connsiteX22" fmla="*/ 860909 w 1805617"/>
              <a:gd name="connsiteY22" fmla="*/ 103795 h 1746250"/>
              <a:gd name="connsiteX23" fmla="*/ 902097 w 1805617"/>
              <a:gd name="connsiteY23" fmla="*/ 17872 h 1746250"/>
              <a:gd name="connsiteX24" fmla="*/ 964716 w 1805617"/>
              <a:gd name="connsiteY24" fmla="*/ 0 h 1746250"/>
              <a:gd name="connsiteX25" fmla="*/ 1112912 w 1805617"/>
              <a:gd name="connsiteY25" fmla="*/ 67097 h 1746250"/>
              <a:gd name="connsiteX26" fmla="*/ 1196727 w 1805617"/>
              <a:gd name="connsiteY26" fmla="*/ 296131 h 1746250"/>
              <a:gd name="connsiteX27" fmla="*/ 1172158 w 1805617"/>
              <a:gd name="connsiteY27" fmla="*/ 454633 h 1746250"/>
              <a:gd name="connsiteX28" fmla="*/ 1115827 w 1805617"/>
              <a:gd name="connsiteY28" fmla="*/ 611969 h 1746250"/>
              <a:gd name="connsiteX29" fmla="*/ 1117067 w 1805617"/>
              <a:gd name="connsiteY29" fmla="*/ 631267 h 1746250"/>
              <a:gd name="connsiteX30" fmla="*/ 1133574 w 1805617"/>
              <a:gd name="connsiteY30" fmla="*/ 640259 h 1746250"/>
              <a:gd name="connsiteX31" fmla="*/ 1133760 w 1805617"/>
              <a:gd name="connsiteY31" fmla="*/ 640259 h 1746250"/>
              <a:gd name="connsiteX32" fmla="*/ 1645642 w 1805617"/>
              <a:gd name="connsiteY32" fmla="*/ 636129 h 1746250"/>
              <a:gd name="connsiteX33" fmla="*/ 1646882 w 1805617"/>
              <a:gd name="connsiteY33" fmla="*/ 636129 h 1746250"/>
              <a:gd name="connsiteX34" fmla="*/ 1805617 w 1805617"/>
              <a:gd name="connsiteY34" fmla="*/ 794894 h 1746250"/>
              <a:gd name="connsiteX35" fmla="*/ 1803772 w 1805617"/>
              <a:gd name="connsiteY35" fmla="*/ 819014 h 1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05617" h="1746250">
                <a:moveTo>
                  <a:pt x="476250" y="636997"/>
                </a:moveTo>
                <a:cubicBezTo>
                  <a:pt x="469719" y="635669"/>
                  <a:pt x="463071" y="635000"/>
                  <a:pt x="456406" y="635000"/>
                </a:cubicBezTo>
                <a:lnTo>
                  <a:pt x="99219" y="635000"/>
                </a:lnTo>
                <a:cubicBezTo>
                  <a:pt x="44447" y="635062"/>
                  <a:pt x="62" y="679447"/>
                  <a:pt x="0" y="734219"/>
                </a:cubicBezTo>
                <a:lnTo>
                  <a:pt x="0" y="1647031"/>
                </a:lnTo>
                <a:cubicBezTo>
                  <a:pt x="62" y="1701803"/>
                  <a:pt x="44447" y="1746189"/>
                  <a:pt x="99219" y="1746250"/>
                </a:cubicBezTo>
                <a:lnTo>
                  <a:pt x="456406" y="1746250"/>
                </a:lnTo>
                <a:cubicBezTo>
                  <a:pt x="463072" y="1746248"/>
                  <a:pt x="469721" y="1745571"/>
                  <a:pt x="476250" y="1744228"/>
                </a:cubicBezTo>
                <a:close/>
                <a:moveTo>
                  <a:pt x="277813" y="1508125"/>
                </a:moveTo>
                <a:cubicBezTo>
                  <a:pt x="255894" y="1508125"/>
                  <a:pt x="238125" y="1490356"/>
                  <a:pt x="238125" y="1468438"/>
                </a:cubicBezTo>
                <a:cubicBezTo>
                  <a:pt x="238125" y="1446519"/>
                  <a:pt x="255894" y="1428750"/>
                  <a:pt x="277813" y="1428750"/>
                </a:cubicBezTo>
                <a:cubicBezTo>
                  <a:pt x="299731" y="1428750"/>
                  <a:pt x="317500" y="1446519"/>
                  <a:pt x="317500" y="1468438"/>
                </a:cubicBezTo>
                <a:cubicBezTo>
                  <a:pt x="317500" y="1490356"/>
                  <a:pt x="299731" y="1508125"/>
                  <a:pt x="277813" y="1508125"/>
                </a:cubicBezTo>
                <a:close/>
                <a:moveTo>
                  <a:pt x="1803884" y="819014"/>
                </a:moveTo>
                <a:lnTo>
                  <a:pt x="1681944" y="1611635"/>
                </a:lnTo>
                <a:cubicBezTo>
                  <a:pt x="1670031" y="1689079"/>
                  <a:pt x="1603397" y="1746249"/>
                  <a:pt x="1525042" y="1746250"/>
                </a:cubicBezTo>
                <a:lnTo>
                  <a:pt x="754063" y="1746250"/>
                </a:lnTo>
                <a:cubicBezTo>
                  <a:pt x="680343" y="1746451"/>
                  <a:pt x="609606" y="1717149"/>
                  <a:pt x="557622" y="1664878"/>
                </a:cubicBezTo>
                <a:cubicBezTo>
                  <a:pt x="556940" y="1664209"/>
                  <a:pt x="556282" y="1663514"/>
                  <a:pt x="555625" y="1662832"/>
                </a:cubicBezTo>
                <a:lnTo>
                  <a:pt x="555625" y="689074"/>
                </a:lnTo>
                <a:cubicBezTo>
                  <a:pt x="602332" y="615020"/>
                  <a:pt x="661901" y="551210"/>
                  <a:pt x="712118" y="497446"/>
                </a:cubicBezTo>
                <a:lnTo>
                  <a:pt x="723280" y="485453"/>
                </a:lnTo>
                <a:cubicBezTo>
                  <a:pt x="850801" y="348605"/>
                  <a:pt x="860909" y="236339"/>
                  <a:pt x="860909" y="103795"/>
                </a:cubicBezTo>
                <a:cubicBezTo>
                  <a:pt x="860909" y="55897"/>
                  <a:pt x="883307" y="30621"/>
                  <a:pt x="902097" y="17872"/>
                </a:cubicBezTo>
                <a:cubicBezTo>
                  <a:pt x="923838" y="3101"/>
                  <a:pt x="948147" y="0"/>
                  <a:pt x="964716" y="0"/>
                </a:cubicBezTo>
                <a:cubicBezTo>
                  <a:pt x="1003771" y="0"/>
                  <a:pt x="1063216" y="17624"/>
                  <a:pt x="1112912" y="67097"/>
                </a:cubicBezTo>
                <a:cubicBezTo>
                  <a:pt x="1151148" y="105147"/>
                  <a:pt x="1196727" y="175778"/>
                  <a:pt x="1196727" y="296131"/>
                </a:cubicBezTo>
                <a:cubicBezTo>
                  <a:pt x="1196727" y="351135"/>
                  <a:pt x="1183370" y="412713"/>
                  <a:pt x="1172158" y="454633"/>
                </a:cubicBezTo>
                <a:cubicBezTo>
                  <a:pt x="1157647" y="508980"/>
                  <a:pt x="1137630" y="564865"/>
                  <a:pt x="1115827" y="611969"/>
                </a:cubicBezTo>
                <a:cubicBezTo>
                  <a:pt x="1112866" y="618181"/>
                  <a:pt x="1113335" y="625485"/>
                  <a:pt x="1117067" y="631267"/>
                </a:cubicBezTo>
                <a:cubicBezTo>
                  <a:pt x="1120615" y="636948"/>
                  <a:pt x="1126877" y="640359"/>
                  <a:pt x="1133574" y="640259"/>
                </a:cubicBezTo>
                <a:lnTo>
                  <a:pt x="1133760" y="640259"/>
                </a:lnTo>
                <a:lnTo>
                  <a:pt x="1645642" y="636129"/>
                </a:lnTo>
                <a:lnTo>
                  <a:pt x="1646882" y="636129"/>
                </a:lnTo>
                <a:cubicBezTo>
                  <a:pt x="1734558" y="636137"/>
                  <a:pt x="1805626" y="707218"/>
                  <a:pt x="1805617" y="794894"/>
                </a:cubicBezTo>
                <a:cubicBezTo>
                  <a:pt x="1805617" y="802969"/>
                  <a:pt x="1805000" y="811032"/>
                  <a:pt x="1803772" y="819014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49064" y="251045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市场份额提升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49064" y="2287592"/>
            <a:ext cx="5482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88964" y="2508617"/>
            <a:ext cx="89768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行业排名前进至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467450" y="2295006"/>
            <a:ext cx="10579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7" name="组合 46"/>
          <p:cNvGrpSpPr>
            <a:grpSpLocks noChangeAspect="1"/>
          </p:cNvGrpSpPr>
          <p:nvPr/>
        </p:nvGrpSpPr>
        <p:grpSpPr>
          <a:xfrm>
            <a:off x="758308" y="2331616"/>
            <a:ext cx="288000" cy="288000"/>
            <a:chOff x="2729418" y="1860522"/>
            <a:chExt cx="1189295" cy="1189295"/>
          </a:xfrm>
          <a:solidFill>
            <a:schemeClr val="accent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3397011" y="2087920"/>
              <a:ext cx="292843" cy="295631"/>
            </a:xfrm>
            <a:custGeom>
              <a:avLst/>
              <a:gdLst>
                <a:gd name="connsiteX0" fmla="*/ 1327 w 292843"/>
                <a:gd name="connsiteY0" fmla="*/ 0 h 295631"/>
                <a:gd name="connsiteX1" fmla="*/ 0 w 292843"/>
                <a:gd name="connsiteY1" fmla="*/ 295631 h 295631"/>
                <a:gd name="connsiteX2" fmla="*/ 292843 w 292843"/>
                <a:gd name="connsiteY2" fmla="*/ 295631 h 295631"/>
                <a:gd name="connsiteX3" fmla="*/ 1327 w 292843"/>
                <a:gd name="connsiteY3" fmla="*/ 0 h 29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43" h="295631">
                  <a:moveTo>
                    <a:pt x="1327" y="0"/>
                  </a:moveTo>
                  <a:lnTo>
                    <a:pt x="0" y="295631"/>
                  </a:lnTo>
                  <a:lnTo>
                    <a:pt x="292843" y="295631"/>
                  </a:lnTo>
                  <a:cubicBezTo>
                    <a:pt x="264037" y="144696"/>
                    <a:pt x="149608" y="30267"/>
                    <a:pt x="1327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2958941" y="2139692"/>
              <a:ext cx="680469" cy="680734"/>
            </a:xfrm>
            <a:custGeom>
              <a:avLst/>
              <a:gdLst>
                <a:gd name="connsiteX0" fmla="*/ 340368 w 680469"/>
                <a:gd name="connsiteY0" fmla="*/ 0 h 680734"/>
                <a:gd name="connsiteX1" fmla="*/ 0 w 680469"/>
                <a:gd name="connsiteY1" fmla="*/ 340368 h 680734"/>
                <a:gd name="connsiteX2" fmla="*/ 340235 w 680469"/>
                <a:gd name="connsiteY2" fmla="*/ 680735 h 680734"/>
                <a:gd name="connsiteX3" fmla="*/ 680469 w 680469"/>
                <a:gd name="connsiteY3" fmla="*/ 340368 h 680734"/>
                <a:gd name="connsiteX4" fmla="*/ 340368 w 680469"/>
                <a:gd name="connsiteY4" fmla="*/ 340368 h 680734"/>
                <a:gd name="connsiteX5" fmla="*/ 340368 w 680469"/>
                <a:gd name="connsiteY5" fmla="*/ 0 h 680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0469" h="680734">
                  <a:moveTo>
                    <a:pt x="340368" y="0"/>
                  </a:moveTo>
                  <a:cubicBezTo>
                    <a:pt x="154652" y="3319"/>
                    <a:pt x="0" y="153988"/>
                    <a:pt x="0" y="340368"/>
                  </a:cubicBezTo>
                  <a:cubicBezTo>
                    <a:pt x="0" y="528871"/>
                    <a:pt x="151732" y="680735"/>
                    <a:pt x="340235" y="680735"/>
                  </a:cubicBezTo>
                  <a:cubicBezTo>
                    <a:pt x="528738" y="680735"/>
                    <a:pt x="680469" y="529003"/>
                    <a:pt x="680469" y="340368"/>
                  </a:cubicBezTo>
                  <a:lnTo>
                    <a:pt x="340368" y="340368"/>
                  </a:lnTo>
                  <a:lnTo>
                    <a:pt x="340368" y="0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29418" y="1860522"/>
              <a:ext cx="1189295" cy="1189295"/>
            </a:xfrm>
            <a:custGeom>
              <a:avLst/>
              <a:gdLst>
                <a:gd name="connsiteX0" fmla="*/ 991101 w 1189295"/>
                <a:gd name="connsiteY0" fmla="*/ 0 h 1189295"/>
                <a:gd name="connsiteX1" fmla="*/ 198194 w 1189295"/>
                <a:gd name="connsiteY1" fmla="*/ 0 h 1189295"/>
                <a:gd name="connsiteX2" fmla="*/ 0 w 1189295"/>
                <a:gd name="connsiteY2" fmla="*/ 198194 h 1189295"/>
                <a:gd name="connsiteX3" fmla="*/ 0 w 1189295"/>
                <a:gd name="connsiteY3" fmla="*/ 991101 h 1189295"/>
                <a:gd name="connsiteX4" fmla="*/ 198194 w 1189295"/>
                <a:gd name="connsiteY4" fmla="*/ 1189295 h 1189295"/>
                <a:gd name="connsiteX5" fmla="*/ 991101 w 1189295"/>
                <a:gd name="connsiteY5" fmla="*/ 1189295 h 1189295"/>
                <a:gd name="connsiteX6" fmla="*/ 1189295 w 1189295"/>
                <a:gd name="connsiteY6" fmla="*/ 991101 h 1189295"/>
                <a:gd name="connsiteX7" fmla="*/ 1189295 w 1189295"/>
                <a:gd name="connsiteY7" fmla="*/ 198194 h 1189295"/>
                <a:gd name="connsiteX8" fmla="*/ 991101 w 1189295"/>
                <a:gd name="connsiteY8" fmla="*/ 0 h 1189295"/>
                <a:gd name="connsiteX9" fmla="*/ 1064910 w 1189295"/>
                <a:gd name="connsiteY9" fmla="*/ 619538 h 1189295"/>
                <a:gd name="connsiteX10" fmla="*/ 1015793 w 1189295"/>
                <a:gd name="connsiteY10" fmla="*/ 619538 h 1189295"/>
                <a:gd name="connsiteX11" fmla="*/ 569757 w 1189295"/>
                <a:gd name="connsiteY11" fmla="*/ 1065573 h 1189295"/>
                <a:gd name="connsiteX12" fmla="*/ 123722 w 1189295"/>
                <a:gd name="connsiteY12" fmla="*/ 619538 h 1189295"/>
                <a:gd name="connsiteX13" fmla="*/ 569757 w 1189295"/>
                <a:gd name="connsiteY13" fmla="*/ 173502 h 1189295"/>
                <a:gd name="connsiteX14" fmla="*/ 569757 w 1189295"/>
                <a:gd name="connsiteY14" fmla="*/ 123987 h 1189295"/>
                <a:gd name="connsiteX15" fmla="*/ 594581 w 1189295"/>
                <a:gd name="connsiteY15" fmla="*/ 123987 h 1189295"/>
                <a:gd name="connsiteX16" fmla="*/ 1064910 w 1189295"/>
                <a:gd name="connsiteY16" fmla="*/ 594847 h 1189295"/>
                <a:gd name="connsiteX17" fmla="*/ 1064910 w 1189295"/>
                <a:gd name="connsiteY17" fmla="*/ 619538 h 11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89295" h="1189295">
                  <a:moveTo>
                    <a:pt x="991101" y="0"/>
                  </a:moveTo>
                  <a:lnTo>
                    <a:pt x="198194" y="0"/>
                  </a:lnTo>
                  <a:cubicBezTo>
                    <a:pt x="88676" y="0"/>
                    <a:pt x="0" y="88809"/>
                    <a:pt x="0" y="198194"/>
                  </a:cubicBezTo>
                  <a:lnTo>
                    <a:pt x="0" y="991101"/>
                  </a:lnTo>
                  <a:cubicBezTo>
                    <a:pt x="0" y="1100619"/>
                    <a:pt x="88809" y="1189295"/>
                    <a:pt x="198194" y="1189295"/>
                  </a:cubicBezTo>
                  <a:lnTo>
                    <a:pt x="991101" y="1189295"/>
                  </a:lnTo>
                  <a:cubicBezTo>
                    <a:pt x="1100619" y="1189295"/>
                    <a:pt x="1189295" y="1100486"/>
                    <a:pt x="1189295" y="991101"/>
                  </a:cubicBezTo>
                  <a:lnTo>
                    <a:pt x="1189295" y="198194"/>
                  </a:lnTo>
                  <a:cubicBezTo>
                    <a:pt x="1189295" y="88809"/>
                    <a:pt x="1100486" y="0"/>
                    <a:pt x="991101" y="0"/>
                  </a:cubicBezTo>
                  <a:close/>
                  <a:moveTo>
                    <a:pt x="1064910" y="619538"/>
                  </a:moveTo>
                  <a:lnTo>
                    <a:pt x="1015793" y="619538"/>
                  </a:lnTo>
                  <a:cubicBezTo>
                    <a:pt x="1015793" y="863530"/>
                    <a:pt x="813749" y="1065573"/>
                    <a:pt x="569757" y="1065573"/>
                  </a:cubicBezTo>
                  <a:cubicBezTo>
                    <a:pt x="325765" y="1065573"/>
                    <a:pt x="123722" y="863530"/>
                    <a:pt x="123722" y="619538"/>
                  </a:cubicBezTo>
                  <a:cubicBezTo>
                    <a:pt x="123722" y="375546"/>
                    <a:pt x="325765" y="173502"/>
                    <a:pt x="569757" y="173502"/>
                  </a:cubicBezTo>
                  <a:lnTo>
                    <a:pt x="569757" y="123987"/>
                  </a:lnTo>
                  <a:lnTo>
                    <a:pt x="594581" y="123987"/>
                  </a:lnTo>
                  <a:cubicBezTo>
                    <a:pt x="853574" y="123987"/>
                    <a:pt x="1064910" y="335854"/>
                    <a:pt x="1064910" y="594847"/>
                  </a:cubicBezTo>
                  <a:lnTo>
                    <a:pt x="1064910" y="619538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3" name="图形 61"/>
          <p:cNvSpPr>
            <a:spLocks noChangeAspect="1"/>
          </p:cNvSpPr>
          <p:nvPr/>
        </p:nvSpPr>
        <p:spPr>
          <a:xfrm>
            <a:off x="2098254" y="2307966"/>
            <a:ext cx="313127" cy="288000"/>
          </a:xfrm>
          <a:custGeom>
            <a:avLst/>
            <a:gdLst>
              <a:gd name="connsiteX0" fmla="*/ 60770 w 1712122"/>
              <a:gd name="connsiteY0" fmla="*/ 922115 h 1574729"/>
              <a:gd name="connsiteX1" fmla="*/ 451810 w 1712122"/>
              <a:gd name="connsiteY1" fmla="*/ 922115 h 1574729"/>
              <a:gd name="connsiteX2" fmla="*/ 512580 w 1712122"/>
              <a:gd name="connsiteY2" fmla="*/ 982885 h 1574729"/>
              <a:gd name="connsiteX3" fmla="*/ 512580 w 1712122"/>
              <a:gd name="connsiteY3" fmla="*/ 1513960 h 1574729"/>
              <a:gd name="connsiteX4" fmla="*/ 451810 w 1712122"/>
              <a:gd name="connsiteY4" fmla="*/ 1574730 h 1574729"/>
              <a:gd name="connsiteX5" fmla="*/ 60770 w 1712122"/>
              <a:gd name="connsiteY5" fmla="*/ 1574730 h 1574729"/>
              <a:gd name="connsiteX6" fmla="*/ 0 w 1712122"/>
              <a:gd name="connsiteY6" fmla="*/ 1513960 h 1574729"/>
              <a:gd name="connsiteX7" fmla="*/ 0 w 1712122"/>
              <a:gd name="connsiteY7" fmla="*/ 982885 h 1574729"/>
              <a:gd name="connsiteX8" fmla="*/ 60770 w 1712122"/>
              <a:gd name="connsiteY8" fmla="*/ 922115 h 1574729"/>
              <a:gd name="connsiteX9" fmla="*/ 663183 w 1712122"/>
              <a:gd name="connsiteY9" fmla="*/ 483516 h 1574729"/>
              <a:gd name="connsiteX10" fmla="*/ 1054223 w 1712122"/>
              <a:gd name="connsiteY10" fmla="*/ 483516 h 1574729"/>
              <a:gd name="connsiteX11" fmla="*/ 1114993 w 1712122"/>
              <a:gd name="connsiteY11" fmla="*/ 544286 h 1574729"/>
              <a:gd name="connsiteX12" fmla="*/ 1114993 w 1712122"/>
              <a:gd name="connsiteY12" fmla="*/ 1513960 h 1574729"/>
              <a:gd name="connsiteX13" fmla="*/ 1054223 w 1712122"/>
              <a:gd name="connsiteY13" fmla="*/ 1574730 h 1574729"/>
              <a:gd name="connsiteX14" fmla="*/ 663183 w 1712122"/>
              <a:gd name="connsiteY14" fmla="*/ 1574730 h 1574729"/>
              <a:gd name="connsiteX15" fmla="*/ 602413 w 1712122"/>
              <a:gd name="connsiteY15" fmla="*/ 1513960 h 1574729"/>
              <a:gd name="connsiteX16" fmla="*/ 602413 w 1712122"/>
              <a:gd name="connsiteY16" fmla="*/ 544286 h 1574729"/>
              <a:gd name="connsiteX17" fmla="*/ 663183 w 1712122"/>
              <a:gd name="connsiteY17" fmla="*/ 483516 h 1574729"/>
              <a:gd name="connsiteX18" fmla="*/ 1260312 w 1712122"/>
              <a:gd name="connsiteY18" fmla="*/ 721311 h 1574729"/>
              <a:gd name="connsiteX19" fmla="*/ 1651352 w 1712122"/>
              <a:gd name="connsiteY19" fmla="*/ 721311 h 1574729"/>
              <a:gd name="connsiteX20" fmla="*/ 1712122 w 1712122"/>
              <a:gd name="connsiteY20" fmla="*/ 782080 h 1574729"/>
              <a:gd name="connsiteX21" fmla="*/ 1712122 w 1712122"/>
              <a:gd name="connsiteY21" fmla="*/ 1513960 h 1574729"/>
              <a:gd name="connsiteX22" fmla="*/ 1651352 w 1712122"/>
              <a:gd name="connsiteY22" fmla="*/ 1574730 h 1574729"/>
              <a:gd name="connsiteX23" fmla="*/ 1260312 w 1712122"/>
              <a:gd name="connsiteY23" fmla="*/ 1574730 h 1574729"/>
              <a:gd name="connsiteX24" fmla="*/ 1199542 w 1712122"/>
              <a:gd name="connsiteY24" fmla="*/ 1513960 h 1574729"/>
              <a:gd name="connsiteX25" fmla="*/ 1199542 w 1712122"/>
              <a:gd name="connsiteY25" fmla="*/ 782080 h 1574729"/>
              <a:gd name="connsiteX26" fmla="*/ 1260312 w 1712122"/>
              <a:gd name="connsiteY26" fmla="*/ 721311 h 1574729"/>
              <a:gd name="connsiteX27" fmla="*/ 763585 w 1712122"/>
              <a:gd name="connsiteY27" fmla="*/ 385756 h 1574729"/>
              <a:gd name="connsiteX28" fmla="*/ 845492 w 1712122"/>
              <a:gd name="connsiteY28" fmla="*/ 340839 h 1574729"/>
              <a:gd name="connsiteX29" fmla="*/ 869272 w 1712122"/>
              <a:gd name="connsiteY29" fmla="*/ 340839 h 1574729"/>
              <a:gd name="connsiteX30" fmla="*/ 951179 w 1712122"/>
              <a:gd name="connsiteY30" fmla="*/ 385756 h 1574729"/>
              <a:gd name="connsiteX31" fmla="*/ 990811 w 1712122"/>
              <a:gd name="connsiteY31" fmla="*/ 356692 h 1574729"/>
              <a:gd name="connsiteX32" fmla="*/ 974958 w 1712122"/>
              <a:gd name="connsiteY32" fmla="*/ 264216 h 1574729"/>
              <a:gd name="connsiteX33" fmla="*/ 982885 w 1712122"/>
              <a:gd name="connsiteY33" fmla="*/ 240437 h 1574729"/>
              <a:gd name="connsiteX34" fmla="*/ 1048939 w 1712122"/>
              <a:gd name="connsiteY34" fmla="*/ 174383 h 1574729"/>
              <a:gd name="connsiteX35" fmla="*/ 1033086 w 1712122"/>
              <a:gd name="connsiteY35" fmla="*/ 129466 h 1574729"/>
              <a:gd name="connsiteX36" fmla="*/ 940610 w 1712122"/>
              <a:gd name="connsiteY36" fmla="*/ 116255 h 1574729"/>
              <a:gd name="connsiteX37" fmla="*/ 919473 w 1712122"/>
              <a:gd name="connsiteY37" fmla="*/ 100402 h 1574729"/>
              <a:gd name="connsiteX38" fmla="*/ 877198 w 1712122"/>
              <a:gd name="connsiteY38" fmla="*/ 15853 h 1574729"/>
              <a:gd name="connsiteX39" fmla="*/ 829639 w 1712122"/>
              <a:gd name="connsiteY39" fmla="*/ 15853 h 1574729"/>
              <a:gd name="connsiteX40" fmla="*/ 787365 w 1712122"/>
              <a:gd name="connsiteY40" fmla="*/ 100402 h 1574729"/>
              <a:gd name="connsiteX41" fmla="*/ 766227 w 1712122"/>
              <a:gd name="connsiteY41" fmla="*/ 116255 h 1574729"/>
              <a:gd name="connsiteX42" fmla="*/ 673752 w 1712122"/>
              <a:gd name="connsiteY42" fmla="*/ 129466 h 1574729"/>
              <a:gd name="connsiteX43" fmla="*/ 657899 w 1712122"/>
              <a:gd name="connsiteY43" fmla="*/ 174383 h 1574729"/>
              <a:gd name="connsiteX44" fmla="*/ 723953 w 1712122"/>
              <a:gd name="connsiteY44" fmla="*/ 240437 h 1574729"/>
              <a:gd name="connsiteX45" fmla="*/ 731879 w 1712122"/>
              <a:gd name="connsiteY45" fmla="*/ 264216 h 1574729"/>
              <a:gd name="connsiteX46" fmla="*/ 716026 w 1712122"/>
              <a:gd name="connsiteY46" fmla="*/ 356692 h 1574729"/>
              <a:gd name="connsiteX47" fmla="*/ 763585 w 1712122"/>
              <a:gd name="connsiteY47" fmla="*/ 385756 h 1574729"/>
              <a:gd name="connsiteX48" fmla="*/ 1360714 w 1712122"/>
              <a:gd name="connsiteY48" fmla="*/ 639404 h 1574729"/>
              <a:gd name="connsiteX49" fmla="*/ 1442621 w 1712122"/>
              <a:gd name="connsiteY49" fmla="*/ 594487 h 1574729"/>
              <a:gd name="connsiteX50" fmla="*/ 1466401 w 1712122"/>
              <a:gd name="connsiteY50" fmla="*/ 594487 h 1574729"/>
              <a:gd name="connsiteX51" fmla="*/ 1548308 w 1712122"/>
              <a:gd name="connsiteY51" fmla="*/ 639404 h 1574729"/>
              <a:gd name="connsiteX52" fmla="*/ 1587940 w 1712122"/>
              <a:gd name="connsiteY52" fmla="*/ 610340 h 1574729"/>
              <a:gd name="connsiteX53" fmla="*/ 1572087 w 1712122"/>
              <a:gd name="connsiteY53" fmla="*/ 517864 h 1574729"/>
              <a:gd name="connsiteX54" fmla="*/ 1580014 w 1712122"/>
              <a:gd name="connsiteY54" fmla="*/ 494085 h 1574729"/>
              <a:gd name="connsiteX55" fmla="*/ 1646068 w 1712122"/>
              <a:gd name="connsiteY55" fmla="*/ 428031 h 1574729"/>
              <a:gd name="connsiteX56" fmla="*/ 1630215 w 1712122"/>
              <a:gd name="connsiteY56" fmla="*/ 383114 h 1574729"/>
              <a:gd name="connsiteX57" fmla="*/ 1537739 w 1712122"/>
              <a:gd name="connsiteY57" fmla="*/ 369903 h 1574729"/>
              <a:gd name="connsiteX58" fmla="*/ 1516602 w 1712122"/>
              <a:gd name="connsiteY58" fmla="*/ 354050 h 1574729"/>
              <a:gd name="connsiteX59" fmla="*/ 1479612 w 1712122"/>
              <a:gd name="connsiteY59" fmla="*/ 272143 h 1574729"/>
              <a:gd name="connsiteX60" fmla="*/ 1432053 w 1712122"/>
              <a:gd name="connsiteY60" fmla="*/ 272143 h 1574729"/>
              <a:gd name="connsiteX61" fmla="*/ 1389778 w 1712122"/>
              <a:gd name="connsiteY61" fmla="*/ 356692 h 1574729"/>
              <a:gd name="connsiteX62" fmla="*/ 1368641 w 1712122"/>
              <a:gd name="connsiteY62" fmla="*/ 372545 h 1574729"/>
              <a:gd name="connsiteX63" fmla="*/ 1276165 w 1712122"/>
              <a:gd name="connsiteY63" fmla="*/ 385756 h 1574729"/>
              <a:gd name="connsiteX64" fmla="*/ 1260312 w 1712122"/>
              <a:gd name="connsiteY64" fmla="*/ 430673 h 1574729"/>
              <a:gd name="connsiteX65" fmla="*/ 1326366 w 1712122"/>
              <a:gd name="connsiteY65" fmla="*/ 496727 h 1574729"/>
              <a:gd name="connsiteX66" fmla="*/ 1334293 w 1712122"/>
              <a:gd name="connsiteY66" fmla="*/ 520506 h 1574729"/>
              <a:gd name="connsiteX67" fmla="*/ 1318440 w 1712122"/>
              <a:gd name="connsiteY67" fmla="*/ 612982 h 1574729"/>
              <a:gd name="connsiteX68" fmla="*/ 1360714 w 1712122"/>
              <a:gd name="connsiteY68" fmla="*/ 639404 h 1574729"/>
              <a:gd name="connsiteX69" fmla="*/ 161172 w 1712122"/>
              <a:gd name="connsiteY69" fmla="*/ 795291 h 1574729"/>
              <a:gd name="connsiteX70" fmla="*/ 243079 w 1712122"/>
              <a:gd name="connsiteY70" fmla="*/ 750375 h 1574729"/>
              <a:gd name="connsiteX71" fmla="*/ 266859 w 1712122"/>
              <a:gd name="connsiteY71" fmla="*/ 750375 h 1574729"/>
              <a:gd name="connsiteX72" fmla="*/ 348766 w 1712122"/>
              <a:gd name="connsiteY72" fmla="*/ 795291 h 1574729"/>
              <a:gd name="connsiteX73" fmla="*/ 388398 w 1712122"/>
              <a:gd name="connsiteY73" fmla="*/ 766227 h 1574729"/>
              <a:gd name="connsiteX74" fmla="*/ 372545 w 1712122"/>
              <a:gd name="connsiteY74" fmla="*/ 673752 h 1574729"/>
              <a:gd name="connsiteX75" fmla="*/ 380472 w 1712122"/>
              <a:gd name="connsiteY75" fmla="*/ 649972 h 1574729"/>
              <a:gd name="connsiteX76" fmla="*/ 446526 w 1712122"/>
              <a:gd name="connsiteY76" fmla="*/ 583918 h 1574729"/>
              <a:gd name="connsiteX77" fmla="*/ 430673 w 1712122"/>
              <a:gd name="connsiteY77" fmla="*/ 539001 h 1574729"/>
              <a:gd name="connsiteX78" fmla="*/ 338197 w 1712122"/>
              <a:gd name="connsiteY78" fmla="*/ 525791 h 1574729"/>
              <a:gd name="connsiteX79" fmla="*/ 317060 w 1712122"/>
              <a:gd name="connsiteY79" fmla="*/ 509938 h 1574729"/>
              <a:gd name="connsiteX80" fmla="*/ 274785 w 1712122"/>
              <a:gd name="connsiteY80" fmla="*/ 425388 h 1574729"/>
              <a:gd name="connsiteX81" fmla="*/ 227226 w 1712122"/>
              <a:gd name="connsiteY81" fmla="*/ 425388 h 1574729"/>
              <a:gd name="connsiteX82" fmla="*/ 184951 w 1712122"/>
              <a:gd name="connsiteY82" fmla="*/ 509938 h 1574729"/>
              <a:gd name="connsiteX83" fmla="*/ 163814 w 1712122"/>
              <a:gd name="connsiteY83" fmla="*/ 525791 h 1574729"/>
              <a:gd name="connsiteX84" fmla="*/ 71338 w 1712122"/>
              <a:gd name="connsiteY84" fmla="*/ 539001 h 1574729"/>
              <a:gd name="connsiteX85" fmla="*/ 55485 w 1712122"/>
              <a:gd name="connsiteY85" fmla="*/ 583918 h 1574729"/>
              <a:gd name="connsiteX86" fmla="*/ 121540 w 1712122"/>
              <a:gd name="connsiteY86" fmla="*/ 649972 h 1574729"/>
              <a:gd name="connsiteX87" fmla="*/ 129466 w 1712122"/>
              <a:gd name="connsiteY87" fmla="*/ 673752 h 1574729"/>
              <a:gd name="connsiteX88" fmla="*/ 113613 w 1712122"/>
              <a:gd name="connsiteY88" fmla="*/ 766227 h 1574729"/>
              <a:gd name="connsiteX89" fmla="*/ 161172 w 1712122"/>
              <a:gd name="connsiteY89" fmla="*/ 795291 h 157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2122" h="1574729">
                <a:moveTo>
                  <a:pt x="60770" y="922115"/>
                </a:moveTo>
                <a:lnTo>
                  <a:pt x="451810" y="922115"/>
                </a:lnTo>
                <a:cubicBezTo>
                  <a:pt x="486158" y="922115"/>
                  <a:pt x="512580" y="948537"/>
                  <a:pt x="512580" y="982885"/>
                </a:cubicBezTo>
                <a:lnTo>
                  <a:pt x="512580" y="1513960"/>
                </a:lnTo>
                <a:cubicBezTo>
                  <a:pt x="512580" y="1548308"/>
                  <a:pt x="486158" y="1574730"/>
                  <a:pt x="451810" y="1574730"/>
                </a:cubicBezTo>
                <a:lnTo>
                  <a:pt x="60770" y="1574730"/>
                </a:lnTo>
                <a:cubicBezTo>
                  <a:pt x="26422" y="1574730"/>
                  <a:pt x="0" y="1548308"/>
                  <a:pt x="0" y="1513960"/>
                </a:cubicBezTo>
                <a:lnTo>
                  <a:pt x="0" y="982885"/>
                </a:lnTo>
                <a:cubicBezTo>
                  <a:pt x="2642" y="951179"/>
                  <a:pt x="29064" y="922115"/>
                  <a:pt x="60770" y="922115"/>
                </a:cubicBezTo>
                <a:close/>
                <a:moveTo>
                  <a:pt x="663183" y="483516"/>
                </a:moveTo>
                <a:lnTo>
                  <a:pt x="1054223" y="483516"/>
                </a:lnTo>
                <a:cubicBezTo>
                  <a:pt x="1088571" y="483516"/>
                  <a:pt x="1114993" y="509938"/>
                  <a:pt x="1114993" y="544286"/>
                </a:cubicBezTo>
                <a:lnTo>
                  <a:pt x="1114993" y="1513960"/>
                </a:lnTo>
                <a:cubicBezTo>
                  <a:pt x="1114993" y="1548308"/>
                  <a:pt x="1088571" y="1574730"/>
                  <a:pt x="1054223" y="1574730"/>
                </a:cubicBezTo>
                <a:lnTo>
                  <a:pt x="663183" y="1574730"/>
                </a:lnTo>
                <a:cubicBezTo>
                  <a:pt x="628835" y="1574730"/>
                  <a:pt x="602413" y="1548308"/>
                  <a:pt x="602413" y="1513960"/>
                </a:cubicBezTo>
                <a:lnTo>
                  <a:pt x="602413" y="544286"/>
                </a:lnTo>
                <a:cubicBezTo>
                  <a:pt x="605055" y="509938"/>
                  <a:pt x="631477" y="483516"/>
                  <a:pt x="663183" y="483516"/>
                </a:cubicBezTo>
                <a:close/>
                <a:moveTo>
                  <a:pt x="1260312" y="721311"/>
                </a:moveTo>
                <a:lnTo>
                  <a:pt x="1651352" y="721311"/>
                </a:lnTo>
                <a:cubicBezTo>
                  <a:pt x="1685700" y="721311"/>
                  <a:pt x="1712122" y="747732"/>
                  <a:pt x="1712122" y="782080"/>
                </a:cubicBezTo>
                <a:lnTo>
                  <a:pt x="1712122" y="1513960"/>
                </a:lnTo>
                <a:cubicBezTo>
                  <a:pt x="1712122" y="1548308"/>
                  <a:pt x="1685700" y="1574730"/>
                  <a:pt x="1651352" y="1574730"/>
                </a:cubicBezTo>
                <a:lnTo>
                  <a:pt x="1260312" y="1574730"/>
                </a:lnTo>
                <a:cubicBezTo>
                  <a:pt x="1225964" y="1574730"/>
                  <a:pt x="1199542" y="1548308"/>
                  <a:pt x="1199542" y="1513960"/>
                </a:cubicBezTo>
                <a:lnTo>
                  <a:pt x="1199542" y="782080"/>
                </a:lnTo>
                <a:cubicBezTo>
                  <a:pt x="1199542" y="750375"/>
                  <a:pt x="1225964" y="721311"/>
                  <a:pt x="1260312" y="721311"/>
                </a:cubicBezTo>
                <a:close/>
                <a:moveTo>
                  <a:pt x="763585" y="385756"/>
                </a:moveTo>
                <a:lnTo>
                  <a:pt x="845492" y="340839"/>
                </a:lnTo>
                <a:cubicBezTo>
                  <a:pt x="853419" y="335555"/>
                  <a:pt x="861345" y="335555"/>
                  <a:pt x="869272" y="340839"/>
                </a:cubicBezTo>
                <a:lnTo>
                  <a:pt x="951179" y="385756"/>
                </a:lnTo>
                <a:cubicBezTo>
                  <a:pt x="969674" y="396325"/>
                  <a:pt x="993454" y="380472"/>
                  <a:pt x="990811" y="356692"/>
                </a:cubicBezTo>
                <a:lnTo>
                  <a:pt x="974958" y="264216"/>
                </a:lnTo>
                <a:cubicBezTo>
                  <a:pt x="972316" y="256290"/>
                  <a:pt x="977601" y="245721"/>
                  <a:pt x="982885" y="240437"/>
                </a:cubicBezTo>
                <a:lnTo>
                  <a:pt x="1048939" y="174383"/>
                </a:lnTo>
                <a:cubicBezTo>
                  <a:pt x="1064792" y="158530"/>
                  <a:pt x="1056866" y="132108"/>
                  <a:pt x="1033086" y="129466"/>
                </a:cubicBezTo>
                <a:lnTo>
                  <a:pt x="940610" y="116255"/>
                </a:lnTo>
                <a:cubicBezTo>
                  <a:pt x="932684" y="116255"/>
                  <a:pt x="924757" y="108329"/>
                  <a:pt x="919473" y="100402"/>
                </a:cubicBezTo>
                <a:lnTo>
                  <a:pt x="877198" y="15853"/>
                </a:lnTo>
                <a:cubicBezTo>
                  <a:pt x="866630" y="-5284"/>
                  <a:pt x="840208" y="-5284"/>
                  <a:pt x="829639" y="15853"/>
                </a:cubicBezTo>
                <a:lnTo>
                  <a:pt x="787365" y="100402"/>
                </a:lnTo>
                <a:cubicBezTo>
                  <a:pt x="784723" y="108329"/>
                  <a:pt x="776796" y="113613"/>
                  <a:pt x="766227" y="116255"/>
                </a:cubicBezTo>
                <a:lnTo>
                  <a:pt x="673752" y="129466"/>
                </a:lnTo>
                <a:cubicBezTo>
                  <a:pt x="652614" y="132108"/>
                  <a:pt x="642046" y="158530"/>
                  <a:pt x="657899" y="174383"/>
                </a:cubicBezTo>
                <a:lnTo>
                  <a:pt x="723953" y="240437"/>
                </a:lnTo>
                <a:cubicBezTo>
                  <a:pt x="729237" y="245721"/>
                  <a:pt x="731879" y="256290"/>
                  <a:pt x="731879" y="264216"/>
                </a:cubicBezTo>
                <a:lnTo>
                  <a:pt x="716026" y="356692"/>
                </a:lnTo>
                <a:cubicBezTo>
                  <a:pt x="721311" y="377829"/>
                  <a:pt x="742448" y="393682"/>
                  <a:pt x="763585" y="385756"/>
                </a:cubicBezTo>
                <a:close/>
                <a:moveTo>
                  <a:pt x="1360714" y="639404"/>
                </a:moveTo>
                <a:lnTo>
                  <a:pt x="1442621" y="594487"/>
                </a:lnTo>
                <a:cubicBezTo>
                  <a:pt x="1450548" y="589203"/>
                  <a:pt x="1458474" y="589203"/>
                  <a:pt x="1466401" y="594487"/>
                </a:cubicBezTo>
                <a:lnTo>
                  <a:pt x="1548308" y="639404"/>
                </a:lnTo>
                <a:cubicBezTo>
                  <a:pt x="1566803" y="649972"/>
                  <a:pt x="1590583" y="634119"/>
                  <a:pt x="1587940" y="610340"/>
                </a:cubicBezTo>
                <a:lnTo>
                  <a:pt x="1572087" y="517864"/>
                </a:lnTo>
                <a:cubicBezTo>
                  <a:pt x="1569445" y="509938"/>
                  <a:pt x="1574730" y="499369"/>
                  <a:pt x="1580014" y="494085"/>
                </a:cubicBezTo>
                <a:lnTo>
                  <a:pt x="1646068" y="428031"/>
                </a:lnTo>
                <a:cubicBezTo>
                  <a:pt x="1661921" y="412178"/>
                  <a:pt x="1653995" y="385756"/>
                  <a:pt x="1630215" y="383114"/>
                </a:cubicBezTo>
                <a:lnTo>
                  <a:pt x="1537739" y="369903"/>
                </a:lnTo>
                <a:cubicBezTo>
                  <a:pt x="1529813" y="369903"/>
                  <a:pt x="1521886" y="361976"/>
                  <a:pt x="1516602" y="354050"/>
                </a:cubicBezTo>
                <a:lnTo>
                  <a:pt x="1479612" y="272143"/>
                </a:lnTo>
                <a:cubicBezTo>
                  <a:pt x="1469043" y="251006"/>
                  <a:pt x="1442621" y="251006"/>
                  <a:pt x="1432053" y="272143"/>
                </a:cubicBezTo>
                <a:lnTo>
                  <a:pt x="1389778" y="356692"/>
                </a:lnTo>
                <a:cubicBezTo>
                  <a:pt x="1387136" y="364619"/>
                  <a:pt x="1379209" y="369903"/>
                  <a:pt x="1368641" y="372545"/>
                </a:cubicBezTo>
                <a:lnTo>
                  <a:pt x="1276165" y="385756"/>
                </a:lnTo>
                <a:cubicBezTo>
                  <a:pt x="1255028" y="388398"/>
                  <a:pt x="1244459" y="414820"/>
                  <a:pt x="1260312" y="430673"/>
                </a:cubicBezTo>
                <a:lnTo>
                  <a:pt x="1326366" y="496727"/>
                </a:lnTo>
                <a:cubicBezTo>
                  <a:pt x="1331650" y="502011"/>
                  <a:pt x="1334293" y="512580"/>
                  <a:pt x="1334293" y="520506"/>
                </a:cubicBezTo>
                <a:lnTo>
                  <a:pt x="1318440" y="612982"/>
                </a:lnTo>
                <a:cubicBezTo>
                  <a:pt x="1318440" y="634119"/>
                  <a:pt x="1339577" y="649972"/>
                  <a:pt x="1360714" y="639404"/>
                </a:cubicBezTo>
                <a:close/>
                <a:moveTo>
                  <a:pt x="161172" y="795291"/>
                </a:moveTo>
                <a:lnTo>
                  <a:pt x="243079" y="750375"/>
                </a:lnTo>
                <a:cubicBezTo>
                  <a:pt x="251006" y="745090"/>
                  <a:pt x="258932" y="745090"/>
                  <a:pt x="266859" y="750375"/>
                </a:cubicBezTo>
                <a:lnTo>
                  <a:pt x="348766" y="795291"/>
                </a:lnTo>
                <a:cubicBezTo>
                  <a:pt x="367261" y="805860"/>
                  <a:pt x="391040" y="790007"/>
                  <a:pt x="388398" y="766227"/>
                </a:cubicBezTo>
                <a:lnTo>
                  <a:pt x="372545" y="673752"/>
                </a:lnTo>
                <a:cubicBezTo>
                  <a:pt x="369903" y="665825"/>
                  <a:pt x="375187" y="655257"/>
                  <a:pt x="380472" y="649972"/>
                </a:cubicBezTo>
                <a:lnTo>
                  <a:pt x="446526" y="583918"/>
                </a:lnTo>
                <a:cubicBezTo>
                  <a:pt x="462379" y="568065"/>
                  <a:pt x="454452" y="541644"/>
                  <a:pt x="430673" y="539001"/>
                </a:cubicBezTo>
                <a:lnTo>
                  <a:pt x="338197" y="525791"/>
                </a:lnTo>
                <a:cubicBezTo>
                  <a:pt x="330270" y="525791"/>
                  <a:pt x="322344" y="517864"/>
                  <a:pt x="317060" y="509938"/>
                </a:cubicBezTo>
                <a:lnTo>
                  <a:pt x="274785" y="425388"/>
                </a:lnTo>
                <a:cubicBezTo>
                  <a:pt x="264216" y="404251"/>
                  <a:pt x="237795" y="404251"/>
                  <a:pt x="227226" y="425388"/>
                </a:cubicBezTo>
                <a:lnTo>
                  <a:pt x="184951" y="509938"/>
                </a:lnTo>
                <a:cubicBezTo>
                  <a:pt x="182309" y="517864"/>
                  <a:pt x="174383" y="523148"/>
                  <a:pt x="163814" y="525791"/>
                </a:cubicBezTo>
                <a:lnTo>
                  <a:pt x="71338" y="539001"/>
                </a:lnTo>
                <a:cubicBezTo>
                  <a:pt x="50201" y="541644"/>
                  <a:pt x="39632" y="568065"/>
                  <a:pt x="55485" y="583918"/>
                </a:cubicBezTo>
                <a:lnTo>
                  <a:pt x="121540" y="649972"/>
                </a:lnTo>
                <a:cubicBezTo>
                  <a:pt x="126824" y="655257"/>
                  <a:pt x="129466" y="665825"/>
                  <a:pt x="129466" y="673752"/>
                </a:cubicBezTo>
                <a:lnTo>
                  <a:pt x="113613" y="766227"/>
                </a:lnTo>
                <a:cubicBezTo>
                  <a:pt x="118897" y="790007"/>
                  <a:pt x="142677" y="805860"/>
                  <a:pt x="161172" y="795291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图形 67"/>
          <p:cNvSpPr>
            <a:spLocks noChangeAspect="1"/>
          </p:cNvSpPr>
          <p:nvPr/>
        </p:nvSpPr>
        <p:spPr>
          <a:xfrm>
            <a:off x="751686" y="2899687"/>
            <a:ext cx="322791" cy="252000"/>
          </a:xfrm>
          <a:custGeom>
            <a:avLst/>
            <a:gdLst>
              <a:gd name="connsiteX0" fmla="*/ 780567 w 812737"/>
              <a:gd name="connsiteY0" fmla="*/ 539490 h 634494"/>
              <a:gd name="connsiteX1" fmla="*/ 595161 w 812737"/>
              <a:gd name="connsiteY1" fmla="*/ 539490 h 634494"/>
              <a:gd name="connsiteX2" fmla="*/ 479177 w 812737"/>
              <a:gd name="connsiteY2" fmla="*/ 634495 h 634494"/>
              <a:gd name="connsiteX3" fmla="*/ 779720 w 812737"/>
              <a:gd name="connsiteY3" fmla="*/ 634495 h 634494"/>
              <a:gd name="connsiteX4" fmla="*/ 811044 w 812737"/>
              <a:gd name="connsiteY4" fmla="*/ 603109 h 634494"/>
              <a:gd name="connsiteX5" fmla="*/ 811044 w 812737"/>
              <a:gd name="connsiteY5" fmla="*/ 571724 h 634494"/>
              <a:gd name="connsiteX6" fmla="*/ 780567 w 812737"/>
              <a:gd name="connsiteY6" fmla="*/ 539490 h 634494"/>
              <a:gd name="connsiteX7" fmla="*/ 780567 w 812737"/>
              <a:gd name="connsiteY7" fmla="*/ 359660 h 634494"/>
              <a:gd name="connsiteX8" fmla="*/ 670509 w 812737"/>
              <a:gd name="connsiteY8" fmla="*/ 359660 h 634494"/>
              <a:gd name="connsiteX9" fmla="*/ 645957 w 812737"/>
              <a:gd name="connsiteY9" fmla="*/ 454665 h 634494"/>
              <a:gd name="connsiteX10" fmla="*/ 781413 w 812737"/>
              <a:gd name="connsiteY10" fmla="*/ 454665 h 634494"/>
              <a:gd name="connsiteX11" fmla="*/ 812738 w 812737"/>
              <a:gd name="connsiteY11" fmla="*/ 423279 h 634494"/>
              <a:gd name="connsiteX12" fmla="*/ 812738 w 812737"/>
              <a:gd name="connsiteY12" fmla="*/ 391894 h 634494"/>
              <a:gd name="connsiteX13" fmla="*/ 780567 w 812737"/>
              <a:gd name="connsiteY13" fmla="*/ 359660 h 634494"/>
              <a:gd name="connsiteX14" fmla="*/ 780567 w 812737"/>
              <a:gd name="connsiteY14" fmla="*/ 179830 h 634494"/>
              <a:gd name="connsiteX15" fmla="*/ 645957 w 812737"/>
              <a:gd name="connsiteY15" fmla="*/ 179830 h 634494"/>
              <a:gd name="connsiteX16" fmla="*/ 670509 w 812737"/>
              <a:gd name="connsiteY16" fmla="*/ 274835 h 634494"/>
              <a:gd name="connsiteX17" fmla="*/ 780567 w 812737"/>
              <a:gd name="connsiteY17" fmla="*/ 274835 h 634494"/>
              <a:gd name="connsiteX18" fmla="*/ 811891 w 812737"/>
              <a:gd name="connsiteY18" fmla="*/ 243449 h 634494"/>
              <a:gd name="connsiteX19" fmla="*/ 811891 w 812737"/>
              <a:gd name="connsiteY19" fmla="*/ 212064 h 634494"/>
              <a:gd name="connsiteX20" fmla="*/ 780567 w 812737"/>
              <a:gd name="connsiteY20" fmla="*/ 179830 h 634494"/>
              <a:gd name="connsiteX21" fmla="*/ 780567 w 812737"/>
              <a:gd name="connsiteY21" fmla="*/ 848 h 634494"/>
              <a:gd name="connsiteX22" fmla="*/ 480870 w 812737"/>
              <a:gd name="connsiteY22" fmla="*/ 848 h 634494"/>
              <a:gd name="connsiteX23" fmla="*/ 596008 w 812737"/>
              <a:gd name="connsiteY23" fmla="*/ 95853 h 634494"/>
              <a:gd name="connsiteX24" fmla="*/ 780567 w 812737"/>
              <a:gd name="connsiteY24" fmla="*/ 95853 h 634494"/>
              <a:gd name="connsiteX25" fmla="*/ 811891 w 812737"/>
              <a:gd name="connsiteY25" fmla="*/ 64467 h 634494"/>
              <a:gd name="connsiteX26" fmla="*/ 811891 w 812737"/>
              <a:gd name="connsiteY26" fmla="*/ 33082 h 634494"/>
              <a:gd name="connsiteX27" fmla="*/ 780567 w 812737"/>
              <a:gd name="connsiteY27" fmla="*/ 848 h 634494"/>
              <a:gd name="connsiteX28" fmla="*/ 316629 w 812737"/>
              <a:gd name="connsiteY28" fmla="*/ 0 h 634494"/>
              <a:gd name="connsiteX29" fmla="*/ 0 w 812737"/>
              <a:gd name="connsiteY29" fmla="*/ 317247 h 634494"/>
              <a:gd name="connsiteX30" fmla="*/ 316629 w 812737"/>
              <a:gd name="connsiteY30" fmla="*/ 634495 h 634494"/>
              <a:gd name="connsiteX31" fmla="*/ 633258 w 812737"/>
              <a:gd name="connsiteY31" fmla="*/ 317247 h 634494"/>
              <a:gd name="connsiteX32" fmla="*/ 316629 w 812737"/>
              <a:gd name="connsiteY32" fmla="*/ 0 h 634494"/>
              <a:gd name="connsiteX33" fmla="*/ 416528 w 812737"/>
              <a:gd name="connsiteY33" fmla="*/ 313006 h 634494"/>
              <a:gd name="connsiteX34" fmla="*/ 416528 w 812737"/>
              <a:gd name="connsiteY34" fmla="*/ 341847 h 634494"/>
              <a:gd name="connsiteX35" fmla="*/ 344567 w 812737"/>
              <a:gd name="connsiteY35" fmla="*/ 341847 h 634494"/>
              <a:gd name="connsiteX36" fmla="*/ 344567 w 812737"/>
              <a:gd name="connsiteY36" fmla="*/ 378322 h 634494"/>
              <a:gd name="connsiteX37" fmla="*/ 416528 w 812737"/>
              <a:gd name="connsiteY37" fmla="*/ 378322 h 634494"/>
              <a:gd name="connsiteX38" fmla="*/ 416528 w 812737"/>
              <a:gd name="connsiteY38" fmla="*/ 407163 h 634494"/>
              <a:gd name="connsiteX39" fmla="*/ 344567 w 812737"/>
              <a:gd name="connsiteY39" fmla="*/ 407163 h 634494"/>
              <a:gd name="connsiteX40" fmla="*/ 344567 w 812737"/>
              <a:gd name="connsiteY40" fmla="*/ 472478 h 634494"/>
              <a:gd name="connsiteX41" fmla="*/ 289538 w 812737"/>
              <a:gd name="connsiteY41" fmla="*/ 472478 h 634494"/>
              <a:gd name="connsiteX42" fmla="*/ 289538 w 812737"/>
              <a:gd name="connsiteY42" fmla="*/ 407163 h 634494"/>
              <a:gd name="connsiteX43" fmla="*/ 217577 w 812737"/>
              <a:gd name="connsiteY43" fmla="*/ 407163 h 634494"/>
              <a:gd name="connsiteX44" fmla="*/ 217577 w 812737"/>
              <a:gd name="connsiteY44" fmla="*/ 378322 h 634494"/>
              <a:gd name="connsiteX45" fmla="*/ 289538 w 812737"/>
              <a:gd name="connsiteY45" fmla="*/ 378322 h 634494"/>
              <a:gd name="connsiteX46" fmla="*/ 289538 w 812737"/>
              <a:gd name="connsiteY46" fmla="*/ 342695 h 634494"/>
              <a:gd name="connsiteX47" fmla="*/ 218423 w 812737"/>
              <a:gd name="connsiteY47" fmla="*/ 342695 h 634494"/>
              <a:gd name="connsiteX48" fmla="*/ 218423 w 812737"/>
              <a:gd name="connsiteY48" fmla="*/ 313854 h 634494"/>
              <a:gd name="connsiteX49" fmla="*/ 273452 w 812737"/>
              <a:gd name="connsiteY49" fmla="*/ 313854 h 634494"/>
              <a:gd name="connsiteX50" fmla="*/ 190485 w 812737"/>
              <a:gd name="connsiteY50" fmla="*/ 162017 h 634494"/>
              <a:gd name="connsiteX51" fmla="*/ 252287 w 812737"/>
              <a:gd name="connsiteY51" fmla="*/ 162017 h 634494"/>
              <a:gd name="connsiteX52" fmla="*/ 318322 w 812737"/>
              <a:gd name="connsiteY52" fmla="*/ 293496 h 634494"/>
              <a:gd name="connsiteX53" fmla="*/ 384357 w 812737"/>
              <a:gd name="connsiteY53" fmla="*/ 162017 h 634494"/>
              <a:gd name="connsiteX54" fmla="*/ 446159 w 812737"/>
              <a:gd name="connsiteY54" fmla="*/ 162017 h 634494"/>
              <a:gd name="connsiteX55" fmla="*/ 362346 w 812737"/>
              <a:gd name="connsiteY55" fmla="*/ 313854 h 634494"/>
              <a:gd name="connsiteX56" fmla="*/ 416528 w 812737"/>
              <a:gd name="connsiteY56" fmla="*/ 313854 h 63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812737" h="634494">
                <a:moveTo>
                  <a:pt x="780567" y="539490"/>
                </a:moveTo>
                <a:lnTo>
                  <a:pt x="595161" y="539490"/>
                </a:lnTo>
                <a:cubicBezTo>
                  <a:pt x="563837" y="579358"/>
                  <a:pt x="524893" y="611592"/>
                  <a:pt x="479177" y="634495"/>
                </a:cubicBezTo>
                <a:lnTo>
                  <a:pt x="779720" y="634495"/>
                </a:lnTo>
                <a:cubicBezTo>
                  <a:pt x="797499" y="634495"/>
                  <a:pt x="811044" y="620075"/>
                  <a:pt x="811044" y="603109"/>
                </a:cubicBezTo>
                <a:lnTo>
                  <a:pt x="811044" y="571724"/>
                </a:lnTo>
                <a:cubicBezTo>
                  <a:pt x="812738" y="553911"/>
                  <a:pt x="798345" y="539490"/>
                  <a:pt x="780567" y="539490"/>
                </a:cubicBezTo>
                <a:close/>
                <a:moveTo>
                  <a:pt x="780567" y="359660"/>
                </a:moveTo>
                <a:lnTo>
                  <a:pt x="670509" y="359660"/>
                </a:lnTo>
                <a:cubicBezTo>
                  <a:pt x="666276" y="391894"/>
                  <a:pt x="658656" y="424128"/>
                  <a:pt x="645957" y="454665"/>
                </a:cubicBezTo>
                <a:lnTo>
                  <a:pt x="781413" y="454665"/>
                </a:lnTo>
                <a:cubicBezTo>
                  <a:pt x="799192" y="454665"/>
                  <a:pt x="812738" y="440244"/>
                  <a:pt x="812738" y="423279"/>
                </a:cubicBezTo>
                <a:lnTo>
                  <a:pt x="812738" y="391894"/>
                </a:lnTo>
                <a:cubicBezTo>
                  <a:pt x="812738" y="373232"/>
                  <a:pt x="798345" y="359660"/>
                  <a:pt x="780567" y="359660"/>
                </a:cubicBezTo>
                <a:close/>
                <a:moveTo>
                  <a:pt x="780567" y="179830"/>
                </a:moveTo>
                <a:lnTo>
                  <a:pt x="645957" y="179830"/>
                </a:lnTo>
                <a:cubicBezTo>
                  <a:pt x="658656" y="210367"/>
                  <a:pt x="667122" y="241753"/>
                  <a:pt x="670509" y="274835"/>
                </a:cubicBezTo>
                <a:lnTo>
                  <a:pt x="780567" y="274835"/>
                </a:lnTo>
                <a:cubicBezTo>
                  <a:pt x="798345" y="274835"/>
                  <a:pt x="811891" y="260414"/>
                  <a:pt x="811891" y="243449"/>
                </a:cubicBezTo>
                <a:lnTo>
                  <a:pt x="811891" y="212064"/>
                </a:lnTo>
                <a:cubicBezTo>
                  <a:pt x="812738" y="194250"/>
                  <a:pt x="798345" y="179830"/>
                  <a:pt x="780567" y="179830"/>
                </a:cubicBezTo>
                <a:close/>
                <a:moveTo>
                  <a:pt x="780567" y="848"/>
                </a:moveTo>
                <a:lnTo>
                  <a:pt x="480870" y="848"/>
                </a:lnTo>
                <a:cubicBezTo>
                  <a:pt x="525740" y="23751"/>
                  <a:pt x="564683" y="56833"/>
                  <a:pt x="596008" y="95853"/>
                </a:cubicBezTo>
                <a:lnTo>
                  <a:pt x="780567" y="95853"/>
                </a:lnTo>
                <a:cubicBezTo>
                  <a:pt x="798345" y="95853"/>
                  <a:pt x="811891" y="81432"/>
                  <a:pt x="811891" y="64467"/>
                </a:cubicBezTo>
                <a:lnTo>
                  <a:pt x="811891" y="33082"/>
                </a:lnTo>
                <a:cubicBezTo>
                  <a:pt x="812738" y="14420"/>
                  <a:pt x="798345" y="848"/>
                  <a:pt x="780567" y="848"/>
                </a:cubicBezTo>
                <a:close/>
                <a:moveTo>
                  <a:pt x="316629" y="0"/>
                </a:moveTo>
                <a:cubicBezTo>
                  <a:pt x="141382" y="0"/>
                  <a:pt x="0" y="141659"/>
                  <a:pt x="0" y="317247"/>
                </a:cubicBezTo>
                <a:cubicBezTo>
                  <a:pt x="0" y="492836"/>
                  <a:pt x="141382" y="634495"/>
                  <a:pt x="316629" y="634495"/>
                </a:cubicBezTo>
                <a:cubicBezTo>
                  <a:pt x="491876" y="634495"/>
                  <a:pt x="633258" y="492836"/>
                  <a:pt x="633258" y="317247"/>
                </a:cubicBezTo>
                <a:cubicBezTo>
                  <a:pt x="633258" y="141659"/>
                  <a:pt x="491876" y="0"/>
                  <a:pt x="316629" y="0"/>
                </a:cubicBezTo>
                <a:close/>
                <a:moveTo>
                  <a:pt x="416528" y="313006"/>
                </a:moveTo>
                <a:lnTo>
                  <a:pt x="416528" y="341847"/>
                </a:lnTo>
                <a:lnTo>
                  <a:pt x="344567" y="341847"/>
                </a:lnTo>
                <a:lnTo>
                  <a:pt x="344567" y="378322"/>
                </a:lnTo>
                <a:lnTo>
                  <a:pt x="416528" y="378322"/>
                </a:lnTo>
                <a:lnTo>
                  <a:pt x="416528" y="407163"/>
                </a:lnTo>
                <a:lnTo>
                  <a:pt x="344567" y="407163"/>
                </a:lnTo>
                <a:lnTo>
                  <a:pt x="344567" y="472478"/>
                </a:lnTo>
                <a:lnTo>
                  <a:pt x="289538" y="472478"/>
                </a:lnTo>
                <a:lnTo>
                  <a:pt x="289538" y="407163"/>
                </a:lnTo>
                <a:lnTo>
                  <a:pt x="217577" y="407163"/>
                </a:lnTo>
                <a:lnTo>
                  <a:pt x="217577" y="378322"/>
                </a:lnTo>
                <a:lnTo>
                  <a:pt x="289538" y="378322"/>
                </a:lnTo>
                <a:lnTo>
                  <a:pt x="289538" y="342695"/>
                </a:lnTo>
                <a:lnTo>
                  <a:pt x="218423" y="342695"/>
                </a:lnTo>
                <a:lnTo>
                  <a:pt x="218423" y="313854"/>
                </a:lnTo>
                <a:lnTo>
                  <a:pt x="273452" y="313854"/>
                </a:lnTo>
                <a:lnTo>
                  <a:pt x="190485" y="162017"/>
                </a:lnTo>
                <a:lnTo>
                  <a:pt x="252287" y="162017"/>
                </a:lnTo>
                <a:lnTo>
                  <a:pt x="318322" y="293496"/>
                </a:lnTo>
                <a:lnTo>
                  <a:pt x="384357" y="162017"/>
                </a:lnTo>
                <a:lnTo>
                  <a:pt x="446159" y="162017"/>
                </a:lnTo>
                <a:lnTo>
                  <a:pt x="362346" y="313854"/>
                </a:lnTo>
                <a:lnTo>
                  <a:pt x="416528" y="313854"/>
                </a:lnTo>
                <a:close/>
              </a:path>
            </a:pathLst>
          </a:custGeom>
          <a:solidFill>
            <a:schemeClr val="accent1"/>
          </a:solidFill>
          <a:ln w="78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149064" y="3074743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成本费率优化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49064" y="2871799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>
                    <a:lumMod val="10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>
                  <a:lumMod val="10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488964" y="3074743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投入同比节省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488964" y="2902577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超千万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2098254" y="2845914"/>
            <a:ext cx="318781" cy="324000"/>
            <a:chOff x="536489" y="-7315956"/>
            <a:chExt cx="11110932" cy="11292777"/>
          </a:xfrm>
          <a:solidFill>
            <a:schemeClr val="accent1"/>
          </a:solidFill>
        </p:grpSpPr>
        <p:sp>
          <p:nvSpPr>
            <p:cNvPr id="85" name="任意多边形: 形状 84"/>
            <p:cNvSpPr/>
            <p:nvPr/>
          </p:nvSpPr>
          <p:spPr>
            <a:xfrm>
              <a:off x="540356" y="-7315956"/>
              <a:ext cx="11107065" cy="11286789"/>
            </a:xfrm>
            <a:custGeom>
              <a:avLst/>
              <a:gdLst>
                <a:gd name="connsiteX0" fmla="*/ 5342201 w 11107065"/>
                <a:gd name="connsiteY0" fmla="*/ 9865 h 11286789"/>
                <a:gd name="connsiteX1" fmla="*/ 7119773 w 11107065"/>
                <a:gd name="connsiteY1" fmla="*/ 365080 h 11286789"/>
                <a:gd name="connsiteX2" fmla="*/ 8698965 w 11107065"/>
                <a:gd name="connsiteY2" fmla="*/ 2079894 h 11286789"/>
                <a:gd name="connsiteX3" fmla="*/ 8944384 w 11107065"/>
                <a:gd name="connsiteY3" fmla="*/ 3506743 h 11286789"/>
                <a:gd name="connsiteX4" fmla="*/ 8491101 w 11107065"/>
                <a:gd name="connsiteY4" fmla="*/ 5039771 h 11286789"/>
                <a:gd name="connsiteX5" fmla="*/ 6760566 w 11107065"/>
                <a:gd name="connsiteY5" fmla="*/ 6492072 h 11286789"/>
                <a:gd name="connsiteX6" fmla="*/ 5091542 w 11107065"/>
                <a:gd name="connsiteY6" fmla="*/ 6661134 h 11286789"/>
                <a:gd name="connsiteX7" fmla="*/ 3839742 w 11107065"/>
                <a:gd name="connsiteY7" fmla="*/ 6201113 h 11286789"/>
                <a:gd name="connsiteX8" fmla="*/ 2433854 w 11107065"/>
                <a:gd name="connsiteY8" fmla="*/ 4450740 h 11286789"/>
                <a:gd name="connsiteX9" fmla="*/ 2304843 w 11107065"/>
                <a:gd name="connsiteY9" fmla="*/ 2735177 h 11286789"/>
                <a:gd name="connsiteX10" fmla="*/ 3467558 w 11107065"/>
                <a:gd name="connsiteY10" fmla="*/ 765212 h 11286789"/>
                <a:gd name="connsiteX11" fmla="*/ 5342201 w 11107065"/>
                <a:gd name="connsiteY11" fmla="*/ 9865 h 11286789"/>
                <a:gd name="connsiteX12" fmla="*/ 4482173 w 11107065"/>
                <a:gd name="connsiteY12" fmla="*/ 1518437 h 11286789"/>
                <a:gd name="connsiteX13" fmla="*/ 4440127 w 11107065"/>
                <a:gd name="connsiteY13" fmla="*/ 1858056 h 11286789"/>
                <a:gd name="connsiteX14" fmla="*/ 5235649 w 11107065"/>
                <a:gd name="connsiteY14" fmla="*/ 2808041 h 11286789"/>
                <a:gd name="connsiteX15" fmla="*/ 4623910 w 11107065"/>
                <a:gd name="connsiteY15" fmla="*/ 2808915 h 11286789"/>
                <a:gd name="connsiteX16" fmla="*/ 4394087 w 11107065"/>
                <a:gd name="connsiteY16" fmla="*/ 3000309 h 11286789"/>
                <a:gd name="connsiteX17" fmla="*/ 4526840 w 11107065"/>
                <a:gd name="connsiteY17" fmla="*/ 3268561 h 11286789"/>
                <a:gd name="connsiteX18" fmla="*/ 4737449 w 11107065"/>
                <a:gd name="connsiteY18" fmla="*/ 3292766 h 11286789"/>
                <a:gd name="connsiteX19" fmla="*/ 5356923 w 11107065"/>
                <a:gd name="connsiteY19" fmla="*/ 3294138 h 11286789"/>
                <a:gd name="connsiteX20" fmla="*/ 5357173 w 11107065"/>
                <a:gd name="connsiteY20" fmla="*/ 3668817 h 11286789"/>
                <a:gd name="connsiteX21" fmla="*/ 4623786 w 11107065"/>
                <a:gd name="connsiteY21" fmla="*/ 3670065 h 11286789"/>
                <a:gd name="connsiteX22" fmla="*/ 4388847 w 11107065"/>
                <a:gd name="connsiteY22" fmla="*/ 3906376 h 11286789"/>
                <a:gd name="connsiteX23" fmla="*/ 4624659 w 11107065"/>
                <a:gd name="connsiteY23" fmla="*/ 4153043 h 11286789"/>
                <a:gd name="connsiteX24" fmla="*/ 5356923 w 11107065"/>
                <a:gd name="connsiteY24" fmla="*/ 4155039 h 11286789"/>
                <a:gd name="connsiteX25" fmla="*/ 5356425 w 11107065"/>
                <a:gd name="connsiteY25" fmla="*/ 4929600 h 11286789"/>
                <a:gd name="connsiteX26" fmla="*/ 5375888 w 11107065"/>
                <a:gd name="connsiteY26" fmla="*/ 5076328 h 11286789"/>
                <a:gd name="connsiteX27" fmla="*/ 5623428 w 11107065"/>
                <a:gd name="connsiteY27" fmla="*/ 5221309 h 11286789"/>
                <a:gd name="connsiteX28" fmla="*/ 5840151 w 11107065"/>
                <a:gd name="connsiteY28" fmla="*/ 4979632 h 11286789"/>
                <a:gd name="connsiteX29" fmla="*/ 5840151 w 11107065"/>
                <a:gd name="connsiteY29" fmla="*/ 4155164 h 11286789"/>
                <a:gd name="connsiteX30" fmla="*/ 6571667 w 11107065"/>
                <a:gd name="connsiteY30" fmla="*/ 4153043 h 11286789"/>
                <a:gd name="connsiteX31" fmla="*/ 6790885 w 11107065"/>
                <a:gd name="connsiteY31" fmla="*/ 4000576 h 11286789"/>
                <a:gd name="connsiteX32" fmla="*/ 6749212 w 11107065"/>
                <a:gd name="connsiteY32" fmla="*/ 3753785 h 11286789"/>
                <a:gd name="connsiteX33" fmla="*/ 6559689 w 11107065"/>
                <a:gd name="connsiteY33" fmla="*/ 3669441 h 11286789"/>
                <a:gd name="connsiteX34" fmla="*/ 5839776 w 11107065"/>
                <a:gd name="connsiteY34" fmla="*/ 3668693 h 11286789"/>
                <a:gd name="connsiteX35" fmla="*/ 5840151 w 11107065"/>
                <a:gd name="connsiteY35" fmla="*/ 3294263 h 11286789"/>
                <a:gd name="connsiteX36" fmla="*/ 6471603 w 11107065"/>
                <a:gd name="connsiteY36" fmla="*/ 3292766 h 11286789"/>
                <a:gd name="connsiteX37" fmla="*/ 6660751 w 11107065"/>
                <a:gd name="connsiteY37" fmla="*/ 3272803 h 11286789"/>
                <a:gd name="connsiteX38" fmla="*/ 6807978 w 11107065"/>
                <a:gd name="connsiteY38" fmla="*/ 3044976 h 11286789"/>
                <a:gd name="connsiteX39" fmla="*/ 6663246 w 11107065"/>
                <a:gd name="connsiteY39" fmla="*/ 2829003 h 11286789"/>
                <a:gd name="connsiteX40" fmla="*/ 6471603 w 11107065"/>
                <a:gd name="connsiteY40" fmla="*/ 2808416 h 11286789"/>
                <a:gd name="connsiteX41" fmla="*/ 5963671 w 11107065"/>
                <a:gd name="connsiteY41" fmla="*/ 2807542 h 11286789"/>
                <a:gd name="connsiteX42" fmla="*/ 6751083 w 11107065"/>
                <a:gd name="connsiteY42" fmla="*/ 1865293 h 11286789"/>
                <a:gd name="connsiteX43" fmla="*/ 6803985 w 11107065"/>
                <a:gd name="connsiteY43" fmla="*/ 1664665 h 11286789"/>
                <a:gd name="connsiteX44" fmla="*/ 6596745 w 11107065"/>
                <a:gd name="connsiteY44" fmla="*/ 1469528 h 11286789"/>
                <a:gd name="connsiteX45" fmla="*/ 6373535 w 11107065"/>
                <a:gd name="connsiteY45" fmla="*/ 1561981 h 11286789"/>
                <a:gd name="connsiteX46" fmla="*/ 5598350 w 11107065"/>
                <a:gd name="connsiteY46" fmla="*/ 2486514 h 11286789"/>
                <a:gd name="connsiteX47" fmla="*/ 4880059 w 11107065"/>
                <a:gd name="connsiteY47" fmla="*/ 1629855 h 11286789"/>
                <a:gd name="connsiteX48" fmla="*/ 4757288 w 11107065"/>
                <a:gd name="connsiteY48" fmla="*/ 1503215 h 11286789"/>
                <a:gd name="connsiteX49" fmla="*/ 4482173 w 11107065"/>
                <a:gd name="connsiteY49" fmla="*/ 1518437 h 11286789"/>
                <a:gd name="connsiteX50" fmla="*/ 9201406 w 11107065"/>
                <a:gd name="connsiteY50" fmla="*/ 6885716 h 11286789"/>
                <a:gd name="connsiteX51" fmla="*/ 9765359 w 11107065"/>
                <a:gd name="connsiteY51" fmla="*/ 6700685 h 11286789"/>
                <a:gd name="connsiteX52" fmla="*/ 10353640 w 11107065"/>
                <a:gd name="connsiteY52" fmla="*/ 6899441 h 11286789"/>
                <a:gd name="connsiteX53" fmla="*/ 10986215 w 11107065"/>
                <a:gd name="connsiteY53" fmla="*/ 7589409 h 11286789"/>
                <a:gd name="connsiteX54" fmla="*/ 11089149 w 11107065"/>
                <a:gd name="connsiteY54" fmla="*/ 8122918 h 11286789"/>
                <a:gd name="connsiteX55" fmla="*/ 10907237 w 11107065"/>
                <a:gd name="connsiteY55" fmla="*/ 8466280 h 11286789"/>
                <a:gd name="connsiteX56" fmla="*/ 10345905 w 11107065"/>
                <a:gd name="connsiteY56" fmla="*/ 9365734 h 11286789"/>
                <a:gd name="connsiteX57" fmla="*/ 9064535 w 11107065"/>
                <a:gd name="connsiteY57" fmla="*/ 10679418 h 11286789"/>
                <a:gd name="connsiteX58" fmla="*/ 7979301 w 11107065"/>
                <a:gd name="connsiteY58" fmla="*/ 11154536 h 11286789"/>
                <a:gd name="connsiteX59" fmla="*/ 6821203 w 11107065"/>
                <a:gd name="connsiteY59" fmla="*/ 11272941 h 11286789"/>
                <a:gd name="connsiteX60" fmla="*/ 2853324 w 11107065"/>
                <a:gd name="connsiteY60" fmla="*/ 11282672 h 11286789"/>
                <a:gd name="connsiteX61" fmla="*/ 2442338 w 11107065"/>
                <a:gd name="connsiteY61" fmla="*/ 11167262 h 11286789"/>
                <a:gd name="connsiteX62" fmla="*/ 2328924 w 11107065"/>
                <a:gd name="connsiteY62" fmla="*/ 10743798 h 11286789"/>
                <a:gd name="connsiteX63" fmla="*/ 2333914 w 11107065"/>
                <a:gd name="connsiteY63" fmla="*/ 7699579 h 11286789"/>
                <a:gd name="connsiteX64" fmla="*/ 2358244 w 11107065"/>
                <a:gd name="connsiteY64" fmla="*/ 7330016 h 11286789"/>
                <a:gd name="connsiteX65" fmla="*/ 2491372 w 11107065"/>
                <a:gd name="connsiteY65" fmla="*/ 7150100 h 11286789"/>
                <a:gd name="connsiteX66" fmla="*/ 2803417 w 11107065"/>
                <a:gd name="connsiteY66" fmla="*/ 7088090 h 11286789"/>
                <a:gd name="connsiteX67" fmla="*/ 5947576 w 11107065"/>
                <a:gd name="connsiteY67" fmla="*/ 7093955 h 11286789"/>
                <a:gd name="connsiteX68" fmla="*/ 6808352 w 11107065"/>
                <a:gd name="connsiteY68" fmla="*/ 7129514 h 11286789"/>
                <a:gd name="connsiteX69" fmla="*/ 7346352 w 11107065"/>
                <a:gd name="connsiteY69" fmla="*/ 7324027 h 11286789"/>
                <a:gd name="connsiteX70" fmla="*/ 7692210 w 11107065"/>
                <a:gd name="connsiteY70" fmla="*/ 7763585 h 11286789"/>
                <a:gd name="connsiteX71" fmla="*/ 7947860 w 11107065"/>
                <a:gd name="connsiteY71" fmla="*/ 8452181 h 11286789"/>
                <a:gd name="connsiteX72" fmla="*/ 8329776 w 11107065"/>
                <a:gd name="connsiteY72" fmla="*/ 7936140 h 11286789"/>
                <a:gd name="connsiteX73" fmla="*/ 8689482 w 11107065"/>
                <a:gd name="connsiteY73" fmla="*/ 7396767 h 11286789"/>
                <a:gd name="connsiteX74" fmla="*/ 9201406 w 11107065"/>
                <a:gd name="connsiteY74" fmla="*/ 6885716 h 11286789"/>
                <a:gd name="connsiteX75" fmla="*/ 3365123 w 11107065"/>
                <a:gd name="connsiteY75" fmla="*/ 7900581 h 11286789"/>
                <a:gd name="connsiteX76" fmla="*/ 3368991 w 11107065"/>
                <a:gd name="connsiteY76" fmla="*/ 9205532 h 11286789"/>
                <a:gd name="connsiteX77" fmla="*/ 6384140 w 11107065"/>
                <a:gd name="connsiteY77" fmla="*/ 9205906 h 11286789"/>
                <a:gd name="connsiteX78" fmla="*/ 6620700 w 11107065"/>
                <a:gd name="connsiteY78" fmla="*/ 9184321 h 11286789"/>
                <a:gd name="connsiteX79" fmla="*/ 6847903 w 11107065"/>
                <a:gd name="connsiteY79" fmla="*/ 8998042 h 11286789"/>
                <a:gd name="connsiteX80" fmla="*/ 6906794 w 11107065"/>
                <a:gd name="connsiteY80" fmla="*/ 8635465 h 11286789"/>
                <a:gd name="connsiteX81" fmla="*/ 6798246 w 11107065"/>
                <a:gd name="connsiteY81" fmla="*/ 8210006 h 11286789"/>
                <a:gd name="connsiteX82" fmla="*/ 6466113 w 11107065"/>
                <a:gd name="connsiteY82" fmla="*/ 7917425 h 11286789"/>
                <a:gd name="connsiteX83" fmla="*/ 6247020 w 11107065"/>
                <a:gd name="connsiteY83" fmla="*/ 7900706 h 11286789"/>
                <a:gd name="connsiteX84" fmla="*/ 3365123 w 11107065"/>
                <a:gd name="connsiteY84" fmla="*/ 7900581 h 11286789"/>
                <a:gd name="connsiteX85" fmla="*/ 368441 w 11107065"/>
                <a:gd name="connsiteY85" fmla="*/ 7148354 h 11286789"/>
                <a:gd name="connsiteX86" fmla="*/ 570066 w 11107065"/>
                <a:gd name="connsiteY86" fmla="*/ 7130262 h 11286789"/>
                <a:gd name="connsiteX87" fmla="*/ 1518429 w 11107065"/>
                <a:gd name="connsiteY87" fmla="*/ 7131011 h 11286789"/>
                <a:gd name="connsiteX88" fmla="*/ 1984438 w 11107065"/>
                <a:gd name="connsiteY88" fmla="*/ 7468883 h 11286789"/>
                <a:gd name="connsiteX89" fmla="*/ 2011638 w 11107065"/>
                <a:gd name="connsiteY89" fmla="*/ 7736885 h 11286789"/>
                <a:gd name="connsiteX90" fmla="*/ 2011264 w 11107065"/>
                <a:gd name="connsiteY90" fmla="*/ 10781354 h 11286789"/>
                <a:gd name="connsiteX91" fmla="*/ 1748003 w 11107065"/>
                <a:gd name="connsiteY91" fmla="*/ 11223407 h 11286789"/>
                <a:gd name="connsiteX92" fmla="*/ 1546752 w 11107065"/>
                <a:gd name="connsiteY92" fmla="*/ 11286416 h 11286789"/>
                <a:gd name="connsiteX93" fmla="*/ 1306199 w 11107065"/>
                <a:gd name="connsiteY93" fmla="*/ 11280427 h 11286789"/>
                <a:gd name="connsiteX94" fmla="*/ 744741 w 11107065"/>
                <a:gd name="connsiteY94" fmla="*/ 11280427 h 11286789"/>
                <a:gd name="connsiteX95" fmla="*/ 479484 w 11107065"/>
                <a:gd name="connsiteY95" fmla="*/ 11286790 h 11286789"/>
                <a:gd name="connsiteX96" fmla="*/ 334254 w 11107065"/>
                <a:gd name="connsiteY96" fmla="*/ 11254475 h 11286789"/>
                <a:gd name="connsiteX97" fmla="*/ 54648 w 11107065"/>
                <a:gd name="connsiteY97" fmla="*/ 11009680 h 11286789"/>
                <a:gd name="connsiteX98" fmla="*/ 0 w 11107065"/>
                <a:gd name="connsiteY98" fmla="*/ 10846982 h 11286789"/>
                <a:gd name="connsiteX99" fmla="*/ 8484 w 11107065"/>
                <a:gd name="connsiteY99" fmla="*/ 10619156 h 11286789"/>
                <a:gd name="connsiteX100" fmla="*/ 8484 w 11107065"/>
                <a:gd name="connsiteY100" fmla="*/ 7786793 h 11286789"/>
                <a:gd name="connsiteX101" fmla="*/ 624 w 11107065"/>
                <a:gd name="connsiteY101" fmla="*/ 7559215 h 11286789"/>
                <a:gd name="connsiteX102" fmla="*/ 66002 w 11107065"/>
                <a:gd name="connsiteY102" fmla="*/ 7383042 h 11286789"/>
                <a:gd name="connsiteX103" fmla="*/ 368441 w 11107065"/>
                <a:gd name="connsiteY103" fmla="*/ 7148354 h 11286789"/>
                <a:gd name="connsiteX104" fmla="*/ 973442 w 11107065"/>
                <a:gd name="connsiteY104" fmla="*/ 7902452 h 11286789"/>
                <a:gd name="connsiteX105" fmla="*/ 750606 w 11107065"/>
                <a:gd name="connsiteY105" fmla="*/ 8126536 h 11286789"/>
                <a:gd name="connsiteX106" fmla="*/ 874500 w 11107065"/>
                <a:gd name="connsiteY106" fmla="*/ 8380689 h 11286789"/>
                <a:gd name="connsiteX107" fmla="*/ 1175940 w 11107065"/>
                <a:gd name="connsiteY107" fmla="*/ 8355236 h 11286789"/>
                <a:gd name="connsiteX108" fmla="*/ 1258163 w 11107065"/>
                <a:gd name="connsiteY108" fmla="*/ 8094845 h 11286789"/>
                <a:gd name="connsiteX109" fmla="*/ 973442 w 11107065"/>
                <a:gd name="connsiteY109" fmla="*/ 7902452 h 11286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1107065" h="11286789">
                  <a:moveTo>
                    <a:pt x="5342201" y="9865"/>
                  </a:moveTo>
                  <a:cubicBezTo>
                    <a:pt x="5952318" y="-37298"/>
                    <a:pt x="6575160" y="85225"/>
                    <a:pt x="7119773" y="365080"/>
                  </a:cubicBezTo>
                  <a:cubicBezTo>
                    <a:pt x="7828082" y="724163"/>
                    <a:pt x="8399396" y="1344261"/>
                    <a:pt x="8698965" y="2079894"/>
                  </a:cubicBezTo>
                  <a:cubicBezTo>
                    <a:pt x="8883746" y="2529933"/>
                    <a:pt x="8967590" y="3020771"/>
                    <a:pt x="8944384" y="3506743"/>
                  </a:cubicBezTo>
                  <a:cubicBezTo>
                    <a:pt x="8920678" y="4044494"/>
                    <a:pt x="8763719" y="4575633"/>
                    <a:pt x="8491101" y="5039771"/>
                  </a:cubicBezTo>
                  <a:cubicBezTo>
                    <a:pt x="8104320" y="5703662"/>
                    <a:pt x="7482225" y="6227314"/>
                    <a:pt x="6760566" y="6492072"/>
                  </a:cubicBezTo>
                  <a:cubicBezTo>
                    <a:pt x="6230675" y="6689082"/>
                    <a:pt x="5650253" y="6746101"/>
                    <a:pt x="5091542" y="6661134"/>
                  </a:cubicBezTo>
                  <a:cubicBezTo>
                    <a:pt x="4648864" y="6594507"/>
                    <a:pt x="4220410" y="6436676"/>
                    <a:pt x="3839742" y="6201113"/>
                  </a:cubicBezTo>
                  <a:cubicBezTo>
                    <a:pt x="3189325" y="5801231"/>
                    <a:pt x="2683140" y="5172649"/>
                    <a:pt x="2433854" y="4450740"/>
                  </a:cubicBezTo>
                  <a:cubicBezTo>
                    <a:pt x="2242459" y="3903007"/>
                    <a:pt x="2199289" y="3305368"/>
                    <a:pt x="2304843" y="2735177"/>
                  </a:cubicBezTo>
                  <a:cubicBezTo>
                    <a:pt x="2444833" y="1968726"/>
                    <a:pt x="2865552" y="1259169"/>
                    <a:pt x="3467558" y="765212"/>
                  </a:cubicBezTo>
                  <a:cubicBezTo>
                    <a:pt x="3994704" y="328273"/>
                    <a:pt x="4659095" y="59647"/>
                    <a:pt x="5342201" y="9865"/>
                  </a:cubicBezTo>
                  <a:moveTo>
                    <a:pt x="4482173" y="1518437"/>
                  </a:moveTo>
                  <a:cubicBezTo>
                    <a:pt x="4378242" y="1595294"/>
                    <a:pt x="4357405" y="1758242"/>
                    <a:pt x="4440127" y="1858056"/>
                  </a:cubicBezTo>
                  <a:cubicBezTo>
                    <a:pt x="4704510" y="2175342"/>
                    <a:pt x="4970142" y="2491629"/>
                    <a:pt x="5235649" y="2808041"/>
                  </a:cubicBezTo>
                  <a:cubicBezTo>
                    <a:pt x="5031653" y="2809539"/>
                    <a:pt x="4827782" y="2807542"/>
                    <a:pt x="4623910" y="2808915"/>
                  </a:cubicBezTo>
                  <a:cubicBezTo>
                    <a:pt x="4514987" y="2809788"/>
                    <a:pt x="4414799" y="2893757"/>
                    <a:pt x="4394087" y="3000309"/>
                  </a:cubicBezTo>
                  <a:cubicBezTo>
                    <a:pt x="4369383" y="3106362"/>
                    <a:pt x="4428024" y="3223520"/>
                    <a:pt x="4526840" y="3268561"/>
                  </a:cubicBezTo>
                  <a:cubicBezTo>
                    <a:pt x="4592219" y="3300751"/>
                    <a:pt x="4666955" y="3291393"/>
                    <a:pt x="4737449" y="3292766"/>
                  </a:cubicBezTo>
                  <a:cubicBezTo>
                    <a:pt x="4943941" y="3293390"/>
                    <a:pt x="5150432" y="3290770"/>
                    <a:pt x="5356923" y="3294138"/>
                  </a:cubicBezTo>
                  <a:cubicBezTo>
                    <a:pt x="5356799" y="3419032"/>
                    <a:pt x="5356300" y="3543924"/>
                    <a:pt x="5357173" y="3668817"/>
                  </a:cubicBezTo>
                  <a:cubicBezTo>
                    <a:pt x="5112752" y="3670814"/>
                    <a:pt x="4868206" y="3668069"/>
                    <a:pt x="4623786" y="3670065"/>
                  </a:cubicBezTo>
                  <a:cubicBezTo>
                    <a:pt x="4498892" y="3670439"/>
                    <a:pt x="4388597" y="3781608"/>
                    <a:pt x="4388847" y="3906376"/>
                  </a:cubicBezTo>
                  <a:cubicBezTo>
                    <a:pt x="4382733" y="4035137"/>
                    <a:pt x="4495773" y="4153292"/>
                    <a:pt x="4624659" y="4153043"/>
                  </a:cubicBezTo>
                  <a:cubicBezTo>
                    <a:pt x="4868705" y="4155289"/>
                    <a:pt x="5112877" y="4151171"/>
                    <a:pt x="5356923" y="4155039"/>
                  </a:cubicBezTo>
                  <a:cubicBezTo>
                    <a:pt x="5356300" y="4413185"/>
                    <a:pt x="5357298" y="4671330"/>
                    <a:pt x="5356425" y="4929600"/>
                  </a:cubicBezTo>
                  <a:cubicBezTo>
                    <a:pt x="5356175" y="4978884"/>
                    <a:pt x="5355551" y="5030288"/>
                    <a:pt x="5375888" y="5076328"/>
                  </a:cubicBezTo>
                  <a:cubicBezTo>
                    <a:pt x="5415939" y="5171152"/>
                    <a:pt x="5520494" y="5234035"/>
                    <a:pt x="5623428" y="5221309"/>
                  </a:cubicBezTo>
                  <a:cubicBezTo>
                    <a:pt x="5743455" y="5211452"/>
                    <a:pt x="5843769" y="5100283"/>
                    <a:pt x="5840151" y="4979632"/>
                  </a:cubicBezTo>
                  <a:cubicBezTo>
                    <a:pt x="5840650" y="4704768"/>
                    <a:pt x="5840525" y="4429904"/>
                    <a:pt x="5840151" y="4155164"/>
                  </a:cubicBezTo>
                  <a:cubicBezTo>
                    <a:pt x="6083948" y="4151047"/>
                    <a:pt x="6327869" y="4155413"/>
                    <a:pt x="6571667" y="4153043"/>
                  </a:cubicBezTo>
                  <a:cubicBezTo>
                    <a:pt x="6666740" y="4152419"/>
                    <a:pt x="6756948" y="4089037"/>
                    <a:pt x="6790885" y="4000576"/>
                  </a:cubicBezTo>
                  <a:cubicBezTo>
                    <a:pt x="6824447" y="3918978"/>
                    <a:pt x="6807229" y="3819912"/>
                    <a:pt x="6749212" y="3753785"/>
                  </a:cubicBezTo>
                  <a:cubicBezTo>
                    <a:pt x="6702923" y="3698762"/>
                    <a:pt x="6631181" y="3668193"/>
                    <a:pt x="6559689" y="3669441"/>
                  </a:cubicBezTo>
                  <a:cubicBezTo>
                    <a:pt x="6319760" y="3668817"/>
                    <a:pt x="6079831" y="3670564"/>
                    <a:pt x="5839776" y="3668693"/>
                  </a:cubicBezTo>
                  <a:cubicBezTo>
                    <a:pt x="5840899" y="3543800"/>
                    <a:pt x="5840400" y="3419032"/>
                    <a:pt x="5840151" y="3294263"/>
                  </a:cubicBezTo>
                  <a:cubicBezTo>
                    <a:pt x="6050510" y="3290645"/>
                    <a:pt x="6261119" y="3293515"/>
                    <a:pt x="6471603" y="3292766"/>
                  </a:cubicBezTo>
                  <a:cubicBezTo>
                    <a:pt x="6534735" y="3291643"/>
                    <a:pt x="6601237" y="3299129"/>
                    <a:pt x="6660751" y="3272803"/>
                  </a:cubicBezTo>
                  <a:cubicBezTo>
                    <a:pt x="6750085" y="3236121"/>
                    <a:pt x="6811222" y="3141547"/>
                    <a:pt x="6807978" y="3044976"/>
                  </a:cubicBezTo>
                  <a:cubicBezTo>
                    <a:pt x="6806730" y="2953022"/>
                    <a:pt x="6748089" y="2864936"/>
                    <a:pt x="6663246" y="2829003"/>
                  </a:cubicBezTo>
                  <a:cubicBezTo>
                    <a:pt x="6603233" y="2801304"/>
                    <a:pt x="6535608" y="2809414"/>
                    <a:pt x="6471603" y="2808416"/>
                  </a:cubicBezTo>
                  <a:cubicBezTo>
                    <a:pt x="6302292" y="2808041"/>
                    <a:pt x="6132982" y="2809664"/>
                    <a:pt x="5963671" y="2807542"/>
                  </a:cubicBezTo>
                  <a:cubicBezTo>
                    <a:pt x="6224062" y="2491879"/>
                    <a:pt x="6489320" y="2179958"/>
                    <a:pt x="6751083" y="1865293"/>
                  </a:cubicBezTo>
                  <a:cubicBezTo>
                    <a:pt x="6797123" y="1810395"/>
                    <a:pt x="6818084" y="1735284"/>
                    <a:pt x="6803985" y="1664665"/>
                  </a:cubicBezTo>
                  <a:cubicBezTo>
                    <a:pt x="6786642" y="1563853"/>
                    <a:pt x="6698431" y="1480757"/>
                    <a:pt x="6596745" y="1469528"/>
                  </a:cubicBezTo>
                  <a:cubicBezTo>
                    <a:pt x="6512277" y="1457301"/>
                    <a:pt x="6425813" y="1495605"/>
                    <a:pt x="6373535" y="1561981"/>
                  </a:cubicBezTo>
                  <a:cubicBezTo>
                    <a:pt x="6115140" y="1870159"/>
                    <a:pt x="5857868" y="2179335"/>
                    <a:pt x="5598350" y="2486514"/>
                  </a:cubicBezTo>
                  <a:cubicBezTo>
                    <a:pt x="5358046" y="2201668"/>
                    <a:pt x="5119490" y="1915450"/>
                    <a:pt x="4880059" y="1629855"/>
                  </a:cubicBezTo>
                  <a:cubicBezTo>
                    <a:pt x="4841631" y="1585563"/>
                    <a:pt x="4808068" y="1534782"/>
                    <a:pt x="4757288" y="1503215"/>
                  </a:cubicBezTo>
                  <a:cubicBezTo>
                    <a:pt x="4674192" y="1450688"/>
                    <a:pt x="4559031" y="1456926"/>
                    <a:pt x="4482173" y="1518437"/>
                  </a:cubicBezTo>
                  <a:close/>
                  <a:moveTo>
                    <a:pt x="9201406" y="6885716"/>
                  </a:moveTo>
                  <a:cubicBezTo>
                    <a:pt x="9367473" y="6774423"/>
                    <a:pt x="9563483" y="6699687"/>
                    <a:pt x="9765359" y="6700685"/>
                  </a:cubicBezTo>
                  <a:cubicBezTo>
                    <a:pt x="9976841" y="6699312"/>
                    <a:pt x="10181086" y="6781161"/>
                    <a:pt x="10353640" y="6899441"/>
                  </a:cubicBezTo>
                  <a:cubicBezTo>
                    <a:pt x="10612784" y="7078858"/>
                    <a:pt x="10814035" y="7328269"/>
                    <a:pt x="10986215" y="7589409"/>
                  </a:cubicBezTo>
                  <a:cubicBezTo>
                    <a:pt x="11087777" y="7744496"/>
                    <a:pt x="11135813" y="7940756"/>
                    <a:pt x="11089149" y="8122918"/>
                  </a:cubicBezTo>
                  <a:cubicBezTo>
                    <a:pt x="11057707" y="8250930"/>
                    <a:pt x="10972990" y="8354862"/>
                    <a:pt x="10907237" y="8466280"/>
                  </a:cubicBezTo>
                  <a:cubicBezTo>
                    <a:pt x="10720958" y="8766597"/>
                    <a:pt x="10542789" y="9072154"/>
                    <a:pt x="10345905" y="9365734"/>
                  </a:cubicBezTo>
                  <a:cubicBezTo>
                    <a:pt x="10004789" y="9877034"/>
                    <a:pt x="9582323" y="10342794"/>
                    <a:pt x="9064535" y="10679418"/>
                  </a:cubicBezTo>
                  <a:cubicBezTo>
                    <a:pt x="8732652" y="10896889"/>
                    <a:pt x="8364087" y="11058090"/>
                    <a:pt x="7979301" y="11154536"/>
                  </a:cubicBezTo>
                  <a:cubicBezTo>
                    <a:pt x="7601629" y="11250108"/>
                    <a:pt x="7210106" y="11284794"/>
                    <a:pt x="6821203" y="11272941"/>
                  </a:cubicBezTo>
                  <a:cubicBezTo>
                    <a:pt x="5498660" y="11240876"/>
                    <a:pt x="4175743" y="11262959"/>
                    <a:pt x="2853324" y="11282672"/>
                  </a:cubicBezTo>
                  <a:cubicBezTo>
                    <a:pt x="2711338" y="11281550"/>
                    <a:pt x="2549888" y="11272442"/>
                    <a:pt x="2442338" y="11167262"/>
                  </a:cubicBezTo>
                  <a:cubicBezTo>
                    <a:pt x="2334912" y="11055969"/>
                    <a:pt x="2327551" y="10889653"/>
                    <a:pt x="2328924" y="10743798"/>
                  </a:cubicBezTo>
                  <a:cubicBezTo>
                    <a:pt x="2352630" y="9729308"/>
                    <a:pt x="2347389" y="8714319"/>
                    <a:pt x="2333914" y="7699579"/>
                  </a:cubicBezTo>
                  <a:cubicBezTo>
                    <a:pt x="2333914" y="7576309"/>
                    <a:pt x="2323059" y="7449918"/>
                    <a:pt x="2358244" y="7330016"/>
                  </a:cubicBezTo>
                  <a:cubicBezTo>
                    <a:pt x="2379205" y="7256777"/>
                    <a:pt x="2423997" y="7188030"/>
                    <a:pt x="2491372" y="7150100"/>
                  </a:cubicBezTo>
                  <a:cubicBezTo>
                    <a:pt x="2585197" y="7095202"/>
                    <a:pt x="2697364" y="7088589"/>
                    <a:pt x="2803417" y="7088090"/>
                  </a:cubicBezTo>
                  <a:cubicBezTo>
                    <a:pt x="3851470" y="7101566"/>
                    <a:pt x="4899523" y="7094329"/>
                    <a:pt x="5947576" y="7093955"/>
                  </a:cubicBezTo>
                  <a:cubicBezTo>
                    <a:pt x="6234668" y="7094079"/>
                    <a:pt x="6523382" y="7088839"/>
                    <a:pt x="6808352" y="7129514"/>
                  </a:cubicBezTo>
                  <a:cubicBezTo>
                    <a:pt x="6997875" y="7157212"/>
                    <a:pt x="7189519" y="7209864"/>
                    <a:pt x="7346352" y="7324027"/>
                  </a:cubicBezTo>
                  <a:cubicBezTo>
                    <a:pt x="7500316" y="7434696"/>
                    <a:pt x="7609613" y="7595273"/>
                    <a:pt x="7692210" y="7763585"/>
                  </a:cubicBezTo>
                  <a:cubicBezTo>
                    <a:pt x="7800384" y="7983801"/>
                    <a:pt x="7875245" y="8218366"/>
                    <a:pt x="7947860" y="8452181"/>
                  </a:cubicBezTo>
                  <a:cubicBezTo>
                    <a:pt x="8077494" y="8281997"/>
                    <a:pt x="8203885" y="8109193"/>
                    <a:pt x="8329776" y="7936140"/>
                  </a:cubicBezTo>
                  <a:cubicBezTo>
                    <a:pt x="8457788" y="7761714"/>
                    <a:pt x="8559599" y="7569820"/>
                    <a:pt x="8689482" y="7396767"/>
                  </a:cubicBezTo>
                  <a:cubicBezTo>
                    <a:pt x="8833215" y="7202378"/>
                    <a:pt x="8999407" y="7020716"/>
                    <a:pt x="9201406" y="6885716"/>
                  </a:cubicBezTo>
                  <a:moveTo>
                    <a:pt x="3365123" y="7900581"/>
                  </a:moveTo>
                  <a:cubicBezTo>
                    <a:pt x="3364749" y="8335648"/>
                    <a:pt x="3369116" y="8770590"/>
                    <a:pt x="3368991" y="9205532"/>
                  </a:cubicBezTo>
                  <a:cubicBezTo>
                    <a:pt x="4373999" y="9206280"/>
                    <a:pt x="5379132" y="9205532"/>
                    <a:pt x="6384140" y="9205906"/>
                  </a:cubicBezTo>
                  <a:cubicBezTo>
                    <a:pt x="6463368" y="9207278"/>
                    <a:pt x="6544218" y="9208277"/>
                    <a:pt x="6620700" y="9184321"/>
                  </a:cubicBezTo>
                  <a:cubicBezTo>
                    <a:pt x="6717771" y="9156747"/>
                    <a:pt x="6801989" y="9088000"/>
                    <a:pt x="6847903" y="8998042"/>
                  </a:cubicBezTo>
                  <a:cubicBezTo>
                    <a:pt x="6904549" y="8886874"/>
                    <a:pt x="6916152" y="8758362"/>
                    <a:pt x="6906794" y="8635465"/>
                  </a:cubicBezTo>
                  <a:cubicBezTo>
                    <a:pt x="6892945" y="8489362"/>
                    <a:pt x="6865496" y="8341762"/>
                    <a:pt x="6798246" y="8210006"/>
                  </a:cubicBezTo>
                  <a:cubicBezTo>
                    <a:pt x="6730621" y="8074882"/>
                    <a:pt x="6612965" y="7960719"/>
                    <a:pt x="6466113" y="7917425"/>
                  </a:cubicBezTo>
                  <a:cubicBezTo>
                    <a:pt x="6395244" y="7894343"/>
                    <a:pt x="6320134" y="7901454"/>
                    <a:pt x="6247020" y="7900706"/>
                  </a:cubicBezTo>
                  <a:cubicBezTo>
                    <a:pt x="5286305" y="7900706"/>
                    <a:pt x="4325714" y="7900830"/>
                    <a:pt x="3365123" y="7900581"/>
                  </a:cubicBezTo>
                  <a:close/>
                  <a:moveTo>
                    <a:pt x="368441" y="7148354"/>
                  </a:moveTo>
                  <a:cubicBezTo>
                    <a:pt x="433944" y="7129514"/>
                    <a:pt x="502566" y="7130138"/>
                    <a:pt x="570066" y="7130262"/>
                  </a:cubicBezTo>
                  <a:cubicBezTo>
                    <a:pt x="886229" y="7131135"/>
                    <a:pt x="1202391" y="7129638"/>
                    <a:pt x="1518429" y="7131011"/>
                  </a:cubicBezTo>
                  <a:cubicBezTo>
                    <a:pt x="1724921" y="7130387"/>
                    <a:pt x="1920308" y="7272997"/>
                    <a:pt x="1984438" y="7468883"/>
                  </a:cubicBezTo>
                  <a:cubicBezTo>
                    <a:pt x="2015880" y="7554598"/>
                    <a:pt x="2011513" y="7647177"/>
                    <a:pt x="2011638" y="7736885"/>
                  </a:cubicBezTo>
                  <a:cubicBezTo>
                    <a:pt x="2011139" y="8751750"/>
                    <a:pt x="2011888" y="9766614"/>
                    <a:pt x="2011264" y="10781354"/>
                  </a:cubicBezTo>
                  <a:cubicBezTo>
                    <a:pt x="2013634" y="10962517"/>
                    <a:pt x="1907956" y="11138815"/>
                    <a:pt x="1748003" y="11223407"/>
                  </a:cubicBezTo>
                  <a:cubicBezTo>
                    <a:pt x="1686118" y="11258592"/>
                    <a:pt x="1615499" y="11271319"/>
                    <a:pt x="1546752" y="11286416"/>
                  </a:cubicBezTo>
                  <a:cubicBezTo>
                    <a:pt x="1466900" y="11276808"/>
                    <a:pt x="1386424" y="11280677"/>
                    <a:pt x="1306199" y="11280427"/>
                  </a:cubicBezTo>
                  <a:cubicBezTo>
                    <a:pt x="1119046" y="11280302"/>
                    <a:pt x="931894" y="11280302"/>
                    <a:pt x="744741" y="11280427"/>
                  </a:cubicBezTo>
                  <a:cubicBezTo>
                    <a:pt x="656281" y="11281425"/>
                    <a:pt x="567446" y="11275685"/>
                    <a:pt x="479484" y="11286790"/>
                  </a:cubicBezTo>
                  <a:cubicBezTo>
                    <a:pt x="430825" y="11277308"/>
                    <a:pt x="381292" y="11270945"/>
                    <a:pt x="334254" y="11254475"/>
                  </a:cubicBezTo>
                  <a:cubicBezTo>
                    <a:pt x="213977" y="11213177"/>
                    <a:pt x="112291" y="11122720"/>
                    <a:pt x="54648" y="11009680"/>
                  </a:cubicBezTo>
                  <a:cubicBezTo>
                    <a:pt x="28198" y="10958524"/>
                    <a:pt x="14723" y="10902255"/>
                    <a:pt x="0" y="10846982"/>
                  </a:cubicBezTo>
                  <a:cubicBezTo>
                    <a:pt x="10730" y="10771497"/>
                    <a:pt x="9857" y="10695139"/>
                    <a:pt x="8484" y="10619156"/>
                  </a:cubicBezTo>
                  <a:cubicBezTo>
                    <a:pt x="8359" y="9675034"/>
                    <a:pt x="8484" y="8730913"/>
                    <a:pt x="8484" y="7786793"/>
                  </a:cubicBezTo>
                  <a:cubicBezTo>
                    <a:pt x="9482" y="7710809"/>
                    <a:pt x="11354" y="7634575"/>
                    <a:pt x="624" y="7559215"/>
                  </a:cubicBezTo>
                  <a:cubicBezTo>
                    <a:pt x="18341" y="7499202"/>
                    <a:pt x="33438" y="7437192"/>
                    <a:pt x="66002" y="7383042"/>
                  </a:cubicBezTo>
                  <a:cubicBezTo>
                    <a:pt x="130508" y="7268754"/>
                    <a:pt x="241676" y="7182290"/>
                    <a:pt x="368441" y="7148354"/>
                  </a:cubicBezTo>
                  <a:moveTo>
                    <a:pt x="973442" y="7902452"/>
                  </a:moveTo>
                  <a:cubicBezTo>
                    <a:pt x="860027" y="7916052"/>
                    <a:pt x="762958" y="8012748"/>
                    <a:pt x="750606" y="8126536"/>
                  </a:cubicBezTo>
                  <a:cubicBezTo>
                    <a:pt x="736507" y="8226101"/>
                    <a:pt x="787787" y="8330158"/>
                    <a:pt x="874500" y="8380689"/>
                  </a:cubicBezTo>
                  <a:cubicBezTo>
                    <a:pt x="966704" y="8437708"/>
                    <a:pt x="1094592" y="8426978"/>
                    <a:pt x="1175940" y="8355236"/>
                  </a:cubicBezTo>
                  <a:cubicBezTo>
                    <a:pt x="1249928" y="8293351"/>
                    <a:pt x="1283366" y="8188047"/>
                    <a:pt x="1258163" y="8094845"/>
                  </a:cubicBezTo>
                  <a:cubicBezTo>
                    <a:pt x="1229092" y="7971200"/>
                    <a:pt x="1099333" y="7882614"/>
                    <a:pt x="973442" y="7902452"/>
                  </a:cubicBez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536489" y="243257"/>
              <a:ext cx="13153" cy="3287766"/>
            </a:xfrm>
            <a:custGeom>
              <a:avLst/>
              <a:gdLst>
                <a:gd name="connsiteX0" fmla="*/ 0 w 13153"/>
                <a:gd name="connsiteY0" fmla="*/ 14723 h 3287766"/>
                <a:gd name="connsiteX1" fmla="*/ 4492 w 13153"/>
                <a:gd name="connsiteY1" fmla="*/ 0 h 3287766"/>
                <a:gd name="connsiteX2" fmla="*/ 12352 w 13153"/>
                <a:gd name="connsiteY2" fmla="*/ 227578 h 3287766"/>
                <a:gd name="connsiteX3" fmla="*/ 12352 w 13153"/>
                <a:gd name="connsiteY3" fmla="*/ 3059941 h 3287766"/>
                <a:gd name="connsiteX4" fmla="*/ 3868 w 13153"/>
                <a:gd name="connsiteY4" fmla="*/ 3287767 h 3287766"/>
                <a:gd name="connsiteX5" fmla="*/ 0 w 13153"/>
                <a:gd name="connsiteY5" fmla="*/ 3273668 h 3287766"/>
                <a:gd name="connsiteX6" fmla="*/ 0 w 13153"/>
                <a:gd name="connsiteY6" fmla="*/ 14723 h 328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53" h="3287766">
                  <a:moveTo>
                    <a:pt x="0" y="14723"/>
                  </a:moveTo>
                  <a:lnTo>
                    <a:pt x="4492" y="0"/>
                  </a:lnTo>
                  <a:cubicBezTo>
                    <a:pt x="15222" y="75360"/>
                    <a:pt x="13350" y="151594"/>
                    <a:pt x="12352" y="227578"/>
                  </a:cubicBezTo>
                  <a:cubicBezTo>
                    <a:pt x="12352" y="1171698"/>
                    <a:pt x="12227" y="2115819"/>
                    <a:pt x="12352" y="3059941"/>
                  </a:cubicBezTo>
                  <a:cubicBezTo>
                    <a:pt x="13725" y="3135925"/>
                    <a:pt x="14598" y="3212282"/>
                    <a:pt x="3868" y="3287767"/>
                  </a:cubicBezTo>
                  <a:lnTo>
                    <a:pt x="0" y="3273668"/>
                  </a:lnTo>
                  <a:lnTo>
                    <a:pt x="0" y="14723"/>
                  </a:ln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19841" y="3963857"/>
              <a:ext cx="1067267" cy="12964"/>
            </a:xfrm>
            <a:custGeom>
              <a:avLst/>
              <a:gdLst>
                <a:gd name="connsiteX0" fmla="*/ 0 w 1067267"/>
                <a:gd name="connsiteY0" fmla="*/ 6975 h 12964"/>
                <a:gd name="connsiteX1" fmla="*/ 265257 w 1067267"/>
                <a:gd name="connsiteY1" fmla="*/ 612 h 12964"/>
                <a:gd name="connsiteX2" fmla="*/ 826714 w 1067267"/>
                <a:gd name="connsiteY2" fmla="*/ 612 h 12964"/>
                <a:gd name="connsiteX3" fmla="*/ 1067267 w 1067267"/>
                <a:gd name="connsiteY3" fmla="*/ 6601 h 12964"/>
                <a:gd name="connsiteX4" fmla="*/ 1052046 w 1067267"/>
                <a:gd name="connsiteY4" fmla="*/ 12964 h 12964"/>
                <a:gd name="connsiteX5" fmla="*/ 15222 w 1067267"/>
                <a:gd name="connsiteY5" fmla="*/ 12964 h 12964"/>
                <a:gd name="connsiteX6" fmla="*/ 0 w 1067267"/>
                <a:gd name="connsiteY6" fmla="*/ 6975 h 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7267" h="12964">
                  <a:moveTo>
                    <a:pt x="0" y="6975"/>
                  </a:moveTo>
                  <a:cubicBezTo>
                    <a:pt x="87962" y="-4129"/>
                    <a:pt x="176797" y="1610"/>
                    <a:pt x="265257" y="612"/>
                  </a:cubicBezTo>
                  <a:cubicBezTo>
                    <a:pt x="452410" y="487"/>
                    <a:pt x="639562" y="487"/>
                    <a:pt x="826714" y="612"/>
                  </a:cubicBezTo>
                  <a:cubicBezTo>
                    <a:pt x="906940" y="862"/>
                    <a:pt x="987416" y="-3006"/>
                    <a:pt x="1067267" y="6601"/>
                  </a:cubicBezTo>
                  <a:lnTo>
                    <a:pt x="1052046" y="12964"/>
                  </a:lnTo>
                  <a:lnTo>
                    <a:pt x="15222" y="12964"/>
                  </a:lnTo>
                  <a:lnTo>
                    <a:pt x="0" y="6975"/>
                  </a:lnTo>
                  <a:close/>
                </a:path>
              </a:pathLst>
            </a:custGeom>
            <a:grpFill/>
            <a:ln w="1103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741824" y="3328349"/>
            <a:ext cx="3275531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市场驱动策略全面显效，强势实现企业规模与高质量增长的历史性突破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8353857" y="1703663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474046" y="180170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043472" y="1764777"/>
            <a:ext cx="54969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新品贡献营收占比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774967" y="1772897"/>
            <a:ext cx="184024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300"/>
              </a:spcBef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36195" marR="0" lvl="0" indent="-361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“星火计划”主打款上市即引爆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774967" y="1920851"/>
            <a:ext cx="145552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36195" marR="0" lvl="0" indent="-361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“跨境启航”东南亚项目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9709150" y="1738308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9043472" y="2343340"/>
            <a:ext cx="63318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产品毛利率提升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774967" y="2331122"/>
            <a:ext cx="164788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通过技术迭代优化成本结构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53857" y="2305257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526945" y="2403302"/>
            <a:ext cx="27892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20" name="Straight Connector 107+"/>
          <p:cNvCxnSpPr/>
          <p:nvPr/>
        </p:nvCxnSpPr>
        <p:spPr>
          <a:xfrm>
            <a:off x="9709150" y="2316871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9774967" y="2501106"/>
            <a:ext cx="126316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07950" indent="-107950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高毛利产品组合优化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TextBox 110+"/>
          <p:cNvSpPr txBox="1"/>
          <p:nvPr/>
        </p:nvSpPr>
        <p:spPr>
          <a:xfrm>
            <a:off x="9043472" y="2944933"/>
            <a:ext cx="63318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专利申报累计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4" name="TextBox 111+"/>
          <p:cNvSpPr txBox="1"/>
          <p:nvPr/>
        </p:nvSpPr>
        <p:spPr>
          <a:xfrm>
            <a:off x="9774967" y="2932715"/>
            <a:ext cx="107721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36195" indent="-36195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其中发明专利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8353857" y="2906850"/>
            <a:ext cx="625098" cy="4115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8493282" y="3004895"/>
            <a:ext cx="34624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28" name="Straight Connector 107++"/>
          <p:cNvCxnSpPr/>
          <p:nvPr/>
        </p:nvCxnSpPr>
        <p:spPr>
          <a:xfrm>
            <a:off x="9709150" y="2918464"/>
            <a:ext cx="0" cy="360714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1+"/>
          <p:cNvSpPr txBox="1"/>
          <p:nvPr/>
        </p:nvSpPr>
        <p:spPr>
          <a:xfrm>
            <a:off x="9774967" y="3102699"/>
            <a:ext cx="11349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07950" indent="-107950">
              <a:spcBef>
                <a:spcPts val="0"/>
              </a:spcBef>
              <a:buFont typeface="Arial" panose="020B0604020202020204" pitchFamily="34" charset="0"/>
              <a:buChar char="•"/>
              <a:defRPr sz="1000" i="0">
                <a:solidFill>
                  <a:srgbClr val="0F1115"/>
                </a:solidFill>
                <a:effectLst/>
                <a:latin typeface="quote-cjk-patch"/>
                <a:ea typeface="思源黑体 CN Regular" panose="020B0500000000000000" pitchFamily="34" charset="-122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高于行业平均水平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374855" y="3411146"/>
            <a:ext cx="324036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quote-cjk-patch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产品创新与核心技术双轮驱动，全面构筑企业强大价值壁垒，释放持续增长新动能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ounded Rectangle 87+"/>
          <p:cNvSpPr/>
          <p:nvPr/>
        </p:nvSpPr>
        <p:spPr>
          <a:xfrm>
            <a:off x="7942319" y="4180822"/>
            <a:ext cx="1404000" cy="40243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TextBox 90+"/>
          <p:cNvSpPr txBox="1"/>
          <p:nvPr/>
        </p:nvSpPr>
        <p:spPr>
          <a:xfrm>
            <a:off x="8182654" y="4241487"/>
            <a:ext cx="923330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未来前行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2739552" y="4180822"/>
            <a:ext cx="1404000" cy="40243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2979887" y="4241487"/>
            <a:ext cx="923330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驱动深化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49141" y="424353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spcAft>
                <a:spcPts val="1200"/>
              </a:spcAft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精耕用户价值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9990836" y="4243538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spcAft>
                <a:spcPts val="1200"/>
              </a:spcAft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拓新增长空间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5" name="图形 143"/>
          <p:cNvSpPr>
            <a:spLocks noChangeAspect="1"/>
          </p:cNvSpPr>
          <p:nvPr/>
        </p:nvSpPr>
        <p:spPr>
          <a:xfrm>
            <a:off x="756651" y="4791639"/>
            <a:ext cx="324000" cy="324000"/>
          </a:xfrm>
          <a:custGeom>
            <a:avLst/>
            <a:gdLst>
              <a:gd name="connsiteX0" fmla="*/ 5652000 w 11304000"/>
              <a:gd name="connsiteY0" fmla="*/ 0 h 11304000"/>
              <a:gd name="connsiteX1" fmla="*/ 0 w 11304000"/>
              <a:gd name="connsiteY1" fmla="*/ 5652000 h 11304000"/>
              <a:gd name="connsiteX2" fmla="*/ 5652000 w 11304000"/>
              <a:gd name="connsiteY2" fmla="*/ 11304000 h 11304000"/>
              <a:gd name="connsiteX3" fmla="*/ 11304000 w 11304000"/>
              <a:gd name="connsiteY3" fmla="*/ 5652000 h 11304000"/>
              <a:gd name="connsiteX4" fmla="*/ 5652000 w 11304000"/>
              <a:gd name="connsiteY4" fmla="*/ 0 h 11304000"/>
              <a:gd name="connsiteX5" fmla="*/ 5652000 w 11304000"/>
              <a:gd name="connsiteY5" fmla="*/ 8661690 h 11304000"/>
              <a:gd name="connsiteX6" fmla="*/ 2791620 w 11304000"/>
              <a:gd name="connsiteY6" fmla="*/ 5509756 h 11304000"/>
              <a:gd name="connsiteX7" fmla="*/ 5652000 w 11304000"/>
              <a:gd name="connsiteY7" fmla="*/ 2649375 h 11304000"/>
              <a:gd name="connsiteX8" fmla="*/ 6005250 w 11304000"/>
              <a:gd name="connsiteY8" fmla="*/ 3002625 h 11304000"/>
              <a:gd name="connsiteX9" fmla="*/ 5652000 w 11304000"/>
              <a:gd name="connsiteY9" fmla="*/ 3355875 h 11304000"/>
              <a:gd name="connsiteX10" fmla="*/ 3341767 w 11304000"/>
              <a:gd name="connsiteY10" fmla="*/ 5652000 h 11304000"/>
              <a:gd name="connsiteX11" fmla="*/ 5637892 w 11304000"/>
              <a:gd name="connsiteY11" fmla="*/ 7962233 h 11304000"/>
              <a:gd name="connsiteX12" fmla="*/ 7948125 w 11304000"/>
              <a:gd name="connsiteY12" fmla="*/ 5666108 h 11304000"/>
              <a:gd name="connsiteX13" fmla="*/ 7948125 w 11304000"/>
              <a:gd name="connsiteY13" fmla="*/ 5652000 h 11304000"/>
              <a:gd name="connsiteX14" fmla="*/ 8301375 w 11304000"/>
              <a:gd name="connsiteY14" fmla="*/ 5298750 h 11304000"/>
              <a:gd name="connsiteX15" fmla="*/ 8654625 w 11304000"/>
              <a:gd name="connsiteY15" fmla="*/ 5652000 h 11304000"/>
              <a:gd name="connsiteX16" fmla="*/ 5659073 w 11304000"/>
              <a:gd name="connsiteY16" fmla="*/ 8661681 h 11304000"/>
              <a:gd name="connsiteX17" fmla="*/ 5652000 w 11304000"/>
              <a:gd name="connsiteY17" fmla="*/ 8661689 h 11304000"/>
              <a:gd name="connsiteX18" fmla="*/ 9106785 w 11304000"/>
              <a:gd name="connsiteY18" fmla="*/ 3624345 h 11304000"/>
              <a:gd name="connsiteX19" fmla="*/ 8619300 w 11304000"/>
              <a:gd name="connsiteY19" fmla="*/ 4097700 h 11304000"/>
              <a:gd name="connsiteX20" fmla="*/ 8372025 w 11304000"/>
              <a:gd name="connsiteY20" fmla="*/ 4196610 h 11304000"/>
              <a:gd name="connsiteX21" fmla="*/ 7743240 w 11304000"/>
              <a:gd name="connsiteY21" fmla="*/ 4154220 h 11304000"/>
              <a:gd name="connsiteX22" fmla="*/ 5899276 w 11304000"/>
              <a:gd name="connsiteY22" fmla="*/ 5906340 h 11304000"/>
              <a:gd name="connsiteX23" fmla="*/ 5652000 w 11304000"/>
              <a:gd name="connsiteY23" fmla="*/ 6005250 h 11304000"/>
              <a:gd name="connsiteX24" fmla="*/ 5296621 w 11304000"/>
              <a:gd name="connsiteY24" fmla="*/ 5654142 h 11304000"/>
              <a:gd name="connsiteX25" fmla="*/ 5404725 w 11304000"/>
              <a:gd name="connsiteY25" fmla="*/ 5397660 h 11304000"/>
              <a:gd name="connsiteX26" fmla="*/ 7199235 w 11304000"/>
              <a:gd name="connsiteY26" fmla="*/ 3673800 h 11304000"/>
              <a:gd name="connsiteX27" fmla="*/ 7199235 w 11304000"/>
              <a:gd name="connsiteY27" fmla="*/ 2967300 h 11304000"/>
              <a:gd name="connsiteX28" fmla="*/ 7305210 w 11304000"/>
              <a:gd name="connsiteY28" fmla="*/ 2698830 h 11304000"/>
              <a:gd name="connsiteX29" fmla="*/ 7771500 w 11304000"/>
              <a:gd name="connsiteY29" fmla="*/ 2239605 h 11304000"/>
              <a:gd name="connsiteX30" fmla="*/ 8153010 w 11304000"/>
              <a:gd name="connsiteY30" fmla="*/ 2161890 h 11304000"/>
              <a:gd name="connsiteX31" fmla="*/ 8372026 w 11304000"/>
              <a:gd name="connsiteY31" fmla="*/ 2479815 h 11304000"/>
              <a:gd name="connsiteX32" fmla="*/ 8372026 w 11304000"/>
              <a:gd name="connsiteY32" fmla="*/ 2981430 h 11304000"/>
              <a:gd name="connsiteX33" fmla="*/ 8880705 w 11304000"/>
              <a:gd name="connsiteY33" fmla="*/ 2981430 h 11304000"/>
              <a:gd name="connsiteX34" fmla="*/ 9184500 w 11304000"/>
              <a:gd name="connsiteY34" fmla="*/ 3249900 h 11304000"/>
              <a:gd name="connsiteX35" fmla="*/ 9106785 w 11304000"/>
              <a:gd name="connsiteY35" fmla="*/ 3624345 h 113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304000" h="11304000">
                <a:moveTo>
                  <a:pt x="5652000" y="0"/>
                </a:moveTo>
                <a:cubicBezTo>
                  <a:pt x="2530487" y="0"/>
                  <a:pt x="0" y="2530487"/>
                  <a:pt x="0" y="5652000"/>
                </a:cubicBezTo>
                <a:cubicBezTo>
                  <a:pt x="0" y="8773513"/>
                  <a:pt x="2530487" y="11304000"/>
                  <a:pt x="5652000" y="11304000"/>
                </a:cubicBezTo>
                <a:cubicBezTo>
                  <a:pt x="8773513" y="11304000"/>
                  <a:pt x="11304000" y="8773513"/>
                  <a:pt x="11304000" y="5652000"/>
                </a:cubicBezTo>
                <a:cubicBezTo>
                  <a:pt x="11304000" y="2530487"/>
                  <a:pt x="8773513" y="0"/>
                  <a:pt x="5652000" y="0"/>
                </a:cubicBezTo>
                <a:close/>
                <a:moveTo>
                  <a:pt x="5652000" y="8661690"/>
                </a:moveTo>
                <a:cubicBezTo>
                  <a:pt x="3991745" y="8581180"/>
                  <a:pt x="2711109" y="7170011"/>
                  <a:pt x="2791620" y="5509756"/>
                </a:cubicBezTo>
                <a:cubicBezTo>
                  <a:pt x="2866667" y="3962162"/>
                  <a:pt x="4104407" y="2724423"/>
                  <a:pt x="5652000" y="2649375"/>
                </a:cubicBezTo>
                <a:cubicBezTo>
                  <a:pt x="5847095" y="2649375"/>
                  <a:pt x="6005250" y="2807531"/>
                  <a:pt x="6005250" y="3002625"/>
                </a:cubicBezTo>
                <a:cubicBezTo>
                  <a:pt x="6005250" y="3197720"/>
                  <a:pt x="5847095" y="3355875"/>
                  <a:pt x="5652000" y="3355875"/>
                </a:cubicBezTo>
                <a:cubicBezTo>
                  <a:pt x="4379990" y="3351979"/>
                  <a:pt x="3345663" y="4379990"/>
                  <a:pt x="3341767" y="5652000"/>
                </a:cubicBezTo>
                <a:cubicBezTo>
                  <a:pt x="3337871" y="6924011"/>
                  <a:pt x="4365881" y="7958338"/>
                  <a:pt x="5637892" y="7962233"/>
                </a:cubicBezTo>
                <a:cubicBezTo>
                  <a:pt x="6909903" y="7966129"/>
                  <a:pt x="7944230" y="6938119"/>
                  <a:pt x="7948125" y="5666108"/>
                </a:cubicBezTo>
                <a:cubicBezTo>
                  <a:pt x="7948139" y="5661405"/>
                  <a:pt x="7948139" y="5656702"/>
                  <a:pt x="7948125" y="5652000"/>
                </a:cubicBezTo>
                <a:cubicBezTo>
                  <a:pt x="7948125" y="5456905"/>
                  <a:pt x="8106281" y="5298750"/>
                  <a:pt x="8301375" y="5298750"/>
                </a:cubicBezTo>
                <a:cubicBezTo>
                  <a:pt x="8496469" y="5298750"/>
                  <a:pt x="8654625" y="5456905"/>
                  <a:pt x="8654625" y="5652000"/>
                </a:cubicBezTo>
                <a:cubicBezTo>
                  <a:pt x="8658527" y="7310299"/>
                  <a:pt x="7317373" y="8657780"/>
                  <a:pt x="5659073" y="8661681"/>
                </a:cubicBezTo>
                <a:cubicBezTo>
                  <a:pt x="5656716" y="8661687"/>
                  <a:pt x="5654358" y="8661689"/>
                  <a:pt x="5652000" y="8661689"/>
                </a:cubicBezTo>
                <a:close/>
                <a:moveTo>
                  <a:pt x="9106785" y="3624345"/>
                </a:moveTo>
                <a:lnTo>
                  <a:pt x="8619300" y="4097700"/>
                </a:lnTo>
                <a:cubicBezTo>
                  <a:pt x="8552936" y="4161669"/>
                  <a:pt x="8464198" y="4197164"/>
                  <a:pt x="8372025" y="4196610"/>
                </a:cubicBezTo>
                <a:lnTo>
                  <a:pt x="7743240" y="4154220"/>
                </a:lnTo>
                <a:lnTo>
                  <a:pt x="5899276" y="5906340"/>
                </a:lnTo>
                <a:cubicBezTo>
                  <a:pt x="5831408" y="5967943"/>
                  <a:pt x="5743631" y="6003054"/>
                  <a:pt x="5652000" y="6005250"/>
                </a:cubicBezTo>
                <a:cubicBezTo>
                  <a:pt x="5456909" y="6006429"/>
                  <a:pt x="5297801" y="5849233"/>
                  <a:pt x="5296621" y="5654142"/>
                </a:cubicBezTo>
                <a:cubicBezTo>
                  <a:pt x="5296037" y="5557456"/>
                  <a:pt x="5335109" y="5464757"/>
                  <a:pt x="5404725" y="5397660"/>
                </a:cubicBezTo>
                <a:lnTo>
                  <a:pt x="7199235" y="3673800"/>
                </a:lnTo>
                <a:lnTo>
                  <a:pt x="7199235" y="2967300"/>
                </a:lnTo>
                <a:cubicBezTo>
                  <a:pt x="7196455" y="2867100"/>
                  <a:pt x="7234739" y="2770115"/>
                  <a:pt x="7305210" y="2698830"/>
                </a:cubicBezTo>
                <a:lnTo>
                  <a:pt x="7771500" y="2239605"/>
                </a:lnTo>
                <a:cubicBezTo>
                  <a:pt x="7872522" y="2141308"/>
                  <a:pt x="8021586" y="2110943"/>
                  <a:pt x="8153010" y="2161890"/>
                </a:cubicBezTo>
                <a:cubicBezTo>
                  <a:pt x="8280301" y="2217875"/>
                  <a:pt x="8365074" y="2340931"/>
                  <a:pt x="8372026" y="2479815"/>
                </a:cubicBezTo>
                <a:lnTo>
                  <a:pt x="8372026" y="2981430"/>
                </a:lnTo>
                <a:lnTo>
                  <a:pt x="8880705" y="2981430"/>
                </a:lnTo>
                <a:cubicBezTo>
                  <a:pt x="9025849" y="3003617"/>
                  <a:pt x="9144630" y="3108587"/>
                  <a:pt x="9184500" y="3249900"/>
                </a:cubicBezTo>
                <a:cubicBezTo>
                  <a:pt x="9236142" y="3378996"/>
                  <a:pt x="9205536" y="3526462"/>
                  <a:pt x="9106785" y="3624345"/>
                </a:cubicBezTo>
                <a:close/>
              </a:path>
            </a:pathLst>
          </a:custGeom>
          <a:solidFill>
            <a:schemeClr val="accent4"/>
          </a:solidFill>
          <a:ln w="11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149064" y="4768610"/>
            <a:ext cx="2693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1.5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500302" y="4814003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chemeClr val="accent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149064" y="4984054"/>
            <a:ext cx="6780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Q4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营收冲刺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图形 158"/>
          <p:cNvSpPr>
            <a:spLocks noChangeAspect="1"/>
          </p:cNvSpPr>
          <p:nvPr/>
        </p:nvSpPr>
        <p:spPr>
          <a:xfrm>
            <a:off x="2296585" y="4791639"/>
            <a:ext cx="324000" cy="324000"/>
          </a:xfrm>
          <a:custGeom>
            <a:avLst/>
            <a:gdLst>
              <a:gd name="connsiteX0" fmla="*/ 881063 w 1762124"/>
              <a:gd name="connsiteY0" fmla="*/ 0 h 1762124"/>
              <a:gd name="connsiteX1" fmla="*/ 0 w 1762124"/>
              <a:gd name="connsiteY1" fmla="*/ 881063 h 1762124"/>
              <a:gd name="connsiteX2" fmla="*/ 881063 w 1762124"/>
              <a:gd name="connsiteY2" fmla="*/ 1762125 h 1762124"/>
              <a:gd name="connsiteX3" fmla="*/ 1762125 w 1762124"/>
              <a:gd name="connsiteY3" fmla="*/ 881063 h 1762124"/>
              <a:gd name="connsiteX4" fmla="*/ 881063 w 1762124"/>
              <a:gd name="connsiteY4" fmla="*/ 0 h 1762124"/>
              <a:gd name="connsiteX5" fmla="*/ 565785 w 1762124"/>
              <a:gd name="connsiteY5" fmla="*/ 1383030 h 1762124"/>
              <a:gd name="connsiteX6" fmla="*/ 421958 w 1762124"/>
              <a:gd name="connsiteY6" fmla="*/ 1383030 h 1762124"/>
              <a:gd name="connsiteX7" fmla="*/ 421958 w 1762124"/>
              <a:gd name="connsiteY7" fmla="*/ 1168718 h 1762124"/>
              <a:gd name="connsiteX8" fmla="*/ 565785 w 1762124"/>
              <a:gd name="connsiteY8" fmla="*/ 1041083 h 1762124"/>
              <a:gd name="connsiteX9" fmla="*/ 565785 w 1762124"/>
              <a:gd name="connsiteY9" fmla="*/ 1383030 h 1762124"/>
              <a:gd name="connsiteX10" fmla="*/ 796290 w 1762124"/>
              <a:gd name="connsiteY10" fmla="*/ 1381125 h 1762124"/>
              <a:gd name="connsiteX11" fmla="*/ 653415 w 1762124"/>
              <a:gd name="connsiteY11" fmla="*/ 1381125 h 1762124"/>
              <a:gd name="connsiteX12" fmla="*/ 653415 w 1762124"/>
              <a:gd name="connsiteY12" fmla="*/ 909638 h 1762124"/>
              <a:gd name="connsiteX13" fmla="*/ 722948 w 1762124"/>
              <a:gd name="connsiteY13" fmla="*/ 809625 h 1762124"/>
              <a:gd name="connsiteX14" fmla="*/ 796290 w 1762124"/>
              <a:gd name="connsiteY14" fmla="*/ 915353 h 1762124"/>
              <a:gd name="connsiteX15" fmla="*/ 796290 w 1762124"/>
              <a:gd name="connsiteY15" fmla="*/ 1381125 h 1762124"/>
              <a:gd name="connsiteX16" fmla="*/ 1047750 w 1762124"/>
              <a:gd name="connsiteY16" fmla="*/ 1376363 h 1762124"/>
              <a:gd name="connsiteX17" fmla="*/ 903923 w 1762124"/>
              <a:gd name="connsiteY17" fmla="*/ 1376363 h 1762124"/>
              <a:gd name="connsiteX18" fmla="*/ 903923 w 1762124"/>
              <a:gd name="connsiteY18" fmla="*/ 1118235 h 1762124"/>
              <a:gd name="connsiteX19" fmla="*/ 1047750 w 1762124"/>
              <a:gd name="connsiteY19" fmla="*/ 990600 h 1762124"/>
              <a:gd name="connsiteX20" fmla="*/ 1047750 w 1762124"/>
              <a:gd name="connsiteY20" fmla="*/ 1376363 h 1762124"/>
              <a:gd name="connsiteX21" fmla="*/ 1278255 w 1762124"/>
              <a:gd name="connsiteY21" fmla="*/ 1378268 h 1762124"/>
              <a:gd name="connsiteX22" fmla="*/ 1134428 w 1762124"/>
              <a:gd name="connsiteY22" fmla="*/ 1378268 h 1762124"/>
              <a:gd name="connsiteX23" fmla="*/ 1134428 w 1762124"/>
              <a:gd name="connsiteY23" fmla="*/ 857250 h 1762124"/>
              <a:gd name="connsiteX24" fmla="*/ 1278255 w 1762124"/>
              <a:gd name="connsiteY24" fmla="*/ 729615 h 1762124"/>
              <a:gd name="connsiteX25" fmla="*/ 1278255 w 1762124"/>
              <a:gd name="connsiteY25" fmla="*/ 1378268 h 1762124"/>
              <a:gd name="connsiteX26" fmla="*/ 1369695 w 1762124"/>
              <a:gd name="connsiteY26" fmla="*/ 656273 h 1762124"/>
              <a:gd name="connsiteX27" fmla="*/ 1277303 w 1762124"/>
              <a:gd name="connsiteY27" fmla="*/ 563880 h 1762124"/>
              <a:gd name="connsiteX28" fmla="*/ 947738 w 1762124"/>
              <a:gd name="connsiteY28" fmla="*/ 893445 h 1762124"/>
              <a:gd name="connsiteX29" fmla="*/ 945832 w 1762124"/>
              <a:gd name="connsiteY29" fmla="*/ 891540 h 1762124"/>
              <a:gd name="connsiteX30" fmla="*/ 943928 w 1762124"/>
              <a:gd name="connsiteY30" fmla="*/ 892492 h 1762124"/>
              <a:gd name="connsiteX31" fmla="*/ 696278 w 1762124"/>
              <a:gd name="connsiteY31" fmla="*/ 641985 h 1762124"/>
              <a:gd name="connsiteX32" fmla="*/ 392430 w 1762124"/>
              <a:gd name="connsiteY32" fmla="*/ 945832 h 1762124"/>
              <a:gd name="connsiteX33" fmla="*/ 392430 w 1762124"/>
              <a:gd name="connsiteY33" fmla="*/ 800100 h 1762124"/>
              <a:gd name="connsiteX34" fmla="*/ 696278 w 1762124"/>
              <a:gd name="connsiteY34" fmla="*/ 496253 h 1762124"/>
              <a:gd name="connsiteX35" fmla="*/ 944880 w 1762124"/>
              <a:gd name="connsiteY35" fmla="*/ 747713 h 1762124"/>
              <a:gd name="connsiteX36" fmla="*/ 946785 w 1762124"/>
              <a:gd name="connsiteY36" fmla="*/ 745808 h 1762124"/>
              <a:gd name="connsiteX37" fmla="*/ 948690 w 1762124"/>
              <a:gd name="connsiteY37" fmla="*/ 747713 h 1762124"/>
              <a:gd name="connsiteX38" fmla="*/ 1204913 w 1762124"/>
              <a:gd name="connsiteY38" fmla="*/ 491490 h 1762124"/>
              <a:gd name="connsiteX39" fmla="*/ 1092518 w 1762124"/>
              <a:gd name="connsiteY39" fmla="*/ 379095 h 1762124"/>
              <a:gd name="connsiteX40" fmla="*/ 1370648 w 1762124"/>
              <a:gd name="connsiteY40" fmla="*/ 379095 h 1762124"/>
              <a:gd name="connsiteX41" fmla="*/ 1370648 w 1762124"/>
              <a:gd name="connsiteY41" fmla="*/ 656273 h 176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762124" h="1762124">
                <a:moveTo>
                  <a:pt x="881063" y="0"/>
                </a:moveTo>
                <a:cubicBezTo>
                  <a:pt x="394335" y="0"/>
                  <a:pt x="0" y="394335"/>
                  <a:pt x="0" y="881063"/>
                </a:cubicBezTo>
                <a:cubicBezTo>
                  <a:pt x="0" y="1367790"/>
                  <a:pt x="394335" y="1762125"/>
                  <a:pt x="881063" y="1762125"/>
                </a:cubicBezTo>
                <a:cubicBezTo>
                  <a:pt x="1367790" y="1762125"/>
                  <a:pt x="1762125" y="1367790"/>
                  <a:pt x="1762125" y="881063"/>
                </a:cubicBezTo>
                <a:cubicBezTo>
                  <a:pt x="1762125" y="394335"/>
                  <a:pt x="1367790" y="0"/>
                  <a:pt x="881063" y="0"/>
                </a:cubicBezTo>
                <a:close/>
                <a:moveTo>
                  <a:pt x="565785" y="1383030"/>
                </a:moveTo>
                <a:lnTo>
                  <a:pt x="421958" y="1383030"/>
                </a:lnTo>
                <a:lnTo>
                  <a:pt x="421958" y="1168718"/>
                </a:lnTo>
                <a:lnTo>
                  <a:pt x="565785" y="1041083"/>
                </a:lnTo>
                <a:lnTo>
                  <a:pt x="565785" y="1383030"/>
                </a:lnTo>
                <a:close/>
                <a:moveTo>
                  <a:pt x="796290" y="1381125"/>
                </a:moveTo>
                <a:lnTo>
                  <a:pt x="653415" y="1381125"/>
                </a:lnTo>
                <a:lnTo>
                  <a:pt x="653415" y="909638"/>
                </a:lnTo>
                <a:lnTo>
                  <a:pt x="722948" y="809625"/>
                </a:lnTo>
                <a:lnTo>
                  <a:pt x="796290" y="915353"/>
                </a:lnTo>
                <a:lnTo>
                  <a:pt x="796290" y="1381125"/>
                </a:lnTo>
                <a:close/>
                <a:moveTo>
                  <a:pt x="1047750" y="1376363"/>
                </a:moveTo>
                <a:lnTo>
                  <a:pt x="903923" y="1376363"/>
                </a:lnTo>
                <a:lnTo>
                  <a:pt x="903923" y="1118235"/>
                </a:lnTo>
                <a:lnTo>
                  <a:pt x="1047750" y="990600"/>
                </a:lnTo>
                <a:lnTo>
                  <a:pt x="1047750" y="1376363"/>
                </a:lnTo>
                <a:close/>
                <a:moveTo>
                  <a:pt x="1278255" y="1378268"/>
                </a:moveTo>
                <a:lnTo>
                  <a:pt x="1134428" y="1378268"/>
                </a:lnTo>
                <a:lnTo>
                  <a:pt x="1134428" y="857250"/>
                </a:lnTo>
                <a:lnTo>
                  <a:pt x="1278255" y="729615"/>
                </a:lnTo>
                <a:lnTo>
                  <a:pt x="1278255" y="1378268"/>
                </a:lnTo>
                <a:close/>
                <a:moveTo>
                  <a:pt x="1369695" y="656273"/>
                </a:moveTo>
                <a:lnTo>
                  <a:pt x="1277303" y="563880"/>
                </a:lnTo>
                <a:lnTo>
                  <a:pt x="947738" y="893445"/>
                </a:lnTo>
                <a:lnTo>
                  <a:pt x="945832" y="891540"/>
                </a:lnTo>
                <a:lnTo>
                  <a:pt x="943928" y="892492"/>
                </a:lnTo>
                <a:lnTo>
                  <a:pt x="696278" y="641985"/>
                </a:lnTo>
                <a:lnTo>
                  <a:pt x="392430" y="945832"/>
                </a:lnTo>
                <a:lnTo>
                  <a:pt x="392430" y="800100"/>
                </a:lnTo>
                <a:lnTo>
                  <a:pt x="696278" y="496253"/>
                </a:lnTo>
                <a:lnTo>
                  <a:pt x="944880" y="747713"/>
                </a:lnTo>
                <a:lnTo>
                  <a:pt x="946785" y="745808"/>
                </a:lnTo>
                <a:lnTo>
                  <a:pt x="948690" y="747713"/>
                </a:lnTo>
                <a:lnTo>
                  <a:pt x="1204913" y="491490"/>
                </a:lnTo>
                <a:lnTo>
                  <a:pt x="1092518" y="379095"/>
                </a:lnTo>
                <a:lnTo>
                  <a:pt x="1370648" y="379095"/>
                </a:lnTo>
                <a:lnTo>
                  <a:pt x="1370648" y="656273"/>
                </a:ln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2700875" y="4984054"/>
            <a:ext cx="6780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Q4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695336" y="477033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609279" y="5442991"/>
            <a:ext cx="308097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深化用户运营：升级会员体系，目标复购率提升至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49140" y="5314167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859424" y="5396824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609279" y="6015380"/>
            <a:ext cx="31611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拓展区域市场：下沉渠道覆盖至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城市，挖掘新增长点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749140" y="5886556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859424" y="5969212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929884" y="4768610"/>
            <a:ext cx="21159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212749" y="4814003"/>
            <a:ext cx="1282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chemeClr val="accent1">
                    <a:lumMod val="100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929884" y="4984054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新增合作渠道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9481695" y="4984054"/>
            <a:ext cx="10259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渠道营收占比提升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9476156" y="4770338"/>
            <a:ext cx="38472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>
                    <a:lumMod val="100000"/>
                  </a:schemeClr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8390099" y="5442991"/>
            <a:ext cx="31515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全域渠道优化：打通线上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线下数据闭环，效率提升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7529960" y="5314167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7640244" y="5396824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8390099" y="5919106"/>
            <a:ext cx="3032755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新市场试点突破：聚焦长三角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个核心城市，打造区域规模化样板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7529960" y="5886556"/>
            <a:ext cx="751161" cy="4115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640244" y="5969212"/>
            <a:ext cx="5305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行动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0" name="图形 188"/>
          <p:cNvSpPr>
            <a:spLocks noChangeAspect="1"/>
          </p:cNvSpPr>
          <p:nvPr/>
        </p:nvSpPr>
        <p:spPr>
          <a:xfrm>
            <a:off x="7490817" y="4768610"/>
            <a:ext cx="324000" cy="324000"/>
          </a:xfrm>
          <a:custGeom>
            <a:avLst/>
            <a:gdLst>
              <a:gd name="connsiteX0" fmla="*/ 952500 w 1905000"/>
              <a:gd name="connsiteY0" fmla="*/ 0 h 1905000"/>
              <a:gd name="connsiteX1" fmla="*/ 0 w 1905000"/>
              <a:gd name="connsiteY1" fmla="*/ 952500 h 1905000"/>
              <a:gd name="connsiteX2" fmla="*/ 952500 w 1905000"/>
              <a:gd name="connsiteY2" fmla="*/ 1905000 h 1905000"/>
              <a:gd name="connsiteX3" fmla="*/ 1905000 w 1905000"/>
              <a:gd name="connsiteY3" fmla="*/ 952500 h 1905000"/>
              <a:gd name="connsiteX4" fmla="*/ 952500 w 1905000"/>
              <a:gd name="connsiteY4" fmla="*/ 0 h 1905000"/>
              <a:gd name="connsiteX5" fmla="*/ 1192530 w 1905000"/>
              <a:gd name="connsiteY5" fmla="*/ 1215390 h 1905000"/>
              <a:gd name="connsiteX6" fmla="*/ 946785 w 1905000"/>
              <a:gd name="connsiteY6" fmla="*/ 969645 h 1905000"/>
              <a:gd name="connsiteX7" fmla="*/ 920115 w 1905000"/>
              <a:gd name="connsiteY7" fmla="*/ 969645 h 1905000"/>
              <a:gd name="connsiteX8" fmla="*/ 920115 w 1905000"/>
              <a:gd name="connsiteY8" fmla="*/ 996315 h 1905000"/>
              <a:gd name="connsiteX9" fmla="*/ 1165860 w 1905000"/>
              <a:gd name="connsiteY9" fmla="*/ 1242060 h 1905000"/>
              <a:gd name="connsiteX10" fmla="*/ 1072515 w 1905000"/>
              <a:gd name="connsiteY10" fmla="*/ 1335405 h 1905000"/>
              <a:gd name="connsiteX11" fmla="*/ 838200 w 1905000"/>
              <a:gd name="connsiteY11" fmla="*/ 1102995 h 1905000"/>
              <a:gd name="connsiteX12" fmla="*/ 811530 w 1905000"/>
              <a:gd name="connsiteY12" fmla="*/ 1102995 h 1905000"/>
              <a:gd name="connsiteX13" fmla="*/ 811530 w 1905000"/>
              <a:gd name="connsiteY13" fmla="*/ 1129665 h 1905000"/>
              <a:gd name="connsiteX14" fmla="*/ 1043940 w 1905000"/>
              <a:gd name="connsiteY14" fmla="*/ 1362075 h 1905000"/>
              <a:gd name="connsiteX15" fmla="*/ 992505 w 1905000"/>
              <a:gd name="connsiteY15" fmla="*/ 1413510 h 1905000"/>
              <a:gd name="connsiteX16" fmla="*/ 912495 w 1905000"/>
              <a:gd name="connsiteY16" fmla="*/ 1413510 h 1905000"/>
              <a:gd name="connsiteX17" fmla="*/ 619125 w 1905000"/>
              <a:gd name="connsiteY17" fmla="*/ 1122045 h 1905000"/>
              <a:gd name="connsiteX18" fmla="*/ 403860 w 1905000"/>
              <a:gd name="connsiteY18" fmla="*/ 904875 h 1905000"/>
              <a:gd name="connsiteX19" fmla="*/ 403860 w 1905000"/>
              <a:gd name="connsiteY19" fmla="*/ 796290 h 1905000"/>
              <a:gd name="connsiteX20" fmla="*/ 628650 w 1905000"/>
              <a:gd name="connsiteY20" fmla="*/ 571500 h 1905000"/>
              <a:gd name="connsiteX21" fmla="*/ 737235 w 1905000"/>
              <a:gd name="connsiteY21" fmla="*/ 571500 h 1905000"/>
              <a:gd name="connsiteX22" fmla="*/ 952500 w 1905000"/>
              <a:gd name="connsiteY22" fmla="*/ 788670 h 1905000"/>
              <a:gd name="connsiteX23" fmla="*/ 1285875 w 1905000"/>
              <a:gd name="connsiteY23" fmla="*/ 1122045 h 1905000"/>
              <a:gd name="connsiteX24" fmla="*/ 1192530 w 1905000"/>
              <a:gd name="connsiteY24" fmla="*/ 1215390 h 1905000"/>
              <a:gd name="connsiteX25" fmla="*/ 1501140 w 1905000"/>
              <a:gd name="connsiteY25" fmla="*/ 904875 h 1905000"/>
              <a:gd name="connsiteX26" fmla="*/ 1312545 w 1905000"/>
              <a:gd name="connsiteY26" fmla="*/ 1093470 h 1905000"/>
              <a:gd name="connsiteX27" fmla="*/ 979170 w 1905000"/>
              <a:gd name="connsiteY27" fmla="*/ 762000 h 1905000"/>
              <a:gd name="connsiteX28" fmla="*/ 1167765 w 1905000"/>
              <a:gd name="connsiteY28" fmla="*/ 573405 h 1905000"/>
              <a:gd name="connsiteX29" fmla="*/ 1276350 w 1905000"/>
              <a:gd name="connsiteY29" fmla="*/ 573405 h 1905000"/>
              <a:gd name="connsiteX30" fmla="*/ 1501140 w 1905000"/>
              <a:gd name="connsiteY30" fmla="*/ 798195 h 1905000"/>
              <a:gd name="connsiteX31" fmla="*/ 1501140 w 1905000"/>
              <a:gd name="connsiteY31" fmla="*/ 904875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0" h="1905000">
                <a:moveTo>
                  <a:pt x="952500" y="0"/>
                </a:moveTo>
                <a:cubicBezTo>
                  <a:pt x="426720" y="0"/>
                  <a:pt x="0" y="426720"/>
                  <a:pt x="0" y="952500"/>
                </a:cubicBezTo>
                <a:cubicBezTo>
                  <a:pt x="0" y="1478280"/>
                  <a:pt x="426720" y="1905000"/>
                  <a:pt x="952500" y="1905000"/>
                </a:cubicBezTo>
                <a:cubicBezTo>
                  <a:pt x="1478280" y="1905000"/>
                  <a:pt x="1905000" y="1478280"/>
                  <a:pt x="1905000" y="952500"/>
                </a:cubicBezTo>
                <a:cubicBezTo>
                  <a:pt x="1905000" y="426720"/>
                  <a:pt x="1478280" y="0"/>
                  <a:pt x="952500" y="0"/>
                </a:cubicBezTo>
                <a:close/>
                <a:moveTo>
                  <a:pt x="1192530" y="1215390"/>
                </a:moveTo>
                <a:lnTo>
                  <a:pt x="946785" y="969645"/>
                </a:lnTo>
                <a:cubicBezTo>
                  <a:pt x="939165" y="962025"/>
                  <a:pt x="927735" y="962025"/>
                  <a:pt x="920115" y="969645"/>
                </a:cubicBezTo>
                <a:cubicBezTo>
                  <a:pt x="912495" y="977265"/>
                  <a:pt x="912495" y="988695"/>
                  <a:pt x="920115" y="996315"/>
                </a:cubicBezTo>
                <a:lnTo>
                  <a:pt x="1165860" y="1242060"/>
                </a:lnTo>
                <a:lnTo>
                  <a:pt x="1072515" y="1335405"/>
                </a:lnTo>
                <a:lnTo>
                  <a:pt x="838200" y="1102995"/>
                </a:lnTo>
                <a:cubicBezTo>
                  <a:pt x="830580" y="1095375"/>
                  <a:pt x="819150" y="1095375"/>
                  <a:pt x="811530" y="1102995"/>
                </a:cubicBezTo>
                <a:cubicBezTo>
                  <a:pt x="803910" y="1110615"/>
                  <a:pt x="803910" y="1122045"/>
                  <a:pt x="811530" y="1129665"/>
                </a:cubicBezTo>
                <a:lnTo>
                  <a:pt x="1043940" y="1362075"/>
                </a:lnTo>
                <a:lnTo>
                  <a:pt x="992505" y="1413510"/>
                </a:lnTo>
                <a:cubicBezTo>
                  <a:pt x="969645" y="1436370"/>
                  <a:pt x="933450" y="1436370"/>
                  <a:pt x="912495" y="1413510"/>
                </a:cubicBezTo>
                <a:lnTo>
                  <a:pt x="619125" y="1122045"/>
                </a:lnTo>
                <a:lnTo>
                  <a:pt x="403860" y="904875"/>
                </a:lnTo>
                <a:cubicBezTo>
                  <a:pt x="373380" y="874395"/>
                  <a:pt x="373380" y="826770"/>
                  <a:pt x="403860" y="796290"/>
                </a:cubicBezTo>
                <a:lnTo>
                  <a:pt x="628650" y="571500"/>
                </a:lnTo>
                <a:cubicBezTo>
                  <a:pt x="659130" y="541020"/>
                  <a:pt x="706755" y="541020"/>
                  <a:pt x="737235" y="571500"/>
                </a:cubicBezTo>
                <a:lnTo>
                  <a:pt x="952500" y="788670"/>
                </a:lnTo>
                <a:lnTo>
                  <a:pt x="1285875" y="1122045"/>
                </a:lnTo>
                <a:lnTo>
                  <a:pt x="1192530" y="1215390"/>
                </a:lnTo>
                <a:close/>
                <a:moveTo>
                  <a:pt x="1501140" y="904875"/>
                </a:moveTo>
                <a:lnTo>
                  <a:pt x="1312545" y="1093470"/>
                </a:lnTo>
                <a:lnTo>
                  <a:pt x="979170" y="762000"/>
                </a:lnTo>
                <a:lnTo>
                  <a:pt x="1167765" y="573405"/>
                </a:lnTo>
                <a:cubicBezTo>
                  <a:pt x="1198245" y="542925"/>
                  <a:pt x="1245870" y="542925"/>
                  <a:pt x="1276350" y="573405"/>
                </a:cubicBezTo>
                <a:lnTo>
                  <a:pt x="1501140" y="798195"/>
                </a:lnTo>
                <a:cubicBezTo>
                  <a:pt x="1531620" y="828675"/>
                  <a:pt x="1531620" y="876300"/>
                  <a:pt x="1501140" y="904875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3" name="图形 191"/>
          <p:cNvSpPr>
            <a:spLocks noChangeAspect="1"/>
          </p:cNvSpPr>
          <p:nvPr/>
        </p:nvSpPr>
        <p:spPr>
          <a:xfrm>
            <a:off x="9089273" y="4768610"/>
            <a:ext cx="324000" cy="324000"/>
          </a:xfrm>
          <a:custGeom>
            <a:avLst/>
            <a:gdLst>
              <a:gd name="connsiteX0" fmla="*/ 833624 w 1667247"/>
              <a:gd name="connsiteY0" fmla="*/ 0 h 1667247"/>
              <a:gd name="connsiteX1" fmla="*/ 0 w 1667247"/>
              <a:gd name="connsiteY1" fmla="*/ 833624 h 1667247"/>
              <a:gd name="connsiteX2" fmla="*/ 833624 w 1667247"/>
              <a:gd name="connsiteY2" fmla="*/ 1667247 h 1667247"/>
              <a:gd name="connsiteX3" fmla="*/ 1667247 w 1667247"/>
              <a:gd name="connsiteY3" fmla="*/ 833624 h 1667247"/>
              <a:gd name="connsiteX4" fmla="*/ 833624 w 1667247"/>
              <a:gd name="connsiteY4" fmla="*/ 0 h 1667247"/>
              <a:gd name="connsiteX5" fmla="*/ 1235274 w 1667247"/>
              <a:gd name="connsiteY5" fmla="*/ 1104863 h 1667247"/>
              <a:gd name="connsiteX6" fmla="*/ 1107653 w 1667247"/>
              <a:gd name="connsiteY6" fmla="*/ 1288108 h 1667247"/>
              <a:gd name="connsiteX7" fmla="*/ 1072679 w 1667247"/>
              <a:gd name="connsiteY7" fmla="*/ 1288108 h 1667247"/>
              <a:gd name="connsiteX8" fmla="*/ 945059 w 1667247"/>
              <a:gd name="connsiteY8" fmla="*/ 1104863 h 1667247"/>
              <a:gd name="connsiteX9" fmla="*/ 962546 w 1667247"/>
              <a:gd name="connsiteY9" fmla="*/ 1071377 h 1667247"/>
              <a:gd name="connsiteX10" fmla="*/ 1052959 w 1667247"/>
              <a:gd name="connsiteY10" fmla="*/ 1071377 h 1667247"/>
              <a:gd name="connsiteX11" fmla="*/ 1052959 w 1667247"/>
              <a:gd name="connsiteY11" fmla="*/ 618195 h 1667247"/>
              <a:gd name="connsiteX12" fmla="*/ 961988 w 1667247"/>
              <a:gd name="connsiteY12" fmla="*/ 527224 h 1667247"/>
              <a:gd name="connsiteX13" fmla="*/ 871017 w 1667247"/>
              <a:gd name="connsiteY13" fmla="*/ 618195 h 1667247"/>
              <a:gd name="connsiteX14" fmla="*/ 871017 w 1667247"/>
              <a:gd name="connsiteY14" fmla="*/ 893341 h 1667247"/>
              <a:gd name="connsiteX15" fmla="*/ 871203 w 1667247"/>
              <a:gd name="connsiteY15" fmla="*/ 897434 h 1667247"/>
              <a:gd name="connsiteX16" fmla="*/ 871203 w 1667247"/>
              <a:gd name="connsiteY16" fmla="*/ 1046820 h 1667247"/>
              <a:gd name="connsiteX17" fmla="*/ 705817 w 1667247"/>
              <a:gd name="connsiteY17" fmla="*/ 1212205 h 1667247"/>
              <a:gd name="connsiteX18" fmla="*/ 540432 w 1667247"/>
              <a:gd name="connsiteY18" fmla="*/ 1046820 h 1667247"/>
              <a:gd name="connsiteX19" fmla="*/ 540432 w 1667247"/>
              <a:gd name="connsiteY19" fmla="*/ 595685 h 1667247"/>
              <a:gd name="connsiteX20" fmla="*/ 450019 w 1667247"/>
              <a:gd name="connsiteY20" fmla="*/ 595685 h 1667247"/>
              <a:gd name="connsiteX21" fmla="*/ 432532 w 1667247"/>
              <a:gd name="connsiteY21" fmla="*/ 562198 h 1667247"/>
              <a:gd name="connsiteX22" fmla="*/ 560152 w 1667247"/>
              <a:gd name="connsiteY22" fmla="*/ 378954 h 1667247"/>
              <a:gd name="connsiteX23" fmla="*/ 595126 w 1667247"/>
              <a:gd name="connsiteY23" fmla="*/ 378954 h 1667247"/>
              <a:gd name="connsiteX24" fmla="*/ 722747 w 1667247"/>
              <a:gd name="connsiteY24" fmla="*/ 562198 h 1667247"/>
              <a:gd name="connsiteX25" fmla="*/ 705259 w 1667247"/>
              <a:gd name="connsiteY25" fmla="*/ 595685 h 1667247"/>
              <a:gd name="connsiteX26" fmla="*/ 614846 w 1667247"/>
              <a:gd name="connsiteY26" fmla="*/ 595685 h 1667247"/>
              <a:gd name="connsiteX27" fmla="*/ 614846 w 1667247"/>
              <a:gd name="connsiteY27" fmla="*/ 1047006 h 1667247"/>
              <a:gd name="connsiteX28" fmla="*/ 705817 w 1667247"/>
              <a:gd name="connsiteY28" fmla="*/ 1137977 h 1667247"/>
              <a:gd name="connsiteX29" fmla="*/ 796789 w 1667247"/>
              <a:gd name="connsiteY29" fmla="*/ 1047006 h 1667247"/>
              <a:gd name="connsiteX30" fmla="*/ 796789 w 1667247"/>
              <a:gd name="connsiteY30" fmla="*/ 937245 h 1667247"/>
              <a:gd name="connsiteX31" fmla="*/ 796603 w 1667247"/>
              <a:gd name="connsiteY31" fmla="*/ 933152 h 1667247"/>
              <a:gd name="connsiteX32" fmla="*/ 796603 w 1667247"/>
              <a:gd name="connsiteY32" fmla="*/ 618195 h 1667247"/>
              <a:gd name="connsiteX33" fmla="*/ 961988 w 1667247"/>
              <a:gd name="connsiteY33" fmla="*/ 452810 h 1667247"/>
              <a:gd name="connsiteX34" fmla="*/ 1127373 w 1667247"/>
              <a:gd name="connsiteY34" fmla="*/ 618195 h 1667247"/>
              <a:gd name="connsiteX35" fmla="*/ 1127373 w 1667247"/>
              <a:gd name="connsiteY35" fmla="*/ 1071377 h 1667247"/>
              <a:gd name="connsiteX36" fmla="*/ 1217786 w 1667247"/>
              <a:gd name="connsiteY36" fmla="*/ 1071377 h 1667247"/>
              <a:gd name="connsiteX37" fmla="*/ 1235274 w 1667247"/>
              <a:gd name="connsiteY37" fmla="*/ 1104863 h 166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67247" h="1667247">
                <a:moveTo>
                  <a:pt x="833624" y="0"/>
                </a:moveTo>
                <a:cubicBezTo>
                  <a:pt x="373187" y="0"/>
                  <a:pt x="0" y="373187"/>
                  <a:pt x="0" y="833624"/>
                </a:cubicBezTo>
                <a:cubicBezTo>
                  <a:pt x="0" y="1294061"/>
                  <a:pt x="373187" y="1667247"/>
                  <a:pt x="833624" y="1667247"/>
                </a:cubicBezTo>
                <a:cubicBezTo>
                  <a:pt x="1294061" y="1667247"/>
                  <a:pt x="1667247" y="1294061"/>
                  <a:pt x="1667247" y="833624"/>
                </a:cubicBezTo>
                <a:cubicBezTo>
                  <a:pt x="1667247" y="373187"/>
                  <a:pt x="1294061" y="0"/>
                  <a:pt x="833624" y="0"/>
                </a:cubicBezTo>
                <a:close/>
                <a:moveTo>
                  <a:pt x="1235274" y="1104863"/>
                </a:moveTo>
                <a:lnTo>
                  <a:pt x="1107653" y="1288108"/>
                </a:lnTo>
                <a:cubicBezTo>
                  <a:pt x="1099096" y="1300386"/>
                  <a:pt x="1081050" y="1300386"/>
                  <a:pt x="1072679" y="1288108"/>
                </a:cubicBezTo>
                <a:lnTo>
                  <a:pt x="945059" y="1104863"/>
                </a:lnTo>
                <a:cubicBezTo>
                  <a:pt x="935199" y="1090724"/>
                  <a:pt x="945431" y="1071377"/>
                  <a:pt x="962546" y="1071377"/>
                </a:cubicBezTo>
                <a:lnTo>
                  <a:pt x="1052959" y="1071377"/>
                </a:lnTo>
                <a:lnTo>
                  <a:pt x="1052959" y="618195"/>
                </a:lnTo>
                <a:cubicBezTo>
                  <a:pt x="1052959" y="567965"/>
                  <a:pt x="1012217" y="527224"/>
                  <a:pt x="961988" y="527224"/>
                </a:cubicBezTo>
                <a:cubicBezTo>
                  <a:pt x="911758" y="527224"/>
                  <a:pt x="871017" y="567965"/>
                  <a:pt x="871017" y="618195"/>
                </a:cubicBezTo>
                <a:lnTo>
                  <a:pt x="871017" y="893341"/>
                </a:lnTo>
                <a:cubicBezTo>
                  <a:pt x="871203" y="894643"/>
                  <a:pt x="871203" y="896131"/>
                  <a:pt x="871203" y="897434"/>
                </a:cubicBezTo>
                <a:lnTo>
                  <a:pt x="871203" y="1046820"/>
                </a:lnTo>
                <a:cubicBezTo>
                  <a:pt x="871203" y="1137977"/>
                  <a:pt x="796975" y="1212205"/>
                  <a:pt x="705817" y="1212205"/>
                </a:cubicBezTo>
                <a:cubicBezTo>
                  <a:pt x="614660" y="1212205"/>
                  <a:pt x="540432" y="1137977"/>
                  <a:pt x="540432" y="1046820"/>
                </a:cubicBezTo>
                <a:lnTo>
                  <a:pt x="540432" y="595685"/>
                </a:lnTo>
                <a:lnTo>
                  <a:pt x="450019" y="595685"/>
                </a:lnTo>
                <a:cubicBezTo>
                  <a:pt x="432718" y="595685"/>
                  <a:pt x="422672" y="576337"/>
                  <a:pt x="432532" y="562198"/>
                </a:cubicBezTo>
                <a:lnTo>
                  <a:pt x="560152" y="378954"/>
                </a:lnTo>
                <a:cubicBezTo>
                  <a:pt x="568710" y="366675"/>
                  <a:pt x="586755" y="366675"/>
                  <a:pt x="595126" y="378954"/>
                </a:cubicBezTo>
                <a:lnTo>
                  <a:pt x="722747" y="562198"/>
                </a:lnTo>
                <a:cubicBezTo>
                  <a:pt x="732606" y="576337"/>
                  <a:pt x="722375" y="595685"/>
                  <a:pt x="705259" y="595685"/>
                </a:cubicBezTo>
                <a:lnTo>
                  <a:pt x="614846" y="595685"/>
                </a:lnTo>
                <a:lnTo>
                  <a:pt x="614846" y="1047006"/>
                </a:lnTo>
                <a:cubicBezTo>
                  <a:pt x="614846" y="1097235"/>
                  <a:pt x="655774" y="1137977"/>
                  <a:pt x="705817" y="1137977"/>
                </a:cubicBezTo>
                <a:cubicBezTo>
                  <a:pt x="755861" y="1137977"/>
                  <a:pt x="796789" y="1097049"/>
                  <a:pt x="796789" y="1047006"/>
                </a:cubicBezTo>
                <a:lnTo>
                  <a:pt x="796789" y="937245"/>
                </a:lnTo>
                <a:cubicBezTo>
                  <a:pt x="796603" y="935943"/>
                  <a:pt x="796603" y="934455"/>
                  <a:pt x="796603" y="933152"/>
                </a:cubicBezTo>
                <a:lnTo>
                  <a:pt x="796603" y="618195"/>
                </a:lnTo>
                <a:cubicBezTo>
                  <a:pt x="796603" y="527038"/>
                  <a:pt x="870831" y="452810"/>
                  <a:pt x="961988" y="452810"/>
                </a:cubicBezTo>
                <a:cubicBezTo>
                  <a:pt x="1053145" y="452810"/>
                  <a:pt x="1127373" y="527038"/>
                  <a:pt x="1127373" y="618195"/>
                </a:cubicBezTo>
                <a:lnTo>
                  <a:pt x="1127373" y="1071377"/>
                </a:lnTo>
                <a:lnTo>
                  <a:pt x="1217786" y="1071377"/>
                </a:lnTo>
                <a:cubicBezTo>
                  <a:pt x="1235088" y="1071377"/>
                  <a:pt x="1245133" y="1090724"/>
                  <a:pt x="1235274" y="1104863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5625447" y="5348318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用户深挖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5625447" y="572890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区域破局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5625447" y="610949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数据赋能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7" name="图形 2169"/>
          <p:cNvSpPr/>
          <p:nvPr/>
        </p:nvSpPr>
        <p:spPr>
          <a:xfrm>
            <a:off x="6660452" y="5369859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图形 2169+"/>
          <p:cNvSpPr/>
          <p:nvPr/>
        </p:nvSpPr>
        <p:spPr>
          <a:xfrm>
            <a:off x="6660452" y="573203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图形 2169++"/>
          <p:cNvSpPr/>
          <p:nvPr/>
        </p:nvSpPr>
        <p:spPr>
          <a:xfrm>
            <a:off x="6660452" y="610558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0" name="图形 2169+++"/>
          <p:cNvSpPr/>
          <p:nvPr/>
        </p:nvSpPr>
        <p:spPr>
          <a:xfrm flipH="1">
            <a:off x="5290355" y="610558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1" name="图形 2169++"/>
          <p:cNvSpPr/>
          <p:nvPr/>
        </p:nvSpPr>
        <p:spPr>
          <a:xfrm flipH="1">
            <a:off x="5290355" y="5732037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2" name="图形 2169+"/>
          <p:cNvSpPr/>
          <p:nvPr/>
        </p:nvSpPr>
        <p:spPr>
          <a:xfrm flipH="1">
            <a:off x="5290355" y="5369859"/>
            <a:ext cx="236185" cy="233918"/>
          </a:xfrm>
          <a:custGeom>
            <a:avLst/>
            <a:gdLst>
              <a:gd name="connsiteX0" fmla="*/ 534981 w 537823"/>
              <a:gd name="connsiteY0" fmla="*/ 186021 h 358310"/>
              <a:gd name="connsiteX1" fmla="*/ 534981 w 537823"/>
              <a:gd name="connsiteY1" fmla="*/ 172255 h 358310"/>
              <a:gd name="connsiteX2" fmla="*/ 365641 w 537823"/>
              <a:gd name="connsiteY2" fmla="*/ 2843 h 358310"/>
              <a:gd name="connsiteX3" fmla="*/ 351839 w 537823"/>
              <a:gd name="connsiteY3" fmla="*/ 2843 h 358310"/>
              <a:gd name="connsiteX4" fmla="*/ 295023 w 537823"/>
              <a:gd name="connsiteY4" fmla="*/ 59695 h 358310"/>
              <a:gd name="connsiteX5" fmla="*/ 295023 w 537823"/>
              <a:gd name="connsiteY5" fmla="*/ 73461 h 358310"/>
              <a:gd name="connsiteX6" fmla="*/ 330564 w 537823"/>
              <a:gd name="connsiteY6" fmla="*/ 108966 h 358310"/>
              <a:gd name="connsiteX7" fmla="*/ 327704 w 537823"/>
              <a:gd name="connsiteY7" fmla="*/ 115832 h 358310"/>
              <a:gd name="connsiteX8" fmla="*/ 9726 w 537823"/>
              <a:gd name="connsiteY8" fmla="*/ 115832 h 358310"/>
              <a:gd name="connsiteX9" fmla="*/ 0 w 537823"/>
              <a:gd name="connsiteY9" fmla="*/ 125593 h 358310"/>
              <a:gd name="connsiteX10" fmla="*/ 0 w 537823"/>
              <a:gd name="connsiteY10" fmla="*/ 232968 h 358310"/>
              <a:gd name="connsiteX11" fmla="*/ 9726 w 537823"/>
              <a:gd name="connsiteY11" fmla="*/ 242694 h 358310"/>
              <a:gd name="connsiteX12" fmla="*/ 327489 w 537823"/>
              <a:gd name="connsiteY12" fmla="*/ 242694 h 358310"/>
              <a:gd name="connsiteX13" fmla="*/ 330350 w 537823"/>
              <a:gd name="connsiteY13" fmla="*/ 249595 h 358310"/>
              <a:gd name="connsiteX14" fmla="*/ 295059 w 537823"/>
              <a:gd name="connsiteY14" fmla="*/ 284886 h 358310"/>
              <a:gd name="connsiteX15" fmla="*/ 295059 w 537823"/>
              <a:gd name="connsiteY15" fmla="*/ 298652 h 358310"/>
              <a:gd name="connsiteX16" fmla="*/ 351875 w 537823"/>
              <a:gd name="connsiteY16" fmla="*/ 355468 h 358310"/>
              <a:gd name="connsiteX17" fmla="*/ 365677 w 537823"/>
              <a:gd name="connsiteY17" fmla="*/ 355468 h 358310"/>
              <a:gd name="connsiteX18" fmla="*/ 467259 w 537823"/>
              <a:gd name="connsiteY18" fmla="*/ 253850 h 358310"/>
              <a:gd name="connsiteX19" fmla="*/ 474125 w 537823"/>
              <a:gd name="connsiteY19" fmla="*/ 246949 h 358310"/>
              <a:gd name="connsiteX20" fmla="*/ 480954 w 537823"/>
              <a:gd name="connsiteY20" fmla="*/ 240012 h 358310"/>
              <a:gd name="connsiteX21" fmla="*/ 534981 w 537823"/>
              <a:gd name="connsiteY21" fmla="*/ 186021 h 358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7823" h="358310">
                <a:moveTo>
                  <a:pt x="534981" y="186021"/>
                </a:moveTo>
                <a:cubicBezTo>
                  <a:pt x="538771" y="182230"/>
                  <a:pt x="538771" y="176045"/>
                  <a:pt x="534981" y="172255"/>
                </a:cubicBezTo>
                <a:lnTo>
                  <a:pt x="365641" y="2843"/>
                </a:lnTo>
                <a:cubicBezTo>
                  <a:pt x="361851" y="-948"/>
                  <a:pt x="355629" y="-948"/>
                  <a:pt x="351839" y="2843"/>
                </a:cubicBezTo>
                <a:lnTo>
                  <a:pt x="295023" y="59695"/>
                </a:lnTo>
                <a:cubicBezTo>
                  <a:pt x="291233" y="63485"/>
                  <a:pt x="291233" y="69671"/>
                  <a:pt x="295023" y="73461"/>
                </a:cubicBezTo>
                <a:lnTo>
                  <a:pt x="330564" y="108966"/>
                </a:lnTo>
                <a:cubicBezTo>
                  <a:pt x="334354" y="112757"/>
                  <a:pt x="333031" y="115832"/>
                  <a:pt x="327704" y="115832"/>
                </a:cubicBezTo>
                <a:lnTo>
                  <a:pt x="9726" y="115832"/>
                </a:lnTo>
                <a:cubicBezTo>
                  <a:pt x="4362" y="115832"/>
                  <a:pt x="0" y="120230"/>
                  <a:pt x="0" y="125593"/>
                </a:cubicBezTo>
                <a:lnTo>
                  <a:pt x="0" y="232968"/>
                </a:lnTo>
                <a:cubicBezTo>
                  <a:pt x="0" y="238332"/>
                  <a:pt x="4362" y="242694"/>
                  <a:pt x="9726" y="242694"/>
                </a:cubicBezTo>
                <a:lnTo>
                  <a:pt x="327489" y="242694"/>
                </a:lnTo>
                <a:cubicBezTo>
                  <a:pt x="332853" y="242694"/>
                  <a:pt x="334140" y="245805"/>
                  <a:pt x="330350" y="249595"/>
                </a:cubicBezTo>
                <a:lnTo>
                  <a:pt x="295059" y="284886"/>
                </a:lnTo>
                <a:cubicBezTo>
                  <a:pt x="291268" y="288676"/>
                  <a:pt x="291268" y="294898"/>
                  <a:pt x="295059" y="298652"/>
                </a:cubicBezTo>
                <a:lnTo>
                  <a:pt x="351875" y="355468"/>
                </a:lnTo>
                <a:cubicBezTo>
                  <a:pt x="355665" y="359258"/>
                  <a:pt x="361886" y="359258"/>
                  <a:pt x="365677" y="355468"/>
                </a:cubicBezTo>
                <a:lnTo>
                  <a:pt x="467259" y="253850"/>
                </a:lnTo>
                <a:cubicBezTo>
                  <a:pt x="471050" y="250060"/>
                  <a:pt x="474125" y="246949"/>
                  <a:pt x="474125" y="246949"/>
                </a:cubicBezTo>
                <a:cubicBezTo>
                  <a:pt x="474089" y="246913"/>
                  <a:pt x="477164" y="243802"/>
                  <a:pt x="480954" y="240012"/>
                </a:cubicBezTo>
                <a:lnTo>
                  <a:pt x="534981" y="18602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四段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2" y="873124"/>
            <a:ext cx="11306176" cy="1374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9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821087" y="1380925"/>
            <a:ext cx="1632597" cy="430887"/>
            <a:chOff x="755650" y="1380925"/>
            <a:chExt cx="1632597" cy="430887"/>
          </a:xfrm>
        </p:grpSpPr>
        <p:sp>
          <p:nvSpPr>
            <p:cNvPr id="21" name="文本框 20"/>
            <p:cNvSpPr txBox="1"/>
            <p:nvPr/>
          </p:nvSpPr>
          <p:spPr>
            <a:xfrm>
              <a:off x="755650" y="1380925"/>
              <a:ext cx="1175002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¥8,500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29174" y="1529661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21087" y="1088958"/>
            <a:ext cx="912819" cy="229975"/>
            <a:chOff x="755649" y="1088958"/>
            <a:chExt cx="912819" cy="229975"/>
          </a:xfrm>
        </p:grpSpPr>
        <p:sp>
          <p:nvSpPr>
            <p:cNvPr id="16" name="文本框 15"/>
            <p:cNvSpPr txBox="1"/>
            <p:nvPr/>
          </p:nvSpPr>
          <p:spPr>
            <a:xfrm>
              <a:off x="1052915" y="1134267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总销售额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图形 25"/>
            <p:cNvSpPr/>
            <p:nvPr/>
          </p:nvSpPr>
          <p:spPr>
            <a:xfrm>
              <a:off x="755649" y="1088958"/>
              <a:ext cx="198795" cy="222899"/>
            </a:xfrm>
            <a:custGeom>
              <a:avLst/>
              <a:gdLst>
                <a:gd name="connsiteX0" fmla="*/ 639217 w 1376660"/>
                <a:gd name="connsiteY0" fmla="*/ 904549 h 1543580"/>
                <a:gd name="connsiteX1" fmla="*/ 786929 w 1376660"/>
                <a:gd name="connsiteY1" fmla="*/ 904549 h 1543580"/>
                <a:gd name="connsiteX2" fmla="*/ 836042 w 1376660"/>
                <a:gd name="connsiteY2" fmla="*/ 855436 h 1543580"/>
                <a:gd name="connsiteX3" fmla="*/ 786929 w 1376660"/>
                <a:gd name="connsiteY3" fmla="*/ 806323 h 1543580"/>
                <a:gd name="connsiteX4" fmla="*/ 660425 w 1376660"/>
                <a:gd name="connsiteY4" fmla="*/ 806323 h 1543580"/>
                <a:gd name="connsiteX5" fmla="*/ 783766 w 1376660"/>
                <a:gd name="connsiteY5" fmla="*/ 682982 h 1543580"/>
                <a:gd name="connsiteX6" fmla="*/ 783766 w 1376660"/>
                <a:gd name="connsiteY6" fmla="*/ 613404 h 1543580"/>
                <a:gd name="connsiteX7" fmla="*/ 714189 w 1376660"/>
                <a:gd name="connsiteY7" fmla="*/ 613404 h 1543580"/>
                <a:gd name="connsiteX8" fmla="*/ 598847 w 1376660"/>
                <a:gd name="connsiteY8" fmla="*/ 728560 h 1543580"/>
                <a:gd name="connsiteX9" fmla="*/ 483505 w 1376660"/>
                <a:gd name="connsiteY9" fmla="*/ 613404 h 1543580"/>
                <a:gd name="connsiteX10" fmla="*/ 413928 w 1376660"/>
                <a:gd name="connsiteY10" fmla="*/ 613404 h 1543580"/>
                <a:gd name="connsiteX11" fmla="*/ 413928 w 1376660"/>
                <a:gd name="connsiteY11" fmla="*/ 682982 h 1543580"/>
                <a:gd name="connsiteX12" fmla="*/ 537270 w 1376660"/>
                <a:gd name="connsiteY12" fmla="*/ 806323 h 1543580"/>
                <a:gd name="connsiteX13" fmla="*/ 393092 w 1376660"/>
                <a:gd name="connsiteY13" fmla="*/ 806323 h 1543580"/>
                <a:gd name="connsiteX14" fmla="*/ 343979 w 1376660"/>
                <a:gd name="connsiteY14" fmla="*/ 855436 h 1543580"/>
                <a:gd name="connsiteX15" fmla="*/ 393092 w 1376660"/>
                <a:gd name="connsiteY15" fmla="*/ 904549 h 1543580"/>
                <a:gd name="connsiteX16" fmla="*/ 540804 w 1376660"/>
                <a:gd name="connsiteY16" fmla="*/ 904549 h 1543580"/>
                <a:gd name="connsiteX17" fmla="*/ 540804 w 1376660"/>
                <a:gd name="connsiteY17" fmla="*/ 1002962 h 1543580"/>
                <a:gd name="connsiteX18" fmla="*/ 393092 w 1376660"/>
                <a:gd name="connsiteY18" fmla="*/ 1002962 h 1543580"/>
                <a:gd name="connsiteX19" fmla="*/ 350490 w 1376660"/>
                <a:gd name="connsiteY19" fmla="*/ 1027519 h 1543580"/>
                <a:gd name="connsiteX20" fmla="*/ 350490 w 1376660"/>
                <a:gd name="connsiteY20" fmla="*/ 1076632 h 1543580"/>
                <a:gd name="connsiteX21" fmla="*/ 393092 w 1376660"/>
                <a:gd name="connsiteY21" fmla="*/ 1101189 h 1543580"/>
                <a:gd name="connsiteX22" fmla="*/ 540804 w 1376660"/>
                <a:gd name="connsiteY22" fmla="*/ 1101189 h 1543580"/>
                <a:gd name="connsiteX23" fmla="*/ 540804 w 1376660"/>
                <a:gd name="connsiteY23" fmla="*/ 1255784 h 1543580"/>
                <a:gd name="connsiteX24" fmla="*/ 555129 w 1376660"/>
                <a:gd name="connsiteY24" fmla="*/ 1290572 h 1543580"/>
                <a:gd name="connsiteX25" fmla="*/ 589917 w 1376660"/>
                <a:gd name="connsiteY25" fmla="*/ 1304897 h 1543580"/>
                <a:gd name="connsiteX26" fmla="*/ 590104 w 1376660"/>
                <a:gd name="connsiteY26" fmla="*/ 1304897 h 1543580"/>
                <a:gd name="connsiteX27" fmla="*/ 624892 w 1376660"/>
                <a:gd name="connsiteY27" fmla="*/ 1290572 h 1543580"/>
                <a:gd name="connsiteX28" fmla="*/ 639217 w 1376660"/>
                <a:gd name="connsiteY28" fmla="*/ 1255784 h 1543580"/>
                <a:gd name="connsiteX29" fmla="*/ 639217 w 1376660"/>
                <a:gd name="connsiteY29" fmla="*/ 1101189 h 1543580"/>
                <a:gd name="connsiteX30" fmla="*/ 786929 w 1376660"/>
                <a:gd name="connsiteY30" fmla="*/ 1101189 h 1543580"/>
                <a:gd name="connsiteX31" fmla="*/ 829531 w 1376660"/>
                <a:gd name="connsiteY31" fmla="*/ 1076632 h 1543580"/>
                <a:gd name="connsiteX32" fmla="*/ 829531 w 1376660"/>
                <a:gd name="connsiteY32" fmla="*/ 1027519 h 1543580"/>
                <a:gd name="connsiteX33" fmla="*/ 786929 w 1376660"/>
                <a:gd name="connsiteY33" fmla="*/ 1002962 h 1543580"/>
                <a:gd name="connsiteX34" fmla="*/ 639217 w 1376660"/>
                <a:gd name="connsiteY34" fmla="*/ 1002962 h 1543580"/>
                <a:gd name="connsiteX35" fmla="*/ 639217 w 1376660"/>
                <a:gd name="connsiteY35" fmla="*/ 904549 h 1543580"/>
                <a:gd name="connsiteX36" fmla="*/ 35533 w 1376660"/>
                <a:gd name="connsiteY36" fmla="*/ 530805 h 1543580"/>
                <a:gd name="connsiteX37" fmla="*/ 527038 w 1376660"/>
                <a:gd name="connsiteY37" fmla="*/ 121155 h 1543580"/>
                <a:gd name="connsiteX38" fmla="*/ 652983 w 1376660"/>
                <a:gd name="connsiteY38" fmla="*/ 121155 h 1543580"/>
                <a:gd name="connsiteX39" fmla="*/ 1144674 w 1376660"/>
                <a:gd name="connsiteY39" fmla="*/ 530805 h 1543580"/>
                <a:gd name="connsiteX40" fmla="*/ 1180021 w 1376660"/>
                <a:gd name="connsiteY40" fmla="*/ 606335 h 1543580"/>
                <a:gd name="connsiteX41" fmla="*/ 1180021 w 1376660"/>
                <a:gd name="connsiteY41" fmla="*/ 1445168 h 1543580"/>
                <a:gd name="connsiteX42" fmla="*/ 1081608 w 1376660"/>
                <a:gd name="connsiteY42" fmla="*/ 1543580 h 1543580"/>
                <a:gd name="connsiteX43" fmla="*/ 98413 w 1376660"/>
                <a:gd name="connsiteY43" fmla="*/ 1543580 h 1543580"/>
                <a:gd name="connsiteX44" fmla="*/ 0 w 1376660"/>
                <a:gd name="connsiteY44" fmla="*/ 1445168 h 1543580"/>
                <a:gd name="connsiteX45" fmla="*/ 0 w 1376660"/>
                <a:gd name="connsiteY45" fmla="*/ 606335 h 1543580"/>
                <a:gd name="connsiteX46" fmla="*/ 35533 w 1376660"/>
                <a:gd name="connsiteY46" fmla="*/ 530805 h 1543580"/>
                <a:gd name="connsiteX47" fmla="*/ 692051 w 1376660"/>
                <a:gd name="connsiteY47" fmla="*/ 49160 h 1543580"/>
                <a:gd name="connsiteX48" fmla="*/ 723863 w 1376660"/>
                <a:gd name="connsiteY48" fmla="*/ 22743 h 1543580"/>
                <a:gd name="connsiteX49" fmla="*/ 849623 w 1376660"/>
                <a:gd name="connsiteY49" fmla="*/ 22743 h 1543580"/>
                <a:gd name="connsiteX50" fmla="*/ 1341314 w 1376660"/>
                <a:gd name="connsiteY50" fmla="*/ 432392 h 1543580"/>
                <a:gd name="connsiteX51" fmla="*/ 1376660 w 1376660"/>
                <a:gd name="connsiteY51" fmla="*/ 507922 h 1543580"/>
                <a:gd name="connsiteX52" fmla="*/ 1376660 w 1376660"/>
                <a:gd name="connsiteY52" fmla="*/ 1346755 h 1543580"/>
                <a:gd name="connsiteX53" fmla="*/ 1278248 w 1376660"/>
                <a:gd name="connsiteY53" fmla="*/ 1445168 h 1543580"/>
                <a:gd name="connsiteX54" fmla="*/ 1278248 w 1376660"/>
                <a:gd name="connsiteY54" fmla="*/ 557222 h 1543580"/>
                <a:gd name="connsiteX55" fmla="*/ 1242901 w 1376660"/>
                <a:gd name="connsiteY55" fmla="*/ 481692 h 1543580"/>
                <a:gd name="connsiteX56" fmla="*/ 751210 w 1376660"/>
                <a:gd name="connsiteY56" fmla="*/ 72042 h 1543580"/>
                <a:gd name="connsiteX57" fmla="*/ 692051 w 1376660"/>
                <a:gd name="connsiteY57" fmla="*/ 49160 h 154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76660" h="1543580">
                  <a:moveTo>
                    <a:pt x="639217" y="904549"/>
                  </a:moveTo>
                  <a:lnTo>
                    <a:pt x="786929" y="904549"/>
                  </a:lnTo>
                  <a:cubicBezTo>
                    <a:pt x="814090" y="904549"/>
                    <a:pt x="836042" y="882597"/>
                    <a:pt x="836042" y="855436"/>
                  </a:cubicBezTo>
                  <a:cubicBezTo>
                    <a:pt x="836042" y="828275"/>
                    <a:pt x="814090" y="806323"/>
                    <a:pt x="786929" y="806323"/>
                  </a:cubicBezTo>
                  <a:lnTo>
                    <a:pt x="660425" y="806323"/>
                  </a:lnTo>
                  <a:lnTo>
                    <a:pt x="783766" y="682982"/>
                  </a:lnTo>
                  <a:cubicBezTo>
                    <a:pt x="802928" y="663820"/>
                    <a:pt x="802928" y="632566"/>
                    <a:pt x="783766" y="613404"/>
                  </a:cubicBezTo>
                  <a:cubicBezTo>
                    <a:pt x="764605" y="594243"/>
                    <a:pt x="733351" y="594243"/>
                    <a:pt x="714189" y="613404"/>
                  </a:cubicBezTo>
                  <a:lnTo>
                    <a:pt x="598847" y="728560"/>
                  </a:lnTo>
                  <a:lnTo>
                    <a:pt x="483505" y="613404"/>
                  </a:lnTo>
                  <a:cubicBezTo>
                    <a:pt x="464344" y="594243"/>
                    <a:pt x="433090" y="594243"/>
                    <a:pt x="413928" y="613404"/>
                  </a:cubicBezTo>
                  <a:cubicBezTo>
                    <a:pt x="394767" y="632566"/>
                    <a:pt x="394767" y="663820"/>
                    <a:pt x="413928" y="682982"/>
                  </a:cubicBezTo>
                  <a:lnTo>
                    <a:pt x="537270" y="806323"/>
                  </a:lnTo>
                  <a:lnTo>
                    <a:pt x="393092" y="806323"/>
                  </a:lnTo>
                  <a:cubicBezTo>
                    <a:pt x="365931" y="806323"/>
                    <a:pt x="343979" y="828275"/>
                    <a:pt x="343979" y="855436"/>
                  </a:cubicBezTo>
                  <a:cubicBezTo>
                    <a:pt x="343979" y="882597"/>
                    <a:pt x="365931" y="904549"/>
                    <a:pt x="393092" y="904549"/>
                  </a:cubicBezTo>
                  <a:lnTo>
                    <a:pt x="540804" y="904549"/>
                  </a:lnTo>
                  <a:lnTo>
                    <a:pt x="540804" y="1002962"/>
                  </a:lnTo>
                  <a:lnTo>
                    <a:pt x="393092" y="1002962"/>
                  </a:lnTo>
                  <a:cubicBezTo>
                    <a:pt x="375605" y="1002962"/>
                    <a:pt x="359234" y="1012264"/>
                    <a:pt x="350490" y="1027519"/>
                  </a:cubicBezTo>
                  <a:cubicBezTo>
                    <a:pt x="341747" y="1042774"/>
                    <a:pt x="341747" y="1061377"/>
                    <a:pt x="350490" y="1076632"/>
                  </a:cubicBezTo>
                  <a:cubicBezTo>
                    <a:pt x="359234" y="1091887"/>
                    <a:pt x="375419" y="1101189"/>
                    <a:pt x="393092" y="1101189"/>
                  </a:cubicBezTo>
                  <a:lnTo>
                    <a:pt x="540804" y="1101189"/>
                  </a:lnTo>
                  <a:lnTo>
                    <a:pt x="540804" y="1255784"/>
                  </a:lnTo>
                  <a:cubicBezTo>
                    <a:pt x="540804" y="1268806"/>
                    <a:pt x="546013" y="1281271"/>
                    <a:pt x="555129" y="1290572"/>
                  </a:cubicBezTo>
                  <a:cubicBezTo>
                    <a:pt x="564431" y="1299874"/>
                    <a:pt x="576895" y="1304897"/>
                    <a:pt x="589917" y="1304897"/>
                  </a:cubicBezTo>
                  <a:lnTo>
                    <a:pt x="590104" y="1304897"/>
                  </a:lnTo>
                  <a:cubicBezTo>
                    <a:pt x="603126" y="1304897"/>
                    <a:pt x="615590" y="1299688"/>
                    <a:pt x="624892" y="1290572"/>
                  </a:cubicBezTo>
                  <a:cubicBezTo>
                    <a:pt x="634194" y="1281271"/>
                    <a:pt x="639217" y="1268806"/>
                    <a:pt x="639217" y="1255784"/>
                  </a:cubicBezTo>
                  <a:lnTo>
                    <a:pt x="639217" y="1101189"/>
                  </a:lnTo>
                  <a:lnTo>
                    <a:pt x="786929" y="1101189"/>
                  </a:lnTo>
                  <a:cubicBezTo>
                    <a:pt x="804416" y="1101189"/>
                    <a:pt x="820787" y="1091887"/>
                    <a:pt x="829531" y="1076632"/>
                  </a:cubicBezTo>
                  <a:cubicBezTo>
                    <a:pt x="838274" y="1061377"/>
                    <a:pt x="838274" y="1042774"/>
                    <a:pt x="829531" y="1027519"/>
                  </a:cubicBezTo>
                  <a:cubicBezTo>
                    <a:pt x="820787" y="1012264"/>
                    <a:pt x="804602" y="1002962"/>
                    <a:pt x="786929" y="1002962"/>
                  </a:cubicBezTo>
                  <a:lnTo>
                    <a:pt x="639217" y="1002962"/>
                  </a:lnTo>
                  <a:lnTo>
                    <a:pt x="639217" y="904549"/>
                  </a:lnTo>
                  <a:close/>
                  <a:moveTo>
                    <a:pt x="35533" y="530805"/>
                  </a:moveTo>
                  <a:lnTo>
                    <a:pt x="527038" y="121155"/>
                  </a:lnTo>
                  <a:cubicBezTo>
                    <a:pt x="563501" y="90832"/>
                    <a:pt x="616521" y="90832"/>
                    <a:pt x="652983" y="121155"/>
                  </a:cubicBezTo>
                  <a:lnTo>
                    <a:pt x="1144674" y="530805"/>
                  </a:lnTo>
                  <a:cubicBezTo>
                    <a:pt x="1167185" y="549408"/>
                    <a:pt x="1180021" y="577128"/>
                    <a:pt x="1180021" y="606335"/>
                  </a:cubicBezTo>
                  <a:lnTo>
                    <a:pt x="1180021" y="1445168"/>
                  </a:lnTo>
                  <a:cubicBezTo>
                    <a:pt x="1180021" y="1499490"/>
                    <a:pt x="1135931" y="1543580"/>
                    <a:pt x="1081608" y="1543580"/>
                  </a:cubicBezTo>
                  <a:lnTo>
                    <a:pt x="98413" y="1543580"/>
                  </a:lnTo>
                  <a:cubicBezTo>
                    <a:pt x="44090" y="1543580"/>
                    <a:pt x="0" y="1499490"/>
                    <a:pt x="0" y="1445168"/>
                  </a:cubicBezTo>
                  <a:lnTo>
                    <a:pt x="0" y="606335"/>
                  </a:lnTo>
                  <a:cubicBezTo>
                    <a:pt x="0" y="577128"/>
                    <a:pt x="13022" y="549594"/>
                    <a:pt x="35533" y="530805"/>
                  </a:cubicBezTo>
                  <a:close/>
                  <a:moveTo>
                    <a:pt x="692051" y="49160"/>
                  </a:moveTo>
                  <a:lnTo>
                    <a:pt x="723863" y="22743"/>
                  </a:lnTo>
                  <a:cubicBezTo>
                    <a:pt x="760326" y="-7581"/>
                    <a:pt x="813346" y="-7581"/>
                    <a:pt x="849623" y="22743"/>
                  </a:cubicBezTo>
                  <a:lnTo>
                    <a:pt x="1341314" y="432392"/>
                  </a:lnTo>
                  <a:cubicBezTo>
                    <a:pt x="1363824" y="450996"/>
                    <a:pt x="1376660" y="478715"/>
                    <a:pt x="1376660" y="507922"/>
                  </a:cubicBezTo>
                  <a:lnTo>
                    <a:pt x="1376660" y="1346755"/>
                  </a:lnTo>
                  <a:cubicBezTo>
                    <a:pt x="1376660" y="1401077"/>
                    <a:pt x="1332570" y="1445168"/>
                    <a:pt x="1278248" y="1445168"/>
                  </a:cubicBezTo>
                  <a:lnTo>
                    <a:pt x="1278248" y="557222"/>
                  </a:lnTo>
                  <a:cubicBezTo>
                    <a:pt x="1278248" y="528014"/>
                    <a:pt x="1265225" y="500295"/>
                    <a:pt x="1242901" y="481692"/>
                  </a:cubicBezTo>
                  <a:lnTo>
                    <a:pt x="751210" y="72042"/>
                  </a:lnTo>
                  <a:cubicBezTo>
                    <a:pt x="734653" y="58089"/>
                    <a:pt x="713817" y="50090"/>
                    <a:pt x="692051" y="4916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8246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076147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632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96111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3019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540590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804222" y="1380925"/>
            <a:ext cx="86882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1:3.5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3076147" y="1097127"/>
            <a:ext cx="1044125" cy="252802"/>
            <a:chOff x="3016881" y="1097127"/>
            <a:chExt cx="1044125" cy="252802"/>
          </a:xfrm>
        </p:grpSpPr>
        <p:sp>
          <p:nvSpPr>
            <p:cNvPr id="65" name="文本框 64"/>
            <p:cNvSpPr txBox="1"/>
            <p:nvPr/>
          </p:nvSpPr>
          <p:spPr>
            <a:xfrm>
              <a:off x="329156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毛利率优化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图形 95"/>
            <p:cNvSpPr>
              <a:spLocks noChangeAspect="1"/>
            </p:cNvSpPr>
            <p:nvPr/>
          </p:nvSpPr>
          <p:spPr>
            <a:xfrm>
              <a:off x="3016881" y="1097127"/>
              <a:ext cx="252000" cy="252802"/>
            </a:xfrm>
            <a:custGeom>
              <a:avLst/>
              <a:gdLst>
                <a:gd name="connsiteX0" fmla="*/ 1309369 w 1883953"/>
                <a:gd name="connsiteY0" fmla="*/ 720453 h 1889942"/>
                <a:gd name="connsiteX1" fmla="*/ 734694 w 1883953"/>
                <a:gd name="connsiteY1" fmla="*/ 1295084 h 1889942"/>
                <a:gd name="connsiteX2" fmla="*/ 1309369 w 1883953"/>
                <a:gd name="connsiteY2" fmla="*/ 1869713 h 1889942"/>
                <a:gd name="connsiteX3" fmla="*/ 1883954 w 1883953"/>
                <a:gd name="connsiteY3" fmla="*/ 1295084 h 1889942"/>
                <a:gd name="connsiteX4" fmla="*/ 1309369 w 1883953"/>
                <a:gd name="connsiteY4" fmla="*/ 720408 h 1889942"/>
                <a:gd name="connsiteX5" fmla="*/ 1437594 w 1883953"/>
                <a:gd name="connsiteY5" fmla="*/ 1217386 h 1889942"/>
                <a:gd name="connsiteX6" fmla="*/ 1464582 w 1883953"/>
                <a:gd name="connsiteY6" fmla="*/ 1220061 h 1889942"/>
                <a:gd name="connsiteX7" fmla="*/ 1551850 w 1883953"/>
                <a:gd name="connsiteY7" fmla="*/ 1220061 h 1889942"/>
                <a:gd name="connsiteX8" fmla="*/ 1573485 w 1883953"/>
                <a:gd name="connsiteY8" fmla="*/ 1230450 h 1889942"/>
                <a:gd name="connsiteX9" fmla="*/ 1582555 w 1883953"/>
                <a:gd name="connsiteY9" fmla="*/ 1251086 h 1889942"/>
                <a:gd name="connsiteX10" fmla="*/ 1582555 w 1883953"/>
                <a:gd name="connsiteY10" fmla="*/ 1313816 h 1889942"/>
                <a:gd name="connsiteX11" fmla="*/ 1557019 w 1883953"/>
                <a:gd name="connsiteY11" fmla="*/ 1332094 h 1889942"/>
                <a:gd name="connsiteX12" fmla="*/ 1405754 w 1883953"/>
                <a:gd name="connsiteY12" fmla="*/ 1332094 h 1889942"/>
                <a:gd name="connsiteX13" fmla="*/ 1386431 w 1883953"/>
                <a:gd name="connsiteY13" fmla="*/ 1337582 h 1889942"/>
                <a:gd name="connsiteX14" fmla="*/ 1377678 w 1883953"/>
                <a:gd name="connsiteY14" fmla="*/ 1353004 h 1889942"/>
                <a:gd name="connsiteX15" fmla="*/ 1378720 w 1883953"/>
                <a:gd name="connsiteY15" fmla="*/ 1375094 h 1889942"/>
                <a:gd name="connsiteX16" fmla="*/ 1379946 w 1883953"/>
                <a:gd name="connsiteY16" fmla="*/ 1394551 h 1889942"/>
                <a:gd name="connsiteX17" fmla="*/ 1405752 w 1883953"/>
                <a:gd name="connsiteY17" fmla="*/ 1404984 h 1889942"/>
                <a:gd name="connsiteX18" fmla="*/ 1554707 w 1883953"/>
                <a:gd name="connsiteY18" fmla="*/ 1404984 h 1889942"/>
                <a:gd name="connsiteX19" fmla="*/ 1580242 w 1883953"/>
                <a:gd name="connsiteY19" fmla="*/ 1428659 h 1889942"/>
                <a:gd name="connsiteX20" fmla="*/ 1580242 w 1883953"/>
                <a:gd name="connsiteY20" fmla="*/ 1486354 h 1889942"/>
                <a:gd name="connsiteX21" fmla="*/ 1544003 w 1883953"/>
                <a:gd name="connsiteY21" fmla="*/ 1512207 h 1889942"/>
                <a:gd name="connsiteX22" fmla="*/ 1510665 w 1883953"/>
                <a:gd name="connsiteY22" fmla="*/ 1512207 h 1889942"/>
                <a:gd name="connsiteX23" fmla="*/ 1468664 w 1883953"/>
                <a:gd name="connsiteY23" fmla="*/ 1513387 h 1889942"/>
                <a:gd name="connsiteX24" fmla="*/ 1428839 w 1883953"/>
                <a:gd name="connsiteY24" fmla="*/ 1514884 h 1889942"/>
                <a:gd name="connsiteX25" fmla="*/ 1405708 w 1883953"/>
                <a:gd name="connsiteY25" fmla="*/ 1514884 h 1889942"/>
                <a:gd name="connsiteX26" fmla="*/ 1382892 w 1883953"/>
                <a:gd name="connsiteY26" fmla="*/ 1541283 h 1889942"/>
                <a:gd name="connsiteX27" fmla="*/ 1382892 w 1883953"/>
                <a:gd name="connsiteY27" fmla="*/ 1645604 h 1889942"/>
                <a:gd name="connsiteX28" fmla="*/ 1362255 w 1883953"/>
                <a:gd name="connsiteY28" fmla="*/ 1658983 h 1889942"/>
                <a:gd name="connsiteX29" fmla="*/ 1280069 w 1883953"/>
                <a:gd name="connsiteY29" fmla="*/ 1658983 h 1889942"/>
                <a:gd name="connsiteX30" fmla="*/ 1246823 w 1883953"/>
                <a:gd name="connsiteY30" fmla="*/ 1630317 h 1889942"/>
                <a:gd name="connsiteX31" fmla="*/ 1248182 w 1883953"/>
                <a:gd name="connsiteY31" fmla="*/ 1585505 h 1889942"/>
                <a:gd name="connsiteX32" fmla="*/ 1246958 w 1883953"/>
                <a:gd name="connsiteY32" fmla="*/ 1538606 h 1889942"/>
                <a:gd name="connsiteX33" fmla="*/ 1244281 w 1883953"/>
                <a:gd name="connsiteY33" fmla="*/ 1521552 h 1889942"/>
                <a:gd name="connsiteX34" fmla="*/ 1228997 w 1883953"/>
                <a:gd name="connsiteY34" fmla="*/ 1517831 h 1889942"/>
                <a:gd name="connsiteX35" fmla="*/ 1075099 w 1883953"/>
                <a:gd name="connsiteY35" fmla="*/ 1517831 h 1889942"/>
                <a:gd name="connsiteX36" fmla="*/ 1041762 w 1883953"/>
                <a:gd name="connsiteY36" fmla="*/ 1483723 h 1889942"/>
                <a:gd name="connsiteX37" fmla="*/ 1039358 w 1883953"/>
                <a:gd name="connsiteY37" fmla="*/ 1463993 h 1889942"/>
                <a:gd name="connsiteX38" fmla="*/ 1039358 w 1883953"/>
                <a:gd name="connsiteY38" fmla="*/ 1439363 h 1889942"/>
                <a:gd name="connsiteX39" fmla="*/ 1047069 w 1883953"/>
                <a:gd name="connsiteY39" fmla="*/ 1415644 h 1889942"/>
                <a:gd name="connsiteX40" fmla="*/ 1067390 w 1883953"/>
                <a:gd name="connsiteY40" fmla="*/ 1408069 h 1889942"/>
                <a:gd name="connsiteX41" fmla="*/ 1239065 w 1883953"/>
                <a:gd name="connsiteY41" fmla="*/ 1408069 h 1889942"/>
                <a:gd name="connsiteX42" fmla="*/ 1244054 w 1883953"/>
                <a:gd name="connsiteY42" fmla="*/ 1394687 h 1889942"/>
                <a:gd name="connsiteX43" fmla="*/ 1244054 w 1883953"/>
                <a:gd name="connsiteY43" fmla="*/ 1345157 h 1889942"/>
                <a:gd name="connsiteX44" fmla="*/ 1213665 w 1883953"/>
                <a:gd name="connsiteY44" fmla="*/ 1332094 h 1889942"/>
                <a:gd name="connsiteX45" fmla="*/ 1065031 w 1883953"/>
                <a:gd name="connsiteY45" fmla="*/ 1332094 h 1889942"/>
                <a:gd name="connsiteX46" fmla="*/ 1047116 w 1883953"/>
                <a:gd name="connsiteY46" fmla="*/ 1331052 h 1889942"/>
                <a:gd name="connsiteX47" fmla="*/ 1039358 w 1883953"/>
                <a:gd name="connsiteY47" fmla="*/ 1316764 h 1889942"/>
                <a:gd name="connsiteX48" fmla="*/ 1039358 w 1883953"/>
                <a:gd name="connsiteY48" fmla="*/ 1284878 h 1889942"/>
                <a:gd name="connsiteX49" fmla="*/ 1036772 w 1883953"/>
                <a:gd name="connsiteY49" fmla="*/ 1253581 h 1889942"/>
                <a:gd name="connsiteX50" fmla="*/ 1044256 w 1883953"/>
                <a:gd name="connsiteY50" fmla="*/ 1227773 h 1889942"/>
                <a:gd name="connsiteX51" fmla="*/ 1077640 w 1883953"/>
                <a:gd name="connsiteY51" fmla="*/ 1217342 h 1889942"/>
                <a:gd name="connsiteX52" fmla="*/ 1122860 w 1883953"/>
                <a:gd name="connsiteY52" fmla="*/ 1218566 h 1889942"/>
                <a:gd name="connsiteX53" fmla="*/ 1159963 w 1883953"/>
                <a:gd name="connsiteY53" fmla="*/ 1217386 h 1889942"/>
                <a:gd name="connsiteX54" fmla="*/ 1190352 w 1883953"/>
                <a:gd name="connsiteY54" fmla="*/ 1217386 h 1889942"/>
                <a:gd name="connsiteX55" fmla="*/ 1200649 w 1883953"/>
                <a:gd name="connsiteY55" fmla="*/ 1206953 h 1889942"/>
                <a:gd name="connsiteX56" fmla="*/ 1170260 w 1883953"/>
                <a:gd name="connsiteY56" fmla="*/ 1167812 h 1889942"/>
                <a:gd name="connsiteX57" fmla="*/ 1116375 w 1883953"/>
                <a:gd name="connsiteY57" fmla="*/ 1097053 h 1889942"/>
                <a:gd name="connsiteX58" fmla="*/ 1039358 w 1883953"/>
                <a:gd name="connsiteY58" fmla="*/ 1000307 h 1889942"/>
                <a:gd name="connsiteX59" fmla="*/ 1047069 w 1883953"/>
                <a:gd name="connsiteY59" fmla="*/ 953453 h 1889942"/>
                <a:gd name="connsiteX60" fmla="*/ 1073784 w 1883953"/>
                <a:gd name="connsiteY60" fmla="*/ 933405 h 1889942"/>
                <a:gd name="connsiteX61" fmla="*/ 1106124 w 1883953"/>
                <a:gd name="connsiteY61" fmla="*/ 911453 h 1889942"/>
                <a:gd name="connsiteX62" fmla="*/ 1154657 w 1883953"/>
                <a:gd name="connsiteY62" fmla="*/ 939935 h 1889942"/>
                <a:gd name="connsiteX63" fmla="*/ 1184274 w 1883953"/>
                <a:gd name="connsiteY63" fmla="*/ 978035 h 1889942"/>
                <a:gd name="connsiteX64" fmla="*/ 1228952 w 1883953"/>
                <a:gd name="connsiteY64" fmla="*/ 1036774 h 1889942"/>
                <a:gd name="connsiteX65" fmla="*/ 1272585 w 1883953"/>
                <a:gd name="connsiteY65" fmla="*/ 1092744 h 1889942"/>
                <a:gd name="connsiteX66" fmla="*/ 1295852 w 1883953"/>
                <a:gd name="connsiteY66" fmla="*/ 1123133 h 1889942"/>
                <a:gd name="connsiteX67" fmla="*/ 1314722 w 1883953"/>
                <a:gd name="connsiteY67" fmla="*/ 1136241 h 1889942"/>
                <a:gd name="connsiteX68" fmla="*/ 1334134 w 1883953"/>
                <a:gd name="connsiteY68" fmla="*/ 1128350 h 1889942"/>
                <a:gd name="connsiteX69" fmla="*/ 1355860 w 1883953"/>
                <a:gd name="connsiteY69" fmla="*/ 1095422 h 1889942"/>
                <a:gd name="connsiteX70" fmla="*/ 1398132 w 1883953"/>
                <a:gd name="connsiteY70" fmla="*/ 1034279 h 1889942"/>
                <a:gd name="connsiteX71" fmla="*/ 1441585 w 1883953"/>
                <a:gd name="connsiteY71" fmla="*/ 970054 h 1889942"/>
                <a:gd name="connsiteX72" fmla="*/ 1467440 w 1883953"/>
                <a:gd name="connsiteY72" fmla="*/ 932317 h 1889942"/>
                <a:gd name="connsiteX73" fmla="*/ 1488938 w 1883953"/>
                <a:gd name="connsiteY73" fmla="*/ 908914 h 1889942"/>
                <a:gd name="connsiteX74" fmla="*/ 1518737 w 1883953"/>
                <a:gd name="connsiteY74" fmla="*/ 911451 h 1889942"/>
                <a:gd name="connsiteX75" fmla="*/ 1546497 w 1883953"/>
                <a:gd name="connsiteY75" fmla="*/ 926874 h 1889942"/>
                <a:gd name="connsiteX76" fmla="*/ 1567090 w 1883953"/>
                <a:gd name="connsiteY76" fmla="*/ 942884 h 1889942"/>
                <a:gd name="connsiteX77" fmla="*/ 1582555 w 1883953"/>
                <a:gd name="connsiteY77" fmla="*/ 992325 h 1889942"/>
                <a:gd name="connsiteX78" fmla="*/ 1554616 w 1883953"/>
                <a:gd name="connsiteY78" fmla="*/ 1031784 h 1889942"/>
                <a:gd name="connsiteX79" fmla="*/ 1504450 w 1883953"/>
                <a:gd name="connsiteY79" fmla="*/ 1098415 h 1889942"/>
                <a:gd name="connsiteX80" fmla="*/ 1455828 w 1883953"/>
                <a:gd name="connsiteY80" fmla="*/ 1165043 h 1889942"/>
                <a:gd name="connsiteX81" fmla="*/ 1431245 w 1883953"/>
                <a:gd name="connsiteY81" fmla="*/ 1201512 h 1889942"/>
                <a:gd name="connsiteX82" fmla="*/ 1437594 w 1883953"/>
                <a:gd name="connsiteY82" fmla="*/ 1217386 h 1889942"/>
                <a:gd name="connsiteX83" fmla="*/ 707570 w 1883953"/>
                <a:gd name="connsiteY83" fmla="*/ 0 h 1889942"/>
                <a:gd name="connsiteX84" fmla="*/ 0 w 1883953"/>
                <a:gd name="connsiteY84" fmla="*/ 351110 h 1889942"/>
                <a:gd name="connsiteX85" fmla="*/ 707570 w 1883953"/>
                <a:gd name="connsiteY85" fmla="*/ 702128 h 1889942"/>
                <a:gd name="connsiteX86" fmla="*/ 1415142 w 1883953"/>
                <a:gd name="connsiteY86" fmla="*/ 351065 h 1889942"/>
                <a:gd name="connsiteX87" fmla="*/ 707570 w 1883953"/>
                <a:gd name="connsiteY87" fmla="*/ 91 h 1889942"/>
                <a:gd name="connsiteX88" fmla="*/ 930546 w 1883953"/>
                <a:gd name="connsiteY88" fmla="*/ 792119 h 1889942"/>
                <a:gd name="connsiteX89" fmla="*/ 707570 w 1883953"/>
                <a:gd name="connsiteY89" fmla="*/ 810261 h 1889942"/>
                <a:gd name="connsiteX90" fmla="*/ 18051 w 1883953"/>
                <a:gd name="connsiteY90" fmla="*/ 537119 h 1889942"/>
                <a:gd name="connsiteX91" fmla="*/ 0 w 1883953"/>
                <a:gd name="connsiteY91" fmla="*/ 614999 h 1889942"/>
                <a:gd name="connsiteX92" fmla="*/ 707570 w 1883953"/>
                <a:gd name="connsiteY92" fmla="*/ 966062 h 1889942"/>
                <a:gd name="connsiteX93" fmla="*/ 763814 w 1883953"/>
                <a:gd name="connsiteY93" fmla="*/ 964611 h 1889942"/>
                <a:gd name="connsiteX94" fmla="*/ 930546 w 1883953"/>
                <a:gd name="connsiteY94" fmla="*/ 792119 h 1889942"/>
                <a:gd name="connsiteX95" fmla="*/ 1395684 w 1883953"/>
                <a:gd name="connsiteY95" fmla="*/ 695416 h 1889942"/>
                <a:gd name="connsiteX96" fmla="*/ 1415050 w 1883953"/>
                <a:gd name="connsiteY96" fmla="*/ 615088 h 1889942"/>
                <a:gd name="connsiteX97" fmla="*/ 1396908 w 1883953"/>
                <a:gd name="connsiteY97" fmla="*/ 537165 h 1889942"/>
                <a:gd name="connsiteX98" fmla="*/ 1247548 w 1883953"/>
                <a:gd name="connsiteY98" fmla="*/ 685346 h 1889942"/>
                <a:gd name="connsiteX99" fmla="*/ 1277710 w 1883953"/>
                <a:gd name="connsiteY99" fmla="*/ 683759 h 1889942"/>
                <a:gd name="connsiteX100" fmla="*/ 1395684 w 1883953"/>
                <a:gd name="connsiteY100" fmla="*/ 695416 h 1889942"/>
                <a:gd name="connsiteX101" fmla="*/ 707614 w 1883953"/>
                <a:gd name="connsiteY101" fmla="*/ 1041218 h 1889942"/>
                <a:gd name="connsiteX102" fmla="*/ 18051 w 1883953"/>
                <a:gd name="connsiteY102" fmla="*/ 768078 h 1889942"/>
                <a:gd name="connsiteX103" fmla="*/ 0 w 1883953"/>
                <a:gd name="connsiteY103" fmla="*/ 845956 h 1889942"/>
                <a:gd name="connsiteX104" fmla="*/ 674642 w 1883953"/>
                <a:gd name="connsiteY104" fmla="*/ 1196160 h 1889942"/>
                <a:gd name="connsiteX105" fmla="*/ 722040 w 1883953"/>
                <a:gd name="connsiteY105" fmla="*/ 1040857 h 1889942"/>
                <a:gd name="connsiteX106" fmla="*/ 707570 w 1883953"/>
                <a:gd name="connsiteY106" fmla="*/ 1041218 h 1889942"/>
                <a:gd name="connsiteX107" fmla="*/ 667338 w 1883953"/>
                <a:gd name="connsiteY107" fmla="*/ 1271269 h 1889942"/>
                <a:gd name="connsiteX108" fmla="*/ 18051 w 1883953"/>
                <a:gd name="connsiteY108" fmla="*/ 999037 h 1889942"/>
                <a:gd name="connsiteX109" fmla="*/ 0 w 1883953"/>
                <a:gd name="connsiteY109" fmla="*/ 1076961 h 1889942"/>
                <a:gd name="connsiteX110" fmla="*/ 681038 w 1883953"/>
                <a:gd name="connsiteY110" fmla="*/ 1427299 h 1889942"/>
                <a:gd name="connsiteX111" fmla="*/ 666296 w 1883953"/>
                <a:gd name="connsiteY111" fmla="*/ 1295037 h 1889942"/>
                <a:gd name="connsiteX112" fmla="*/ 667338 w 1883953"/>
                <a:gd name="connsiteY112" fmla="*/ 1271271 h 1889942"/>
                <a:gd name="connsiteX113" fmla="*/ 18053 w 1883953"/>
                <a:gd name="connsiteY113" fmla="*/ 1229996 h 1889942"/>
                <a:gd name="connsiteX114" fmla="*/ 2 w 1883953"/>
                <a:gd name="connsiteY114" fmla="*/ 1307918 h 1889942"/>
                <a:gd name="connsiteX115" fmla="*/ 707572 w 1883953"/>
                <a:gd name="connsiteY115" fmla="*/ 1658983 h 1889942"/>
                <a:gd name="connsiteX116" fmla="*/ 785269 w 1883953"/>
                <a:gd name="connsiteY116" fmla="*/ 1656714 h 1889942"/>
                <a:gd name="connsiteX117" fmla="*/ 703626 w 1883953"/>
                <a:gd name="connsiteY117" fmla="*/ 1503045 h 1889942"/>
                <a:gd name="connsiteX118" fmla="*/ 18053 w 1883953"/>
                <a:gd name="connsiteY118" fmla="*/ 1229996 h 1889942"/>
                <a:gd name="connsiteX119" fmla="*/ 846773 w 1883953"/>
                <a:gd name="connsiteY119" fmla="*/ 1727018 h 1889942"/>
                <a:gd name="connsiteX120" fmla="*/ 707570 w 1883953"/>
                <a:gd name="connsiteY120" fmla="*/ 1734095 h 1889942"/>
                <a:gd name="connsiteX121" fmla="*/ 18051 w 1883953"/>
                <a:gd name="connsiteY121" fmla="*/ 1460955 h 1889942"/>
                <a:gd name="connsiteX122" fmla="*/ 0 w 1883953"/>
                <a:gd name="connsiteY122" fmla="*/ 1538877 h 1889942"/>
                <a:gd name="connsiteX123" fmla="*/ 707570 w 1883953"/>
                <a:gd name="connsiteY123" fmla="*/ 1889942 h 1889942"/>
                <a:gd name="connsiteX124" fmla="*/ 1027383 w 1883953"/>
                <a:gd name="connsiteY124" fmla="*/ 1851707 h 1889942"/>
                <a:gd name="connsiteX125" fmla="*/ 846772 w 1883953"/>
                <a:gd name="connsiteY125" fmla="*/ 1726974 h 188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83953" h="1889942">
                  <a:moveTo>
                    <a:pt x="1309369" y="720453"/>
                  </a:moveTo>
                  <a:cubicBezTo>
                    <a:pt x="991915" y="720453"/>
                    <a:pt x="734694" y="977719"/>
                    <a:pt x="734694" y="1295084"/>
                  </a:cubicBezTo>
                  <a:cubicBezTo>
                    <a:pt x="734694" y="1612447"/>
                    <a:pt x="992005" y="1869713"/>
                    <a:pt x="1309369" y="1869713"/>
                  </a:cubicBezTo>
                  <a:cubicBezTo>
                    <a:pt x="1626690" y="1869713"/>
                    <a:pt x="1883954" y="1612447"/>
                    <a:pt x="1883954" y="1295084"/>
                  </a:cubicBezTo>
                  <a:cubicBezTo>
                    <a:pt x="1883954" y="977719"/>
                    <a:pt x="1626688" y="720408"/>
                    <a:pt x="1309369" y="720408"/>
                  </a:cubicBezTo>
                  <a:close/>
                  <a:moveTo>
                    <a:pt x="1437594" y="1217386"/>
                  </a:moveTo>
                  <a:cubicBezTo>
                    <a:pt x="1447210" y="1219154"/>
                    <a:pt x="1456462" y="1220061"/>
                    <a:pt x="1464582" y="1220061"/>
                  </a:cubicBezTo>
                  <a:lnTo>
                    <a:pt x="1551850" y="1220061"/>
                  </a:lnTo>
                  <a:cubicBezTo>
                    <a:pt x="1560195" y="1220061"/>
                    <a:pt x="1567452" y="1223237"/>
                    <a:pt x="1573485" y="1230450"/>
                  </a:cubicBezTo>
                  <a:cubicBezTo>
                    <a:pt x="1579606" y="1237389"/>
                    <a:pt x="1582555" y="1244056"/>
                    <a:pt x="1582555" y="1251086"/>
                  </a:cubicBezTo>
                  <a:lnTo>
                    <a:pt x="1582555" y="1313816"/>
                  </a:lnTo>
                  <a:cubicBezTo>
                    <a:pt x="1582555" y="1326289"/>
                    <a:pt x="1573802" y="1332094"/>
                    <a:pt x="1557019" y="1332094"/>
                  </a:cubicBezTo>
                  <a:lnTo>
                    <a:pt x="1405754" y="1332094"/>
                  </a:lnTo>
                  <a:cubicBezTo>
                    <a:pt x="1398930" y="1332102"/>
                    <a:pt x="1392241" y="1334002"/>
                    <a:pt x="1386431" y="1337582"/>
                  </a:cubicBezTo>
                  <a:cubicBezTo>
                    <a:pt x="1380399" y="1340848"/>
                    <a:pt x="1377678" y="1346292"/>
                    <a:pt x="1377678" y="1353004"/>
                  </a:cubicBezTo>
                  <a:cubicBezTo>
                    <a:pt x="1377678" y="1360261"/>
                    <a:pt x="1377814" y="1367247"/>
                    <a:pt x="1378720" y="1375094"/>
                  </a:cubicBezTo>
                  <a:cubicBezTo>
                    <a:pt x="1379627" y="1382985"/>
                    <a:pt x="1379946" y="1389653"/>
                    <a:pt x="1379946" y="1394551"/>
                  </a:cubicBezTo>
                  <a:cubicBezTo>
                    <a:pt x="1379946" y="1404984"/>
                    <a:pt x="1388925" y="1408656"/>
                    <a:pt x="1405752" y="1404984"/>
                  </a:cubicBezTo>
                  <a:lnTo>
                    <a:pt x="1554707" y="1404984"/>
                  </a:lnTo>
                  <a:cubicBezTo>
                    <a:pt x="1571761" y="1404984"/>
                    <a:pt x="1580242" y="1412785"/>
                    <a:pt x="1580242" y="1428659"/>
                  </a:cubicBezTo>
                  <a:lnTo>
                    <a:pt x="1580242" y="1486354"/>
                  </a:lnTo>
                  <a:cubicBezTo>
                    <a:pt x="1580242" y="1503454"/>
                    <a:pt x="1567769" y="1512207"/>
                    <a:pt x="1544003" y="1512207"/>
                  </a:cubicBezTo>
                  <a:lnTo>
                    <a:pt x="1510665" y="1512207"/>
                  </a:lnTo>
                  <a:cubicBezTo>
                    <a:pt x="1497284" y="1512207"/>
                    <a:pt x="1483450" y="1512797"/>
                    <a:pt x="1468664" y="1513387"/>
                  </a:cubicBezTo>
                  <a:cubicBezTo>
                    <a:pt x="1454376" y="1514611"/>
                    <a:pt x="1440723" y="1514884"/>
                    <a:pt x="1428839" y="1514884"/>
                  </a:cubicBezTo>
                  <a:lnTo>
                    <a:pt x="1405708" y="1514884"/>
                  </a:lnTo>
                  <a:cubicBezTo>
                    <a:pt x="1390739" y="1514884"/>
                    <a:pt x="1382892" y="1523684"/>
                    <a:pt x="1382892" y="1541283"/>
                  </a:cubicBezTo>
                  <a:lnTo>
                    <a:pt x="1382892" y="1645604"/>
                  </a:lnTo>
                  <a:cubicBezTo>
                    <a:pt x="1382892" y="1654675"/>
                    <a:pt x="1375909" y="1658983"/>
                    <a:pt x="1362255" y="1658983"/>
                  </a:cubicBezTo>
                  <a:lnTo>
                    <a:pt x="1280069" y="1658983"/>
                  </a:lnTo>
                  <a:cubicBezTo>
                    <a:pt x="1257934" y="1658983"/>
                    <a:pt x="1246823" y="1649458"/>
                    <a:pt x="1246823" y="1630317"/>
                  </a:cubicBezTo>
                  <a:cubicBezTo>
                    <a:pt x="1246823" y="1623062"/>
                    <a:pt x="1247457" y="1608365"/>
                    <a:pt x="1248182" y="1585505"/>
                  </a:cubicBezTo>
                  <a:cubicBezTo>
                    <a:pt x="1249362" y="1562961"/>
                    <a:pt x="1248772" y="1547405"/>
                    <a:pt x="1246958" y="1538606"/>
                  </a:cubicBezTo>
                  <a:cubicBezTo>
                    <a:pt x="1246958" y="1529989"/>
                    <a:pt x="1245959" y="1524227"/>
                    <a:pt x="1244281" y="1521552"/>
                  </a:cubicBezTo>
                  <a:cubicBezTo>
                    <a:pt x="1242830" y="1519057"/>
                    <a:pt x="1237932" y="1517831"/>
                    <a:pt x="1228997" y="1517831"/>
                  </a:cubicBezTo>
                  <a:lnTo>
                    <a:pt x="1075099" y="1517831"/>
                  </a:lnTo>
                  <a:cubicBezTo>
                    <a:pt x="1052875" y="1517831"/>
                    <a:pt x="1041762" y="1506583"/>
                    <a:pt x="1041762" y="1483723"/>
                  </a:cubicBezTo>
                  <a:cubicBezTo>
                    <a:pt x="1041762" y="1478825"/>
                    <a:pt x="1041263" y="1472158"/>
                    <a:pt x="1039358" y="1463993"/>
                  </a:cubicBezTo>
                  <a:cubicBezTo>
                    <a:pt x="1037547" y="1455883"/>
                    <a:pt x="1037547" y="1447473"/>
                    <a:pt x="1039358" y="1439363"/>
                  </a:cubicBezTo>
                  <a:cubicBezTo>
                    <a:pt x="1041263" y="1430746"/>
                    <a:pt x="1043804" y="1422899"/>
                    <a:pt x="1047069" y="1415644"/>
                  </a:cubicBezTo>
                  <a:cubicBezTo>
                    <a:pt x="1050652" y="1408928"/>
                    <a:pt x="1057320" y="1406299"/>
                    <a:pt x="1067390" y="1408069"/>
                  </a:cubicBezTo>
                  <a:lnTo>
                    <a:pt x="1239065" y="1408069"/>
                  </a:lnTo>
                  <a:cubicBezTo>
                    <a:pt x="1242603" y="1408069"/>
                    <a:pt x="1244054" y="1403758"/>
                    <a:pt x="1244054" y="1394687"/>
                  </a:cubicBezTo>
                  <a:lnTo>
                    <a:pt x="1244054" y="1345157"/>
                  </a:lnTo>
                  <a:cubicBezTo>
                    <a:pt x="1244054" y="1336358"/>
                    <a:pt x="1233850" y="1332094"/>
                    <a:pt x="1213665" y="1332094"/>
                  </a:cubicBezTo>
                  <a:lnTo>
                    <a:pt x="1065031" y="1332094"/>
                  </a:lnTo>
                  <a:cubicBezTo>
                    <a:pt x="1058045" y="1332094"/>
                    <a:pt x="1052286" y="1331777"/>
                    <a:pt x="1047116" y="1331052"/>
                  </a:cubicBezTo>
                  <a:cubicBezTo>
                    <a:pt x="1041762" y="1330144"/>
                    <a:pt x="1039358" y="1325246"/>
                    <a:pt x="1039358" y="1316764"/>
                  </a:cubicBezTo>
                  <a:lnTo>
                    <a:pt x="1039358" y="1284878"/>
                  </a:lnTo>
                  <a:cubicBezTo>
                    <a:pt x="1039358" y="1271271"/>
                    <a:pt x="1038452" y="1260838"/>
                    <a:pt x="1036772" y="1253581"/>
                  </a:cubicBezTo>
                  <a:cubicBezTo>
                    <a:pt x="1033027" y="1244281"/>
                    <a:pt x="1036117" y="1233626"/>
                    <a:pt x="1044256" y="1227773"/>
                  </a:cubicBezTo>
                  <a:cubicBezTo>
                    <a:pt x="1052875" y="1220517"/>
                    <a:pt x="1064125" y="1217342"/>
                    <a:pt x="1077640" y="1217342"/>
                  </a:cubicBezTo>
                  <a:cubicBezTo>
                    <a:pt x="1091427" y="1219155"/>
                    <a:pt x="1106396" y="1219474"/>
                    <a:pt x="1122860" y="1218566"/>
                  </a:cubicBezTo>
                  <a:cubicBezTo>
                    <a:pt x="1138872" y="1217658"/>
                    <a:pt x="1151528" y="1217386"/>
                    <a:pt x="1159963" y="1217386"/>
                  </a:cubicBezTo>
                  <a:lnTo>
                    <a:pt x="1190352" y="1217386"/>
                  </a:lnTo>
                  <a:cubicBezTo>
                    <a:pt x="1200649" y="1217386"/>
                    <a:pt x="1204187" y="1213666"/>
                    <a:pt x="1200649" y="1206953"/>
                  </a:cubicBezTo>
                  <a:cubicBezTo>
                    <a:pt x="1190278" y="1194095"/>
                    <a:pt x="1180147" y="1181046"/>
                    <a:pt x="1170260" y="1167812"/>
                  </a:cubicBezTo>
                  <a:cubicBezTo>
                    <a:pt x="1152841" y="1144542"/>
                    <a:pt x="1135062" y="1121366"/>
                    <a:pt x="1116375" y="1097053"/>
                  </a:cubicBezTo>
                  <a:cubicBezTo>
                    <a:pt x="1091547" y="1064141"/>
                    <a:pt x="1065866" y="1031882"/>
                    <a:pt x="1039358" y="1000307"/>
                  </a:cubicBezTo>
                  <a:cubicBezTo>
                    <a:pt x="1027474" y="981166"/>
                    <a:pt x="1030015" y="965292"/>
                    <a:pt x="1047069" y="953453"/>
                  </a:cubicBezTo>
                  <a:cubicBezTo>
                    <a:pt x="1055506" y="948100"/>
                    <a:pt x="1064441" y="941569"/>
                    <a:pt x="1073784" y="933405"/>
                  </a:cubicBezTo>
                  <a:cubicBezTo>
                    <a:pt x="1083264" y="925694"/>
                    <a:pt x="1094060" y="918257"/>
                    <a:pt x="1106124" y="911453"/>
                  </a:cubicBezTo>
                  <a:cubicBezTo>
                    <a:pt x="1122998" y="900929"/>
                    <a:pt x="1139190" y="910363"/>
                    <a:pt x="1154657" y="939935"/>
                  </a:cubicBezTo>
                  <a:cubicBezTo>
                    <a:pt x="1159963" y="947194"/>
                    <a:pt x="1169624" y="959666"/>
                    <a:pt x="1184274" y="978035"/>
                  </a:cubicBezTo>
                  <a:cubicBezTo>
                    <a:pt x="1198835" y="996633"/>
                    <a:pt x="1213801" y="1015592"/>
                    <a:pt x="1228952" y="1036774"/>
                  </a:cubicBezTo>
                  <a:cubicBezTo>
                    <a:pt x="1244101" y="1058001"/>
                    <a:pt x="1258796" y="1076599"/>
                    <a:pt x="1272585" y="1092744"/>
                  </a:cubicBezTo>
                  <a:cubicBezTo>
                    <a:pt x="1286374" y="1109527"/>
                    <a:pt x="1293811" y="1119777"/>
                    <a:pt x="1295852" y="1123133"/>
                  </a:cubicBezTo>
                  <a:cubicBezTo>
                    <a:pt x="1299119" y="1130165"/>
                    <a:pt x="1305377" y="1134428"/>
                    <a:pt x="1314722" y="1136241"/>
                  </a:cubicBezTo>
                  <a:cubicBezTo>
                    <a:pt x="1324247" y="1138011"/>
                    <a:pt x="1330914" y="1135017"/>
                    <a:pt x="1334134" y="1128350"/>
                  </a:cubicBezTo>
                  <a:cubicBezTo>
                    <a:pt x="1335677" y="1124631"/>
                    <a:pt x="1342752" y="1113971"/>
                    <a:pt x="1355860" y="1095422"/>
                  </a:cubicBezTo>
                  <a:cubicBezTo>
                    <a:pt x="1368560" y="1077460"/>
                    <a:pt x="1382848" y="1057139"/>
                    <a:pt x="1398132" y="1034279"/>
                  </a:cubicBezTo>
                  <a:cubicBezTo>
                    <a:pt x="1413555" y="1011602"/>
                    <a:pt x="1428069" y="990509"/>
                    <a:pt x="1441585" y="970054"/>
                  </a:cubicBezTo>
                  <a:cubicBezTo>
                    <a:pt x="1455556" y="950186"/>
                    <a:pt x="1463993" y="937396"/>
                    <a:pt x="1467440" y="932317"/>
                  </a:cubicBezTo>
                  <a:cubicBezTo>
                    <a:pt x="1475875" y="920070"/>
                    <a:pt x="1483405" y="912359"/>
                    <a:pt x="1488938" y="908914"/>
                  </a:cubicBezTo>
                  <a:cubicBezTo>
                    <a:pt x="1495016" y="905374"/>
                    <a:pt x="1504812" y="906417"/>
                    <a:pt x="1518737" y="911451"/>
                  </a:cubicBezTo>
                  <a:cubicBezTo>
                    <a:pt x="1527220" y="914854"/>
                    <a:pt x="1536745" y="920070"/>
                    <a:pt x="1546497" y="926874"/>
                  </a:cubicBezTo>
                  <a:cubicBezTo>
                    <a:pt x="1557019" y="933995"/>
                    <a:pt x="1564003" y="939347"/>
                    <a:pt x="1567090" y="942884"/>
                  </a:cubicBezTo>
                  <a:cubicBezTo>
                    <a:pt x="1585957" y="962207"/>
                    <a:pt x="1591265" y="978671"/>
                    <a:pt x="1582555" y="992325"/>
                  </a:cubicBezTo>
                  <a:cubicBezTo>
                    <a:pt x="1579290" y="997813"/>
                    <a:pt x="1569765" y="1010829"/>
                    <a:pt x="1554616" y="1031784"/>
                  </a:cubicBezTo>
                  <a:cubicBezTo>
                    <a:pt x="1538650" y="1052559"/>
                    <a:pt x="1522413" y="1074647"/>
                    <a:pt x="1504450" y="1098415"/>
                  </a:cubicBezTo>
                  <a:cubicBezTo>
                    <a:pt x="1487581" y="1120135"/>
                    <a:pt x="1471367" y="1142354"/>
                    <a:pt x="1455828" y="1165043"/>
                  </a:cubicBezTo>
                  <a:cubicBezTo>
                    <a:pt x="1441313" y="1185909"/>
                    <a:pt x="1433239" y="1198427"/>
                    <a:pt x="1431245" y="1201512"/>
                  </a:cubicBezTo>
                  <a:cubicBezTo>
                    <a:pt x="1426572" y="1210129"/>
                    <a:pt x="1428387" y="1215299"/>
                    <a:pt x="1437594" y="1217386"/>
                  </a:cubicBezTo>
                  <a:close/>
                  <a:moveTo>
                    <a:pt x="707570" y="0"/>
                  </a:moveTo>
                  <a:cubicBezTo>
                    <a:pt x="316729" y="47"/>
                    <a:pt x="0" y="157209"/>
                    <a:pt x="0" y="351110"/>
                  </a:cubicBezTo>
                  <a:cubicBezTo>
                    <a:pt x="0" y="544966"/>
                    <a:pt x="316729" y="702128"/>
                    <a:pt x="707570" y="702128"/>
                  </a:cubicBezTo>
                  <a:cubicBezTo>
                    <a:pt x="1098322" y="702128"/>
                    <a:pt x="1415142" y="544966"/>
                    <a:pt x="1415142" y="351065"/>
                  </a:cubicBezTo>
                  <a:cubicBezTo>
                    <a:pt x="1415142" y="157209"/>
                    <a:pt x="1098324" y="91"/>
                    <a:pt x="707570" y="91"/>
                  </a:cubicBezTo>
                  <a:close/>
                  <a:moveTo>
                    <a:pt x="930546" y="792119"/>
                  </a:moveTo>
                  <a:cubicBezTo>
                    <a:pt x="856837" y="804214"/>
                    <a:pt x="782265" y="810282"/>
                    <a:pt x="707570" y="810261"/>
                  </a:cubicBezTo>
                  <a:cubicBezTo>
                    <a:pt x="370794" y="810261"/>
                    <a:pt x="89580" y="693420"/>
                    <a:pt x="18051" y="537119"/>
                  </a:cubicBezTo>
                  <a:cubicBezTo>
                    <a:pt x="6473" y="561468"/>
                    <a:pt x="314" y="588039"/>
                    <a:pt x="0" y="614999"/>
                  </a:cubicBezTo>
                  <a:cubicBezTo>
                    <a:pt x="0" y="808855"/>
                    <a:pt x="316729" y="966062"/>
                    <a:pt x="707570" y="966062"/>
                  </a:cubicBezTo>
                  <a:cubicBezTo>
                    <a:pt x="726620" y="966062"/>
                    <a:pt x="745218" y="965381"/>
                    <a:pt x="763814" y="964611"/>
                  </a:cubicBezTo>
                  <a:cubicBezTo>
                    <a:pt x="807518" y="896717"/>
                    <a:pt x="864175" y="838103"/>
                    <a:pt x="930546" y="792119"/>
                  </a:cubicBezTo>
                  <a:close/>
                  <a:moveTo>
                    <a:pt x="1395684" y="695416"/>
                  </a:moveTo>
                  <a:cubicBezTo>
                    <a:pt x="1407931" y="669608"/>
                    <a:pt x="1415050" y="642802"/>
                    <a:pt x="1415050" y="615088"/>
                  </a:cubicBezTo>
                  <a:cubicBezTo>
                    <a:pt x="1415050" y="588238"/>
                    <a:pt x="1408474" y="562248"/>
                    <a:pt x="1396908" y="537165"/>
                  </a:cubicBezTo>
                  <a:cubicBezTo>
                    <a:pt x="1371554" y="592728"/>
                    <a:pt x="1319121" y="643211"/>
                    <a:pt x="1247548" y="685346"/>
                  </a:cubicBezTo>
                  <a:cubicBezTo>
                    <a:pt x="1257663" y="684848"/>
                    <a:pt x="1267504" y="683759"/>
                    <a:pt x="1277710" y="683759"/>
                  </a:cubicBezTo>
                  <a:cubicBezTo>
                    <a:pt x="1318080" y="683759"/>
                    <a:pt x="1357538" y="687932"/>
                    <a:pt x="1395684" y="695416"/>
                  </a:cubicBezTo>
                  <a:close/>
                  <a:moveTo>
                    <a:pt x="707614" y="1041218"/>
                  </a:moveTo>
                  <a:cubicBezTo>
                    <a:pt x="370794" y="1041218"/>
                    <a:pt x="89580" y="924379"/>
                    <a:pt x="18051" y="768078"/>
                  </a:cubicBezTo>
                  <a:cubicBezTo>
                    <a:pt x="6473" y="792426"/>
                    <a:pt x="315" y="818997"/>
                    <a:pt x="0" y="845956"/>
                  </a:cubicBezTo>
                  <a:cubicBezTo>
                    <a:pt x="0" y="1034324"/>
                    <a:pt x="299219" y="1187587"/>
                    <a:pt x="674642" y="1196160"/>
                  </a:cubicBezTo>
                  <a:cubicBezTo>
                    <a:pt x="683577" y="1141596"/>
                    <a:pt x="699589" y="1089480"/>
                    <a:pt x="722040" y="1040857"/>
                  </a:cubicBezTo>
                  <a:cubicBezTo>
                    <a:pt x="717233" y="1040902"/>
                    <a:pt x="712424" y="1041218"/>
                    <a:pt x="707570" y="1041218"/>
                  </a:cubicBezTo>
                  <a:close/>
                  <a:moveTo>
                    <a:pt x="667338" y="1271269"/>
                  </a:moveTo>
                  <a:cubicBezTo>
                    <a:pt x="348704" y="1262381"/>
                    <a:pt x="86767" y="1149078"/>
                    <a:pt x="18051" y="999037"/>
                  </a:cubicBezTo>
                  <a:cubicBezTo>
                    <a:pt x="6471" y="1023401"/>
                    <a:pt x="312" y="1049987"/>
                    <a:pt x="0" y="1076961"/>
                  </a:cubicBezTo>
                  <a:cubicBezTo>
                    <a:pt x="0" y="1266327"/>
                    <a:pt x="302623" y="1420313"/>
                    <a:pt x="681038" y="1427299"/>
                  </a:cubicBezTo>
                  <a:cubicBezTo>
                    <a:pt x="671334" y="1383878"/>
                    <a:pt x="666391" y="1339529"/>
                    <a:pt x="666296" y="1295037"/>
                  </a:cubicBezTo>
                  <a:cubicBezTo>
                    <a:pt x="666296" y="1287056"/>
                    <a:pt x="667022" y="1279208"/>
                    <a:pt x="667338" y="1271271"/>
                  </a:cubicBezTo>
                  <a:close/>
                  <a:moveTo>
                    <a:pt x="18053" y="1229996"/>
                  </a:moveTo>
                  <a:cubicBezTo>
                    <a:pt x="6467" y="1254357"/>
                    <a:pt x="309" y="1280944"/>
                    <a:pt x="2" y="1307918"/>
                  </a:cubicBezTo>
                  <a:cubicBezTo>
                    <a:pt x="2" y="1501730"/>
                    <a:pt x="316730" y="1658983"/>
                    <a:pt x="707572" y="1658983"/>
                  </a:cubicBezTo>
                  <a:cubicBezTo>
                    <a:pt x="733879" y="1658983"/>
                    <a:pt x="759734" y="1658122"/>
                    <a:pt x="785269" y="1656714"/>
                  </a:cubicBezTo>
                  <a:cubicBezTo>
                    <a:pt x="750861" y="1609649"/>
                    <a:pt x="723368" y="1557902"/>
                    <a:pt x="703626" y="1503045"/>
                  </a:cubicBezTo>
                  <a:cubicBezTo>
                    <a:pt x="368619" y="1502139"/>
                    <a:pt x="89263" y="1385707"/>
                    <a:pt x="18053" y="1229996"/>
                  </a:cubicBezTo>
                  <a:close/>
                  <a:moveTo>
                    <a:pt x="846773" y="1727018"/>
                  </a:moveTo>
                  <a:cubicBezTo>
                    <a:pt x="800517" y="1731680"/>
                    <a:pt x="754059" y="1734042"/>
                    <a:pt x="707570" y="1734095"/>
                  </a:cubicBezTo>
                  <a:cubicBezTo>
                    <a:pt x="370794" y="1734095"/>
                    <a:pt x="89580" y="1617300"/>
                    <a:pt x="18051" y="1460955"/>
                  </a:cubicBezTo>
                  <a:cubicBezTo>
                    <a:pt x="6471" y="1485318"/>
                    <a:pt x="312" y="1511903"/>
                    <a:pt x="0" y="1538877"/>
                  </a:cubicBezTo>
                  <a:cubicBezTo>
                    <a:pt x="0" y="1732733"/>
                    <a:pt x="316729" y="1889942"/>
                    <a:pt x="707570" y="1889942"/>
                  </a:cubicBezTo>
                  <a:cubicBezTo>
                    <a:pt x="822778" y="1889942"/>
                    <a:pt x="931227" y="1875971"/>
                    <a:pt x="1027383" y="1851707"/>
                  </a:cubicBezTo>
                  <a:cubicBezTo>
                    <a:pt x="960113" y="1821426"/>
                    <a:pt x="898914" y="1779160"/>
                    <a:pt x="846772" y="172697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21087" y="1842140"/>
            <a:ext cx="1321835" cy="184666"/>
            <a:chOff x="755649" y="1842140"/>
            <a:chExt cx="1321835" cy="184666"/>
          </a:xfrm>
        </p:grpSpPr>
        <p:sp>
          <p:nvSpPr>
            <p:cNvPr id="28" name="等腰三角形 27"/>
            <p:cNvSpPr/>
            <p:nvPr/>
          </p:nvSpPr>
          <p:spPr>
            <a:xfrm>
              <a:off x="191085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7556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85538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076147" y="1842140"/>
            <a:ext cx="1212731" cy="184666"/>
            <a:chOff x="2994299" y="1842140"/>
            <a:chExt cx="1212731" cy="184666"/>
          </a:xfrm>
        </p:grpSpPr>
        <p:sp>
          <p:nvSpPr>
            <p:cNvPr id="70" name="等腰三角形 69"/>
            <p:cNvSpPr/>
            <p:nvPr/>
          </p:nvSpPr>
          <p:spPr>
            <a:xfrm>
              <a:off x="4040402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299429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12115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5296111" y="1842140"/>
            <a:ext cx="1269425" cy="184666"/>
            <a:chOff x="5232949" y="1842140"/>
            <a:chExt cx="1269425" cy="184666"/>
          </a:xfrm>
        </p:grpSpPr>
        <p:sp>
          <p:nvSpPr>
            <p:cNvPr id="78" name="等腰三角形 77"/>
            <p:cNvSpPr/>
            <p:nvPr/>
          </p:nvSpPr>
          <p:spPr>
            <a:xfrm>
              <a:off x="633574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2329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979112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96111" y="1097528"/>
            <a:ext cx="1070676" cy="252000"/>
            <a:chOff x="5228980" y="1097528"/>
            <a:chExt cx="1070676" cy="252000"/>
          </a:xfrm>
        </p:grpSpPr>
        <p:sp>
          <p:nvSpPr>
            <p:cNvPr id="73" name="文本框 72"/>
            <p:cNvSpPr txBox="1"/>
            <p:nvPr/>
          </p:nvSpPr>
          <p:spPr>
            <a:xfrm>
              <a:off x="553021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市场占有率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11" name="组合 110"/>
            <p:cNvGrpSpPr>
              <a:grpSpLocks noChangeAspect="1"/>
            </p:cNvGrpSpPr>
            <p:nvPr/>
          </p:nvGrpSpPr>
          <p:grpSpPr>
            <a:xfrm>
              <a:off x="5228980" y="1097528"/>
              <a:ext cx="252000" cy="252000"/>
              <a:chOff x="133750" y="133752"/>
              <a:chExt cx="1639323" cy="1639324"/>
            </a:xfrm>
            <a:solidFill>
              <a:schemeClr val="bg1"/>
            </a:solidFill>
          </p:grpSpPr>
          <p:sp>
            <p:nvSpPr>
              <p:cNvPr id="107" name="任意多边形: 形状 106"/>
              <p:cNvSpPr/>
              <p:nvPr/>
            </p:nvSpPr>
            <p:spPr>
              <a:xfrm>
                <a:off x="133750" y="133752"/>
                <a:ext cx="1639323" cy="1639324"/>
              </a:xfrm>
              <a:custGeom>
                <a:avLst/>
                <a:gdLst>
                  <a:gd name="connsiteX0" fmla="*/ 0 w 1639323"/>
                  <a:gd name="connsiteY0" fmla="*/ 1491292 h 1639324"/>
                  <a:gd name="connsiteX1" fmla="*/ 0 w 1639323"/>
                  <a:gd name="connsiteY1" fmla="*/ 148032 h 1639324"/>
                  <a:gd name="connsiteX2" fmla="*/ 2669 w 1639323"/>
                  <a:gd name="connsiteY2" fmla="*/ 141208 h 1639324"/>
                  <a:gd name="connsiteX3" fmla="*/ 9787 w 1639323"/>
                  <a:gd name="connsiteY3" fmla="*/ 110133 h 1639324"/>
                  <a:gd name="connsiteX4" fmla="*/ 142043 w 1639323"/>
                  <a:gd name="connsiteY4" fmla="*/ 1704 h 1639324"/>
                  <a:gd name="connsiteX5" fmla="*/ 148032 w 1639323"/>
                  <a:gd name="connsiteY5" fmla="*/ 0 h 1639324"/>
                  <a:gd name="connsiteX6" fmla="*/ 1492205 w 1639323"/>
                  <a:gd name="connsiteY6" fmla="*/ 0 h 1639324"/>
                  <a:gd name="connsiteX7" fmla="*/ 1499135 w 1639323"/>
                  <a:gd name="connsiteY7" fmla="*/ 1673 h 1639324"/>
                  <a:gd name="connsiteX8" fmla="*/ 1567935 w 1639323"/>
                  <a:gd name="connsiteY8" fmla="*/ 26842 h 1639324"/>
                  <a:gd name="connsiteX9" fmla="*/ 1624102 w 1639323"/>
                  <a:gd name="connsiteY9" fmla="*/ 90944 h 1639324"/>
                  <a:gd name="connsiteX10" fmla="*/ 1638646 w 1639323"/>
                  <a:gd name="connsiteY10" fmla="*/ 140454 h 1639324"/>
                  <a:gd name="connsiteX11" fmla="*/ 1639324 w 1639323"/>
                  <a:gd name="connsiteY11" fmla="*/ 142550 h 1639324"/>
                  <a:gd name="connsiteX12" fmla="*/ 1639324 w 1639323"/>
                  <a:gd name="connsiteY12" fmla="*/ 1497688 h 1639324"/>
                  <a:gd name="connsiteX13" fmla="*/ 1638445 w 1639323"/>
                  <a:gd name="connsiteY13" fmla="*/ 1501537 h 1639324"/>
                  <a:gd name="connsiteX14" fmla="*/ 1637274 w 1639323"/>
                  <a:gd name="connsiteY14" fmla="*/ 1511016 h 1639324"/>
                  <a:gd name="connsiteX15" fmla="*/ 1509643 w 1639323"/>
                  <a:gd name="connsiteY15" fmla="*/ 1636800 h 1639324"/>
                  <a:gd name="connsiteX16" fmla="*/ 1497688 w 1639323"/>
                  <a:gd name="connsiteY16" fmla="*/ 1639324 h 1639324"/>
                  <a:gd name="connsiteX17" fmla="*/ 144377 w 1639323"/>
                  <a:gd name="connsiteY17" fmla="*/ 1639324 h 1639324"/>
                  <a:gd name="connsiteX18" fmla="*/ 131516 w 1639323"/>
                  <a:gd name="connsiteY18" fmla="*/ 1636670 h 1639324"/>
                  <a:gd name="connsiteX19" fmla="*/ 8333 w 1639323"/>
                  <a:gd name="connsiteY19" fmla="*/ 1525452 h 1639324"/>
                  <a:gd name="connsiteX20" fmla="*/ 2536 w 1639323"/>
                  <a:gd name="connsiteY20" fmla="*/ 1498273 h 1639324"/>
                  <a:gd name="connsiteX21" fmla="*/ 0 w 1639323"/>
                  <a:gd name="connsiteY21" fmla="*/ 1491292 h 1639324"/>
                  <a:gd name="connsiteX22" fmla="*/ 424358 w 1639323"/>
                  <a:gd name="connsiteY22" fmla="*/ 819884 h 1639324"/>
                  <a:gd name="connsiteX23" fmla="*/ 422167 w 1639323"/>
                  <a:gd name="connsiteY23" fmla="*/ 823434 h 1639324"/>
                  <a:gd name="connsiteX24" fmla="*/ 362982 w 1639323"/>
                  <a:gd name="connsiteY24" fmla="*/ 916762 h 1639324"/>
                  <a:gd name="connsiteX25" fmla="*/ 354705 w 1639323"/>
                  <a:gd name="connsiteY25" fmla="*/ 929893 h 1639324"/>
                  <a:gd name="connsiteX26" fmla="*/ 361827 w 1639323"/>
                  <a:gd name="connsiteY26" fmla="*/ 957269 h 1639324"/>
                  <a:gd name="connsiteX27" fmla="*/ 365855 w 1639323"/>
                  <a:gd name="connsiteY27" fmla="*/ 959416 h 1639324"/>
                  <a:gd name="connsiteX28" fmla="*/ 474283 w 1639323"/>
                  <a:gd name="connsiteY28" fmla="*/ 1016065 h 1639324"/>
                  <a:gd name="connsiteX29" fmla="*/ 477447 w 1639323"/>
                  <a:gd name="connsiteY29" fmla="*/ 1021348 h 1639324"/>
                  <a:gd name="connsiteX30" fmla="*/ 475611 w 1639323"/>
                  <a:gd name="connsiteY30" fmla="*/ 1063755 h 1639324"/>
                  <a:gd name="connsiteX31" fmla="*/ 473515 w 1639323"/>
                  <a:gd name="connsiteY31" fmla="*/ 1111631 h 1639324"/>
                  <a:gd name="connsiteX32" fmla="*/ 472333 w 1639323"/>
                  <a:gd name="connsiteY32" fmla="*/ 1149045 h 1639324"/>
                  <a:gd name="connsiteX33" fmla="*/ 487146 w 1639323"/>
                  <a:gd name="connsiteY33" fmla="*/ 1167497 h 1639324"/>
                  <a:gd name="connsiteX34" fmla="*/ 496234 w 1639323"/>
                  <a:gd name="connsiteY34" fmla="*/ 1167869 h 1639324"/>
                  <a:gd name="connsiteX35" fmla="*/ 562367 w 1639323"/>
                  <a:gd name="connsiteY35" fmla="*/ 1165152 h 1639324"/>
                  <a:gd name="connsiteX36" fmla="*/ 618909 w 1639323"/>
                  <a:gd name="connsiteY36" fmla="*/ 1162753 h 1639324"/>
                  <a:gd name="connsiteX37" fmla="*/ 624173 w 1639323"/>
                  <a:gd name="connsiteY37" fmla="*/ 1165999 h 1639324"/>
                  <a:gd name="connsiteX38" fmla="*/ 663271 w 1639323"/>
                  <a:gd name="connsiteY38" fmla="*/ 1240851 h 1639324"/>
                  <a:gd name="connsiteX39" fmla="*/ 682585 w 1639323"/>
                  <a:gd name="connsiteY39" fmla="*/ 1277627 h 1639324"/>
                  <a:gd name="connsiteX40" fmla="*/ 701795 w 1639323"/>
                  <a:gd name="connsiteY40" fmla="*/ 1288242 h 1639324"/>
                  <a:gd name="connsiteX41" fmla="*/ 713130 w 1639323"/>
                  <a:gd name="connsiteY41" fmla="*/ 1283789 h 1639324"/>
                  <a:gd name="connsiteX42" fmla="*/ 816417 w 1639323"/>
                  <a:gd name="connsiteY42" fmla="*/ 1218146 h 1639324"/>
                  <a:gd name="connsiteX43" fmla="*/ 824095 w 1639323"/>
                  <a:gd name="connsiteY43" fmla="*/ 1218028 h 1639324"/>
                  <a:gd name="connsiteX44" fmla="*/ 895004 w 1639323"/>
                  <a:gd name="connsiteY44" fmla="*/ 1263104 h 1639324"/>
                  <a:gd name="connsiteX45" fmla="*/ 929338 w 1639323"/>
                  <a:gd name="connsiteY45" fmla="*/ 1284851 h 1639324"/>
                  <a:gd name="connsiteX46" fmla="*/ 951304 w 1639323"/>
                  <a:gd name="connsiteY46" fmla="*/ 1285160 h 1639324"/>
                  <a:gd name="connsiteX47" fmla="*/ 959361 w 1639323"/>
                  <a:gd name="connsiteY47" fmla="*/ 1275451 h 1639324"/>
                  <a:gd name="connsiteX48" fmla="*/ 1006927 w 1639323"/>
                  <a:gd name="connsiteY48" fmla="*/ 1184419 h 1639324"/>
                  <a:gd name="connsiteX49" fmla="*/ 1018155 w 1639323"/>
                  <a:gd name="connsiteY49" fmla="*/ 1163027 h 1639324"/>
                  <a:gd name="connsiteX50" fmla="*/ 1021525 w 1639323"/>
                  <a:gd name="connsiteY50" fmla="*/ 1162814 h 1639324"/>
                  <a:gd name="connsiteX51" fmla="*/ 1064391 w 1639323"/>
                  <a:gd name="connsiteY51" fmla="*/ 1164606 h 1639324"/>
                  <a:gd name="connsiteX52" fmla="*/ 1109541 w 1639323"/>
                  <a:gd name="connsiteY52" fmla="*/ 1166454 h 1639324"/>
                  <a:gd name="connsiteX53" fmla="*/ 1149226 w 1639323"/>
                  <a:gd name="connsiteY53" fmla="*/ 1167893 h 1639324"/>
                  <a:gd name="connsiteX54" fmla="*/ 1167840 w 1639323"/>
                  <a:gd name="connsiteY54" fmla="*/ 1153324 h 1639324"/>
                  <a:gd name="connsiteX55" fmla="*/ 1168535 w 1639323"/>
                  <a:gd name="connsiteY55" fmla="*/ 1145647 h 1639324"/>
                  <a:gd name="connsiteX56" fmla="*/ 1166705 w 1639323"/>
                  <a:gd name="connsiteY56" fmla="*/ 1100039 h 1639324"/>
                  <a:gd name="connsiteX57" fmla="*/ 1163227 w 1639323"/>
                  <a:gd name="connsiteY57" fmla="*/ 1021614 h 1639324"/>
                  <a:gd name="connsiteX58" fmla="*/ 1166555 w 1639323"/>
                  <a:gd name="connsiteY58" fmla="*/ 1015993 h 1639324"/>
                  <a:gd name="connsiteX59" fmla="*/ 1245049 w 1639323"/>
                  <a:gd name="connsiteY59" fmla="*/ 974994 h 1639324"/>
                  <a:gd name="connsiteX60" fmla="*/ 1278190 w 1639323"/>
                  <a:gd name="connsiteY60" fmla="*/ 957596 h 1639324"/>
                  <a:gd name="connsiteX61" fmla="*/ 1288775 w 1639323"/>
                  <a:gd name="connsiteY61" fmla="*/ 940174 h 1639324"/>
                  <a:gd name="connsiteX62" fmla="*/ 1284520 w 1639323"/>
                  <a:gd name="connsiteY62" fmla="*/ 927390 h 1639324"/>
                  <a:gd name="connsiteX63" fmla="*/ 1222844 w 1639323"/>
                  <a:gd name="connsiteY63" fmla="*/ 830238 h 1639324"/>
                  <a:gd name="connsiteX64" fmla="*/ 1216367 w 1639323"/>
                  <a:gd name="connsiteY64" fmla="*/ 819878 h 1639324"/>
                  <a:gd name="connsiteX65" fmla="*/ 1219375 w 1639323"/>
                  <a:gd name="connsiteY65" fmla="*/ 814980 h 1639324"/>
                  <a:gd name="connsiteX66" fmla="*/ 1284863 w 1639323"/>
                  <a:gd name="connsiteY66" fmla="*/ 711595 h 1639324"/>
                  <a:gd name="connsiteX67" fmla="*/ 1288352 w 1639323"/>
                  <a:gd name="connsiteY67" fmla="*/ 703280 h 1639324"/>
                  <a:gd name="connsiteX68" fmla="*/ 1276660 w 1639323"/>
                  <a:gd name="connsiteY68" fmla="*/ 681298 h 1639324"/>
                  <a:gd name="connsiteX69" fmla="*/ 1191724 w 1639323"/>
                  <a:gd name="connsiteY69" fmla="*/ 636861 h 1639324"/>
                  <a:gd name="connsiteX70" fmla="*/ 1163330 w 1639323"/>
                  <a:gd name="connsiteY70" fmla="*/ 621986 h 1639324"/>
                  <a:gd name="connsiteX71" fmla="*/ 1163338 w 1639323"/>
                  <a:gd name="connsiteY71" fmla="*/ 617293 h 1639324"/>
                  <a:gd name="connsiteX72" fmla="*/ 1165535 w 1639323"/>
                  <a:gd name="connsiteY72" fmla="*/ 565760 h 1639324"/>
                  <a:gd name="connsiteX73" fmla="*/ 1167379 w 1639323"/>
                  <a:gd name="connsiteY73" fmla="*/ 520605 h 1639324"/>
                  <a:gd name="connsiteX74" fmla="*/ 1168514 w 1639323"/>
                  <a:gd name="connsiteY74" fmla="*/ 491422 h 1639324"/>
                  <a:gd name="connsiteX75" fmla="*/ 1148841 w 1639323"/>
                  <a:gd name="connsiteY75" fmla="*/ 471701 h 1639324"/>
                  <a:gd name="connsiteX76" fmla="*/ 1136537 w 1639323"/>
                  <a:gd name="connsiteY76" fmla="*/ 472261 h 1639324"/>
                  <a:gd name="connsiteX77" fmla="*/ 1039848 w 1639323"/>
                  <a:gd name="connsiteY77" fmla="*/ 476148 h 1639324"/>
                  <a:gd name="connsiteX78" fmla="*/ 1018542 w 1639323"/>
                  <a:gd name="connsiteY78" fmla="*/ 477071 h 1639324"/>
                  <a:gd name="connsiteX79" fmla="*/ 1016941 w 1639323"/>
                  <a:gd name="connsiteY79" fmla="*/ 474452 h 1639324"/>
                  <a:gd name="connsiteX80" fmla="*/ 972302 w 1639323"/>
                  <a:gd name="connsiteY80" fmla="*/ 389103 h 1639324"/>
                  <a:gd name="connsiteX81" fmla="*/ 958053 w 1639323"/>
                  <a:gd name="connsiteY81" fmla="*/ 362044 h 1639324"/>
                  <a:gd name="connsiteX82" fmla="*/ 940143 w 1639323"/>
                  <a:gd name="connsiteY82" fmla="*/ 351596 h 1639324"/>
                  <a:gd name="connsiteX83" fmla="*/ 927451 w 1639323"/>
                  <a:gd name="connsiteY83" fmla="*/ 356089 h 1639324"/>
                  <a:gd name="connsiteX84" fmla="*/ 824103 w 1639323"/>
                  <a:gd name="connsiteY84" fmla="*/ 421639 h 1639324"/>
                  <a:gd name="connsiteX85" fmla="*/ 820310 w 1639323"/>
                  <a:gd name="connsiteY85" fmla="*/ 423908 h 1639324"/>
                  <a:gd name="connsiteX86" fmla="*/ 815791 w 1639323"/>
                  <a:gd name="connsiteY86" fmla="*/ 421150 h 1639324"/>
                  <a:gd name="connsiteX87" fmla="*/ 730191 w 1639323"/>
                  <a:gd name="connsiteY87" fmla="*/ 366839 h 1639324"/>
                  <a:gd name="connsiteX88" fmla="*/ 710483 w 1639323"/>
                  <a:gd name="connsiteY88" fmla="*/ 354433 h 1639324"/>
                  <a:gd name="connsiteX89" fmla="*/ 685204 w 1639323"/>
                  <a:gd name="connsiteY89" fmla="*/ 358310 h 1639324"/>
                  <a:gd name="connsiteX90" fmla="*/ 681328 w 1639323"/>
                  <a:gd name="connsiteY90" fmla="*/ 364467 h 1639324"/>
                  <a:gd name="connsiteX91" fmla="*/ 624440 w 1639323"/>
                  <a:gd name="connsiteY91" fmla="*/ 473289 h 1639324"/>
                  <a:gd name="connsiteX92" fmla="*/ 618108 w 1639323"/>
                  <a:gd name="connsiteY92" fmla="*/ 477005 h 1639324"/>
                  <a:gd name="connsiteX93" fmla="*/ 564756 w 1639323"/>
                  <a:gd name="connsiteY93" fmla="*/ 474701 h 1639324"/>
                  <a:gd name="connsiteX94" fmla="*/ 521434 w 1639323"/>
                  <a:gd name="connsiteY94" fmla="*/ 472881 h 1639324"/>
                  <a:gd name="connsiteX95" fmla="*/ 492248 w 1639323"/>
                  <a:gd name="connsiteY95" fmla="*/ 471720 h 1639324"/>
                  <a:gd name="connsiteX96" fmla="*/ 472282 w 1639323"/>
                  <a:gd name="connsiteY96" fmla="*/ 491503 h 1639324"/>
                  <a:gd name="connsiteX97" fmla="*/ 472364 w 1639323"/>
                  <a:gd name="connsiteY97" fmla="*/ 496982 h 1639324"/>
                  <a:gd name="connsiteX98" fmla="*/ 475107 w 1639323"/>
                  <a:gd name="connsiteY98" fmla="*/ 562653 h 1639324"/>
                  <a:gd name="connsiteX99" fmla="*/ 477452 w 1639323"/>
                  <a:gd name="connsiteY99" fmla="*/ 618294 h 1639324"/>
                  <a:gd name="connsiteX100" fmla="*/ 473976 w 1639323"/>
                  <a:gd name="connsiteY100" fmla="*/ 623870 h 1639324"/>
                  <a:gd name="connsiteX101" fmla="*/ 405187 w 1639323"/>
                  <a:gd name="connsiteY101" fmla="*/ 659784 h 1639324"/>
                  <a:gd name="connsiteX102" fmla="*/ 363915 w 1639323"/>
                  <a:gd name="connsiteY102" fmla="*/ 681334 h 1639324"/>
                  <a:gd name="connsiteX103" fmla="*/ 352221 w 1639323"/>
                  <a:gd name="connsiteY103" fmla="*/ 696156 h 1639324"/>
                  <a:gd name="connsiteX104" fmla="*/ 355826 w 1639323"/>
                  <a:gd name="connsiteY104" fmla="*/ 711742 h 1639324"/>
                  <a:gd name="connsiteX105" fmla="*/ 418215 w 1639323"/>
                  <a:gd name="connsiteY105" fmla="*/ 810065 h 1639324"/>
                  <a:gd name="connsiteX106" fmla="*/ 424358 w 1639323"/>
                  <a:gd name="connsiteY106" fmla="*/ 819884 h 163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1639323" h="1639324">
                    <a:moveTo>
                      <a:pt x="0" y="1491292"/>
                    </a:moveTo>
                    <a:cubicBezTo>
                      <a:pt x="0" y="1043539"/>
                      <a:pt x="0" y="595785"/>
                      <a:pt x="0" y="148032"/>
                    </a:cubicBezTo>
                    <a:cubicBezTo>
                      <a:pt x="2747" y="146498"/>
                      <a:pt x="2292" y="143582"/>
                      <a:pt x="2669" y="141208"/>
                    </a:cubicBezTo>
                    <a:cubicBezTo>
                      <a:pt x="4342" y="130682"/>
                      <a:pt x="6366" y="120265"/>
                      <a:pt x="9787" y="110133"/>
                    </a:cubicBezTo>
                    <a:cubicBezTo>
                      <a:pt x="29751" y="50981"/>
                      <a:pt x="82469" y="9012"/>
                      <a:pt x="142043" y="1704"/>
                    </a:cubicBezTo>
                    <a:cubicBezTo>
                      <a:pt x="144078" y="1454"/>
                      <a:pt x="146037" y="583"/>
                      <a:pt x="148032" y="0"/>
                    </a:cubicBezTo>
                    <a:cubicBezTo>
                      <a:pt x="596089" y="0"/>
                      <a:pt x="1044148" y="0"/>
                      <a:pt x="1492205" y="0"/>
                    </a:cubicBezTo>
                    <a:cubicBezTo>
                      <a:pt x="1494515" y="569"/>
                      <a:pt x="1496792" y="1371"/>
                      <a:pt x="1499135" y="1673"/>
                    </a:cubicBezTo>
                    <a:cubicBezTo>
                      <a:pt x="1523971" y="4883"/>
                      <a:pt x="1546922" y="13294"/>
                      <a:pt x="1567935" y="26842"/>
                    </a:cubicBezTo>
                    <a:cubicBezTo>
                      <a:pt x="1592740" y="42835"/>
                      <a:pt x="1610881" y="64785"/>
                      <a:pt x="1624102" y="90944"/>
                    </a:cubicBezTo>
                    <a:cubicBezTo>
                      <a:pt x="1631980" y="106530"/>
                      <a:pt x="1637784" y="122776"/>
                      <a:pt x="1638646" y="140454"/>
                    </a:cubicBezTo>
                    <a:cubicBezTo>
                      <a:pt x="1638681" y="141162"/>
                      <a:pt x="1639090" y="141851"/>
                      <a:pt x="1639324" y="142550"/>
                    </a:cubicBezTo>
                    <a:cubicBezTo>
                      <a:pt x="1639324" y="594262"/>
                      <a:pt x="1639324" y="1045976"/>
                      <a:pt x="1639324" y="1497688"/>
                    </a:cubicBezTo>
                    <a:cubicBezTo>
                      <a:pt x="1639025" y="1498969"/>
                      <a:pt x="1638624" y="1500237"/>
                      <a:pt x="1638445" y="1501537"/>
                    </a:cubicBezTo>
                    <a:cubicBezTo>
                      <a:pt x="1638011" y="1504692"/>
                      <a:pt x="1637906" y="1507907"/>
                      <a:pt x="1637274" y="1511016"/>
                    </a:cubicBezTo>
                    <a:cubicBezTo>
                      <a:pt x="1624336" y="1574560"/>
                      <a:pt x="1573526" y="1624597"/>
                      <a:pt x="1509643" y="1636800"/>
                    </a:cubicBezTo>
                    <a:cubicBezTo>
                      <a:pt x="1505644" y="1637563"/>
                      <a:pt x="1501673" y="1638479"/>
                      <a:pt x="1497688" y="1639324"/>
                    </a:cubicBezTo>
                    <a:cubicBezTo>
                      <a:pt x="1046585" y="1639324"/>
                      <a:pt x="595480" y="1639324"/>
                      <a:pt x="144377" y="1639324"/>
                    </a:cubicBezTo>
                    <a:cubicBezTo>
                      <a:pt x="140090" y="1638435"/>
                      <a:pt x="135818" y="1637470"/>
                      <a:pt x="131516" y="1636670"/>
                    </a:cubicBezTo>
                    <a:cubicBezTo>
                      <a:pt x="74241" y="1626029"/>
                      <a:pt x="24579" y="1581360"/>
                      <a:pt x="8333" y="1525452"/>
                    </a:cubicBezTo>
                    <a:cubicBezTo>
                      <a:pt x="5755" y="1516581"/>
                      <a:pt x="4502" y="1507327"/>
                      <a:pt x="2536" y="1498273"/>
                    </a:cubicBezTo>
                    <a:cubicBezTo>
                      <a:pt x="2010" y="1495855"/>
                      <a:pt x="2663" y="1492950"/>
                      <a:pt x="0" y="1491292"/>
                    </a:cubicBezTo>
                    <a:close/>
                    <a:moveTo>
                      <a:pt x="424358" y="819884"/>
                    </a:moveTo>
                    <a:cubicBezTo>
                      <a:pt x="423442" y="821369"/>
                      <a:pt x="422818" y="822408"/>
                      <a:pt x="422167" y="823434"/>
                    </a:cubicBezTo>
                    <a:cubicBezTo>
                      <a:pt x="402440" y="854545"/>
                      <a:pt x="382710" y="885653"/>
                      <a:pt x="362982" y="916762"/>
                    </a:cubicBezTo>
                    <a:cubicBezTo>
                      <a:pt x="360210" y="921133"/>
                      <a:pt x="357315" y="925431"/>
                      <a:pt x="354705" y="929893"/>
                    </a:cubicBezTo>
                    <a:cubicBezTo>
                      <a:pt x="348996" y="939652"/>
                      <a:pt x="352123" y="951478"/>
                      <a:pt x="361827" y="957269"/>
                    </a:cubicBezTo>
                    <a:cubicBezTo>
                      <a:pt x="363133" y="958047"/>
                      <a:pt x="364507" y="958710"/>
                      <a:pt x="365855" y="959416"/>
                    </a:cubicBezTo>
                    <a:cubicBezTo>
                      <a:pt x="401987" y="978320"/>
                      <a:pt x="438106" y="997249"/>
                      <a:pt x="474283" y="1016065"/>
                    </a:cubicBezTo>
                    <a:cubicBezTo>
                      <a:pt x="476672" y="1017308"/>
                      <a:pt x="477576" y="1018700"/>
                      <a:pt x="477447" y="1021348"/>
                    </a:cubicBezTo>
                    <a:cubicBezTo>
                      <a:pt x="476759" y="1035479"/>
                      <a:pt x="476222" y="1049620"/>
                      <a:pt x="475611" y="1063755"/>
                    </a:cubicBezTo>
                    <a:cubicBezTo>
                      <a:pt x="474920" y="1079714"/>
                      <a:pt x="474149" y="1095670"/>
                      <a:pt x="473515" y="1111631"/>
                    </a:cubicBezTo>
                    <a:cubicBezTo>
                      <a:pt x="473020" y="1124099"/>
                      <a:pt x="472501" y="1136570"/>
                      <a:pt x="472333" y="1149045"/>
                    </a:cubicBezTo>
                    <a:cubicBezTo>
                      <a:pt x="472213" y="1157910"/>
                      <a:pt x="478560" y="1165698"/>
                      <a:pt x="487146" y="1167497"/>
                    </a:cubicBezTo>
                    <a:cubicBezTo>
                      <a:pt x="490076" y="1168110"/>
                      <a:pt x="493207" y="1167987"/>
                      <a:pt x="496234" y="1167869"/>
                    </a:cubicBezTo>
                    <a:cubicBezTo>
                      <a:pt x="518281" y="1167010"/>
                      <a:pt x="540324" y="1166068"/>
                      <a:pt x="562367" y="1165152"/>
                    </a:cubicBezTo>
                    <a:cubicBezTo>
                      <a:pt x="581216" y="1164370"/>
                      <a:pt x="600066" y="1163633"/>
                      <a:pt x="618909" y="1162753"/>
                    </a:cubicBezTo>
                    <a:cubicBezTo>
                      <a:pt x="621633" y="1162626"/>
                      <a:pt x="622966" y="1163675"/>
                      <a:pt x="624173" y="1165999"/>
                    </a:cubicBezTo>
                    <a:cubicBezTo>
                      <a:pt x="637145" y="1190982"/>
                      <a:pt x="650220" y="1215911"/>
                      <a:pt x="663271" y="1240851"/>
                    </a:cubicBezTo>
                    <a:cubicBezTo>
                      <a:pt x="669693" y="1253119"/>
                      <a:pt x="676043" y="1265424"/>
                      <a:pt x="682585" y="1277627"/>
                    </a:cubicBezTo>
                    <a:cubicBezTo>
                      <a:pt x="686651" y="1285213"/>
                      <a:pt x="693247" y="1288653"/>
                      <a:pt x="701795" y="1288242"/>
                    </a:cubicBezTo>
                    <a:cubicBezTo>
                      <a:pt x="706036" y="1288038"/>
                      <a:pt x="709625" y="1286017"/>
                      <a:pt x="713130" y="1283789"/>
                    </a:cubicBezTo>
                    <a:cubicBezTo>
                      <a:pt x="747562" y="1261914"/>
                      <a:pt x="782032" y="1240097"/>
                      <a:pt x="816417" y="1218146"/>
                    </a:cubicBezTo>
                    <a:cubicBezTo>
                      <a:pt x="819214" y="1216360"/>
                      <a:pt x="821176" y="1216154"/>
                      <a:pt x="824095" y="1218028"/>
                    </a:cubicBezTo>
                    <a:cubicBezTo>
                      <a:pt x="847661" y="1233162"/>
                      <a:pt x="871351" y="1248104"/>
                      <a:pt x="895004" y="1263104"/>
                    </a:cubicBezTo>
                    <a:cubicBezTo>
                      <a:pt x="906446" y="1270359"/>
                      <a:pt x="917879" y="1277623"/>
                      <a:pt x="929338" y="1284851"/>
                    </a:cubicBezTo>
                    <a:cubicBezTo>
                      <a:pt x="936581" y="1289422"/>
                      <a:pt x="943949" y="1289573"/>
                      <a:pt x="951304" y="1285160"/>
                    </a:cubicBezTo>
                    <a:cubicBezTo>
                      <a:pt x="955095" y="1282887"/>
                      <a:pt x="957360" y="1279285"/>
                      <a:pt x="959361" y="1275451"/>
                    </a:cubicBezTo>
                    <a:cubicBezTo>
                      <a:pt x="975196" y="1245096"/>
                      <a:pt x="991063" y="1214759"/>
                      <a:pt x="1006927" y="1184419"/>
                    </a:cubicBezTo>
                    <a:cubicBezTo>
                      <a:pt x="1010658" y="1177284"/>
                      <a:pt x="1014411" y="1170159"/>
                      <a:pt x="1018155" y="1163027"/>
                    </a:cubicBezTo>
                    <a:cubicBezTo>
                      <a:pt x="1019425" y="1162942"/>
                      <a:pt x="1020480" y="1162770"/>
                      <a:pt x="1021525" y="1162814"/>
                    </a:cubicBezTo>
                    <a:cubicBezTo>
                      <a:pt x="1035814" y="1163395"/>
                      <a:pt x="1050101" y="1164012"/>
                      <a:pt x="1064391" y="1164606"/>
                    </a:cubicBezTo>
                    <a:cubicBezTo>
                      <a:pt x="1079439" y="1165232"/>
                      <a:pt x="1094490" y="1165860"/>
                      <a:pt x="1109541" y="1166454"/>
                    </a:cubicBezTo>
                    <a:cubicBezTo>
                      <a:pt x="1122768" y="1166978"/>
                      <a:pt x="1135993" y="1167648"/>
                      <a:pt x="1149226" y="1167893"/>
                    </a:cubicBezTo>
                    <a:cubicBezTo>
                      <a:pt x="1158278" y="1168061"/>
                      <a:pt x="1165660" y="1162104"/>
                      <a:pt x="1167840" y="1153324"/>
                    </a:cubicBezTo>
                    <a:cubicBezTo>
                      <a:pt x="1168453" y="1150855"/>
                      <a:pt x="1168623" y="1148199"/>
                      <a:pt x="1168535" y="1145647"/>
                    </a:cubicBezTo>
                    <a:cubicBezTo>
                      <a:pt x="1168002" y="1130442"/>
                      <a:pt x="1167360" y="1115241"/>
                      <a:pt x="1166705" y="1100039"/>
                    </a:cubicBezTo>
                    <a:cubicBezTo>
                      <a:pt x="1165580" y="1073896"/>
                      <a:pt x="1164451" y="1047752"/>
                      <a:pt x="1163227" y="1021614"/>
                    </a:cubicBezTo>
                    <a:cubicBezTo>
                      <a:pt x="1163096" y="1018799"/>
                      <a:pt x="1164012" y="1017310"/>
                      <a:pt x="1166555" y="1015993"/>
                    </a:cubicBezTo>
                    <a:cubicBezTo>
                      <a:pt x="1192762" y="1002408"/>
                      <a:pt x="1218896" y="988684"/>
                      <a:pt x="1245049" y="974994"/>
                    </a:cubicBezTo>
                    <a:cubicBezTo>
                      <a:pt x="1256102" y="969209"/>
                      <a:pt x="1267187" y="963477"/>
                      <a:pt x="1278190" y="957596"/>
                    </a:cubicBezTo>
                    <a:cubicBezTo>
                      <a:pt x="1285086" y="953911"/>
                      <a:pt x="1288592" y="947971"/>
                      <a:pt x="1288775" y="940174"/>
                    </a:cubicBezTo>
                    <a:cubicBezTo>
                      <a:pt x="1288886" y="935443"/>
                      <a:pt x="1287035" y="931342"/>
                      <a:pt x="1284520" y="927390"/>
                    </a:cubicBezTo>
                    <a:cubicBezTo>
                      <a:pt x="1263922" y="895031"/>
                      <a:pt x="1243391" y="862630"/>
                      <a:pt x="1222844" y="830238"/>
                    </a:cubicBezTo>
                    <a:cubicBezTo>
                      <a:pt x="1220660" y="826794"/>
                      <a:pt x="1218521" y="823322"/>
                      <a:pt x="1216367" y="819878"/>
                    </a:cubicBezTo>
                    <a:cubicBezTo>
                      <a:pt x="1217470" y="818081"/>
                      <a:pt x="1218401" y="816516"/>
                      <a:pt x="1219375" y="814980"/>
                    </a:cubicBezTo>
                    <a:cubicBezTo>
                      <a:pt x="1241218" y="780527"/>
                      <a:pt x="1263094" y="746094"/>
                      <a:pt x="1284863" y="711595"/>
                    </a:cubicBezTo>
                    <a:cubicBezTo>
                      <a:pt x="1286453" y="709077"/>
                      <a:pt x="1287818" y="706175"/>
                      <a:pt x="1288352" y="703280"/>
                    </a:cubicBezTo>
                    <a:cubicBezTo>
                      <a:pt x="1290123" y="693712"/>
                      <a:pt x="1286026" y="686209"/>
                      <a:pt x="1276660" y="681298"/>
                    </a:cubicBezTo>
                    <a:cubicBezTo>
                      <a:pt x="1248363" y="666456"/>
                      <a:pt x="1220036" y="651672"/>
                      <a:pt x="1191724" y="636861"/>
                    </a:cubicBezTo>
                    <a:cubicBezTo>
                      <a:pt x="1182293" y="631929"/>
                      <a:pt x="1172868" y="626983"/>
                      <a:pt x="1163330" y="621986"/>
                    </a:cubicBezTo>
                    <a:cubicBezTo>
                      <a:pt x="1163330" y="620314"/>
                      <a:pt x="1163275" y="618801"/>
                      <a:pt x="1163338" y="617293"/>
                    </a:cubicBezTo>
                    <a:cubicBezTo>
                      <a:pt x="1164061" y="600114"/>
                      <a:pt x="1164813" y="582937"/>
                      <a:pt x="1165535" y="565760"/>
                    </a:cubicBezTo>
                    <a:cubicBezTo>
                      <a:pt x="1166167" y="550709"/>
                      <a:pt x="1166764" y="535658"/>
                      <a:pt x="1167379" y="520605"/>
                    </a:cubicBezTo>
                    <a:cubicBezTo>
                      <a:pt x="1167777" y="510878"/>
                      <a:pt x="1168442" y="501151"/>
                      <a:pt x="1168514" y="491422"/>
                    </a:cubicBezTo>
                    <a:cubicBezTo>
                      <a:pt x="1168598" y="480247"/>
                      <a:pt x="1160008" y="471798"/>
                      <a:pt x="1148841" y="471701"/>
                    </a:cubicBezTo>
                    <a:cubicBezTo>
                      <a:pt x="1144742" y="471665"/>
                      <a:pt x="1140640" y="472095"/>
                      <a:pt x="1136537" y="472261"/>
                    </a:cubicBezTo>
                    <a:cubicBezTo>
                      <a:pt x="1104308" y="473563"/>
                      <a:pt x="1072078" y="474848"/>
                      <a:pt x="1039848" y="476148"/>
                    </a:cubicBezTo>
                    <a:cubicBezTo>
                      <a:pt x="1032715" y="476436"/>
                      <a:pt x="1025585" y="476765"/>
                      <a:pt x="1018542" y="477071"/>
                    </a:cubicBezTo>
                    <a:cubicBezTo>
                      <a:pt x="1017881" y="475998"/>
                      <a:pt x="1017359" y="475252"/>
                      <a:pt x="1016941" y="474452"/>
                    </a:cubicBezTo>
                    <a:cubicBezTo>
                      <a:pt x="1002056" y="446005"/>
                      <a:pt x="987184" y="417552"/>
                      <a:pt x="972302" y="389103"/>
                    </a:cubicBezTo>
                    <a:cubicBezTo>
                      <a:pt x="967577" y="380070"/>
                      <a:pt x="962948" y="370983"/>
                      <a:pt x="958053" y="362044"/>
                    </a:cubicBezTo>
                    <a:cubicBezTo>
                      <a:pt x="954234" y="355068"/>
                      <a:pt x="948291" y="351522"/>
                      <a:pt x="940143" y="351596"/>
                    </a:cubicBezTo>
                    <a:cubicBezTo>
                      <a:pt x="935302" y="351640"/>
                      <a:pt x="931354" y="353610"/>
                      <a:pt x="927451" y="356089"/>
                    </a:cubicBezTo>
                    <a:cubicBezTo>
                      <a:pt x="893013" y="377957"/>
                      <a:pt x="858558" y="399796"/>
                      <a:pt x="824103" y="421639"/>
                    </a:cubicBezTo>
                    <a:cubicBezTo>
                      <a:pt x="822840" y="422439"/>
                      <a:pt x="821538" y="423176"/>
                      <a:pt x="820310" y="423908"/>
                    </a:cubicBezTo>
                    <a:cubicBezTo>
                      <a:pt x="818645" y="422894"/>
                      <a:pt x="817203" y="422045"/>
                      <a:pt x="815791" y="421150"/>
                    </a:cubicBezTo>
                    <a:cubicBezTo>
                      <a:pt x="787256" y="403050"/>
                      <a:pt x="758725" y="384941"/>
                      <a:pt x="730191" y="366839"/>
                    </a:cubicBezTo>
                    <a:cubicBezTo>
                      <a:pt x="723636" y="362681"/>
                      <a:pt x="717146" y="358409"/>
                      <a:pt x="710483" y="354433"/>
                    </a:cubicBezTo>
                    <a:cubicBezTo>
                      <a:pt x="701884" y="349300"/>
                      <a:pt x="691551" y="350916"/>
                      <a:pt x="685204" y="358310"/>
                    </a:cubicBezTo>
                    <a:cubicBezTo>
                      <a:pt x="683641" y="360132"/>
                      <a:pt x="682453" y="362322"/>
                      <a:pt x="681328" y="364467"/>
                    </a:cubicBezTo>
                    <a:cubicBezTo>
                      <a:pt x="662320" y="400717"/>
                      <a:pt x="643313" y="436968"/>
                      <a:pt x="624440" y="473289"/>
                    </a:cubicBezTo>
                    <a:cubicBezTo>
                      <a:pt x="622951" y="476154"/>
                      <a:pt x="621291" y="477163"/>
                      <a:pt x="618108" y="477005"/>
                    </a:cubicBezTo>
                    <a:cubicBezTo>
                      <a:pt x="600329" y="476129"/>
                      <a:pt x="582541" y="475449"/>
                      <a:pt x="564756" y="474701"/>
                    </a:cubicBezTo>
                    <a:cubicBezTo>
                      <a:pt x="550315" y="474094"/>
                      <a:pt x="535875" y="473487"/>
                      <a:pt x="521434" y="472881"/>
                    </a:cubicBezTo>
                    <a:cubicBezTo>
                      <a:pt x="511706" y="472474"/>
                      <a:pt x="501980" y="471836"/>
                      <a:pt x="492248" y="471720"/>
                    </a:cubicBezTo>
                    <a:cubicBezTo>
                      <a:pt x="480677" y="471583"/>
                      <a:pt x="472383" y="480013"/>
                      <a:pt x="472282" y="491503"/>
                    </a:cubicBezTo>
                    <a:cubicBezTo>
                      <a:pt x="472267" y="493329"/>
                      <a:pt x="472287" y="495159"/>
                      <a:pt x="472364" y="496982"/>
                    </a:cubicBezTo>
                    <a:cubicBezTo>
                      <a:pt x="473272" y="518873"/>
                      <a:pt x="474197" y="540762"/>
                      <a:pt x="475107" y="562653"/>
                    </a:cubicBezTo>
                    <a:cubicBezTo>
                      <a:pt x="475878" y="581201"/>
                      <a:pt x="476577" y="599752"/>
                      <a:pt x="477452" y="618294"/>
                    </a:cubicBezTo>
                    <a:cubicBezTo>
                      <a:pt x="477591" y="621217"/>
                      <a:pt x="476424" y="622601"/>
                      <a:pt x="473976" y="623870"/>
                    </a:cubicBezTo>
                    <a:cubicBezTo>
                      <a:pt x="451013" y="635778"/>
                      <a:pt x="428110" y="647798"/>
                      <a:pt x="405187" y="659784"/>
                    </a:cubicBezTo>
                    <a:cubicBezTo>
                      <a:pt x="391435" y="666976"/>
                      <a:pt x="377705" y="674214"/>
                      <a:pt x="363915" y="681334"/>
                    </a:cubicBezTo>
                    <a:cubicBezTo>
                      <a:pt x="357720" y="684532"/>
                      <a:pt x="353544" y="689188"/>
                      <a:pt x="352221" y="696156"/>
                    </a:cubicBezTo>
                    <a:cubicBezTo>
                      <a:pt x="351135" y="701877"/>
                      <a:pt x="352767" y="706929"/>
                      <a:pt x="355826" y="711742"/>
                    </a:cubicBezTo>
                    <a:cubicBezTo>
                      <a:pt x="376651" y="744497"/>
                      <a:pt x="397428" y="777285"/>
                      <a:pt x="418215" y="810065"/>
                    </a:cubicBezTo>
                    <a:cubicBezTo>
                      <a:pt x="420240" y="813268"/>
                      <a:pt x="422235" y="816491"/>
                      <a:pt x="424358" y="81988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40085" y="664884"/>
                <a:ext cx="280316" cy="280237"/>
              </a:xfrm>
              <a:custGeom>
                <a:avLst/>
                <a:gdLst>
                  <a:gd name="connsiteX0" fmla="*/ 139755 w 280316"/>
                  <a:gd name="connsiteY0" fmla="*/ 280237 h 280237"/>
                  <a:gd name="connsiteX1" fmla="*/ 0 w 280316"/>
                  <a:gd name="connsiteY1" fmla="*/ 139414 h 280237"/>
                  <a:gd name="connsiteX2" fmla="*/ 142101 w 280316"/>
                  <a:gd name="connsiteY2" fmla="*/ 13 h 280237"/>
                  <a:gd name="connsiteX3" fmla="*/ 280316 w 280316"/>
                  <a:gd name="connsiteY3" fmla="*/ 140160 h 280237"/>
                  <a:gd name="connsiteX4" fmla="*/ 139755 w 280316"/>
                  <a:gd name="connsiteY4" fmla="*/ 280237 h 280237"/>
                  <a:gd name="connsiteX5" fmla="*/ 213292 w 280316"/>
                  <a:gd name="connsiteY5" fmla="*/ 142871 h 280237"/>
                  <a:gd name="connsiteX6" fmla="*/ 141975 w 280316"/>
                  <a:gd name="connsiteY6" fmla="*/ 66934 h 280237"/>
                  <a:gd name="connsiteX7" fmla="*/ 67051 w 280316"/>
                  <a:gd name="connsiteY7" fmla="*/ 135976 h 280237"/>
                  <a:gd name="connsiteX8" fmla="*/ 135537 w 280316"/>
                  <a:gd name="connsiteY8" fmla="*/ 213156 h 280237"/>
                  <a:gd name="connsiteX9" fmla="*/ 213292 w 280316"/>
                  <a:gd name="connsiteY9" fmla="*/ 142871 h 28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316" h="280237">
                    <a:moveTo>
                      <a:pt x="139755" y="280237"/>
                    </a:moveTo>
                    <a:cubicBezTo>
                      <a:pt x="62408" y="280231"/>
                      <a:pt x="-156" y="217308"/>
                      <a:pt x="0" y="139414"/>
                    </a:cubicBezTo>
                    <a:cubicBezTo>
                      <a:pt x="153" y="62538"/>
                      <a:pt x="63287" y="-1044"/>
                      <a:pt x="142101" y="13"/>
                    </a:cubicBezTo>
                    <a:cubicBezTo>
                      <a:pt x="217467" y="1024"/>
                      <a:pt x="280103" y="61986"/>
                      <a:pt x="280316" y="140160"/>
                    </a:cubicBezTo>
                    <a:cubicBezTo>
                      <a:pt x="280523" y="217531"/>
                      <a:pt x="217415" y="280243"/>
                      <a:pt x="139755" y="280237"/>
                    </a:cubicBezTo>
                    <a:close/>
                    <a:moveTo>
                      <a:pt x="213292" y="142871"/>
                    </a:moveTo>
                    <a:cubicBezTo>
                      <a:pt x="214849" y="103122"/>
                      <a:pt x="183729" y="68029"/>
                      <a:pt x="141975" y="66934"/>
                    </a:cubicBezTo>
                    <a:cubicBezTo>
                      <a:pt x="103248" y="65919"/>
                      <a:pt x="69364" y="95438"/>
                      <a:pt x="67051" y="135976"/>
                    </a:cubicBezTo>
                    <a:cubicBezTo>
                      <a:pt x="64711" y="176965"/>
                      <a:pt x="95978" y="210706"/>
                      <a:pt x="135537" y="213156"/>
                    </a:cubicBezTo>
                    <a:cubicBezTo>
                      <a:pt x="176773" y="215711"/>
                      <a:pt x="211727" y="183896"/>
                      <a:pt x="213292" y="142871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987840" y="943940"/>
                <a:ext cx="280262" cy="280254"/>
              </a:xfrm>
              <a:custGeom>
                <a:avLst/>
                <a:gdLst>
                  <a:gd name="connsiteX0" fmla="*/ 280262 w 280262"/>
                  <a:gd name="connsiteY0" fmla="*/ 140408 h 280254"/>
                  <a:gd name="connsiteX1" fmla="*/ 140025 w 280262"/>
                  <a:gd name="connsiteY1" fmla="*/ 280255 h 280254"/>
                  <a:gd name="connsiteX2" fmla="*/ 38 w 280262"/>
                  <a:gd name="connsiteY2" fmla="*/ 136892 h 280254"/>
                  <a:gd name="connsiteX3" fmla="*/ 140562 w 280262"/>
                  <a:gd name="connsiteY3" fmla="*/ 0 h 280254"/>
                  <a:gd name="connsiteX4" fmla="*/ 280262 w 280262"/>
                  <a:gd name="connsiteY4" fmla="*/ 140408 h 280254"/>
                  <a:gd name="connsiteX5" fmla="*/ 213278 w 280262"/>
                  <a:gd name="connsiteY5" fmla="*/ 140246 h 280254"/>
                  <a:gd name="connsiteX6" fmla="*/ 140280 w 280262"/>
                  <a:gd name="connsiteY6" fmla="*/ 66973 h 280254"/>
                  <a:gd name="connsiteX7" fmla="*/ 66938 w 280262"/>
                  <a:gd name="connsiteY7" fmla="*/ 140016 h 280254"/>
                  <a:gd name="connsiteX8" fmla="*/ 140054 w 280262"/>
                  <a:gd name="connsiteY8" fmla="*/ 213313 h 280254"/>
                  <a:gd name="connsiteX9" fmla="*/ 213278 w 280262"/>
                  <a:gd name="connsiteY9" fmla="*/ 140246 h 28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262" h="280254">
                    <a:moveTo>
                      <a:pt x="280262" y="140408"/>
                    </a:moveTo>
                    <a:cubicBezTo>
                      <a:pt x="280359" y="216679"/>
                      <a:pt x="218300" y="280399"/>
                      <a:pt x="140025" y="280255"/>
                    </a:cubicBezTo>
                    <a:cubicBezTo>
                      <a:pt x="59009" y="280106"/>
                      <a:pt x="-1735" y="212631"/>
                      <a:pt x="38" y="136892"/>
                    </a:cubicBezTo>
                    <a:cubicBezTo>
                      <a:pt x="1742" y="64058"/>
                      <a:pt x="61469" y="-120"/>
                      <a:pt x="140562" y="0"/>
                    </a:cubicBezTo>
                    <a:cubicBezTo>
                      <a:pt x="217872" y="118"/>
                      <a:pt x="280279" y="62904"/>
                      <a:pt x="280262" y="140408"/>
                    </a:cubicBezTo>
                    <a:close/>
                    <a:moveTo>
                      <a:pt x="213278" y="140246"/>
                    </a:moveTo>
                    <a:cubicBezTo>
                      <a:pt x="213282" y="99661"/>
                      <a:pt x="180736" y="66992"/>
                      <a:pt x="140280" y="66973"/>
                    </a:cubicBezTo>
                    <a:cubicBezTo>
                      <a:pt x="99821" y="66956"/>
                      <a:pt x="67035" y="99608"/>
                      <a:pt x="66938" y="140016"/>
                    </a:cubicBezTo>
                    <a:cubicBezTo>
                      <a:pt x="66841" y="180339"/>
                      <a:pt x="99697" y="213277"/>
                      <a:pt x="140054" y="213313"/>
                    </a:cubicBezTo>
                    <a:cubicBezTo>
                      <a:pt x="180559" y="213353"/>
                      <a:pt x="213274" y="180708"/>
                      <a:pt x="213278" y="140246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754795" y="684295"/>
                <a:ext cx="375590" cy="558159"/>
              </a:xfrm>
              <a:custGeom>
                <a:avLst/>
                <a:gdLst>
                  <a:gd name="connsiteX0" fmla="*/ 57481 w 375590"/>
                  <a:gd name="connsiteY0" fmla="*/ 558160 h 558159"/>
                  <a:gd name="connsiteX1" fmla="*/ 0 w 375590"/>
                  <a:gd name="connsiteY1" fmla="*/ 523219 h 558159"/>
                  <a:gd name="connsiteX2" fmla="*/ 318106 w 375590"/>
                  <a:gd name="connsiteY2" fmla="*/ 0 h 558159"/>
                  <a:gd name="connsiteX3" fmla="*/ 375590 w 375590"/>
                  <a:gd name="connsiteY3" fmla="*/ 34937 h 558159"/>
                  <a:gd name="connsiteX4" fmla="*/ 57481 w 375590"/>
                  <a:gd name="connsiteY4" fmla="*/ 558160 h 55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590" h="558159">
                    <a:moveTo>
                      <a:pt x="57481" y="558160"/>
                    </a:moveTo>
                    <a:cubicBezTo>
                      <a:pt x="38249" y="546469"/>
                      <a:pt x="19414" y="535020"/>
                      <a:pt x="0" y="523219"/>
                    </a:cubicBezTo>
                    <a:cubicBezTo>
                      <a:pt x="106023" y="348834"/>
                      <a:pt x="211923" y="174648"/>
                      <a:pt x="318106" y="0"/>
                    </a:cubicBezTo>
                    <a:cubicBezTo>
                      <a:pt x="337309" y="11672"/>
                      <a:pt x="356230" y="23170"/>
                      <a:pt x="375590" y="34937"/>
                    </a:cubicBezTo>
                    <a:cubicBezTo>
                      <a:pt x="269470" y="209482"/>
                      <a:pt x="163555" y="383689"/>
                      <a:pt x="57481" y="55816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7500556" y="1380925"/>
            <a:ext cx="1595978" cy="430887"/>
            <a:chOff x="7641351" y="1380925"/>
            <a:chExt cx="1595978" cy="430887"/>
          </a:xfrm>
        </p:grpSpPr>
        <p:sp>
          <p:nvSpPr>
            <p:cNvPr id="83" name="文本框 82"/>
            <p:cNvSpPr txBox="1"/>
            <p:nvPr/>
          </p:nvSpPr>
          <p:spPr>
            <a:xfrm>
              <a:off x="7641351" y="1380925"/>
              <a:ext cx="138659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950,000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TextBox 21+"/>
            <p:cNvSpPr txBox="1"/>
            <p:nvPr/>
          </p:nvSpPr>
          <p:spPr>
            <a:xfrm>
              <a:off x="9057793" y="1529661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500556" y="1842140"/>
            <a:ext cx="1578092" cy="184666"/>
            <a:chOff x="7484786" y="1842140"/>
            <a:chExt cx="1578092" cy="184666"/>
          </a:xfrm>
        </p:grpSpPr>
        <p:sp>
          <p:nvSpPr>
            <p:cNvPr id="113" name="Isosceles Triangle 77+"/>
            <p:cNvSpPr/>
            <p:nvPr/>
          </p:nvSpPr>
          <p:spPr>
            <a:xfrm>
              <a:off x="8896250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TextBox 101+"/>
            <p:cNvSpPr txBox="1"/>
            <p:nvPr/>
          </p:nvSpPr>
          <p:spPr>
            <a:xfrm>
              <a:off x="7484786" y="1842140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环比增速加快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TextBox 102+"/>
            <p:cNvSpPr txBox="1"/>
            <p:nvPr/>
          </p:nvSpPr>
          <p:spPr>
            <a:xfrm>
              <a:off x="8497136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500556" y="1113609"/>
            <a:ext cx="1400887" cy="227785"/>
            <a:chOff x="7451635" y="1113609"/>
            <a:chExt cx="1400887" cy="227785"/>
          </a:xfrm>
        </p:grpSpPr>
        <p:sp>
          <p:nvSpPr>
            <p:cNvPr id="81" name="文本框 80"/>
            <p:cNvSpPr txBox="1"/>
            <p:nvPr/>
          </p:nvSpPr>
          <p:spPr>
            <a:xfrm>
              <a:off x="7775304" y="1134267"/>
              <a:ext cx="107721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累计付费客户数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8" name="图形 116"/>
            <p:cNvSpPr>
              <a:spLocks noChangeAspect="1"/>
            </p:cNvSpPr>
            <p:nvPr/>
          </p:nvSpPr>
          <p:spPr>
            <a:xfrm>
              <a:off x="7451635" y="1113609"/>
              <a:ext cx="288000" cy="227785"/>
            </a:xfrm>
            <a:custGeom>
              <a:avLst/>
              <a:gdLst>
                <a:gd name="connsiteX0" fmla="*/ 919265 w 1587522"/>
                <a:gd name="connsiteY0" fmla="*/ 806371 h 1255602"/>
                <a:gd name="connsiteX1" fmla="*/ 852114 w 1587522"/>
                <a:gd name="connsiteY1" fmla="*/ 785178 h 1255602"/>
                <a:gd name="connsiteX2" fmla="*/ 806155 w 1587522"/>
                <a:gd name="connsiteY2" fmla="*/ 696754 h 1255602"/>
                <a:gd name="connsiteX3" fmla="*/ 859178 w 1587522"/>
                <a:gd name="connsiteY3" fmla="*/ 601504 h 1255602"/>
                <a:gd name="connsiteX4" fmla="*/ 940537 w 1587522"/>
                <a:gd name="connsiteY4" fmla="*/ 357188 h 1255602"/>
                <a:gd name="connsiteX5" fmla="*/ 625895 w 1587522"/>
                <a:gd name="connsiteY5" fmla="*/ 0 h 1255602"/>
                <a:gd name="connsiteX6" fmla="*/ 311252 w 1587522"/>
                <a:gd name="connsiteY6" fmla="*/ 360601 h 1255602"/>
                <a:gd name="connsiteX7" fmla="*/ 392453 w 1587522"/>
                <a:gd name="connsiteY7" fmla="*/ 604838 h 1255602"/>
                <a:gd name="connsiteX8" fmla="*/ 429499 w 1587522"/>
                <a:gd name="connsiteY8" fmla="*/ 756292 h 1255602"/>
                <a:gd name="connsiteX9" fmla="*/ 399517 w 1587522"/>
                <a:gd name="connsiteY9" fmla="*/ 788670 h 1255602"/>
                <a:gd name="connsiteX10" fmla="*/ 399517 w 1587522"/>
                <a:gd name="connsiteY10" fmla="*/ 792242 h 1255602"/>
                <a:gd name="connsiteX11" fmla="*/ 392453 w 1587522"/>
                <a:gd name="connsiteY11" fmla="*/ 795814 h 1255602"/>
                <a:gd name="connsiteX12" fmla="*/ 335859 w 1587522"/>
                <a:gd name="connsiteY12" fmla="*/ 813514 h 1255602"/>
                <a:gd name="connsiteX13" fmla="*/ 21216 w 1587522"/>
                <a:gd name="connsiteY13" fmla="*/ 1018619 h 1255602"/>
                <a:gd name="connsiteX14" fmla="*/ 24788 w 1587522"/>
                <a:gd name="connsiteY14" fmla="*/ 1018619 h 1255602"/>
                <a:gd name="connsiteX15" fmla="*/ 23 w 1587522"/>
                <a:gd name="connsiteY15" fmla="*/ 1099899 h 1255602"/>
                <a:gd name="connsiteX16" fmla="*/ 158773 w 1587522"/>
                <a:gd name="connsiteY16" fmla="*/ 1255474 h 1255602"/>
                <a:gd name="connsiteX17" fmla="*/ 1092540 w 1587522"/>
                <a:gd name="connsiteY17" fmla="*/ 1255475 h 1255602"/>
                <a:gd name="connsiteX18" fmla="*/ 1255055 w 1587522"/>
                <a:gd name="connsiteY18" fmla="*/ 1105504 h 1255602"/>
                <a:gd name="connsiteX19" fmla="*/ 1255180 w 1587522"/>
                <a:gd name="connsiteY19" fmla="*/ 1099900 h 1255602"/>
                <a:gd name="connsiteX20" fmla="*/ 1223430 w 1587522"/>
                <a:gd name="connsiteY20" fmla="*/ 1004649 h 1255602"/>
                <a:gd name="connsiteX21" fmla="*/ 919344 w 1587522"/>
                <a:gd name="connsiteY21" fmla="*/ 806688 h 1255602"/>
                <a:gd name="connsiteX22" fmla="*/ 1552122 w 1587522"/>
                <a:gd name="connsiteY22" fmla="*/ 961946 h 1255602"/>
                <a:gd name="connsiteX23" fmla="*/ 1283437 w 1587522"/>
                <a:gd name="connsiteY23" fmla="*/ 788670 h 1255602"/>
                <a:gd name="connsiteX24" fmla="*/ 1223351 w 1587522"/>
                <a:gd name="connsiteY24" fmla="*/ 770969 h 1255602"/>
                <a:gd name="connsiteX25" fmla="*/ 1184457 w 1587522"/>
                <a:gd name="connsiteY25" fmla="*/ 693182 h 1255602"/>
                <a:gd name="connsiteX26" fmla="*/ 1230415 w 1587522"/>
                <a:gd name="connsiteY26" fmla="*/ 611822 h 1255602"/>
                <a:gd name="connsiteX27" fmla="*/ 1304630 w 1587522"/>
                <a:gd name="connsiteY27" fmla="*/ 396161 h 1255602"/>
                <a:gd name="connsiteX28" fmla="*/ 1025310 w 1587522"/>
                <a:gd name="connsiteY28" fmla="*/ 77946 h 1255602"/>
                <a:gd name="connsiteX29" fmla="*/ 954587 w 1587522"/>
                <a:gd name="connsiteY29" fmla="*/ 88582 h 1255602"/>
                <a:gd name="connsiteX30" fmla="*/ 1035867 w 1587522"/>
                <a:gd name="connsiteY30" fmla="*/ 360839 h 1255602"/>
                <a:gd name="connsiteX31" fmla="*/ 929822 w 1587522"/>
                <a:gd name="connsiteY31" fmla="*/ 664924 h 1255602"/>
                <a:gd name="connsiteX32" fmla="*/ 922757 w 1587522"/>
                <a:gd name="connsiteY32" fmla="*/ 671989 h 1255602"/>
                <a:gd name="connsiteX33" fmla="*/ 922757 w 1587522"/>
                <a:gd name="connsiteY33" fmla="*/ 675561 h 1255602"/>
                <a:gd name="connsiteX34" fmla="*/ 901564 w 1587522"/>
                <a:gd name="connsiteY34" fmla="*/ 703818 h 1255602"/>
                <a:gd name="connsiteX35" fmla="*/ 905136 w 1587522"/>
                <a:gd name="connsiteY35" fmla="*/ 707390 h 1255602"/>
                <a:gd name="connsiteX36" fmla="*/ 933394 w 1587522"/>
                <a:gd name="connsiteY36" fmla="*/ 714455 h 1255602"/>
                <a:gd name="connsiteX37" fmla="*/ 936965 w 1587522"/>
                <a:gd name="connsiteY37" fmla="*/ 714454 h 1255602"/>
                <a:gd name="connsiteX38" fmla="*/ 951094 w 1587522"/>
                <a:gd name="connsiteY38" fmla="*/ 721519 h 1255602"/>
                <a:gd name="connsiteX39" fmla="*/ 1301138 w 1587522"/>
                <a:gd name="connsiteY39" fmla="*/ 951706 h 1255602"/>
                <a:gd name="connsiteX40" fmla="*/ 1357732 w 1587522"/>
                <a:gd name="connsiteY40" fmla="*/ 1107281 h 1255602"/>
                <a:gd name="connsiteX41" fmla="*/ 1340032 w 1587522"/>
                <a:gd name="connsiteY41" fmla="*/ 1192133 h 1255602"/>
                <a:gd name="connsiteX42" fmla="*/ 1442584 w 1587522"/>
                <a:gd name="connsiteY42" fmla="*/ 1192133 h 1255602"/>
                <a:gd name="connsiteX43" fmla="*/ 1587439 w 1587522"/>
                <a:gd name="connsiteY43" fmla="*/ 1057621 h 1255602"/>
                <a:gd name="connsiteX44" fmla="*/ 1587523 w 1587522"/>
                <a:gd name="connsiteY44" fmla="*/ 1054259 h 1255602"/>
                <a:gd name="connsiteX45" fmla="*/ 1552201 w 1587522"/>
                <a:gd name="connsiteY45" fmla="*/ 962342 h 125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87522" h="1255602">
                  <a:moveTo>
                    <a:pt x="919265" y="806371"/>
                  </a:moveTo>
                  <a:cubicBezTo>
                    <a:pt x="896513" y="800528"/>
                    <a:pt x="874097" y="793453"/>
                    <a:pt x="852114" y="785178"/>
                  </a:cubicBezTo>
                  <a:cubicBezTo>
                    <a:pt x="822993" y="765224"/>
                    <a:pt x="805752" y="732052"/>
                    <a:pt x="806155" y="696754"/>
                  </a:cubicBezTo>
                  <a:cubicBezTo>
                    <a:pt x="812233" y="659810"/>
                    <a:pt x="830979" y="626133"/>
                    <a:pt x="859178" y="601504"/>
                  </a:cubicBezTo>
                  <a:cubicBezTo>
                    <a:pt x="914215" y="532183"/>
                    <a:pt x="943026" y="445665"/>
                    <a:pt x="940537" y="357188"/>
                  </a:cubicBezTo>
                  <a:cubicBezTo>
                    <a:pt x="951638" y="171889"/>
                    <a:pt x="811113" y="12363"/>
                    <a:pt x="625895" y="0"/>
                  </a:cubicBezTo>
                  <a:cubicBezTo>
                    <a:pt x="452619" y="0"/>
                    <a:pt x="311252" y="162639"/>
                    <a:pt x="311252" y="360601"/>
                  </a:cubicBezTo>
                  <a:cubicBezTo>
                    <a:pt x="310436" y="448773"/>
                    <a:pt x="339006" y="534706"/>
                    <a:pt x="392453" y="604838"/>
                  </a:cubicBezTo>
                  <a:cubicBezTo>
                    <a:pt x="444506" y="636431"/>
                    <a:pt x="461092" y="704239"/>
                    <a:pt x="429499" y="756292"/>
                  </a:cubicBezTo>
                  <a:cubicBezTo>
                    <a:pt x="421789" y="768995"/>
                    <a:pt x="411591" y="780008"/>
                    <a:pt x="399517" y="788670"/>
                  </a:cubicBezTo>
                  <a:lnTo>
                    <a:pt x="399517" y="792242"/>
                  </a:lnTo>
                  <a:cubicBezTo>
                    <a:pt x="396833" y="792622"/>
                    <a:pt x="394350" y="793877"/>
                    <a:pt x="392453" y="795814"/>
                  </a:cubicBezTo>
                  <a:cubicBezTo>
                    <a:pt x="375636" y="806936"/>
                    <a:pt x="356016" y="813072"/>
                    <a:pt x="335859" y="813514"/>
                  </a:cubicBezTo>
                  <a:cubicBezTo>
                    <a:pt x="213374" y="850068"/>
                    <a:pt x="104093" y="921304"/>
                    <a:pt x="21216" y="1018619"/>
                  </a:cubicBezTo>
                  <a:lnTo>
                    <a:pt x="24788" y="1018619"/>
                  </a:lnTo>
                  <a:cubicBezTo>
                    <a:pt x="8162" y="1042420"/>
                    <a:pt x="-506" y="1070872"/>
                    <a:pt x="23" y="1099899"/>
                  </a:cubicBezTo>
                  <a:cubicBezTo>
                    <a:pt x="1199" y="1186570"/>
                    <a:pt x="72096" y="1256050"/>
                    <a:pt x="158773" y="1255474"/>
                  </a:cubicBezTo>
                  <a:lnTo>
                    <a:pt x="1092540" y="1255475"/>
                  </a:lnTo>
                  <a:cubicBezTo>
                    <a:pt x="1178831" y="1258938"/>
                    <a:pt x="1251591" y="1191794"/>
                    <a:pt x="1255055" y="1105504"/>
                  </a:cubicBezTo>
                  <a:cubicBezTo>
                    <a:pt x="1255130" y="1103636"/>
                    <a:pt x="1255172" y="1101768"/>
                    <a:pt x="1255180" y="1099900"/>
                  </a:cubicBezTo>
                  <a:cubicBezTo>
                    <a:pt x="1253783" y="1065792"/>
                    <a:pt x="1242777" y="1032773"/>
                    <a:pt x="1223430" y="1004649"/>
                  </a:cubicBezTo>
                  <a:cubicBezTo>
                    <a:pt x="1144444" y="909402"/>
                    <a:pt x="1038408" y="840372"/>
                    <a:pt x="919344" y="806688"/>
                  </a:cubicBezTo>
                  <a:close/>
                  <a:moveTo>
                    <a:pt x="1552122" y="961946"/>
                  </a:moveTo>
                  <a:cubicBezTo>
                    <a:pt x="1481787" y="878750"/>
                    <a:pt x="1388239" y="818421"/>
                    <a:pt x="1283437" y="788670"/>
                  </a:cubicBezTo>
                  <a:cubicBezTo>
                    <a:pt x="1263024" y="784165"/>
                    <a:pt x="1242946" y="778251"/>
                    <a:pt x="1223351" y="770969"/>
                  </a:cubicBezTo>
                  <a:cubicBezTo>
                    <a:pt x="1198436" y="752969"/>
                    <a:pt x="1183909" y="723914"/>
                    <a:pt x="1184457" y="693182"/>
                  </a:cubicBezTo>
                  <a:cubicBezTo>
                    <a:pt x="1188676" y="661138"/>
                    <a:pt x="1205149" y="631977"/>
                    <a:pt x="1230415" y="611822"/>
                  </a:cubicBezTo>
                  <a:cubicBezTo>
                    <a:pt x="1279342" y="550677"/>
                    <a:pt x="1305568" y="474466"/>
                    <a:pt x="1304630" y="396161"/>
                  </a:cubicBezTo>
                  <a:cubicBezTo>
                    <a:pt x="1314129" y="231581"/>
                    <a:pt x="1189732" y="89863"/>
                    <a:pt x="1025310" y="77946"/>
                  </a:cubicBezTo>
                  <a:cubicBezTo>
                    <a:pt x="1001323" y="77749"/>
                    <a:pt x="977455" y="81338"/>
                    <a:pt x="954587" y="88582"/>
                  </a:cubicBezTo>
                  <a:cubicBezTo>
                    <a:pt x="1008802" y="168926"/>
                    <a:pt x="1037162" y="263923"/>
                    <a:pt x="1035867" y="360839"/>
                  </a:cubicBezTo>
                  <a:cubicBezTo>
                    <a:pt x="1034717" y="471069"/>
                    <a:pt x="997467" y="577884"/>
                    <a:pt x="929822" y="664924"/>
                  </a:cubicBezTo>
                  <a:lnTo>
                    <a:pt x="922757" y="671989"/>
                  </a:lnTo>
                  <a:lnTo>
                    <a:pt x="922757" y="675561"/>
                  </a:lnTo>
                  <a:cubicBezTo>
                    <a:pt x="913794" y="683394"/>
                    <a:pt x="906574" y="693020"/>
                    <a:pt x="901564" y="703818"/>
                  </a:cubicBezTo>
                  <a:cubicBezTo>
                    <a:pt x="901564" y="707390"/>
                    <a:pt x="901564" y="707390"/>
                    <a:pt x="905136" y="707390"/>
                  </a:cubicBezTo>
                  <a:cubicBezTo>
                    <a:pt x="913919" y="711801"/>
                    <a:pt x="923568" y="714214"/>
                    <a:pt x="933394" y="714455"/>
                  </a:cubicBezTo>
                  <a:lnTo>
                    <a:pt x="936965" y="714454"/>
                  </a:lnTo>
                  <a:lnTo>
                    <a:pt x="951094" y="721519"/>
                  </a:lnTo>
                  <a:cubicBezTo>
                    <a:pt x="1087881" y="762138"/>
                    <a:pt x="1209645" y="842209"/>
                    <a:pt x="1301138" y="951706"/>
                  </a:cubicBezTo>
                  <a:cubicBezTo>
                    <a:pt x="1336799" y="995817"/>
                    <a:pt x="1356716" y="1050568"/>
                    <a:pt x="1357732" y="1107281"/>
                  </a:cubicBezTo>
                  <a:cubicBezTo>
                    <a:pt x="1357323" y="1136438"/>
                    <a:pt x="1351314" y="1165245"/>
                    <a:pt x="1340032" y="1192133"/>
                  </a:cubicBezTo>
                  <a:lnTo>
                    <a:pt x="1442584" y="1192133"/>
                  </a:lnTo>
                  <a:cubicBezTo>
                    <a:pt x="1519729" y="1194989"/>
                    <a:pt x="1584583" y="1134766"/>
                    <a:pt x="1587439" y="1057621"/>
                  </a:cubicBezTo>
                  <a:cubicBezTo>
                    <a:pt x="1587480" y="1056500"/>
                    <a:pt x="1587508" y="1055380"/>
                    <a:pt x="1587523" y="1054259"/>
                  </a:cubicBezTo>
                  <a:cubicBezTo>
                    <a:pt x="1586162" y="1020573"/>
                    <a:pt x="1573749" y="988271"/>
                    <a:pt x="1552201" y="96234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804222" y="1842140"/>
            <a:ext cx="1269425" cy="184666"/>
            <a:chOff x="9719706" y="1842140"/>
            <a:chExt cx="1269425" cy="184666"/>
          </a:xfrm>
        </p:grpSpPr>
        <p:sp>
          <p:nvSpPr>
            <p:cNvPr id="119" name="Isosceles Triangle 77++"/>
            <p:cNvSpPr/>
            <p:nvPr/>
          </p:nvSpPr>
          <p:spPr>
            <a:xfrm>
              <a:off x="10822503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0" name="TextBox 101++"/>
            <p:cNvSpPr txBox="1"/>
            <p:nvPr/>
          </p:nvSpPr>
          <p:spPr>
            <a:xfrm>
              <a:off x="9719706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1" name="TextBox 102++"/>
            <p:cNvSpPr txBox="1"/>
            <p:nvPr/>
          </p:nvSpPr>
          <p:spPr>
            <a:xfrm>
              <a:off x="10423389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9804222" y="1097127"/>
            <a:ext cx="872146" cy="231701"/>
            <a:chOff x="9699627" y="1097127"/>
            <a:chExt cx="872146" cy="231701"/>
          </a:xfrm>
        </p:grpSpPr>
        <p:sp>
          <p:nvSpPr>
            <p:cNvPr id="89" name="文本框 88"/>
            <p:cNvSpPr txBox="1"/>
            <p:nvPr/>
          </p:nvSpPr>
          <p:spPr>
            <a:xfrm>
              <a:off x="10007516" y="1134267"/>
              <a:ext cx="56425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3" name="图形 131"/>
            <p:cNvSpPr>
              <a:spLocks noChangeAspect="1"/>
            </p:cNvSpPr>
            <p:nvPr/>
          </p:nvSpPr>
          <p:spPr>
            <a:xfrm>
              <a:off x="9699627" y="1097127"/>
              <a:ext cx="252000" cy="231701"/>
            </a:xfrm>
            <a:custGeom>
              <a:avLst/>
              <a:gdLst>
                <a:gd name="connsiteX0" fmla="*/ 1467631 w 1554323"/>
                <a:gd name="connsiteY0" fmla="*/ 0 h 1429122"/>
                <a:gd name="connsiteX1" fmla="*/ 86506 w 1554323"/>
                <a:gd name="connsiteY1" fmla="*/ 0 h 1429122"/>
                <a:gd name="connsiteX2" fmla="*/ 0 w 1554323"/>
                <a:gd name="connsiteY2" fmla="*/ 86506 h 1429122"/>
                <a:gd name="connsiteX3" fmla="*/ 0 w 1554323"/>
                <a:gd name="connsiteY3" fmla="*/ 1342616 h 1429122"/>
                <a:gd name="connsiteX4" fmla="*/ 86506 w 1554323"/>
                <a:gd name="connsiteY4" fmla="*/ 1429122 h 1429122"/>
                <a:gd name="connsiteX5" fmla="*/ 1467817 w 1554323"/>
                <a:gd name="connsiteY5" fmla="*/ 1429122 h 1429122"/>
                <a:gd name="connsiteX6" fmla="*/ 1554324 w 1554323"/>
                <a:gd name="connsiteY6" fmla="*/ 1342616 h 1429122"/>
                <a:gd name="connsiteX7" fmla="*/ 1554324 w 1554323"/>
                <a:gd name="connsiteY7" fmla="*/ 86506 h 1429122"/>
                <a:gd name="connsiteX8" fmla="*/ 1467631 w 1554323"/>
                <a:gd name="connsiteY8" fmla="*/ 0 h 1429122"/>
                <a:gd name="connsiteX9" fmla="*/ 453368 w 1554323"/>
                <a:gd name="connsiteY9" fmla="*/ 1195276 h 1429122"/>
                <a:gd name="connsiteX10" fmla="*/ 318120 w 1554323"/>
                <a:gd name="connsiteY10" fmla="*/ 1195276 h 1429122"/>
                <a:gd name="connsiteX11" fmla="*/ 318120 w 1554323"/>
                <a:gd name="connsiteY11" fmla="*/ 891480 h 1429122"/>
                <a:gd name="connsiteX12" fmla="*/ 453368 w 1554323"/>
                <a:gd name="connsiteY12" fmla="*/ 891480 h 1429122"/>
                <a:gd name="connsiteX13" fmla="*/ 453368 w 1554323"/>
                <a:gd name="connsiteY13" fmla="*/ 1195276 h 1429122"/>
                <a:gd name="connsiteX14" fmla="*/ 829717 w 1554323"/>
                <a:gd name="connsiteY14" fmla="*/ 1195090 h 1429122"/>
                <a:gd name="connsiteX15" fmla="*/ 694469 w 1554323"/>
                <a:gd name="connsiteY15" fmla="*/ 1195090 h 1429122"/>
                <a:gd name="connsiteX16" fmla="*/ 694469 w 1554323"/>
                <a:gd name="connsiteY16" fmla="*/ 846646 h 1429122"/>
                <a:gd name="connsiteX17" fmla="*/ 829717 w 1554323"/>
                <a:gd name="connsiteY17" fmla="*/ 846646 h 1429122"/>
                <a:gd name="connsiteX18" fmla="*/ 829717 w 1554323"/>
                <a:gd name="connsiteY18" fmla="*/ 1195090 h 1429122"/>
                <a:gd name="connsiteX19" fmla="*/ 1205880 w 1554323"/>
                <a:gd name="connsiteY19" fmla="*/ 1195090 h 1429122"/>
                <a:gd name="connsiteX20" fmla="*/ 1070632 w 1554323"/>
                <a:gd name="connsiteY20" fmla="*/ 1195090 h 1429122"/>
                <a:gd name="connsiteX21" fmla="*/ 1070632 w 1554323"/>
                <a:gd name="connsiteY21" fmla="*/ 673447 h 1429122"/>
                <a:gd name="connsiteX22" fmla="*/ 1205880 w 1554323"/>
                <a:gd name="connsiteY22" fmla="*/ 673447 h 1429122"/>
                <a:gd name="connsiteX23" fmla="*/ 1205880 w 1554323"/>
                <a:gd name="connsiteY23" fmla="*/ 1195090 h 1429122"/>
                <a:gd name="connsiteX24" fmla="*/ 1247738 w 1554323"/>
                <a:gd name="connsiteY24" fmla="*/ 253194 h 1429122"/>
                <a:gd name="connsiteX25" fmla="*/ 1247738 w 1554323"/>
                <a:gd name="connsiteY25" fmla="*/ 497830 h 1429122"/>
                <a:gd name="connsiteX26" fmla="*/ 1112490 w 1554323"/>
                <a:gd name="connsiteY26" fmla="*/ 497830 h 1429122"/>
                <a:gd name="connsiteX27" fmla="*/ 1112490 w 1554323"/>
                <a:gd name="connsiteY27" fmla="*/ 424532 h 1429122"/>
                <a:gd name="connsiteX28" fmla="*/ 370024 w 1554323"/>
                <a:gd name="connsiteY28" fmla="*/ 743955 h 1429122"/>
                <a:gd name="connsiteX29" fmla="*/ 370024 w 1554323"/>
                <a:gd name="connsiteY29" fmla="*/ 602196 h 1429122"/>
                <a:gd name="connsiteX30" fmla="*/ 1035100 w 1554323"/>
                <a:gd name="connsiteY30" fmla="*/ 307144 h 1429122"/>
                <a:gd name="connsiteX31" fmla="*/ 954918 w 1554323"/>
                <a:gd name="connsiteY31" fmla="*/ 307144 h 1429122"/>
                <a:gd name="connsiteX32" fmla="*/ 954918 w 1554323"/>
                <a:gd name="connsiteY32" fmla="*/ 165385 h 1429122"/>
                <a:gd name="connsiteX33" fmla="*/ 1180021 w 1554323"/>
                <a:gd name="connsiteY33" fmla="*/ 165385 h 1429122"/>
                <a:gd name="connsiteX34" fmla="*/ 1232669 w 1554323"/>
                <a:gd name="connsiteY34" fmla="*/ 192546 h 1429122"/>
                <a:gd name="connsiteX35" fmla="*/ 1247738 w 1554323"/>
                <a:gd name="connsiteY35" fmla="*/ 253194 h 142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4323" h="1429122">
                  <a:moveTo>
                    <a:pt x="1467631" y="0"/>
                  </a:moveTo>
                  <a:lnTo>
                    <a:pt x="86506" y="0"/>
                  </a:lnTo>
                  <a:cubicBezTo>
                    <a:pt x="38695" y="0"/>
                    <a:pt x="0" y="38695"/>
                    <a:pt x="0" y="86506"/>
                  </a:cubicBezTo>
                  <a:lnTo>
                    <a:pt x="0" y="1342616"/>
                  </a:lnTo>
                  <a:cubicBezTo>
                    <a:pt x="0" y="1390427"/>
                    <a:pt x="38695" y="1429122"/>
                    <a:pt x="86506" y="1429122"/>
                  </a:cubicBezTo>
                  <a:lnTo>
                    <a:pt x="1467817" y="1429122"/>
                  </a:lnTo>
                  <a:cubicBezTo>
                    <a:pt x="1515628" y="1429122"/>
                    <a:pt x="1554324" y="1390427"/>
                    <a:pt x="1554324" y="1342616"/>
                  </a:cubicBezTo>
                  <a:lnTo>
                    <a:pt x="1554324" y="86506"/>
                  </a:lnTo>
                  <a:cubicBezTo>
                    <a:pt x="1554138" y="38695"/>
                    <a:pt x="1515442" y="0"/>
                    <a:pt x="1467631" y="0"/>
                  </a:cubicBezTo>
                  <a:close/>
                  <a:moveTo>
                    <a:pt x="453368" y="1195276"/>
                  </a:moveTo>
                  <a:cubicBezTo>
                    <a:pt x="453368" y="1286805"/>
                    <a:pt x="318120" y="1286805"/>
                    <a:pt x="318120" y="1195276"/>
                  </a:cubicBezTo>
                  <a:lnTo>
                    <a:pt x="318120" y="891480"/>
                  </a:lnTo>
                  <a:cubicBezTo>
                    <a:pt x="318120" y="799951"/>
                    <a:pt x="453368" y="799951"/>
                    <a:pt x="453368" y="891480"/>
                  </a:cubicBezTo>
                  <a:lnTo>
                    <a:pt x="453368" y="1195276"/>
                  </a:lnTo>
                  <a:close/>
                  <a:moveTo>
                    <a:pt x="829717" y="1195090"/>
                  </a:moveTo>
                  <a:cubicBezTo>
                    <a:pt x="829717" y="1286619"/>
                    <a:pt x="694469" y="1286619"/>
                    <a:pt x="694469" y="1195090"/>
                  </a:cubicBezTo>
                  <a:lnTo>
                    <a:pt x="694469" y="846646"/>
                  </a:lnTo>
                  <a:cubicBezTo>
                    <a:pt x="694469" y="755303"/>
                    <a:pt x="829717" y="755303"/>
                    <a:pt x="829717" y="846646"/>
                  </a:cubicBezTo>
                  <a:lnTo>
                    <a:pt x="829717" y="1195090"/>
                  </a:lnTo>
                  <a:close/>
                  <a:moveTo>
                    <a:pt x="1205880" y="1195090"/>
                  </a:moveTo>
                  <a:cubicBezTo>
                    <a:pt x="1205880" y="1286619"/>
                    <a:pt x="1070632" y="1286619"/>
                    <a:pt x="1070632" y="1195090"/>
                  </a:cubicBezTo>
                  <a:lnTo>
                    <a:pt x="1070632" y="673447"/>
                  </a:lnTo>
                  <a:cubicBezTo>
                    <a:pt x="1070632" y="581918"/>
                    <a:pt x="1206066" y="581918"/>
                    <a:pt x="1205880" y="673447"/>
                  </a:cubicBezTo>
                  <a:lnTo>
                    <a:pt x="1205880" y="1195090"/>
                  </a:lnTo>
                  <a:close/>
                  <a:moveTo>
                    <a:pt x="1247738" y="253194"/>
                  </a:moveTo>
                  <a:lnTo>
                    <a:pt x="1247738" y="497830"/>
                  </a:lnTo>
                  <a:cubicBezTo>
                    <a:pt x="1247738" y="589359"/>
                    <a:pt x="1112490" y="589359"/>
                    <a:pt x="1112490" y="497830"/>
                  </a:cubicBezTo>
                  <a:lnTo>
                    <a:pt x="1112490" y="424532"/>
                  </a:lnTo>
                  <a:cubicBezTo>
                    <a:pt x="916037" y="625636"/>
                    <a:pt x="649263" y="757535"/>
                    <a:pt x="370024" y="743955"/>
                  </a:cubicBezTo>
                  <a:cubicBezTo>
                    <a:pt x="283146" y="739862"/>
                    <a:pt x="282773" y="597917"/>
                    <a:pt x="370024" y="602196"/>
                  </a:cubicBezTo>
                  <a:cubicBezTo>
                    <a:pt x="619683" y="614474"/>
                    <a:pt x="863017" y="492807"/>
                    <a:pt x="1035100" y="307144"/>
                  </a:cubicBezTo>
                  <a:lnTo>
                    <a:pt x="954918" y="307144"/>
                  </a:lnTo>
                  <a:cubicBezTo>
                    <a:pt x="867668" y="307144"/>
                    <a:pt x="867668" y="165385"/>
                    <a:pt x="954918" y="165385"/>
                  </a:cubicBezTo>
                  <a:lnTo>
                    <a:pt x="1180021" y="165385"/>
                  </a:lnTo>
                  <a:cubicBezTo>
                    <a:pt x="1201043" y="165385"/>
                    <a:pt x="1220019" y="176175"/>
                    <a:pt x="1232669" y="192546"/>
                  </a:cubicBezTo>
                  <a:cubicBezTo>
                    <a:pt x="1247924" y="207801"/>
                    <a:pt x="1247738" y="253194"/>
                    <a:pt x="1247738" y="25319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7" name="矩形 136"/>
          <p:cNvSpPr/>
          <p:nvPr/>
        </p:nvSpPr>
        <p:spPr>
          <a:xfrm>
            <a:off x="442912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ectangle 136+"/>
          <p:cNvSpPr/>
          <p:nvPr/>
        </p:nvSpPr>
        <p:spPr>
          <a:xfrm>
            <a:off x="3300158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Rectangle 136++"/>
          <p:cNvSpPr/>
          <p:nvPr/>
        </p:nvSpPr>
        <p:spPr>
          <a:xfrm>
            <a:off x="6157404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0" name="Rectangle 136+++"/>
          <p:cNvSpPr/>
          <p:nvPr/>
        </p:nvSpPr>
        <p:spPr>
          <a:xfrm>
            <a:off x="9014651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箭头: 右 141"/>
          <p:cNvSpPr/>
          <p:nvPr/>
        </p:nvSpPr>
        <p:spPr>
          <a:xfrm>
            <a:off x="899290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47112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夯实基础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449490" y="2527041"/>
            <a:ext cx="675440" cy="675440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03666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8" name="箭头: 右 147"/>
          <p:cNvSpPr/>
          <p:nvPr/>
        </p:nvSpPr>
        <p:spPr>
          <a:xfrm>
            <a:off x="3773156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04357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引爆增长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3323356" y="2527041"/>
            <a:ext cx="675440" cy="6754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477532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3" name="箭头: 右 152"/>
          <p:cNvSpPr/>
          <p:nvPr/>
        </p:nvSpPr>
        <p:spPr>
          <a:xfrm>
            <a:off x="6635863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1604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深耕转化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5" name="椭圆 154"/>
          <p:cNvSpPr/>
          <p:nvPr/>
        </p:nvSpPr>
        <p:spPr>
          <a:xfrm>
            <a:off x="6186063" y="2527041"/>
            <a:ext cx="675440" cy="6754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340239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9" name="箭头: 右 158"/>
          <p:cNvSpPr/>
          <p:nvPr/>
        </p:nvSpPr>
        <p:spPr>
          <a:xfrm>
            <a:off x="9570559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951434" y="2722201"/>
            <a:ext cx="12070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下季度展望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1" name="椭圆 160"/>
          <p:cNvSpPr/>
          <p:nvPr/>
        </p:nvSpPr>
        <p:spPr>
          <a:xfrm>
            <a:off x="9120759" y="2527041"/>
            <a:ext cx="675440" cy="6754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9316757" y="2713993"/>
            <a:ext cx="283444" cy="301536"/>
          </a:xfrm>
          <a:custGeom>
            <a:avLst/>
            <a:gdLst>
              <a:gd name="connsiteX0" fmla="*/ 1550930 w 1790588"/>
              <a:gd name="connsiteY0" fmla="*/ 1904881 h 1904880"/>
              <a:gd name="connsiteX1" fmla="*/ 367523 w 1790588"/>
              <a:gd name="connsiteY1" fmla="*/ 1904881 h 1904880"/>
              <a:gd name="connsiteX2" fmla="*/ 119888 w 1790588"/>
              <a:gd name="connsiteY2" fmla="*/ 1665938 h 1904880"/>
              <a:gd name="connsiteX3" fmla="*/ 119174 w 1790588"/>
              <a:gd name="connsiteY3" fmla="*/ 1664866 h 1904880"/>
              <a:gd name="connsiteX4" fmla="*/ 119769 w 1790588"/>
              <a:gd name="connsiteY4" fmla="*/ 1664866 h 1904880"/>
              <a:gd name="connsiteX5" fmla="*/ 119174 w 1790588"/>
              <a:gd name="connsiteY5" fmla="*/ 1657366 h 1904880"/>
              <a:gd name="connsiteX6" fmla="*/ 119174 w 1790588"/>
              <a:gd name="connsiteY6" fmla="*/ 1634388 h 1904880"/>
              <a:gd name="connsiteX7" fmla="*/ 0 w 1790588"/>
              <a:gd name="connsiteY7" fmla="*/ 1419851 h 1904880"/>
              <a:gd name="connsiteX8" fmla="*/ 0 w 1790588"/>
              <a:gd name="connsiteY8" fmla="*/ 235015 h 1904880"/>
              <a:gd name="connsiteX9" fmla="*/ 238467 w 1790588"/>
              <a:gd name="connsiteY9" fmla="*/ 0 h 1904880"/>
              <a:gd name="connsiteX10" fmla="*/ 1435447 w 1790588"/>
              <a:gd name="connsiteY10" fmla="*/ 0 h 1904880"/>
              <a:gd name="connsiteX11" fmla="*/ 1644031 w 1790588"/>
              <a:gd name="connsiteY11" fmla="*/ 135127 h 1904880"/>
              <a:gd name="connsiteX12" fmla="*/ 1790588 w 1790588"/>
              <a:gd name="connsiteY12" fmla="*/ 353713 h 1904880"/>
              <a:gd name="connsiteX13" fmla="*/ 1790588 w 1790588"/>
              <a:gd name="connsiteY13" fmla="*/ 1657366 h 1904880"/>
              <a:gd name="connsiteX14" fmla="*/ 1550930 w 1790588"/>
              <a:gd name="connsiteY14" fmla="*/ 1904881 h 1904880"/>
              <a:gd name="connsiteX15" fmla="*/ 1550930 w 1790588"/>
              <a:gd name="connsiteY15" fmla="*/ 1904881 h 1904880"/>
              <a:gd name="connsiteX16" fmla="*/ 1550930 w 1790588"/>
              <a:gd name="connsiteY16" fmla="*/ 1904881 h 1904880"/>
              <a:gd name="connsiteX17" fmla="*/ 834457 w 1790588"/>
              <a:gd name="connsiteY17" fmla="*/ 477530 h 1904880"/>
              <a:gd name="connsiteX18" fmla="*/ 834457 w 1790588"/>
              <a:gd name="connsiteY18" fmla="*/ 833743 h 1904880"/>
              <a:gd name="connsiteX19" fmla="*/ 357641 w 1790588"/>
              <a:gd name="connsiteY19" fmla="*/ 833743 h 1904880"/>
              <a:gd name="connsiteX20" fmla="*/ 357641 w 1790588"/>
              <a:gd name="connsiteY20" fmla="*/ 952440 h 1904880"/>
              <a:gd name="connsiteX21" fmla="*/ 834457 w 1790588"/>
              <a:gd name="connsiteY21" fmla="*/ 952440 h 1904880"/>
              <a:gd name="connsiteX22" fmla="*/ 834457 w 1790588"/>
              <a:gd name="connsiteY22" fmla="*/ 1308653 h 1904880"/>
              <a:gd name="connsiteX23" fmla="*/ 1311273 w 1790588"/>
              <a:gd name="connsiteY23" fmla="*/ 893032 h 1904880"/>
              <a:gd name="connsiteX24" fmla="*/ 834457 w 1790588"/>
              <a:gd name="connsiteY24" fmla="*/ 477530 h 1904880"/>
              <a:gd name="connsiteX25" fmla="*/ 834457 w 1790588"/>
              <a:gd name="connsiteY25" fmla="*/ 477530 h 1904880"/>
              <a:gd name="connsiteX26" fmla="*/ 834457 w 1790588"/>
              <a:gd name="connsiteY26" fmla="*/ 477530 h 1904880"/>
              <a:gd name="connsiteX27" fmla="*/ 1668795 w 1790588"/>
              <a:gd name="connsiteY27" fmla="*/ 240015 h 1904880"/>
              <a:gd name="connsiteX28" fmla="*/ 1549621 w 1790588"/>
              <a:gd name="connsiteY28" fmla="*/ 240015 h 1904880"/>
              <a:gd name="connsiteX29" fmla="*/ 1549621 w 1790588"/>
              <a:gd name="connsiteY29" fmla="*/ 1632364 h 1904880"/>
              <a:gd name="connsiteX30" fmla="*/ 1549621 w 1790588"/>
              <a:gd name="connsiteY30" fmla="*/ 1664866 h 1904880"/>
              <a:gd name="connsiteX31" fmla="*/ 1463901 w 1790588"/>
              <a:gd name="connsiteY31" fmla="*/ 1664866 h 1904880"/>
              <a:gd name="connsiteX32" fmla="*/ 238467 w 1790588"/>
              <a:gd name="connsiteY32" fmla="*/ 1664866 h 1904880"/>
              <a:gd name="connsiteX33" fmla="*/ 238467 w 1790588"/>
              <a:gd name="connsiteY33" fmla="*/ 1666771 h 1904880"/>
              <a:gd name="connsiteX34" fmla="*/ 238467 w 1790588"/>
              <a:gd name="connsiteY34" fmla="*/ 1783683 h 1904880"/>
              <a:gd name="connsiteX35" fmla="*/ 1549621 w 1790588"/>
              <a:gd name="connsiteY35" fmla="*/ 1783683 h 1904880"/>
              <a:gd name="connsiteX36" fmla="*/ 1668795 w 1790588"/>
              <a:gd name="connsiteY36" fmla="*/ 1783683 h 1904880"/>
              <a:gd name="connsiteX37" fmla="*/ 1668795 w 1790588"/>
              <a:gd name="connsiteY37" fmla="*/ 240015 h 1904880"/>
              <a:gd name="connsiteX38" fmla="*/ 1668795 w 1790588"/>
              <a:gd name="connsiteY38" fmla="*/ 240015 h 190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790588" h="1904880">
                <a:moveTo>
                  <a:pt x="1550930" y="1904881"/>
                </a:moveTo>
                <a:lnTo>
                  <a:pt x="367523" y="1904881"/>
                </a:lnTo>
                <a:cubicBezTo>
                  <a:pt x="154891" y="1904881"/>
                  <a:pt x="124055" y="1708559"/>
                  <a:pt x="119888" y="1665938"/>
                </a:cubicBezTo>
                <a:lnTo>
                  <a:pt x="119174" y="1664866"/>
                </a:lnTo>
                <a:lnTo>
                  <a:pt x="119769" y="1664866"/>
                </a:lnTo>
                <a:cubicBezTo>
                  <a:pt x="119293" y="1660461"/>
                  <a:pt x="119174" y="1657366"/>
                  <a:pt x="119174" y="1657366"/>
                </a:cubicBezTo>
                <a:lnTo>
                  <a:pt x="119174" y="1634388"/>
                </a:lnTo>
                <a:cubicBezTo>
                  <a:pt x="6429" y="1567241"/>
                  <a:pt x="0" y="1419851"/>
                  <a:pt x="0" y="1419851"/>
                </a:cubicBezTo>
                <a:lnTo>
                  <a:pt x="0" y="235015"/>
                </a:lnTo>
                <a:cubicBezTo>
                  <a:pt x="119" y="7381"/>
                  <a:pt x="238467" y="0"/>
                  <a:pt x="238467" y="0"/>
                </a:cubicBezTo>
                <a:lnTo>
                  <a:pt x="1435447" y="0"/>
                </a:lnTo>
                <a:cubicBezTo>
                  <a:pt x="1555693" y="0"/>
                  <a:pt x="1614863" y="71195"/>
                  <a:pt x="1644031" y="135127"/>
                </a:cubicBezTo>
                <a:cubicBezTo>
                  <a:pt x="1777849" y="188107"/>
                  <a:pt x="1790588" y="353713"/>
                  <a:pt x="1790588" y="353713"/>
                </a:cubicBezTo>
                <a:lnTo>
                  <a:pt x="1790588" y="1657366"/>
                </a:lnTo>
                <a:cubicBezTo>
                  <a:pt x="1790588" y="1657485"/>
                  <a:pt x="1755824" y="1904881"/>
                  <a:pt x="1550930" y="1904881"/>
                </a:cubicBezTo>
                <a:lnTo>
                  <a:pt x="1550930" y="1904881"/>
                </a:lnTo>
                <a:lnTo>
                  <a:pt x="1550930" y="1904881"/>
                </a:lnTo>
                <a:close/>
                <a:moveTo>
                  <a:pt x="834457" y="477530"/>
                </a:moveTo>
                <a:lnTo>
                  <a:pt x="834457" y="833743"/>
                </a:lnTo>
                <a:lnTo>
                  <a:pt x="357641" y="833743"/>
                </a:lnTo>
                <a:lnTo>
                  <a:pt x="357641" y="952440"/>
                </a:lnTo>
                <a:lnTo>
                  <a:pt x="834457" y="952440"/>
                </a:lnTo>
                <a:lnTo>
                  <a:pt x="834457" y="1308653"/>
                </a:lnTo>
                <a:lnTo>
                  <a:pt x="1311273" y="893032"/>
                </a:lnTo>
                <a:lnTo>
                  <a:pt x="834457" y="477530"/>
                </a:lnTo>
                <a:lnTo>
                  <a:pt x="834457" y="477530"/>
                </a:lnTo>
                <a:lnTo>
                  <a:pt x="834457" y="477530"/>
                </a:lnTo>
                <a:close/>
                <a:moveTo>
                  <a:pt x="1668795" y="240015"/>
                </a:moveTo>
                <a:lnTo>
                  <a:pt x="1549621" y="240015"/>
                </a:lnTo>
                <a:lnTo>
                  <a:pt x="1549621" y="1632364"/>
                </a:lnTo>
                <a:lnTo>
                  <a:pt x="1549621" y="1664866"/>
                </a:lnTo>
                <a:lnTo>
                  <a:pt x="1463901" y="1664866"/>
                </a:lnTo>
                <a:lnTo>
                  <a:pt x="238467" y="1664866"/>
                </a:lnTo>
                <a:lnTo>
                  <a:pt x="238467" y="1666771"/>
                </a:lnTo>
                <a:lnTo>
                  <a:pt x="238467" y="1783683"/>
                </a:lnTo>
                <a:lnTo>
                  <a:pt x="1549621" y="1783683"/>
                </a:lnTo>
                <a:lnTo>
                  <a:pt x="1668795" y="1783683"/>
                </a:lnTo>
                <a:lnTo>
                  <a:pt x="1668795" y="240015"/>
                </a:lnTo>
                <a:lnTo>
                  <a:pt x="1668795" y="24001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>
            <a:off x="656823" y="3699904"/>
            <a:ext cx="0" cy="2601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800823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584823" y="3568995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800823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」大促的全面复盘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重点优化了仓储物流与供应商协同流程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8" name="Oval 176+"/>
          <p:cNvSpPr>
            <a:spLocks noChangeAspect="1"/>
          </p:cNvSpPr>
          <p:nvPr/>
        </p:nvSpPr>
        <p:spPr>
          <a:xfrm>
            <a:off x="602823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00823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围绕季节性消费趋势，启动了「夏日焕新」主题商品规划与选品工作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9" name="Oval 176++"/>
          <p:cNvSpPr>
            <a:spLocks noChangeAspect="1"/>
          </p:cNvSpPr>
          <p:nvPr/>
        </p:nvSpPr>
        <p:spPr>
          <a:xfrm>
            <a:off x="602823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00823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584823" y="502055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00823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供应链整体响应速度提升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，大幅改善履约体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Oval 176+"/>
          <p:cNvSpPr>
            <a:spLocks noChangeAspect="1"/>
          </p:cNvSpPr>
          <p:nvPr/>
        </p:nvSpPr>
        <p:spPr>
          <a:xfrm>
            <a:off x="602823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00823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成功引入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个符合夏季需求的新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，有效丰富了商品广度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7" name="Oval 176++"/>
          <p:cNvSpPr>
            <a:spLocks noChangeAspect="1"/>
          </p:cNvSpPr>
          <p:nvPr/>
        </p:nvSpPr>
        <p:spPr>
          <a:xfrm>
            <a:off x="602823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>
            <a:off x="3545109" y="3699904"/>
            <a:ext cx="0" cy="2601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368910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3473109" y="356899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68910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策划并主导了「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会员节」全域大促活动，整合平台资源与优惠玩法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6" name="Oval 176+"/>
          <p:cNvSpPr>
            <a:spLocks noChangeAspect="1"/>
          </p:cNvSpPr>
          <p:nvPr/>
        </p:nvSpPr>
        <p:spPr>
          <a:xfrm>
            <a:off x="349110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68910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通过短视频与直播等形式对新品进行集中内容种草，引爆市场关注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4" name="Oval 176++"/>
          <p:cNvSpPr>
            <a:spLocks noChangeAspect="1"/>
          </p:cNvSpPr>
          <p:nvPr/>
        </p:nvSpPr>
        <p:spPr>
          <a:xfrm>
            <a:off x="349110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68910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8" name="椭圆 217"/>
          <p:cNvSpPr>
            <a:spLocks noChangeAspect="1"/>
          </p:cNvSpPr>
          <p:nvPr/>
        </p:nvSpPr>
        <p:spPr>
          <a:xfrm>
            <a:off x="3473109" y="502055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68910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大促期间销售额创下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¥3,800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 的历史新高，同比增长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Oval 176+"/>
          <p:cNvSpPr>
            <a:spLocks noChangeAspect="1"/>
          </p:cNvSpPr>
          <p:nvPr/>
        </p:nvSpPr>
        <p:spPr>
          <a:xfrm>
            <a:off x="349110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689109" y="5770910"/>
            <a:ext cx="207740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品牌相关话题在全网获得超过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 的曝光量，品牌知名度与用户兴趣度达到年度峰值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2" name="Oval 176++"/>
          <p:cNvSpPr>
            <a:spLocks noChangeAspect="1"/>
          </p:cNvSpPr>
          <p:nvPr/>
        </p:nvSpPr>
        <p:spPr>
          <a:xfrm>
            <a:off x="349110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28" name="直接连接符 227"/>
          <p:cNvCxnSpPr/>
          <p:nvPr/>
        </p:nvCxnSpPr>
        <p:spPr>
          <a:xfrm>
            <a:off x="6412239" y="3699904"/>
            <a:ext cx="0" cy="2601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/>
        </p:nvSpPr>
        <p:spPr>
          <a:xfrm>
            <a:off x="655623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核心动作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0" name="椭圆 229"/>
          <p:cNvSpPr>
            <a:spLocks noChangeAspect="1"/>
          </p:cNvSpPr>
          <p:nvPr/>
        </p:nvSpPr>
        <p:spPr>
          <a:xfrm>
            <a:off x="6340239" y="356899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655623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通过企业微信社群与自动化营销工具进行了分层触达与精细化运营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2" name="Oval 176+"/>
          <p:cNvSpPr>
            <a:spLocks noChangeAspect="1"/>
          </p:cNvSpPr>
          <p:nvPr/>
        </p:nvSpPr>
        <p:spPr>
          <a:xfrm>
            <a:off x="635823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5623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全面启动「国庆黄金周」的预售与备货计划，完成页面搭建与促销配置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Oval 176++"/>
          <p:cNvSpPr>
            <a:spLocks noChangeAspect="1"/>
          </p:cNvSpPr>
          <p:nvPr/>
        </p:nvSpPr>
        <p:spPr>
          <a:xfrm>
            <a:off x="635823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55623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关键成果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34" name="椭圆 233"/>
          <p:cNvSpPr>
            <a:spLocks noChangeAspect="1"/>
          </p:cNvSpPr>
          <p:nvPr/>
        </p:nvSpPr>
        <p:spPr>
          <a:xfrm>
            <a:off x="6340239" y="50205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55623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新客的次月复购率显著提升至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，用户价值得到有效挖掘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6" name="Oval 176+"/>
          <p:cNvSpPr>
            <a:spLocks noChangeAspect="1"/>
          </p:cNvSpPr>
          <p:nvPr/>
        </p:nvSpPr>
        <p:spPr>
          <a:xfrm>
            <a:off x="635823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556239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国庆预售活动上线一周，订单金额已突破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¥1,000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8" name="Oval 176++"/>
          <p:cNvSpPr>
            <a:spLocks noChangeAspect="1"/>
          </p:cNvSpPr>
          <p:nvPr/>
        </p:nvSpPr>
        <p:spPr>
          <a:xfrm>
            <a:off x="635823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9259602" y="3699904"/>
            <a:ext cx="0" cy="2601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9403602" y="3533273"/>
            <a:ext cx="16158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聚焦“双十一”大促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46" name="椭圆 245"/>
          <p:cNvSpPr>
            <a:spLocks noChangeAspect="1"/>
          </p:cNvSpPr>
          <p:nvPr/>
        </p:nvSpPr>
        <p:spPr>
          <a:xfrm>
            <a:off x="9187602" y="3568995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403602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全面优化购物流程，保障供应链与客服体系，冲击年度最高销售目标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8" name="Oval 176+"/>
          <p:cNvSpPr>
            <a:spLocks noChangeAspect="1"/>
          </p:cNvSpPr>
          <p:nvPr/>
        </p:nvSpPr>
        <p:spPr>
          <a:xfrm>
            <a:off x="9205602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403602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整合全域营销资源，聚焦核心爆款打造，全力冲击年度最高销售目标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Oval 176++"/>
          <p:cNvSpPr>
            <a:spLocks noChangeAspect="1"/>
          </p:cNvSpPr>
          <p:nvPr/>
        </p:nvSpPr>
        <p:spPr>
          <a:xfrm>
            <a:off x="9205602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03602" y="4984829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深化会员运营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9187602" y="50205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9403602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构建更完善的会员等级与权益体系，提升用户终身价值（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LTV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Oval 176+"/>
          <p:cNvSpPr>
            <a:spLocks noChangeAspect="1"/>
          </p:cNvSpPr>
          <p:nvPr/>
        </p:nvSpPr>
        <p:spPr>
          <a:xfrm>
            <a:off x="9205602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403602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基于用户行为数据进行分层，实施差异化策略，提升复购频次与客单价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4" name="Oval 176++"/>
          <p:cNvSpPr>
            <a:spLocks noChangeAspect="1"/>
          </p:cNvSpPr>
          <p:nvPr/>
        </p:nvSpPr>
        <p:spPr>
          <a:xfrm>
            <a:off x="9205602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8057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710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三段话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8119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六边形 12"/>
          <p:cNvSpPr/>
          <p:nvPr/>
        </p:nvSpPr>
        <p:spPr>
          <a:xfrm>
            <a:off x="442914" y="887311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8495308" y="1042949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7" name="任意多边形: 形状 106"/>
          <p:cNvSpPr/>
          <p:nvPr/>
        </p:nvSpPr>
        <p:spPr>
          <a:xfrm>
            <a:off x="559886" y="973478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7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3"/>
                  <a:pt x="372383" y="0"/>
                  <a:pt x="444892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Freeform 40+"/>
          <p:cNvSpPr/>
          <p:nvPr/>
        </p:nvSpPr>
        <p:spPr>
          <a:xfrm>
            <a:off x="670891" y="1058217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六边形 12+"/>
          <p:cNvSpPr/>
          <p:nvPr/>
        </p:nvSpPr>
        <p:spPr>
          <a:xfrm>
            <a:off x="767494" y="1150042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2" name="六边形 12"/>
          <p:cNvSpPr/>
          <p:nvPr/>
        </p:nvSpPr>
        <p:spPr>
          <a:xfrm>
            <a:off x="442914" y="2835978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8495308" y="2991616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559886" y="2922145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7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4"/>
                  <a:pt x="372383" y="0"/>
                  <a:pt x="4448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40+"/>
          <p:cNvSpPr/>
          <p:nvPr/>
        </p:nvSpPr>
        <p:spPr>
          <a:xfrm>
            <a:off x="670891" y="3006884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六边形 12+"/>
          <p:cNvSpPr/>
          <p:nvPr/>
        </p:nvSpPr>
        <p:spPr>
          <a:xfrm>
            <a:off x="767494" y="3098709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六边形 12"/>
          <p:cNvSpPr/>
          <p:nvPr/>
        </p:nvSpPr>
        <p:spPr>
          <a:xfrm>
            <a:off x="442914" y="4784645"/>
            <a:ext cx="1918204" cy="1739980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495308" y="4940283"/>
            <a:ext cx="3253780" cy="1428704"/>
          </a:xfrm>
          <a:custGeom>
            <a:avLst/>
            <a:gdLst>
              <a:gd name="connsiteX0" fmla="*/ 403962 w 3243768"/>
              <a:gd name="connsiteY0" fmla="*/ 0 h 1302699"/>
              <a:gd name="connsiteX1" fmla="*/ 3243768 w 3243768"/>
              <a:gd name="connsiteY1" fmla="*/ 0 h 1302699"/>
              <a:gd name="connsiteX2" fmla="*/ 3243768 w 3243768"/>
              <a:gd name="connsiteY2" fmla="*/ 1302699 h 1302699"/>
              <a:gd name="connsiteX3" fmla="*/ 403962 w 3243768"/>
              <a:gd name="connsiteY3" fmla="*/ 1302699 h 1302699"/>
              <a:gd name="connsiteX4" fmla="*/ 0 w 3243768"/>
              <a:gd name="connsiteY4" fmla="*/ 1302699 h 1302699"/>
              <a:gd name="connsiteX5" fmla="*/ 403962 w 3243768"/>
              <a:gd name="connsiteY5" fmla="*/ 651351 h 1302699"/>
              <a:gd name="connsiteX6" fmla="*/ 0 w 3243768"/>
              <a:gd name="connsiteY6" fmla="*/ 2 h 1302699"/>
              <a:gd name="connsiteX7" fmla="*/ 403962 w 3243768"/>
              <a:gd name="connsiteY7" fmla="*/ 2 h 13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3768" h="1302699">
                <a:moveTo>
                  <a:pt x="403962" y="0"/>
                </a:moveTo>
                <a:lnTo>
                  <a:pt x="3243768" y="0"/>
                </a:lnTo>
                <a:lnTo>
                  <a:pt x="3243768" y="1302699"/>
                </a:lnTo>
                <a:lnTo>
                  <a:pt x="403962" y="1302699"/>
                </a:lnTo>
                <a:lnTo>
                  <a:pt x="0" y="1302699"/>
                </a:lnTo>
                <a:lnTo>
                  <a:pt x="403962" y="651351"/>
                </a:lnTo>
                <a:lnTo>
                  <a:pt x="0" y="2"/>
                </a:lnTo>
                <a:lnTo>
                  <a:pt x="403962" y="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9" name="任意多边形: 形状 108"/>
          <p:cNvSpPr/>
          <p:nvPr/>
        </p:nvSpPr>
        <p:spPr>
          <a:xfrm>
            <a:off x="559886" y="4870812"/>
            <a:ext cx="6294602" cy="1567646"/>
          </a:xfrm>
          <a:custGeom>
            <a:avLst/>
            <a:gdLst>
              <a:gd name="connsiteX0" fmla="*/ 444892 w 6294602"/>
              <a:gd name="connsiteY0" fmla="*/ 0 h 1567646"/>
              <a:gd name="connsiteX1" fmla="*/ 1130156 w 6294602"/>
              <a:gd name="connsiteY1" fmla="*/ 0 h 1567646"/>
              <a:gd name="connsiteX2" fmla="*/ 1130171 w 6294602"/>
              <a:gd name="connsiteY2" fmla="*/ 2 h 1567646"/>
              <a:gd name="connsiteX3" fmla="*/ 4906348 w 6294602"/>
              <a:gd name="connsiteY3" fmla="*/ 2 h 1567646"/>
              <a:gd name="connsiteX4" fmla="*/ 4906358 w 6294602"/>
              <a:gd name="connsiteY4" fmla="*/ 0 h 1567646"/>
              <a:gd name="connsiteX5" fmla="*/ 5288685 w 6294602"/>
              <a:gd name="connsiteY5" fmla="*/ 0 h 1567646"/>
              <a:gd name="connsiteX6" fmla="*/ 5795901 w 6294602"/>
              <a:gd name="connsiteY6" fmla="*/ 0 h 1567646"/>
              <a:gd name="connsiteX7" fmla="*/ 6247963 w 6294602"/>
              <a:gd name="connsiteY7" fmla="*/ 0 h 1567646"/>
              <a:gd name="connsiteX8" fmla="*/ 6294602 w 6294602"/>
              <a:gd name="connsiteY8" fmla="*/ 46639 h 1567646"/>
              <a:gd name="connsiteX9" fmla="*/ 6294602 w 6294602"/>
              <a:gd name="connsiteY9" fmla="*/ 1521007 h 1567646"/>
              <a:gd name="connsiteX10" fmla="*/ 6247963 w 6294602"/>
              <a:gd name="connsiteY10" fmla="*/ 1567646 h 1567646"/>
              <a:gd name="connsiteX11" fmla="*/ 5795901 w 6294602"/>
              <a:gd name="connsiteY11" fmla="*/ 1567646 h 1567646"/>
              <a:gd name="connsiteX12" fmla="*/ 5681613 w 6294602"/>
              <a:gd name="connsiteY12" fmla="*/ 1567646 h 1567646"/>
              <a:gd name="connsiteX13" fmla="*/ 5288685 w 6294602"/>
              <a:gd name="connsiteY13" fmla="*/ 1567646 h 1567646"/>
              <a:gd name="connsiteX14" fmla="*/ 4906358 w 6294602"/>
              <a:gd name="connsiteY14" fmla="*/ 1567646 h 1567646"/>
              <a:gd name="connsiteX15" fmla="*/ 1130156 w 6294602"/>
              <a:gd name="connsiteY15" fmla="*/ 1567646 h 1567646"/>
              <a:gd name="connsiteX16" fmla="*/ 879906 w 6294602"/>
              <a:gd name="connsiteY16" fmla="*/ 1567646 h 1567646"/>
              <a:gd name="connsiteX17" fmla="*/ 444892 w 6294602"/>
              <a:gd name="connsiteY17" fmla="*/ 1567646 h 1567646"/>
              <a:gd name="connsiteX18" fmla="*/ 273707 w 6294602"/>
              <a:gd name="connsiteY18" fmla="*/ 1448902 h 1567646"/>
              <a:gd name="connsiteX19" fmla="*/ 20222 w 6294602"/>
              <a:gd name="connsiteY19" fmla="*/ 879891 h 1567646"/>
              <a:gd name="connsiteX20" fmla="*/ 20222 w 6294602"/>
              <a:gd name="connsiteY20" fmla="*/ 687756 h 1567646"/>
              <a:gd name="connsiteX21" fmla="*/ 273707 w 6294602"/>
              <a:gd name="connsiteY21" fmla="*/ 118744 h 1567646"/>
              <a:gd name="connsiteX22" fmla="*/ 444892 w 6294602"/>
              <a:gd name="connsiteY22" fmla="*/ 0 h 15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294602" h="156764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4906348" y="2"/>
                </a:lnTo>
                <a:lnTo>
                  <a:pt x="4906358" y="0"/>
                </a:lnTo>
                <a:lnTo>
                  <a:pt x="5288685" y="0"/>
                </a:lnTo>
                <a:lnTo>
                  <a:pt x="5795901" y="0"/>
                </a:lnTo>
                <a:lnTo>
                  <a:pt x="6247963" y="0"/>
                </a:lnTo>
                <a:cubicBezTo>
                  <a:pt x="6273721" y="0"/>
                  <a:pt x="6294602" y="20881"/>
                  <a:pt x="6294602" y="46639"/>
                </a:cubicBezTo>
                <a:lnTo>
                  <a:pt x="6294602" y="1521007"/>
                </a:lnTo>
                <a:cubicBezTo>
                  <a:pt x="6294602" y="1546765"/>
                  <a:pt x="6273721" y="1567646"/>
                  <a:pt x="6247963" y="1567646"/>
                </a:cubicBezTo>
                <a:lnTo>
                  <a:pt x="5795901" y="1567646"/>
                </a:lnTo>
                <a:lnTo>
                  <a:pt x="5681613" y="1567646"/>
                </a:lnTo>
                <a:lnTo>
                  <a:pt x="5288685" y="1567646"/>
                </a:lnTo>
                <a:lnTo>
                  <a:pt x="4906358" y="1567646"/>
                </a:lnTo>
                <a:lnTo>
                  <a:pt x="1130156" y="1567646"/>
                </a:lnTo>
                <a:lnTo>
                  <a:pt x="879906" y="1567646"/>
                </a:lnTo>
                <a:lnTo>
                  <a:pt x="444892" y="1567646"/>
                </a:lnTo>
                <a:cubicBezTo>
                  <a:pt x="372383" y="1567646"/>
                  <a:pt x="306134" y="1521693"/>
                  <a:pt x="273707" y="1448902"/>
                </a:cubicBezTo>
                <a:lnTo>
                  <a:pt x="20222" y="879891"/>
                </a:lnTo>
                <a:cubicBezTo>
                  <a:pt x="-6740" y="819368"/>
                  <a:pt x="-6740" y="748279"/>
                  <a:pt x="20222" y="687756"/>
                </a:cubicBezTo>
                <a:lnTo>
                  <a:pt x="273707" y="118744"/>
                </a:lnTo>
                <a:cubicBezTo>
                  <a:pt x="306134" y="45954"/>
                  <a:pt x="372383" y="0"/>
                  <a:pt x="444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Freeform 40+"/>
          <p:cNvSpPr/>
          <p:nvPr/>
        </p:nvSpPr>
        <p:spPr>
          <a:xfrm>
            <a:off x="670891" y="4955551"/>
            <a:ext cx="7661598" cy="1398168"/>
          </a:xfrm>
          <a:custGeom>
            <a:avLst/>
            <a:gdLst>
              <a:gd name="connsiteX0" fmla="*/ 444892 w 7661598"/>
              <a:gd name="connsiteY0" fmla="*/ 0 h 1428706"/>
              <a:gd name="connsiteX1" fmla="*/ 1130156 w 7661598"/>
              <a:gd name="connsiteY1" fmla="*/ 0 h 1428706"/>
              <a:gd name="connsiteX2" fmla="*/ 1130171 w 7661598"/>
              <a:gd name="connsiteY2" fmla="*/ 2 h 1428706"/>
              <a:gd name="connsiteX3" fmla="*/ 6853675 w 7661598"/>
              <a:gd name="connsiteY3" fmla="*/ 2 h 1428706"/>
              <a:gd name="connsiteX4" fmla="*/ 6853674 w 7661598"/>
              <a:gd name="connsiteY4" fmla="*/ 1 h 1428706"/>
              <a:gd name="connsiteX5" fmla="*/ 7257636 w 7661598"/>
              <a:gd name="connsiteY5" fmla="*/ 1 h 1428706"/>
              <a:gd name="connsiteX6" fmla="*/ 7661598 w 7661598"/>
              <a:gd name="connsiteY6" fmla="*/ 714352 h 1428706"/>
              <a:gd name="connsiteX7" fmla="*/ 7257636 w 7661598"/>
              <a:gd name="connsiteY7" fmla="*/ 1428703 h 1428706"/>
              <a:gd name="connsiteX8" fmla="*/ 7257636 w 7661598"/>
              <a:gd name="connsiteY8" fmla="*/ 1428706 h 1428706"/>
              <a:gd name="connsiteX9" fmla="*/ 1130156 w 7661598"/>
              <a:gd name="connsiteY9" fmla="*/ 1428706 h 1428706"/>
              <a:gd name="connsiteX10" fmla="*/ 879906 w 7661598"/>
              <a:gd name="connsiteY10" fmla="*/ 1428706 h 1428706"/>
              <a:gd name="connsiteX11" fmla="*/ 444892 w 7661598"/>
              <a:gd name="connsiteY11" fmla="*/ 1428706 h 1428706"/>
              <a:gd name="connsiteX12" fmla="*/ 273707 w 7661598"/>
              <a:gd name="connsiteY12" fmla="*/ 1320486 h 1428706"/>
              <a:gd name="connsiteX13" fmla="*/ 20222 w 7661598"/>
              <a:gd name="connsiteY13" fmla="*/ 801906 h 1428706"/>
              <a:gd name="connsiteX14" fmla="*/ 20222 w 7661598"/>
              <a:gd name="connsiteY14" fmla="*/ 626800 h 1428706"/>
              <a:gd name="connsiteX15" fmla="*/ 273707 w 7661598"/>
              <a:gd name="connsiteY15" fmla="*/ 108220 h 1428706"/>
              <a:gd name="connsiteX16" fmla="*/ 444892 w 7661598"/>
              <a:gd name="connsiteY16" fmla="*/ 0 h 142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661598" h="1428706">
                <a:moveTo>
                  <a:pt x="444892" y="0"/>
                </a:moveTo>
                <a:lnTo>
                  <a:pt x="1130156" y="0"/>
                </a:lnTo>
                <a:lnTo>
                  <a:pt x="1130171" y="2"/>
                </a:lnTo>
                <a:lnTo>
                  <a:pt x="6853675" y="2"/>
                </a:lnTo>
                <a:lnTo>
                  <a:pt x="6853674" y="1"/>
                </a:lnTo>
                <a:lnTo>
                  <a:pt x="7257636" y="1"/>
                </a:lnTo>
                <a:lnTo>
                  <a:pt x="7661598" y="714352"/>
                </a:lnTo>
                <a:lnTo>
                  <a:pt x="7257636" y="1428703"/>
                </a:lnTo>
                <a:lnTo>
                  <a:pt x="7257636" y="1428706"/>
                </a:lnTo>
                <a:lnTo>
                  <a:pt x="1130156" y="1428706"/>
                </a:lnTo>
                <a:lnTo>
                  <a:pt x="879906" y="1428706"/>
                </a:lnTo>
                <a:lnTo>
                  <a:pt x="444892" y="1428706"/>
                </a:lnTo>
                <a:cubicBezTo>
                  <a:pt x="372383" y="1428706"/>
                  <a:pt x="306134" y="1386825"/>
                  <a:pt x="273707" y="1320486"/>
                </a:cubicBezTo>
                <a:lnTo>
                  <a:pt x="20222" y="801906"/>
                </a:lnTo>
                <a:cubicBezTo>
                  <a:pt x="-6740" y="746747"/>
                  <a:pt x="-6740" y="681959"/>
                  <a:pt x="20222" y="626800"/>
                </a:cubicBezTo>
                <a:lnTo>
                  <a:pt x="273707" y="108220"/>
                </a:lnTo>
                <a:cubicBezTo>
                  <a:pt x="306134" y="41881"/>
                  <a:pt x="372383" y="0"/>
                  <a:pt x="4448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六边形 12+"/>
          <p:cNvSpPr/>
          <p:nvPr/>
        </p:nvSpPr>
        <p:spPr>
          <a:xfrm>
            <a:off x="767494" y="5047376"/>
            <a:ext cx="1450695" cy="1214517"/>
          </a:xfrm>
          <a:custGeom>
            <a:avLst/>
            <a:gdLst>
              <a:gd name="connsiteX0" fmla="*/ 19018 w 1481310"/>
              <a:gd name="connsiteY0" fmla="*/ 576300 h 1313598"/>
              <a:gd name="connsiteX1" fmla="*/ 257418 w 1481310"/>
              <a:gd name="connsiteY1" fmla="*/ 99501 h 1313598"/>
              <a:gd name="connsiteX2" fmla="*/ 418415 w 1481310"/>
              <a:gd name="connsiteY2" fmla="*/ 0 h 1313598"/>
              <a:gd name="connsiteX3" fmla="*/ 1062897 w 1481310"/>
              <a:gd name="connsiteY3" fmla="*/ 0 h 1313598"/>
              <a:gd name="connsiteX4" fmla="*/ 1223894 w 1481310"/>
              <a:gd name="connsiteY4" fmla="*/ 99502 h 1313598"/>
              <a:gd name="connsiteX5" fmla="*/ 1462293 w 1481310"/>
              <a:gd name="connsiteY5" fmla="*/ 576301 h 1313598"/>
              <a:gd name="connsiteX6" fmla="*/ 1462293 w 1481310"/>
              <a:gd name="connsiteY6" fmla="*/ 737297 h 1313598"/>
              <a:gd name="connsiteX7" fmla="*/ 1223894 w 1481310"/>
              <a:gd name="connsiteY7" fmla="*/ 1214096 h 1313598"/>
              <a:gd name="connsiteX8" fmla="*/ 1062897 w 1481310"/>
              <a:gd name="connsiteY8" fmla="*/ 1313598 h 1313598"/>
              <a:gd name="connsiteX9" fmla="*/ 418415 w 1481310"/>
              <a:gd name="connsiteY9" fmla="*/ 1313598 h 1313598"/>
              <a:gd name="connsiteX10" fmla="*/ 257418 w 1481310"/>
              <a:gd name="connsiteY10" fmla="*/ 1214097 h 1313598"/>
              <a:gd name="connsiteX11" fmla="*/ 19018 w 1481310"/>
              <a:gd name="connsiteY11" fmla="*/ 737298 h 1313598"/>
              <a:gd name="connsiteX12" fmla="*/ 19018 w 1481310"/>
              <a:gd name="connsiteY12" fmla="*/ 576300 h 1313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1310" h="1313598">
                <a:moveTo>
                  <a:pt x="19018" y="576300"/>
                </a:moveTo>
                <a:lnTo>
                  <a:pt x="257418" y="99501"/>
                </a:lnTo>
                <a:cubicBezTo>
                  <a:pt x="287915" y="38507"/>
                  <a:pt x="350221" y="0"/>
                  <a:pt x="418415" y="0"/>
                </a:cubicBezTo>
                <a:lnTo>
                  <a:pt x="1062897" y="0"/>
                </a:lnTo>
                <a:cubicBezTo>
                  <a:pt x="1131091" y="0"/>
                  <a:pt x="1193397" y="38507"/>
                  <a:pt x="1223894" y="99502"/>
                </a:cubicBezTo>
                <a:lnTo>
                  <a:pt x="1462293" y="576301"/>
                </a:lnTo>
                <a:cubicBezTo>
                  <a:pt x="1487650" y="627015"/>
                  <a:pt x="1487650" y="686583"/>
                  <a:pt x="1462293" y="737297"/>
                </a:cubicBezTo>
                <a:lnTo>
                  <a:pt x="1223894" y="1214096"/>
                </a:lnTo>
                <a:cubicBezTo>
                  <a:pt x="1193397" y="1275091"/>
                  <a:pt x="1131091" y="1313598"/>
                  <a:pt x="1062897" y="1313598"/>
                </a:cubicBezTo>
                <a:lnTo>
                  <a:pt x="418415" y="1313598"/>
                </a:lnTo>
                <a:cubicBezTo>
                  <a:pt x="350221" y="1313598"/>
                  <a:pt x="287915" y="1275091"/>
                  <a:pt x="257418" y="1214097"/>
                </a:cubicBezTo>
                <a:lnTo>
                  <a:pt x="19018" y="737298"/>
                </a:lnTo>
                <a:cubicBezTo>
                  <a:pt x="-6339" y="686583"/>
                  <a:pt x="-6339" y="627015"/>
                  <a:pt x="19018" y="57630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69" tIns="46634" rIns="93269" bIns="466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1003124" y="1379111"/>
            <a:ext cx="979435" cy="707354"/>
            <a:chOff x="1003124" y="1379111"/>
            <a:chExt cx="979435" cy="707354"/>
          </a:xfrm>
        </p:grpSpPr>
        <p:sp>
          <p:nvSpPr>
            <p:cNvPr id="74" name="文本框 73"/>
            <p:cNvSpPr txBox="1"/>
            <p:nvPr/>
          </p:nvSpPr>
          <p:spPr>
            <a:xfrm>
              <a:off x="1003124" y="1379111"/>
              <a:ext cx="979435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+28%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223537" y="1871021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1042397" y="3352290"/>
            <a:ext cx="900888" cy="707354"/>
            <a:chOff x="1042397" y="3352290"/>
            <a:chExt cx="900888" cy="707354"/>
          </a:xfrm>
        </p:grpSpPr>
        <p:sp>
          <p:nvSpPr>
            <p:cNvPr id="79" name="文本框 78"/>
            <p:cNvSpPr txBox="1"/>
            <p:nvPr/>
          </p:nvSpPr>
          <p:spPr>
            <a:xfrm>
              <a:off x="1042397" y="3352290"/>
              <a:ext cx="90088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-15%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133769" y="3844200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成本优化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1108922" y="5300957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96%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44000" y="579286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930337" y="1292085"/>
            <a:ext cx="3924151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营销活动效果显著，销售业绩稳步提升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930337" y="3247479"/>
            <a:ext cx="3462486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运营效率优化，成本控制初见成效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930337" y="5218357"/>
            <a:ext cx="3693319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客户满意度提升，品牌口碑持续向好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3" name="图形 91"/>
          <p:cNvSpPr/>
          <p:nvPr/>
        </p:nvSpPr>
        <p:spPr>
          <a:xfrm>
            <a:off x="2469081" y="1230224"/>
            <a:ext cx="276194" cy="331234"/>
          </a:xfrm>
          <a:custGeom>
            <a:avLst/>
            <a:gdLst>
              <a:gd name="connsiteX0" fmla="*/ 1213485 w 1586864"/>
              <a:gd name="connsiteY0" fmla="*/ 141923 h 1903094"/>
              <a:gd name="connsiteX1" fmla="*/ 1278255 w 1586864"/>
              <a:gd name="connsiteY1" fmla="*/ 161925 h 1903094"/>
              <a:gd name="connsiteX2" fmla="*/ 1295400 w 1586864"/>
              <a:gd name="connsiteY2" fmla="*/ 207645 h 1903094"/>
              <a:gd name="connsiteX3" fmla="*/ 1224915 w 1586864"/>
              <a:gd name="connsiteY3" fmla="*/ 340995 h 1903094"/>
              <a:gd name="connsiteX4" fmla="*/ 982027 w 1586864"/>
              <a:gd name="connsiteY4" fmla="*/ 442913 h 1903094"/>
              <a:gd name="connsiteX5" fmla="*/ 948690 w 1586864"/>
              <a:gd name="connsiteY5" fmla="*/ 439103 h 1903094"/>
              <a:gd name="connsiteX6" fmla="*/ 1052513 w 1586864"/>
              <a:gd name="connsiteY6" fmla="*/ 209550 h 1903094"/>
              <a:gd name="connsiteX7" fmla="*/ 1213485 w 1586864"/>
              <a:gd name="connsiteY7" fmla="*/ 141923 h 1903094"/>
              <a:gd name="connsiteX8" fmla="*/ 1213485 w 1586864"/>
              <a:gd name="connsiteY8" fmla="*/ 0 h 1903094"/>
              <a:gd name="connsiteX9" fmla="*/ 955357 w 1586864"/>
              <a:gd name="connsiteY9" fmla="*/ 106680 h 1903094"/>
              <a:gd name="connsiteX10" fmla="*/ 849630 w 1586864"/>
              <a:gd name="connsiteY10" fmla="*/ 541973 h 1903094"/>
              <a:gd name="connsiteX11" fmla="*/ 982980 w 1586864"/>
              <a:gd name="connsiteY11" fmla="*/ 584835 h 1903094"/>
              <a:gd name="connsiteX12" fmla="*/ 1323975 w 1586864"/>
              <a:gd name="connsiteY12" fmla="*/ 444818 h 1903094"/>
              <a:gd name="connsiteX13" fmla="*/ 1376363 w 1586864"/>
              <a:gd name="connsiteY13" fmla="*/ 58103 h 1903094"/>
              <a:gd name="connsiteX14" fmla="*/ 1213485 w 1586864"/>
              <a:gd name="connsiteY14" fmla="*/ 0 h 1903094"/>
              <a:gd name="connsiteX15" fmla="*/ 479108 w 1586864"/>
              <a:gd name="connsiteY15" fmla="*/ 141923 h 1903094"/>
              <a:gd name="connsiteX16" fmla="*/ 640080 w 1586864"/>
              <a:gd name="connsiteY16" fmla="*/ 210503 h 1903094"/>
              <a:gd name="connsiteX17" fmla="*/ 745808 w 1586864"/>
              <a:gd name="connsiteY17" fmla="*/ 437198 h 1903094"/>
              <a:gd name="connsiteX18" fmla="*/ 709613 w 1586864"/>
              <a:gd name="connsiteY18" fmla="*/ 442913 h 1903094"/>
              <a:gd name="connsiteX19" fmla="*/ 466725 w 1586864"/>
              <a:gd name="connsiteY19" fmla="*/ 340995 h 1903094"/>
              <a:gd name="connsiteX20" fmla="*/ 396240 w 1586864"/>
              <a:gd name="connsiteY20" fmla="*/ 207645 h 1903094"/>
              <a:gd name="connsiteX21" fmla="*/ 413385 w 1586864"/>
              <a:gd name="connsiteY21" fmla="*/ 161925 h 1903094"/>
              <a:gd name="connsiteX22" fmla="*/ 479108 w 1586864"/>
              <a:gd name="connsiteY22" fmla="*/ 141923 h 1903094"/>
              <a:gd name="connsiteX23" fmla="*/ 479108 w 1586864"/>
              <a:gd name="connsiteY23" fmla="*/ 0 h 1903094"/>
              <a:gd name="connsiteX24" fmla="*/ 316230 w 1586864"/>
              <a:gd name="connsiteY24" fmla="*/ 58103 h 1903094"/>
              <a:gd name="connsiteX25" fmla="*/ 368618 w 1586864"/>
              <a:gd name="connsiteY25" fmla="*/ 444818 h 1903094"/>
              <a:gd name="connsiteX26" fmla="*/ 709613 w 1586864"/>
              <a:gd name="connsiteY26" fmla="*/ 584835 h 1903094"/>
              <a:gd name="connsiteX27" fmla="*/ 842963 w 1586864"/>
              <a:gd name="connsiteY27" fmla="*/ 541973 h 1903094"/>
              <a:gd name="connsiteX28" fmla="*/ 737235 w 1586864"/>
              <a:gd name="connsiteY28" fmla="*/ 106680 h 1903094"/>
              <a:gd name="connsiteX29" fmla="*/ 479108 w 1586864"/>
              <a:gd name="connsiteY29" fmla="*/ 0 h 1903094"/>
              <a:gd name="connsiteX30" fmla="*/ 1586865 w 1586864"/>
              <a:gd name="connsiteY30" fmla="*/ 654368 h 1903094"/>
              <a:gd name="connsiteX31" fmla="*/ 1481138 w 1586864"/>
              <a:gd name="connsiteY31" fmla="*/ 528638 h 1903094"/>
              <a:gd name="connsiteX32" fmla="*/ 846773 w 1586864"/>
              <a:gd name="connsiteY32" fmla="*/ 528638 h 1903094"/>
              <a:gd name="connsiteX33" fmla="*/ 846773 w 1586864"/>
              <a:gd name="connsiteY33" fmla="*/ 1163003 h 1903094"/>
              <a:gd name="connsiteX34" fmla="*/ 1586865 w 1586864"/>
              <a:gd name="connsiteY34" fmla="*/ 1163003 h 1903094"/>
              <a:gd name="connsiteX35" fmla="*/ 1586865 w 1586864"/>
              <a:gd name="connsiteY35" fmla="*/ 654368 h 1903094"/>
              <a:gd name="connsiteX36" fmla="*/ 846773 w 1586864"/>
              <a:gd name="connsiteY36" fmla="*/ 1268730 h 1903094"/>
              <a:gd name="connsiteX37" fmla="*/ 846773 w 1586864"/>
              <a:gd name="connsiteY37" fmla="*/ 1903095 h 1903094"/>
              <a:gd name="connsiteX38" fmla="*/ 1481138 w 1586864"/>
              <a:gd name="connsiteY38" fmla="*/ 1903095 h 1903094"/>
              <a:gd name="connsiteX39" fmla="*/ 1586865 w 1586864"/>
              <a:gd name="connsiteY39" fmla="*/ 1797368 h 1903094"/>
              <a:gd name="connsiteX40" fmla="*/ 1586865 w 1586864"/>
              <a:gd name="connsiteY40" fmla="*/ 1268730 h 1903094"/>
              <a:gd name="connsiteX41" fmla="*/ 846773 w 1586864"/>
              <a:gd name="connsiteY41" fmla="*/ 1268730 h 1903094"/>
              <a:gd name="connsiteX42" fmla="*/ 740093 w 1586864"/>
              <a:gd name="connsiteY42" fmla="*/ 1163003 h 1903094"/>
              <a:gd name="connsiteX43" fmla="*/ 740093 w 1586864"/>
              <a:gd name="connsiteY43" fmla="*/ 528638 h 1903094"/>
              <a:gd name="connsiteX44" fmla="*/ 140970 w 1586864"/>
              <a:gd name="connsiteY44" fmla="*/ 515303 h 1903094"/>
              <a:gd name="connsiteX45" fmla="*/ 0 w 1586864"/>
              <a:gd name="connsiteY45" fmla="*/ 654368 h 1903094"/>
              <a:gd name="connsiteX46" fmla="*/ 0 w 1586864"/>
              <a:gd name="connsiteY46" fmla="*/ 1163003 h 1903094"/>
              <a:gd name="connsiteX47" fmla="*/ 740093 w 1586864"/>
              <a:gd name="connsiteY47" fmla="*/ 1163003 h 1903094"/>
              <a:gd name="connsiteX48" fmla="*/ 0 w 1586864"/>
              <a:gd name="connsiteY48" fmla="*/ 1278255 h 1903094"/>
              <a:gd name="connsiteX49" fmla="*/ 0 w 1586864"/>
              <a:gd name="connsiteY49" fmla="*/ 1764030 h 1903094"/>
              <a:gd name="connsiteX50" fmla="*/ 140970 w 1586864"/>
              <a:gd name="connsiteY50" fmla="*/ 1903095 h 1903094"/>
              <a:gd name="connsiteX51" fmla="*/ 740093 w 1586864"/>
              <a:gd name="connsiteY51" fmla="*/ 1903095 h 1903094"/>
              <a:gd name="connsiteX52" fmla="*/ 740093 w 1586864"/>
              <a:gd name="connsiteY52" fmla="*/ 1268730 h 1903094"/>
              <a:gd name="connsiteX53" fmla="*/ 0 w 1586864"/>
              <a:gd name="connsiteY53" fmla="*/ 1278255 h 1903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86864" h="1903094">
                <a:moveTo>
                  <a:pt x="1213485" y="141923"/>
                </a:moveTo>
                <a:cubicBezTo>
                  <a:pt x="1229678" y="141923"/>
                  <a:pt x="1259205" y="144780"/>
                  <a:pt x="1278255" y="161925"/>
                </a:cubicBezTo>
                <a:cubicBezTo>
                  <a:pt x="1283018" y="165735"/>
                  <a:pt x="1295400" y="178118"/>
                  <a:pt x="1295400" y="207645"/>
                </a:cubicBezTo>
                <a:cubicBezTo>
                  <a:pt x="1295400" y="240983"/>
                  <a:pt x="1277303" y="293370"/>
                  <a:pt x="1224915" y="340995"/>
                </a:cubicBezTo>
                <a:cubicBezTo>
                  <a:pt x="1162050" y="399098"/>
                  <a:pt x="1057275" y="442913"/>
                  <a:pt x="982027" y="442913"/>
                </a:cubicBezTo>
                <a:cubicBezTo>
                  <a:pt x="960120" y="442913"/>
                  <a:pt x="949643" y="439103"/>
                  <a:pt x="948690" y="439103"/>
                </a:cubicBezTo>
                <a:cubicBezTo>
                  <a:pt x="934403" y="411480"/>
                  <a:pt x="964882" y="290513"/>
                  <a:pt x="1052513" y="209550"/>
                </a:cubicBezTo>
                <a:cubicBezTo>
                  <a:pt x="1100138" y="166688"/>
                  <a:pt x="1160145" y="141923"/>
                  <a:pt x="1213485" y="141923"/>
                </a:cubicBezTo>
                <a:close/>
                <a:moveTo>
                  <a:pt x="1213485" y="0"/>
                </a:moveTo>
                <a:cubicBezTo>
                  <a:pt x="1126808" y="0"/>
                  <a:pt x="1031558" y="36195"/>
                  <a:pt x="955357" y="106680"/>
                </a:cubicBezTo>
                <a:cubicBezTo>
                  <a:pt x="824865" y="226695"/>
                  <a:pt x="747713" y="448628"/>
                  <a:pt x="849630" y="541973"/>
                </a:cubicBezTo>
                <a:cubicBezTo>
                  <a:pt x="882015" y="572453"/>
                  <a:pt x="929640" y="584835"/>
                  <a:pt x="982980" y="584835"/>
                </a:cubicBezTo>
                <a:cubicBezTo>
                  <a:pt x="1095375" y="584835"/>
                  <a:pt x="1235393" y="526733"/>
                  <a:pt x="1323975" y="444818"/>
                </a:cubicBezTo>
                <a:cubicBezTo>
                  <a:pt x="1454468" y="324803"/>
                  <a:pt x="1478280" y="151448"/>
                  <a:pt x="1376363" y="58103"/>
                </a:cubicBezTo>
                <a:cubicBezTo>
                  <a:pt x="1334453" y="19050"/>
                  <a:pt x="1276350" y="0"/>
                  <a:pt x="1213485" y="0"/>
                </a:cubicBezTo>
                <a:moveTo>
                  <a:pt x="479108" y="141923"/>
                </a:moveTo>
                <a:cubicBezTo>
                  <a:pt x="533400" y="141923"/>
                  <a:pt x="593408" y="167640"/>
                  <a:pt x="640080" y="210503"/>
                </a:cubicBezTo>
                <a:cubicBezTo>
                  <a:pt x="727710" y="290513"/>
                  <a:pt x="757238" y="413385"/>
                  <a:pt x="745808" y="437198"/>
                </a:cubicBezTo>
                <a:cubicBezTo>
                  <a:pt x="745808" y="437198"/>
                  <a:pt x="736283" y="442913"/>
                  <a:pt x="709613" y="442913"/>
                </a:cubicBezTo>
                <a:cubicBezTo>
                  <a:pt x="634365" y="442913"/>
                  <a:pt x="530543" y="399098"/>
                  <a:pt x="466725" y="340995"/>
                </a:cubicBezTo>
                <a:cubicBezTo>
                  <a:pt x="415290" y="293370"/>
                  <a:pt x="396240" y="240983"/>
                  <a:pt x="396240" y="207645"/>
                </a:cubicBezTo>
                <a:cubicBezTo>
                  <a:pt x="396240" y="178118"/>
                  <a:pt x="409575" y="165735"/>
                  <a:pt x="413385" y="161925"/>
                </a:cubicBezTo>
                <a:cubicBezTo>
                  <a:pt x="432435" y="143828"/>
                  <a:pt x="462915" y="141923"/>
                  <a:pt x="479108" y="141923"/>
                </a:cubicBezTo>
                <a:close/>
                <a:moveTo>
                  <a:pt x="479108" y="0"/>
                </a:moveTo>
                <a:cubicBezTo>
                  <a:pt x="416242" y="0"/>
                  <a:pt x="359093" y="19050"/>
                  <a:pt x="316230" y="58103"/>
                </a:cubicBezTo>
                <a:cubicBezTo>
                  <a:pt x="214313" y="151448"/>
                  <a:pt x="238125" y="324803"/>
                  <a:pt x="368618" y="444818"/>
                </a:cubicBezTo>
                <a:cubicBezTo>
                  <a:pt x="457200" y="525780"/>
                  <a:pt x="597218" y="584835"/>
                  <a:pt x="709613" y="584835"/>
                </a:cubicBezTo>
                <a:cubicBezTo>
                  <a:pt x="762953" y="584835"/>
                  <a:pt x="810578" y="571500"/>
                  <a:pt x="842963" y="541973"/>
                </a:cubicBezTo>
                <a:cubicBezTo>
                  <a:pt x="944880" y="448628"/>
                  <a:pt x="868680" y="226695"/>
                  <a:pt x="737235" y="106680"/>
                </a:cubicBezTo>
                <a:cubicBezTo>
                  <a:pt x="661035" y="36195"/>
                  <a:pt x="565785" y="0"/>
                  <a:pt x="479108" y="0"/>
                </a:cubicBezTo>
                <a:moveTo>
                  <a:pt x="1586865" y="654368"/>
                </a:moveTo>
                <a:cubicBezTo>
                  <a:pt x="1586865" y="578168"/>
                  <a:pt x="1558290" y="528638"/>
                  <a:pt x="1481138" y="528638"/>
                </a:cubicBezTo>
                <a:lnTo>
                  <a:pt x="846773" y="528638"/>
                </a:lnTo>
                <a:lnTo>
                  <a:pt x="846773" y="1163003"/>
                </a:lnTo>
                <a:lnTo>
                  <a:pt x="1586865" y="1163003"/>
                </a:lnTo>
                <a:lnTo>
                  <a:pt x="1586865" y="654368"/>
                </a:lnTo>
                <a:moveTo>
                  <a:pt x="846773" y="1268730"/>
                </a:moveTo>
                <a:lnTo>
                  <a:pt x="846773" y="1903095"/>
                </a:lnTo>
                <a:lnTo>
                  <a:pt x="1481138" y="1903095"/>
                </a:lnTo>
                <a:cubicBezTo>
                  <a:pt x="1558290" y="1903095"/>
                  <a:pt x="1586865" y="1873568"/>
                  <a:pt x="1586865" y="1797368"/>
                </a:cubicBezTo>
                <a:lnTo>
                  <a:pt x="1586865" y="1268730"/>
                </a:lnTo>
                <a:lnTo>
                  <a:pt x="846773" y="1268730"/>
                </a:lnTo>
                <a:moveTo>
                  <a:pt x="740093" y="1163003"/>
                </a:moveTo>
                <a:lnTo>
                  <a:pt x="740093" y="528638"/>
                </a:lnTo>
                <a:lnTo>
                  <a:pt x="140970" y="515303"/>
                </a:lnTo>
                <a:cubicBezTo>
                  <a:pt x="63818" y="515303"/>
                  <a:pt x="0" y="578168"/>
                  <a:pt x="0" y="654368"/>
                </a:cubicBezTo>
                <a:lnTo>
                  <a:pt x="0" y="1163003"/>
                </a:lnTo>
                <a:lnTo>
                  <a:pt x="740093" y="1163003"/>
                </a:lnTo>
                <a:moveTo>
                  <a:pt x="0" y="1278255"/>
                </a:moveTo>
                <a:lnTo>
                  <a:pt x="0" y="1764030"/>
                </a:lnTo>
                <a:cubicBezTo>
                  <a:pt x="0" y="1840230"/>
                  <a:pt x="63818" y="1903095"/>
                  <a:pt x="140970" y="1903095"/>
                </a:cubicBezTo>
                <a:lnTo>
                  <a:pt x="740093" y="1903095"/>
                </a:lnTo>
                <a:lnTo>
                  <a:pt x="740093" y="1268730"/>
                </a:lnTo>
                <a:lnTo>
                  <a:pt x="0" y="1278255"/>
                </a:lnTo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6" name="图形 94"/>
          <p:cNvSpPr>
            <a:spLocks noChangeAspect="1"/>
          </p:cNvSpPr>
          <p:nvPr/>
        </p:nvSpPr>
        <p:spPr>
          <a:xfrm>
            <a:off x="2444218" y="3247479"/>
            <a:ext cx="324000" cy="324011"/>
          </a:xfrm>
          <a:custGeom>
            <a:avLst/>
            <a:gdLst>
              <a:gd name="connsiteX0" fmla="*/ 1904456 w 1904937"/>
              <a:gd name="connsiteY0" fmla="*/ 1414735 h 1905000"/>
              <a:gd name="connsiteX1" fmla="*/ 1904456 w 1904937"/>
              <a:gd name="connsiteY1" fmla="*/ 1407931 h 1905000"/>
              <a:gd name="connsiteX2" fmla="*/ 1904456 w 1904937"/>
              <a:gd name="connsiteY2" fmla="*/ 1398406 h 1905000"/>
              <a:gd name="connsiteX3" fmla="*/ 1894931 w 1904937"/>
              <a:gd name="connsiteY3" fmla="*/ 1387520 h 1905000"/>
              <a:gd name="connsiteX4" fmla="*/ 1879963 w 1904937"/>
              <a:gd name="connsiteY4" fmla="*/ 1387520 h 1905000"/>
              <a:gd name="connsiteX5" fmla="*/ 1734367 w 1904937"/>
              <a:gd name="connsiteY5" fmla="*/ 1440588 h 1905000"/>
              <a:gd name="connsiteX6" fmla="*/ 1734367 w 1904937"/>
              <a:gd name="connsiteY6" fmla="*/ 161517 h 1905000"/>
              <a:gd name="connsiteX7" fmla="*/ 1571353 w 1904937"/>
              <a:gd name="connsiteY7" fmla="*/ 0 h 1905000"/>
              <a:gd name="connsiteX8" fmla="*/ 333239 w 1904937"/>
              <a:gd name="connsiteY8" fmla="*/ 0 h 1905000"/>
              <a:gd name="connsiteX9" fmla="*/ 218939 w 1904937"/>
              <a:gd name="connsiteY9" fmla="*/ 47625 h 1905000"/>
              <a:gd name="connsiteX10" fmla="*/ 171314 w 1904937"/>
              <a:gd name="connsiteY10" fmla="*/ 161653 h 1905000"/>
              <a:gd name="connsiteX11" fmla="*/ 171314 w 1904937"/>
              <a:gd name="connsiteY11" fmla="*/ 1440588 h 1905000"/>
              <a:gd name="connsiteX12" fmla="*/ 25718 w 1904937"/>
              <a:gd name="connsiteY12" fmla="*/ 1387520 h 1905000"/>
              <a:gd name="connsiteX13" fmla="*/ 19050 w 1904937"/>
              <a:gd name="connsiteY13" fmla="*/ 1387520 h 1905000"/>
              <a:gd name="connsiteX14" fmla="*/ 0 w 1904937"/>
              <a:gd name="connsiteY14" fmla="*/ 1406570 h 1905000"/>
              <a:gd name="connsiteX15" fmla="*/ 0 w 1904937"/>
              <a:gd name="connsiteY15" fmla="*/ 1542370 h 1905000"/>
              <a:gd name="connsiteX16" fmla="*/ 12246 w 1904937"/>
              <a:gd name="connsiteY16" fmla="*/ 1560059 h 1905000"/>
              <a:gd name="connsiteX17" fmla="*/ 926374 w 1904937"/>
              <a:gd name="connsiteY17" fmla="*/ 1900918 h 1905000"/>
              <a:gd name="connsiteX18" fmla="*/ 978081 w 1904937"/>
              <a:gd name="connsiteY18" fmla="*/ 1900918 h 1905000"/>
              <a:gd name="connsiteX19" fmla="*/ 1892345 w 1904937"/>
              <a:gd name="connsiteY19" fmla="*/ 1568223 h 1905000"/>
              <a:gd name="connsiteX20" fmla="*/ 1904592 w 1904937"/>
              <a:gd name="connsiteY20" fmla="*/ 1550534 h 1905000"/>
              <a:gd name="connsiteX21" fmla="*/ 1904592 w 1904937"/>
              <a:gd name="connsiteY21" fmla="*/ 1414735 h 1905000"/>
              <a:gd name="connsiteX22" fmla="*/ 1076053 w 1904937"/>
              <a:gd name="connsiteY22" fmla="*/ 958487 h 1905000"/>
              <a:gd name="connsiteX23" fmla="*/ 1212124 w 1904937"/>
              <a:gd name="connsiteY23" fmla="*/ 958487 h 1905000"/>
              <a:gd name="connsiteX24" fmla="*/ 1231174 w 1904937"/>
              <a:gd name="connsiteY24" fmla="*/ 977537 h 1905000"/>
              <a:gd name="connsiteX25" fmla="*/ 1231174 w 1904937"/>
              <a:gd name="connsiteY25" fmla="*/ 1041491 h 1905000"/>
              <a:gd name="connsiteX26" fmla="*/ 1212124 w 1904937"/>
              <a:gd name="connsiteY26" fmla="*/ 1060541 h 1905000"/>
              <a:gd name="connsiteX27" fmla="*/ 1031694 w 1904937"/>
              <a:gd name="connsiteY27" fmla="*/ 1060541 h 1905000"/>
              <a:gd name="connsiteX28" fmla="*/ 1031694 w 1904937"/>
              <a:gd name="connsiteY28" fmla="*/ 1153069 h 1905000"/>
              <a:gd name="connsiteX29" fmla="*/ 1213213 w 1904937"/>
              <a:gd name="connsiteY29" fmla="*/ 1153069 h 1905000"/>
              <a:gd name="connsiteX30" fmla="*/ 1232263 w 1904937"/>
              <a:gd name="connsiteY30" fmla="*/ 1172119 h 1905000"/>
              <a:gd name="connsiteX31" fmla="*/ 1232263 w 1904937"/>
              <a:gd name="connsiteY31" fmla="*/ 1237298 h 1905000"/>
              <a:gd name="connsiteX32" fmla="*/ 1213213 w 1904937"/>
              <a:gd name="connsiteY32" fmla="*/ 1256348 h 1905000"/>
              <a:gd name="connsiteX33" fmla="*/ 1031149 w 1904937"/>
              <a:gd name="connsiteY33" fmla="*/ 1256348 h 1905000"/>
              <a:gd name="connsiteX34" fmla="*/ 1031149 w 1904937"/>
              <a:gd name="connsiteY34" fmla="*/ 1406707 h 1905000"/>
              <a:gd name="connsiteX35" fmla="*/ 1012099 w 1904937"/>
              <a:gd name="connsiteY35" fmla="*/ 1425757 h 1905000"/>
              <a:gd name="connsiteX36" fmla="*/ 893717 w 1904937"/>
              <a:gd name="connsiteY36" fmla="*/ 1425757 h 1905000"/>
              <a:gd name="connsiteX37" fmla="*/ 874667 w 1904937"/>
              <a:gd name="connsiteY37" fmla="*/ 1406707 h 1905000"/>
              <a:gd name="connsiteX38" fmla="*/ 874667 w 1904937"/>
              <a:gd name="connsiteY38" fmla="*/ 1256348 h 1905000"/>
              <a:gd name="connsiteX39" fmla="*/ 694373 w 1904937"/>
              <a:gd name="connsiteY39" fmla="*/ 1256348 h 1905000"/>
              <a:gd name="connsiteX40" fmla="*/ 675323 w 1904937"/>
              <a:gd name="connsiteY40" fmla="*/ 1237298 h 1905000"/>
              <a:gd name="connsiteX41" fmla="*/ 675323 w 1904937"/>
              <a:gd name="connsiteY41" fmla="*/ 1172936 h 1905000"/>
              <a:gd name="connsiteX42" fmla="*/ 694373 w 1904937"/>
              <a:gd name="connsiteY42" fmla="*/ 1153886 h 1905000"/>
              <a:gd name="connsiteX43" fmla="*/ 874939 w 1904937"/>
              <a:gd name="connsiteY43" fmla="*/ 1153886 h 1905000"/>
              <a:gd name="connsiteX44" fmla="*/ 874939 w 1904937"/>
              <a:gd name="connsiteY44" fmla="*/ 1060133 h 1905000"/>
              <a:gd name="connsiteX45" fmla="*/ 694236 w 1904937"/>
              <a:gd name="connsiteY45" fmla="*/ 1060133 h 1905000"/>
              <a:gd name="connsiteX46" fmla="*/ 675186 w 1904937"/>
              <a:gd name="connsiteY46" fmla="*/ 1041083 h 1905000"/>
              <a:gd name="connsiteX47" fmla="*/ 675186 w 1904937"/>
              <a:gd name="connsiteY47" fmla="*/ 977401 h 1905000"/>
              <a:gd name="connsiteX48" fmla="*/ 694236 w 1904937"/>
              <a:gd name="connsiteY48" fmla="*/ 958351 h 1905000"/>
              <a:gd name="connsiteX49" fmla="*/ 830308 w 1904937"/>
              <a:gd name="connsiteY49" fmla="*/ 958351 h 1905000"/>
              <a:gd name="connsiteX50" fmla="*/ 582658 w 1904937"/>
              <a:gd name="connsiteY50" fmla="*/ 503464 h 1905000"/>
              <a:gd name="connsiteX51" fmla="*/ 582658 w 1904937"/>
              <a:gd name="connsiteY51" fmla="*/ 488496 h 1905000"/>
              <a:gd name="connsiteX52" fmla="*/ 590822 w 1904937"/>
              <a:gd name="connsiteY52" fmla="*/ 477611 h 1905000"/>
              <a:gd name="connsiteX53" fmla="*/ 736146 w 1904937"/>
              <a:gd name="connsiteY53" fmla="*/ 477611 h 1905000"/>
              <a:gd name="connsiteX54" fmla="*/ 752475 w 1904937"/>
              <a:gd name="connsiteY54" fmla="*/ 488496 h 1905000"/>
              <a:gd name="connsiteX55" fmla="*/ 952500 w 1904937"/>
              <a:gd name="connsiteY55" fmla="*/ 886505 h 1905000"/>
              <a:gd name="connsiteX56" fmla="*/ 1153886 w 1904937"/>
              <a:gd name="connsiteY56" fmla="*/ 485503 h 1905000"/>
              <a:gd name="connsiteX57" fmla="*/ 1171575 w 1904937"/>
              <a:gd name="connsiteY57" fmla="*/ 474617 h 1905000"/>
              <a:gd name="connsiteX58" fmla="*/ 1307646 w 1904937"/>
              <a:gd name="connsiteY58" fmla="*/ 474617 h 1905000"/>
              <a:gd name="connsiteX59" fmla="*/ 1326696 w 1904937"/>
              <a:gd name="connsiteY59" fmla="*/ 493667 h 1905000"/>
              <a:gd name="connsiteX60" fmla="*/ 1322614 w 1904937"/>
              <a:gd name="connsiteY60" fmla="*/ 501831 h 1905000"/>
              <a:gd name="connsiteX61" fmla="*/ 1076053 w 1904937"/>
              <a:gd name="connsiteY61" fmla="*/ 958487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904937" h="1905000">
                <a:moveTo>
                  <a:pt x="1904456" y="1414735"/>
                </a:moveTo>
                <a:cubicBezTo>
                  <a:pt x="1905098" y="1412512"/>
                  <a:pt x="1905098" y="1410153"/>
                  <a:pt x="1904456" y="1407931"/>
                </a:cubicBezTo>
                <a:lnTo>
                  <a:pt x="1904456" y="1398406"/>
                </a:lnTo>
                <a:cubicBezTo>
                  <a:pt x="1902449" y="1393901"/>
                  <a:pt x="1899129" y="1390107"/>
                  <a:pt x="1894931" y="1387520"/>
                </a:cubicBezTo>
                <a:cubicBezTo>
                  <a:pt x="1890151" y="1385478"/>
                  <a:pt x="1884743" y="1385478"/>
                  <a:pt x="1879963" y="1387520"/>
                </a:cubicBezTo>
                <a:lnTo>
                  <a:pt x="1734367" y="1440588"/>
                </a:lnTo>
                <a:lnTo>
                  <a:pt x="1734367" y="161517"/>
                </a:lnTo>
                <a:cubicBezTo>
                  <a:pt x="1733472" y="72103"/>
                  <a:pt x="1660771" y="70"/>
                  <a:pt x="1571353" y="0"/>
                </a:cubicBezTo>
                <a:lnTo>
                  <a:pt x="333239" y="0"/>
                </a:lnTo>
                <a:cubicBezTo>
                  <a:pt x="290334" y="105"/>
                  <a:pt x="249225" y="17234"/>
                  <a:pt x="218939" y="47625"/>
                </a:cubicBezTo>
                <a:cubicBezTo>
                  <a:pt x="188051" y="77425"/>
                  <a:pt x="170906" y="118654"/>
                  <a:pt x="171314" y="161653"/>
                </a:cubicBezTo>
                <a:lnTo>
                  <a:pt x="171314" y="1440588"/>
                </a:lnTo>
                <a:lnTo>
                  <a:pt x="25718" y="1387520"/>
                </a:lnTo>
                <a:lnTo>
                  <a:pt x="19050" y="1387520"/>
                </a:lnTo>
                <a:cubicBezTo>
                  <a:pt x="8529" y="1387520"/>
                  <a:pt x="0" y="1396049"/>
                  <a:pt x="0" y="1406570"/>
                </a:cubicBezTo>
                <a:lnTo>
                  <a:pt x="0" y="1542370"/>
                </a:lnTo>
                <a:cubicBezTo>
                  <a:pt x="0" y="1550262"/>
                  <a:pt x="4899" y="1557338"/>
                  <a:pt x="12246" y="1560059"/>
                </a:cubicBezTo>
                <a:lnTo>
                  <a:pt x="926374" y="1900918"/>
                </a:lnTo>
                <a:cubicBezTo>
                  <a:pt x="943247" y="1906361"/>
                  <a:pt x="961345" y="1906361"/>
                  <a:pt x="978081" y="1900918"/>
                </a:cubicBezTo>
                <a:lnTo>
                  <a:pt x="1892345" y="1568223"/>
                </a:lnTo>
                <a:cubicBezTo>
                  <a:pt x="1899685" y="1565417"/>
                  <a:pt x="1904549" y="1558392"/>
                  <a:pt x="1904592" y="1550534"/>
                </a:cubicBezTo>
                <a:lnTo>
                  <a:pt x="1904592" y="1414735"/>
                </a:lnTo>
                <a:close/>
                <a:moveTo>
                  <a:pt x="1076053" y="958487"/>
                </a:moveTo>
                <a:lnTo>
                  <a:pt x="1212124" y="958487"/>
                </a:lnTo>
                <a:cubicBezTo>
                  <a:pt x="1222645" y="958487"/>
                  <a:pt x="1231174" y="967016"/>
                  <a:pt x="1231174" y="977537"/>
                </a:cubicBezTo>
                <a:lnTo>
                  <a:pt x="1231174" y="1041491"/>
                </a:lnTo>
                <a:cubicBezTo>
                  <a:pt x="1231174" y="1052012"/>
                  <a:pt x="1222645" y="1060541"/>
                  <a:pt x="1212124" y="1060541"/>
                </a:cubicBezTo>
                <a:lnTo>
                  <a:pt x="1031694" y="1060541"/>
                </a:lnTo>
                <a:lnTo>
                  <a:pt x="1031694" y="1153069"/>
                </a:lnTo>
                <a:lnTo>
                  <a:pt x="1213213" y="1153069"/>
                </a:lnTo>
                <a:cubicBezTo>
                  <a:pt x="1223528" y="1153550"/>
                  <a:pt x="1231782" y="1161804"/>
                  <a:pt x="1232263" y="1172119"/>
                </a:cubicBezTo>
                <a:lnTo>
                  <a:pt x="1232263" y="1237298"/>
                </a:lnTo>
                <a:cubicBezTo>
                  <a:pt x="1232263" y="1247819"/>
                  <a:pt x="1223734" y="1256348"/>
                  <a:pt x="1213213" y="1256348"/>
                </a:cubicBezTo>
                <a:lnTo>
                  <a:pt x="1031149" y="1256348"/>
                </a:lnTo>
                <a:lnTo>
                  <a:pt x="1031149" y="1406707"/>
                </a:lnTo>
                <a:cubicBezTo>
                  <a:pt x="1031149" y="1417228"/>
                  <a:pt x="1022620" y="1425757"/>
                  <a:pt x="1012099" y="1425757"/>
                </a:cubicBezTo>
                <a:lnTo>
                  <a:pt x="893717" y="1425757"/>
                </a:lnTo>
                <a:cubicBezTo>
                  <a:pt x="883196" y="1425757"/>
                  <a:pt x="874667" y="1417228"/>
                  <a:pt x="874667" y="1406707"/>
                </a:cubicBezTo>
                <a:lnTo>
                  <a:pt x="874667" y="1256348"/>
                </a:lnTo>
                <a:lnTo>
                  <a:pt x="694373" y="1256348"/>
                </a:lnTo>
                <a:cubicBezTo>
                  <a:pt x="683851" y="1256348"/>
                  <a:pt x="675323" y="1247819"/>
                  <a:pt x="675323" y="1237298"/>
                </a:cubicBezTo>
                <a:lnTo>
                  <a:pt x="675323" y="1172936"/>
                </a:lnTo>
                <a:cubicBezTo>
                  <a:pt x="675323" y="1162415"/>
                  <a:pt x="683851" y="1153886"/>
                  <a:pt x="694373" y="1153886"/>
                </a:cubicBezTo>
                <a:lnTo>
                  <a:pt x="874939" y="1153886"/>
                </a:lnTo>
                <a:lnTo>
                  <a:pt x="874939" y="1060133"/>
                </a:lnTo>
                <a:lnTo>
                  <a:pt x="694236" y="1060133"/>
                </a:lnTo>
                <a:cubicBezTo>
                  <a:pt x="683715" y="1060133"/>
                  <a:pt x="675186" y="1051604"/>
                  <a:pt x="675186" y="1041083"/>
                </a:cubicBezTo>
                <a:lnTo>
                  <a:pt x="675186" y="977401"/>
                </a:lnTo>
                <a:cubicBezTo>
                  <a:pt x="675186" y="966880"/>
                  <a:pt x="683715" y="958351"/>
                  <a:pt x="694236" y="958351"/>
                </a:cubicBezTo>
                <a:lnTo>
                  <a:pt x="830308" y="958351"/>
                </a:lnTo>
                <a:lnTo>
                  <a:pt x="582658" y="503464"/>
                </a:lnTo>
                <a:cubicBezTo>
                  <a:pt x="580616" y="498684"/>
                  <a:pt x="580616" y="493277"/>
                  <a:pt x="582658" y="488496"/>
                </a:cubicBezTo>
                <a:cubicBezTo>
                  <a:pt x="583239" y="483670"/>
                  <a:pt x="586352" y="479520"/>
                  <a:pt x="590822" y="477611"/>
                </a:cubicBezTo>
                <a:lnTo>
                  <a:pt x="736146" y="477611"/>
                </a:lnTo>
                <a:cubicBezTo>
                  <a:pt x="743222" y="477611"/>
                  <a:pt x="749754" y="481829"/>
                  <a:pt x="752475" y="488496"/>
                </a:cubicBezTo>
                <a:lnTo>
                  <a:pt x="952500" y="886505"/>
                </a:lnTo>
                <a:lnTo>
                  <a:pt x="1153886" y="485503"/>
                </a:lnTo>
                <a:cubicBezTo>
                  <a:pt x="1157111" y="478696"/>
                  <a:pt x="1164045" y="474429"/>
                  <a:pt x="1171575" y="474617"/>
                </a:cubicBezTo>
                <a:lnTo>
                  <a:pt x="1307646" y="474617"/>
                </a:lnTo>
                <a:cubicBezTo>
                  <a:pt x="1318167" y="474617"/>
                  <a:pt x="1326696" y="483146"/>
                  <a:pt x="1326696" y="493667"/>
                </a:cubicBezTo>
                <a:cubicBezTo>
                  <a:pt x="1326718" y="496884"/>
                  <a:pt x="1325201" y="499918"/>
                  <a:pt x="1322614" y="501831"/>
                </a:cubicBezTo>
                <a:lnTo>
                  <a:pt x="1076053" y="958487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03" name="组合 102"/>
          <p:cNvGrpSpPr>
            <a:grpSpLocks noChangeAspect="1"/>
          </p:cNvGrpSpPr>
          <p:nvPr/>
        </p:nvGrpSpPr>
        <p:grpSpPr>
          <a:xfrm>
            <a:off x="2453819" y="5196908"/>
            <a:ext cx="324000" cy="324000"/>
            <a:chOff x="192911" y="192911"/>
            <a:chExt cx="1519177" cy="1519177"/>
          </a:xfrm>
          <a:solidFill>
            <a:schemeClr val="accent3"/>
          </a:solidFill>
        </p:grpSpPr>
        <p:sp>
          <p:nvSpPr>
            <p:cNvPr id="100" name="任意多边形: 形状 99"/>
            <p:cNvSpPr/>
            <p:nvPr/>
          </p:nvSpPr>
          <p:spPr>
            <a:xfrm>
              <a:off x="299832" y="192911"/>
              <a:ext cx="978987" cy="976516"/>
            </a:xfrm>
            <a:custGeom>
              <a:avLst/>
              <a:gdLst>
                <a:gd name="connsiteX0" fmla="*/ 0 w 978987"/>
                <a:gd name="connsiteY0" fmla="*/ 488259 h 976516"/>
                <a:gd name="connsiteX1" fmla="*/ 9405 w 978987"/>
                <a:gd name="connsiteY1" fmla="*/ 583509 h 976516"/>
                <a:gd name="connsiteX2" fmla="*/ 37256 w 978987"/>
                <a:gd name="connsiteY2" fmla="*/ 675094 h 976516"/>
                <a:gd name="connsiteX3" fmla="*/ 178950 w 978987"/>
                <a:gd name="connsiteY3" fmla="*/ 865666 h 976516"/>
                <a:gd name="connsiteX4" fmla="*/ 237836 w 978987"/>
                <a:gd name="connsiteY4" fmla="*/ 907045 h 976516"/>
                <a:gd name="connsiteX5" fmla="*/ 370559 w 978987"/>
                <a:gd name="connsiteY5" fmla="*/ 961880 h 976516"/>
                <a:gd name="connsiteX6" fmla="*/ 561324 w 978987"/>
                <a:gd name="connsiteY6" fmla="*/ 971213 h 976516"/>
                <a:gd name="connsiteX7" fmla="*/ 800052 w 978987"/>
                <a:gd name="connsiteY7" fmla="*/ 865666 h 976516"/>
                <a:gd name="connsiteX8" fmla="*/ 882666 w 978987"/>
                <a:gd name="connsiteY8" fmla="*/ 779097 h 976516"/>
                <a:gd name="connsiteX9" fmla="*/ 973720 w 978987"/>
                <a:gd name="connsiteY9" fmla="*/ 559901 h 976516"/>
                <a:gd name="connsiteX10" fmla="*/ 976638 w 978987"/>
                <a:gd name="connsiteY10" fmla="*/ 440393 h 976516"/>
                <a:gd name="connsiteX11" fmla="*/ 950402 w 978987"/>
                <a:gd name="connsiteY11" fmla="*/ 323754 h 976516"/>
                <a:gd name="connsiteX12" fmla="*/ 852210 w 978987"/>
                <a:gd name="connsiteY12" fmla="*/ 160358 h 976516"/>
                <a:gd name="connsiteX13" fmla="*/ 761445 w 978987"/>
                <a:gd name="connsiteY13" fmla="*/ 82277 h 976516"/>
                <a:gd name="connsiteX14" fmla="*/ 631592 w 978987"/>
                <a:gd name="connsiteY14" fmla="*/ 21027 h 976516"/>
                <a:gd name="connsiteX15" fmla="*/ 465471 w 978987"/>
                <a:gd name="connsiteY15" fmla="*/ 579 h 976516"/>
                <a:gd name="connsiteX16" fmla="*/ 178950 w 978987"/>
                <a:gd name="connsiteY16" fmla="*/ 110828 h 976516"/>
                <a:gd name="connsiteX17" fmla="*/ 96311 w 978987"/>
                <a:gd name="connsiteY17" fmla="*/ 197397 h 976516"/>
                <a:gd name="connsiteX18" fmla="*/ 2339 w 978987"/>
                <a:gd name="connsiteY18" fmla="*/ 440393 h 976516"/>
                <a:gd name="connsiteX19" fmla="*/ 0 w 978987"/>
                <a:gd name="connsiteY19" fmla="*/ 488259 h 976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78987" h="976516">
                  <a:moveTo>
                    <a:pt x="0" y="488259"/>
                  </a:moveTo>
                  <a:cubicBezTo>
                    <a:pt x="-20" y="520242"/>
                    <a:pt x="3130" y="552148"/>
                    <a:pt x="9405" y="583509"/>
                  </a:cubicBezTo>
                  <a:cubicBezTo>
                    <a:pt x="15641" y="614882"/>
                    <a:pt x="24970" y="645560"/>
                    <a:pt x="37256" y="675094"/>
                  </a:cubicBezTo>
                  <a:cubicBezTo>
                    <a:pt x="68064" y="749322"/>
                    <a:pt x="116738" y="814787"/>
                    <a:pt x="178950" y="865666"/>
                  </a:cubicBezTo>
                  <a:cubicBezTo>
                    <a:pt x="197525" y="880900"/>
                    <a:pt x="217208" y="894731"/>
                    <a:pt x="237836" y="907045"/>
                  </a:cubicBezTo>
                  <a:cubicBezTo>
                    <a:pt x="279138" y="931754"/>
                    <a:pt x="323861" y="950232"/>
                    <a:pt x="370559" y="961880"/>
                  </a:cubicBezTo>
                  <a:cubicBezTo>
                    <a:pt x="432920" y="977473"/>
                    <a:pt x="497739" y="980644"/>
                    <a:pt x="561324" y="971213"/>
                  </a:cubicBezTo>
                  <a:cubicBezTo>
                    <a:pt x="648969" y="958226"/>
                    <a:pt x="731463" y="921754"/>
                    <a:pt x="800052" y="865666"/>
                  </a:cubicBezTo>
                  <a:cubicBezTo>
                    <a:pt x="831020" y="840290"/>
                    <a:pt x="858765" y="811217"/>
                    <a:pt x="882666" y="779097"/>
                  </a:cubicBezTo>
                  <a:cubicBezTo>
                    <a:pt x="930584" y="714633"/>
                    <a:pt x="961859" y="639343"/>
                    <a:pt x="973720" y="559901"/>
                  </a:cubicBezTo>
                  <a:cubicBezTo>
                    <a:pt x="979573" y="520334"/>
                    <a:pt x="980553" y="480198"/>
                    <a:pt x="976638" y="440393"/>
                  </a:cubicBezTo>
                  <a:cubicBezTo>
                    <a:pt x="972692" y="400587"/>
                    <a:pt x="963881" y="361415"/>
                    <a:pt x="950402" y="323754"/>
                  </a:cubicBezTo>
                  <a:cubicBezTo>
                    <a:pt x="928748" y="263355"/>
                    <a:pt x="895379" y="207828"/>
                    <a:pt x="852210" y="160358"/>
                  </a:cubicBezTo>
                  <a:cubicBezTo>
                    <a:pt x="825281" y="130698"/>
                    <a:pt x="794796" y="104473"/>
                    <a:pt x="761445" y="82277"/>
                  </a:cubicBezTo>
                  <a:cubicBezTo>
                    <a:pt x="721414" y="55576"/>
                    <a:pt x="677657" y="34936"/>
                    <a:pt x="631592" y="21027"/>
                  </a:cubicBezTo>
                  <a:cubicBezTo>
                    <a:pt x="577794" y="4769"/>
                    <a:pt x="521606" y="-2147"/>
                    <a:pt x="465471" y="579"/>
                  </a:cubicBezTo>
                  <a:cubicBezTo>
                    <a:pt x="360631" y="5738"/>
                    <a:pt x="260207" y="44380"/>
                    <a:pt x="178950" y="110828"/>
                  </a:cubicBezTo>
                  <a:cubicBezTo>
                    <a:pt x="147973" y="136202"/>
                    <a:pt x="120220" y="165275"/>
                    <a:pt x="96311" y="197397"/>
                  </a:cubicBezTo>
                  <a:cubicBezTo>
                    <a:pt x="43556" y="268389"/>
                    <a:pt x="11076" y="352378"/>
                    <a:pt x="2339" y="440393"/>
                  </a:cubicBezTo>
                  <a:cubicBezTo>
                    <a:pt x="773" y="456300"/>
                    <a:pt x="-8" y="472275"/>
                    <a:pt x="0" y="48825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965425" y="1153827"/>
              <a:ext cx="746663" cy="558261"/>
            </a:xfrm>
            <a:custGeom>
              <a:avLst/>
              <a:gdLst>
                <a:gd name="connsiteX0" fmla="*/ 559684 w 746663"/>
                <a:gd name="connsiteY0" fmla="*/ 0 h 558261"/>
                <a:gd name="connsiteX1" fmla="*/ 373235 w 746663"/>
                <a:gd name="connsiteY1" fmla="*/ 172583 h 558261"/>
                <a:gd name="connsiteX2" fmla="*/ 186787 w 746663"/>
                <a:gd name="connsiteY2" fmla="*/ 0 h 558261"/>
                <a:gd name="connsiteX3" fmla="*/ 0 w 746663"/>
                <a:gd name="connsiteY3" fmla="*/ 186159 h 558261"/>
                <a:gd name="connsiteX4" fmla="*/ 373573 w 746663"/>
                <a:gd name="connsiteY4" fmla="*/ 558261 h 558261"/>
                <a:gd name="connsiteX5" fmla="*/ 746664 w 746663"/>
                <a:gd name="connsiteY5" fmla="*/ 186666 h 558261"/>
                <a:gd name="connsiteX6" fmla="*/ 559684 w 746663"/>
                <a:gd name="connsiteY6" fmla="*/ 0 h 5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6663" h="558261">
                  <a:moveTo>
                    <a:pt x="559684" y="0"/>
                  </a:moveTo>
                  <a:cubicBezTo>
                    <a:pt x="461106" y="0"/>
                    <a:pt x="380373" y="76104"/>
                    <a:pt x="373235" y="172583"/>
                  </a:cubicBezTo>
                  <a:cubicBezTo>
                    <a:pt x="366098" y="76128"/>
                    <a:pt x="285364" y="0"/>
                    <a:pt x="186787" y="0"/>
                  </a:cubicBezTo>
                  <a:cubicBezTo>
                    <a:pt x="83458" y="0"/>
                    <a:pt x="0" y="82566"/>
                    <a:pt x="0" y="186159"/>
                  </a:cubicBezTo>
                  <a:cubicBezTo>
                    <a:pt x="0" y="371740"/>
                    <a:pt x="280783" y="558261"/>
                    <a:pt x="373573" y="558261"/>
                  </a:cubicBezTo>
                  <a:cubicBezTo>
                    <a:pt x="465543" y="558261"/>
                    <a:pt x="746664" y="372102"/>
                    <a:pt x="746664" y="186666"/>
                  </a:cubicBezTo>
                  <a:cubicBezTo>
                    <a:pt x="746664" y="84254"/>
                    <a:pt x="662868" y="0"/>
                    <a:pt x="55968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192911" y="1169766"/>
              <a:ext cx="1115510" cy="541478"/>
            </a:xfrm>
            <a:custGeom>
              <a:avLst/>
              <a:gdLst>
                <a:gd name="connsiteX0" fmla="*/ 772345 w 1115510"/>
                <a:gd name="connsiteY0" fmla="*/ 170027 h 541478"/>
                <a:gd name="connsiteX1" fmla="*/ 799690 w 1115510"/>
                <a:gd name="connsiteY1" fmla="*/ 72728 h 541478"/>
                <a:gd name="connsiteX2" fmla="*/ 668317 w 1115510"/>
                <a:gd name="connsiteY2" fmla="*/ 103738 h 541478"/>
                <a:gd name="connsiteX3" fmla="*/ 598426 w 1115510"/>
                <a:gd name="connsiteY3" fmla="*/ 182600 h 541478"/>
                <a:gd name="connsiteX4" fmla="*/ 593878 w 1115510"/>
                <a:gd name="connsiteY4" fmla="*/ 182735 h 541478"/>
                <a:gd name="connsiteX5" fmla="*/ 519245 w 1115510"/>
                <a:gd name="connsiteY5" fmla="*/ 108537 h 541478"/>
                <a:gd name="connsiteX6" fmla="*/ 519245 w 1115510"/>
                <a:gd name="connsiteY6" fmla="*/ 108320 h 541478"/>
                <a:gd name="connsiteX7" fmla="*/ 519414 w 1115510"/>
                <a:gd name="connsiteY7" fmla="*/ 103256 h 541478"/>
                <a:gd name="connsiteX8" fmla="*/ 252738 w 1115510"/>
                <a:gd name="connsiteY8" fmla="*/ 0 h 541478"/>
                <a:gd name="connsiteX9" fmla="*/ 0 w 1115510"/>
                <a:gd name="connsiteY9" fmla="*/ 264289 h 541478"/>
                <a:gd name="connsiteX10" fmla="*/ 0 w 1115510"/>
                <a:gd name="connsiteY10" fmla="*/ 427540 h 541478"/>
                <a:gd name="connsiteX11" fmla="*/ 114228 w 1115510"/>
                <a:gd name="connsiteY11" fmla="*/ 541478 h 541478"/>
                <a:gd name="connsiteX12" fmla="*/ 542202 w 1115510"/>
                <a:gd name="connsiteY12" fmla="*/ 541478 h 541478"/>
                <a:gd name="connsiteX13" fmla="*/ 519414 w 1115510"/>
                <a:gd name="connsiteY13" fmla="*/ 321077 h 541478"/>
                <a:gd name="connsiteX14" fmla="*/ 594022 w 1115510"/>
                <a:gd name="connsiteY14" fmla="*/ 246661 h 541478"/>
                <a:gd name="connsiteX15" fmla="*/ 594047 w 1115510"/>
                <a:gd name="connsiteY15" fmla="*/ 246661 h 541478"/>
                <a:gd name="connsiteX16" fmla="*/ 668655 w 1115510"/>
                <a:gd name="connsiteY16" fmla="*/ 320835 h 541478"/>
                <a:gd name="connsiteX17" fmla="*/ 668655 w 1115510"/>
                <a:gd name="connsiteY17" fmla="*/ 321077 h 541478"/>
                <a:gd name="connsiteX18" fmla="*/ 645892 w 1115510"/>
                <a:gd name="connsiteY18" fmla="*/ 541478 h 541478"/>
                <a:gd name="connsiteX19" fmla="*/ 1085247 w 1115510"/>
                <a:gd name="connsiteY19" fmla="*/ 541478 h 541478"/>
                <a:gd name="connsiteX20" fmla="*/ 1115510 w 1115510"/>
                <a:gd name="connsiteY20" fmla="*/ 537403 h 541478"/>
                <a:gd name="connsiteX21" fmla="*/ 772345 w 1115510"/>
                <a:gd name="connsiteY21" fmla="*/ 170027 h 54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5510" h="541478">
                  <a:moveTo>
                    <a:pt x="772345" y="170027"/>
                  </a:moveTo>
                  <a:cubicBezTo>
                    <a:pt x="772345" y="134266"/>
                    <a:pt x="782352" y="100869"/>
                    <a:pt x="799690" y="72728"/>
                  </a:cubicBezTo>
                  <a:cubicBezTo>
                    <a:pt x="757220" y="88024"/>
                    <a:pt x="713145" y="98428"/>
                    <a:pt x="668317" y="103738"/>
                  </a:cubicBezTo>
                  <a:cubicBezTo>
                    <a:pt x="670795" y="144815"/>
                    <a:pt x="639503" y="180123"/>
                    <a:pt x="598426" y="182600"/>
                  </a:cubicBezTo>
                  <a:cubicBezTo>
                    <a:pt x="596911" y="182692"/>
                    <a:pt x="595395" y="182737"/>
                    <a:pt x="593878" y="182735"/>
                  </a:cubicBezTo>
                  <a:cubicBezTo>
                    <a:pt x="552779" y="182855"/>
                    <a:pt x="519365" y="149636"/>
                    <a:pt x="519245" y="108537"/>
                  </a:cubicBezTo>
                  <a:cubicBezTo>
                    <a:pt x="519245" y="108465"/>
                    <a:pt x="519245" y="108392"/>
                    <a:pt x="519245" y="108320"/>
                  </a:cubicBezTo>
                  <a:cubicBezTo>
                    <a:pt x="519245" y="106632"/>
                    <a:pt x="519245" y="104944"/>
                    <a:pt x="519414" y="103256"/>
                  </a:cubicBezTo>
                  <a:cubicBezTo>
                    <a:pt x="423448" y="91034"/>
                    <a:pt x="331911" y="55592"/>
                    <a:pt x="252738" y="0"/>
                  </a:cubicBezTo>
                  <a:cubicBezTo>
                    <a:pt x="112178" y="6438"/>
                    <a:pt x="0" y="122402"/>
                    <a:pt x="0" y="264289"/>
                  </a:cubicBezTo>
                  <a:lnTo>
                    <a:pt x="0" y="427540"/>
                  </a:lnTo>
                  <a:cubicBezTo>
                    <a:pt x="93" y="490541"/>
                    <a:pt x="51227" y="541545"/>
                    <a:pt x="114228" y="541478"/>
                  </a:cubicBezTo>
                  <a:lnTo>
                    <a:pt x="542202" y="541478"/>
                  </a:lnTo>
                  <a:cubicBezTo>
                    <a:pt x="528095" y="445505"/>
                    <a:pt x="519414" y="342104"/>
                    <a:pt x="519414" y="321077"/>
                  </a:cubicBezTo>
                  <a:cubicBezTo>
                    <a:pt x="519467" y="279925"/>
                    <a:pt x="552870" y="246608"/>
                    <a:pt x="594022" y="246661"/>
                  </a:cubicBezTo>
                  <a:cubicBezTo>
                    <a:pt x="594030" y="246661"/>
                    <a:pt x="594038" y="246661"/>
                    <a:pt x="594047" y="246661"/>
                  </a:cubicBezTo>
                  <a:cubicBezTo>
                    <a:pt x="635132" y="246541"/>
                    <a:pt x="668535" y="279750"/>
                    <a:pt x="668655" y="320835"/>
                  </a:cubicBezTo>
                  <a:cubicBezTo>
                    <a:pt x="668655" y="320916"/>
                    <a:pt x="668655" y="320996"/>
                    <a:pt x="668655" y="321077"/>
                  </a:cubicBezTo>
                  <a:cubicBezTo>
                    <a:pt x="668655" y="342104"/>
                    <a:pt x="659974" y="445505"/>
                    <a:pt x="645892" y="541478"/>
                  </a:cubicBezTo>
                  <a:lnTo>
                    <a:pt x="1085247" y="541478"/>
                  </a:lnTo>
                  <a:cubicBezTo>
                    <a:pt x="1095785" y="541478"/>
                    <a:pt x="1105985" y="540128"/>
                    <a:pt x="1115510" y="537403"/>
                  </a:cubicBezTo>
                  <a:cubicBezTo>
                    <a:pt x="1003139" y="507405"/>
                    <a:pt x="772345" y="338367"/>
                    <a:pt x="772345" y="17002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13" name="文本框 112"/>
          <p:cNvSpPr txBox="1"/>
          <p:nvPr/>
        </p:nvSpPr>
        <p:spPr>
          <a:xfrm>
            <a:off x="2453819" y="1790889"/>
            <a:ext cx="5625059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本季度成功策划并执行了系列线上营销活动，通过精准推广与促销组合拳，有效拉动了业务增长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第三季度实现总销售额同比增长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，超额完成季度目标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2453819" y="3741910"/>
            <a:ext cx="4307589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通过优化工作流程与采用新的管理工具，重点项目的执行效率显著提升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在保证质量的前提下，核心项目平均成本降低了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，资源利用更加高效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2444218" y="5685052"/>
            <a:ext cx="5232202" cy="3568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本季度重点关注客户服务与体验优化，通过及时响应和问题解决，赢得了客户的广泛认可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季度调研显示，客户满意度评分高达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96%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，为业务的长期发展奠定了坚实基础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9188849" y="1751641"/>
            <a:ext cx="1712007" cy="541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规划下一阶段重点营销活动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拓展新的推广渠道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持续驱动业务增长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188849" y="3741910"/>
            <a:ext cx="1840247" cy="3568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将优化后的流程在部门内推广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持续探索降本增效的新方法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9188849" y="5629809"/>
            <a:ext cx="1840247" cy="541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171450" indent="-171450">
              <a:lnSpc>
                <a:spcPct val="120000"/>
              </a:lnSpc>
              <a:buFont typeface="Wingdings" panose="05000000000000000000" pitchFamily="2" charset="2"/>
              <a:buChar char="ü"/>
              <a:defRPr sz="1000" i="0">
                <a:solidFill>
                  <a:srgbClr val="0F1115"/>
                </a:solidFill>
                <a:effectLst/>
                <a:latin typeface="+mn-ea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建立客户反馈的长效机制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将满意度纳入常态化管理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基于反馈持续优化产品与服务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4" name="TextBox 85+"/>
          <p:cNvSpPr txBox="1"/>
          <p:nvPr/>
        </p:nvSpPr>
        <p:spPr>
          <a:xfrm>
            <a:off x="9188849" y="1292085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5" name="TextBox 85++"/>
          <p:cNvSpPr txBox="1"/>
          <p:nvPr/>
        </p:nvSpPr>
        <p:spPr>
          <a:xfrm>
            <a:off x="9188849" y="3247479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6" name="TextBox 85+++"/>
          <p:cNvSpPr txBox="1"/>
          <p:nvPr/>
        </p:nvSpPr>
        <p:spPr>
          <a:xfrm>
            <a:off x="9188849" y="5218357"/>
            <a:ext cx="1615827" cy="281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>
                <a:solidFill>
                  <a:schemeClr val="accent3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下一步工作计划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7" name="箭头: V 形 126"/>
          <p:cNvSpPr/>
          <p:nvPr/>
        </p:nvSpPr>
        <p:spPr>
          <a:xfrm>
            <a:off x="8155213" y="1111765"/>
            <a:ext cx="539614" cy="1291073"/>
          </a:xfrm>
          <a:prstGeom prst="chevron">
            <a:avLst>
              <a:gd name="adj" fmla="val 607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8" name="Chevron 126+"/>
          <p:cNvSpPr/>
          <p:nvPr/>
        </p:nvSpPr>
        <p:spPr>
          <a:xfrm>
            <a:off x="8155213" y="3060431"/>
            <a:ext cx="539614" cy="1291073"/>
          </a:xfrm>
          <a:prstGeom prst="chevron">
            <a:avLst>
              <a:gd name="adj" fmla="val 607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9" name="Chevron 126++"/>
          <p:cNvSpPr/>
          <p:nvPr/>
        </p:nvSpPr>
        <p:spPr>
          <a:xfrm>
            <a:off x="8155213" y="5009099"/>
            <a:ext cx="539614" cy="1291073"/>
          </a:xfrm>
          <a:prstGeom prst="chevron">
            <a:avLst>
              <a:gd name="adj" fmla="val 6074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矩形: 圆顶角 129"/>
          <p:cNvSpPr/>
          <p:nvPr/>
        </p:nvSpPr>
        <p:spPr>
          <a:xfrm rot="16200000">
            <a:off x="11269426" y="1722899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Round Same Side Corner Rectangle 129+"/>
          <p:cNvSpPr/>
          <p:nvPr/>
        </p:nvSpPr>
        <p:spPr>
          <a:xfrm rot="16200000">
            <a:off x="11269426" y="3671567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Round Same Side Corner Rectangle 129++"/>
          <p:cNvSpPr/>
          <p:nvPr/>
        </p:nvSpPr>
        <p:spPr>
          <a:xfrm rot="16200000">
            <a:off x="11269426" y="5620233"/>
            <a:ext cx="890518" cy="688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6+++"/>
          <p:cNvSpPr/>
          <p:nvPr/>
        </p:nvSpPr>
        <p:spPr>
          <a:xfrm flipH="1">
            <a:off x="7664449" y="2962155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1" name="Rectangle 116+"/>
          <p:cNvSpPr/>
          <p:nvPr/>
        </p:nvSpPr>
        <p:spPr>
          <a:xfrm flipH="1">
            <a:off x="7664449" y="1063711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Rectangle 116++"/>
          <p:cNvSpPr/>
          <p:nvPr/>
        </p:nvSpPr>
        <p:spPr>
          <a:xfrm flipH="1">
            <a:off x="7664449" y="4859594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42913" y="1063711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六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话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箭头: 五边形 109"/>
          <p:cNvSpPr/>
          <p:nvPr/>
        </p:nvSpPr>
        <p:spPr>
          <a:xfrm>
            <a:off x="7129702" y="106471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83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9" name="Freeform 97+"/>
          <p:cNvSpPr/>
          <p:nvPr/>
        </p:nvSpPr>
        <p:spPr>
          <a:xfrm flipV="1">
            <a:off x="6554236" y="304160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0" name="Freeform 97++"/>
          <p:cNvSpPr/>
          <p:nvPr/>
        </p:nvSpPr>
        <p:spPr>
          <a:xfrm flipV="1">
            <a:off x="6554236" y="4939048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8" name="任意多边形: 形状 97"/>
          <p:cNvSpPr/>
          <p:nvPr/>
        </p:nvSpPr>
        <p:spPr>
          <a:xfrm flipV="1">
            <a:off x="6554236" y="114416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1" name="Freeform 97+"/>
          <p:cNvSpPr/>
          <p:nvPr/>
        </p:nvSpPr>
        <p:spPr>
          <a:xfrm flipH="1" flipV="1">
            <a:off x="3988836" y="114416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Freeform 97++"/>
          <p:cNvSpPr/>
          <p:nvPr/>
        </p:nvSpPr>
        <p:spPr>
          <a:xfrm flipH="1" flipV="1">
            <a:off x="3988836" y="3041609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3" name="Freeform 97+++"/>
          <p:cNvSpPr/>
          <p:nvPr/>
        </p:nvSpPr>
        <p:spPr>
          <a:xfrm flipH="1" flipV="1">
            <a:off x="3988836" y="4939048"/>
            <a:ext cx="1632742" cy="1283498"/>
          </a:xfrm>
          <a:custGeom>
            <a:avLst/>
            <a:gdLst>
              <a:gd name="connsiteX0" fmla="*/ 330110 w 1632742"/>
              <a:gd name="connsiteY0" fmla="*/ 130798 h 1283498"/>
              <a:gd name="connsiteX1" fmla="*/ 335521 w 1632742"/>
              <a:gd name="connsiteY1" fmla="*/ 113378 h 1283498"/>
              <a:gd name="connsiteX2" fmla="*/ 338950 w 1632742"/>
              <a:gd name="connsiteY2" fmla="*/ 108293 h 1283498"/>
              <a:gd name="connsiteX3" fmla="*/ 1007167 w 1632742"/>
              <a:gd name="connsiteY3" fmla="*/ 1283498 h 1283498"/>
              <a:gd name="connsiteX4" fmla="*/ 1044696 w 1632742"/>
              <a:gd name="connsiteY4" fmla="*/ 1283498 h 1283498"/>
              <a:gd name="connsiteX5" fmla="*/ 1179576 w 1632742"/>
              <a:gd name="connsiteY5" fmla="*/ 1222693 h 1283498"/>
              <a:gd name="connsiteX6" fmla="*/ 1587632 w 1632742"/>
              <a:gd name="connsiteY6" fmla="*/ 760945 h 1283498"/>
              <a:gd name="connsiteX7" fmla="*/ 1587632 w 1632742"/>
              <a:gd name="connsiteY7" fmla="*/ 522554 h 1283498"/>
              <a:gd name="connsiteX8" fmla="*/ 1179576 w 1632742"/>
              <a:gd name="connsiteY8" fmla="*/ 60805 h 1283498"/>
              <a:gd name="connsiteX9" fmla="*/ 1044696 w 1632742"/>
              <a:gd name="connsiteY9" fmla="*/ 0 h 1283498"/>
              <a:gd name="connsiteX10" fmla="*/ 501367 w 1632742"/>
              <a:gd name="connsiteY10" fmla="*/ 0 h 1283498"/>
              <a:gd name="connsiteX11" fmla="*/ 347439 w 1632742"/>
              <a:gd name="connsiteY11" fmla="*/ 86686 h 1283498"/>
              <a:gd name="connsiteX12" fmla="*/ 341380 w 1632742"/>
              <a:gd name="connsiteY12" fmla="*/ 102109 h 1283498"/>
              <a:gd name="connsiteX13" fmla="*/ 314376 w 1632742"/>
              <a:gd name="connsiteY13" fmla="*/ 136759 h 1283498"/>
              <a:gd name="connsiteX14" fmla="*/ 254646 w 1632742"/>
              <a:gd name="connsiteY14" fmla="*/ 171331 h 1283498"/>
              <a:gd name="connsiteX15" fmla="*/ 243954 w 1632742"/>
              <a:gd name="connsiteY15" fmla="*/ 173863 h 1283498"/>
              <a:gd name="connsiteX16" fmla="*/ 0 w 1632742"/>
              <a:gd name="connsiteY16" fmla="*/ 173863 h 1283498"/>
              <a:gd name="connsiteX17" fmla="*/ 0 w 1632742"/>
              <a:gd name="connsiteY17" fmla="*/ 1109632 h 1283498"/>
              <a:gd name="connsiteX18" fmla="*/ 134935 w 1632742"/>
              <a:gd name="connsiteY18" fmla="*/ 1109632 h 1283498"/>
              <a:gd name="connsiteX19" fmla="*/ 183797 w 1632742"/>
              <a:gd name="connsiteY19" fmla="*/ 1106272 h 1283498"/>
              <a:gd name="connsiteX20" fmla="*/ 220224 w 1632742"/>
              <a:gd name="connsiteY20" fmla="*/ 1107435 h 1283498"/>
              <a:gd name="connsiteX21" fmla="*/ 229502 w 1632742"/>
              <a:gd name="connsiteY21" fmla="*/ 1109632 h 1283498"/>
              <a:gd name="connsiteX22" fmla="*/ 241938 w 1632742"/>
              <a:gd name="connsiteY22" fmla="*/ 1109632 h 1283498"/>
              <a:gd name="connsiteX23" fmla="*/ 257027 w 1632742"/>
              <a:gd name="connsiteY23" fmla="*/ 1113205 h 1283498"/>
              <a:gd name="connsiteX24" fmla="*/ 316757 w 1632742"/>
              <a:gd name="connsiteY24" fmla="*/ 1147777 h 1283498"/>
              <a:gd name="connsiteX25" fmla="*/ 334651 w 1632742"/>
              <a:gd name="connsiteY25" fmla="*/ 1170738 h 1283498"/>
              <a:gd name="connsiteX26" fmla="*/ 335521 w 1632742"/>
              <a:gd name="connsiteY26" fmla="*/ 1173539 h 1283498"/>
              <a:gd name="connsiteX27" fmla="*/ 354313 w 1632742"/>
              <a:gd name="connsiteY27" fmla="*/ 1201404 h 1283498"/>
              <a:gd name="connsiteX28" fmla="*/ 356798 w 1632742"/>
              <a:gd name="connsiteY28" fmla="*/ 1204593 h 1283498"/>
              <a:gd name="connsiteX29" fmla="*/ 357028 w 1632742"/>
              <a:gd name="connsiteY29" fmla="*/ 1205430 h 1283498"/>
              <a:gd name="connsiteX30" fmla="*/ 374108 w 1632742"/>
              <a:gd name="connsiteY30" fmla="*/ 1230757 h 1283498"/>
              <a:gd name="connsiteX31" fmla="*/ 501368 w 1632742"/>
              <a:gd name="connsiteY31" fmla="*/ 1283497 h 1283498"/>
              <a:gd name="connsiteX32" fmla="*/ 1007167 w 1632742"/>
              <a:gd name="connsiteY32" fmla="*/ 1283497 h 128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632742" h="1283498">
                <a:moveTo>
                  <a:pt x="330110" y="130798"/>
                </a:moveTo>
                <a:lnTo>
                  <a:pt x="335521" y="113378"/>
                </a:lnTo>
                <a:lnTo>
                  <a:pt x="338950" y="108293"/>
                </a:lnTo>
                <a:close/>
                <a:moveTo>
                  <a:pt x="1007167" y="1283498"/>
                </a:moveTo>
                <a:lnTo>
                  <a:pt x="1044696" y="1283498"/>
                </a:lnTo>
                <a:cubicBezTo>
                  <a:pt x="1096305" y="1283498"/>
                  <a:pt x="1145401" y="1261365"/>
                  <a:pt x="1179576" y="1222693"/>
                </a:cubicBezTo>
                <a:lnTo>
                  <a:pt x="1587632" y="760945"/>
                </a:lnTo>
                <a:cubicBezTo>
                  <a:pt x="1647779" y="692884"/>
                  <a:pt x="1647779" y="590614"/>
                  <a:pt x="1587632" y="522554"/>
                </a:cubicBezTo>
                <a:lnTo>
                  <a:pt x="1179576" y="60805"/>
                </a:lnTo>
                <a:cubicBezTo>
                  <a:pt x="1145401" y="22133"/>
                  <a:pt x="1096305" y="0"/>
                  <a:pt x="1044696" y="0"/>
                </a:cubicBezTo>
                <a:lnTo>
                  <a:pt x="501367" y="0"/>
                </a:lnTo>
                <a:cubicBezTo>
                  <a:pt x="436162" y="0"/>
                  <a:pt x="379020" y="34729"/>
                  <a:pt x="347439" y="86686"/>
                </a:cubicBezTo>
                <a:lnTo>
                  <a:pt x="341380" y="102109"/>
                </a:lnTo>
                <a:lnTo>
                  <a:pt x="314376" y="136759"/>
                </a:lnTo>
                <a:cubicBezTo>
                  <a:pt x="297007" y="151893"/>
                  <a:pt x="276753" y="163717"/>
                  <a:pt x="254646" y="171331"/>
                </a:cubicBezTo>
                <a:lnTo>
                  <a:pt x="243954" y="173863"/>
                </a:lnTo>
                <a:lnTo>
                  <a:pt x="0" y="173863"/>
                </a:lnTo>
                <a:lnTo>
                  <a:pt x="0" y="1109632"/>
                </a:lnTo>
                <a:lnTo>
                  <a:pt x="134935" y="1109632"/>
                </a:lnTo>
                <a:lnTo>
                  <a:pt x="183797" y="1106272"/>
                </a:lnTo>
                <a:cubicBezTo>
                  <a:pt x="196188" y="1105420"/>
                  <a:pt x="208373" y="1105845"/>
                  <a:pt x="220224" y="1107435"/>
                </a:cubicBezTo>
                <a:lnTo>
                  <a:pt x="229502" y="1109632"/>
                </a:lnTo>
                <a:lnTo>
                  <a:pt x="241938" y="1109632"/>
                </a:lnTo>
                <a:lnTo>
                  <a:pt x="257027" y="1113205"/>
                </a:lnTo>
                <a:cubicBezTo>
                  <a:pt x="279134" y="1120819"/>
                  <a:pt x="299388" y="1132643"/>
                  <a:pt x="316757" y="1147777"/>
                </a:cubicBezTo>
                <a:lnTo>
                  <a:pt x="334651" y="1170738"/>
                </a:lnTo>
                <a:lnTo>
                  <a:pt x="335521" y="1173539"/>
                </a:lnTo>
                <a:lnTo>
                  <a:pt x="354313" y="1201404"/>
                </a:lnTo>
                <a:lnTo>
                  <a:pt x="356798" y="1204593"/>
                </a:lnTo>
                <a:lnTo>
                  <a:pt x="357028" y="1205430"/>
                </a:lnTo>
                <a:lnTo>
                  <a:pt x="374108" y="1230757"/>
                </a:lnTo>
                <a:cubicBezTo>
                  <a:pt x="406688" y="1263337"/>
                  <a:pt x="451688" y="1283497"/>
                  <a:pt x="501368" y="1283497"/>
                </a:cubicBezTo>
                <a:lnTo>
                  <a:pt x="1007167" y="128349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5537336" y="922480"/>
            <a:ext cx="1101143" cy="5584009"/>
          </a:xfrm>
          <a:custGeom>
            <a:avLst/>
            <a:gdLst>
              <a:gd name="connsiteX0" fmla="*/ 550572 w 1101143"/>
              <a:gd name="connsiteY0" fmla="*/ 0 h 5584009"/>
              <a:gd name="connsiteX1" fmla="*/ 662109 w 1101143"/>
              <a:gd name="connsiteY1" fmla="*/ 38701 h 5584009"/>
              <a:gd name="connsiteX2" fmla="*/ 1032680 w 1101143"/>
              <a:gd name="connsiteY2" fmla="*/ 331259 h 5584009"/>
              <a:gd name="connsiteX3" fmla="*/ 1101143 w 1101143"/>
              <a:gd name="connsiteY3" fmla="*/ 472538 h 5584009"/>
              <a:gd name="connsiteX4" fmla="*/ 1101143 w 1101143"/>
              <a:gd name="connsiteY4" fmla="*/ 732454 h 5584009"/>
              <a:gd name="connsiteX5" fmla="*/ 1101143 w 1101143"/>
              <a:gd name="connsiteY5" fmla="*/ 961941 h 5584009"/>
              <a:gd name="connsiteX6" fmla="*/ 1101143 w 1101143"/>
              <a:gd name="connsiteY6" fmla="*/ 4622069 h 5584009"/>
              <a:gd name="connsiteX7" fmla="*/ 1101143 w 1101143"/>
              <a:gd name="connsiteY7" fmla="*/ 4956725 h 5584009"/>
              <a:gd name="connsiteX8" fmla="*/ 1101143 w 1101143"/>
              <a:gd name="connsiteY8" fmla="*/ 5111472 h 5584009"/>
              <a:gd name="connsiteX9" fmla="*/ 1032680 w 1101143"/>
              <a:gd name="connsiteY9" fmla="*/ 5252751 h 5584009"/>
              <a:gd name="connsiteX10" fmla="*/ 662109 w 1101143"/>
              <a:gd name="connsiteY10" fmla="*/ 5545309 h 5584009"/>
              <a:gd name="connsiteX11" fmla="*/ 439036 w 1101143"/>
              <a:gd name="connsiteY11" fmla="*/ 5545309 h 5584009"/>
              <a:gd name="connsiteX12" fmla="*/ 68464 w 1101143"/>
              <a:gd name="connsiteY12" fmla="*/ 5252751 h 5584009"/>
              <a:gd name="connsiteX13" fmla="*/ 0 w 1101143"/>
              <a:gd name="connsiteY13" fmla="*/ 5111472 h 5584009"/>
              <a:gd name="connsiteX14" fmla="*/ 0 w 1101143"/>
              <a:gd name="connsiteY14" fmla="*/ 4956725 h 5584009"/>
              <a:gd name="connsiteX15" fmla="*/ 0 w 1101143"/>
              <a:gd name="connsiteY15" fmla="*/ 4622069 h 5584009"/>
              <a:gd name="connsiteX16" fmla="*/ 0 w 1101143"/>
              <a:gd name="connsiteY16" fmla="*/ 961941 h 5584009"/>
              <a:gd name="connsiteX17" fmla="*/ 0 w 1101143"/>
              <a:gd name="connsiteY17" fmla="*/ 732454 h 5584009"/>
              <a:gd name="connsiteX18" fmla="*/ 0 w 1101143"/>
              <a:gd name="connsiteY18" fmla="*/ 472538 h 5584009"/>
              <a:gd name="connsiteX19" fmla="*/ 68464 w 1101143"/>
              <a:gd name="connsiteY19" fmla="*/ 331259 h 5584009"/>
              <a:gd name="connsiteX20" fmla="*/ 439036 w 1101143"/>
              <a:gd name="connsiteY20" fmla="*/ 38701 h 5584009"/>
              <a:gd name="connsiteX21" fmla="*/ 550572 w 1101143"/>
              <a:gd name="connsiteY21" fmla="*/ 0 h 558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01143" h="5584009">
                <a:moveTo>
                  <a:pt x="550572" y="0"/>
                </a:moveTo>
                <a:cubicBezTo>
                  <a:pt x="590001" y="0"/>
                  <a:pt x="629429" y="12901"/>
                  <a:pt x="662109" y="38701"/>
                </a:cubicBezTo>
                <a:lnTo>
                  <a:pt x="1032680" y="331259"/>
                </a:lnTo>
                <a:cubicBezTo>
                  <a:pt x="1075948" y="365419"/>
                  <a:pt x="1101143" y="417410"/>
                  <a:pt x="1101143" y="472538"/>
                </a:cubicBezTo>
                <a:lnTo>
                  <a:pt x="1101143" y="732454"/>
                </a:lnTo>
                <a:lnTo>
                  <a:pt x="1101143" y="961941"/>
                </a:lnTo>
                <a:lnTo>
                  <a:pt x="1101143" y="4622069"/>
                </a:lnTo>
                <a:lnTo>
                  <a:pt x="1101143" y="4956725"/>
                </a:lnTo>
                <a:lnTo>
                  <a:pt x="1101143" y="5111472"/>
                </a:lnTo>
                <a:cubicBezTo>
                  <a:pt x="1101143" y="5166600"/>
                  <a:pt x="1075948" y="5218591"/>
                  <a:pt x="1032680" y="5252751"/>
                </a:cubicBezTo>
                <a:lnTo>
                  <a:pt x="662109" y="5545309"/>
                </a:lnTo>
                <a:cubicBezTo>
                  <a:pt x="596748" y="5596910"/>
                  <a:pt x="504396" y="5596910"/>
                  <a:pt x="439036" y="5545309"/>
                </a:cubicBezTo>
                <a:lnTo>
                  <a:pt x="68464" y="5252751"/>
                </a:lnTo>
                <a:cubicBezTo>
                  <a:pt x="25195" y="5218591"/>
                  <a:pt x="0" y="5166600"/>
                  <a:pt x="0" y="5111472"/>
                </a:cubicBezTo>
                <a:lnTo>
                  <a:pt x="0" y="4956725"/>
                </a:lnTo>
                <a:lnTo>
                  <a:pt x="0" y="4622069"/>
                </a:lnTo>
                <a:lnTo>
                  <a:pt x="0" y="961941"/>
                </a:lnTo>
                <a:lnTo>
                  <a:pt x="0" y="732454"/>
                </a:lnTo>
                <a:lnTo>
                  <a:pt x="0" y="472538"/>
                </a:lnTo>
                <a:cubicBezTo>
                  <a:pt x="0" y="417410"/>
                  <a:pt x="25195" y="365419"/>
                  <a:pt x="68464" y="331259"/>
                </a:cubicBezTo>
                <a:lnTo>
                  <a:pt x="439036" y="38701"/>
                </a:lnTo>
                <a:cubicBezTo>
                  <a:pt x="471716" y="12901"/>
                  <a:pt x="511144" y="0"/>
                  <a:pt x="55057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箭头: 五边形 109+"/>
          <p:cNvSpPr/>
          <p:nvPr/>
        </p:nvSpPr>
        <p:spPr>
          <a:xfrm flipH="1">
            <a:off x="3896566" y="106471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83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3" name="箭头: 五边形 109++"/>
          <p:cNvSpPr/>
          <p:nvPr/>
        </p:nvSpPr>
        <p:spPr>
          <a:xfrm flipH="1">
            <a:off x="3896566" y="296215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83000">
                  <a:schemeClr val="accent2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4" name="箭头: 五边形 109+"/>
          <p:cNvSpPr/>
          <p:nvPr/>
        </p:nvSpPr>
        <p:spPr>
          <a:xfrm>
            <a:off x="7129702" y="296215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83000">
                  <a:schemeClr val="accent2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5" name="箭头: 五边形 109++"/>
          <p:cNvSpPr/>
          <p:nvPr/>
        </p:nvSpPr>
        <p:spPr>
          <a:xfrm>
            <a:off x="7129702" y="485959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3"/>
                </a:gs>
                <a:gs pos="83000">
                  <a:schemeClr val="accent3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6" name="箭头: 五边形 109+++"/>
          <p:cNvSpPr/>
          <p:nvPr/>
        </p:nvSpPr>
        <p:spPr>
          <a:xfrm flipH="1">
            <a:off x="3896566" y="4859593"/>
            <a:ext cx="1165731" cy="1442409"/>
          </a:xfrm>
          <a:custGeom>
            <a:avLst/>
            <a:gdLst>
              <a:gd name="connsiteX0" fmla="*/ 180000 w 1221803"/>
              <a:gd name="connsiteY0" fmla="*/ 0 h 1442409"/>
              <a:gd name="connsiteX1" fmla="*/ 560542 w 1221803"/>
              <a:gd name="connsiteY1" fmla="*/ 0 h 1442409"/>
              <a:gd name="connsiteX2" fmla="*/ 695049 w 1221803"/>
              <a:gd name="connsiteY2" fmla="*/ 60385 h 1442409"/>
              <a:gd name="connsiteX3" fmla="*/ 1176330 w 1221803"/>
              <a:gd name="connsiteY3" fmla="*/ 601590 h 1442409"/>
              <a:gd name="connsiteX4" fmla="*/ 1176330 w 1221803"/>
              <a:gd name="connsiteY4" fmla="*/ 840820 h 1442409"/>
              <a:gd name="connsiteX5" fmla="*/ 695049 w 1221803"/>
              <a:gd name="connsiteY5" fmla="*/ 1382024 h 1442409"/>
              <a:gd name="connsiteX6" fmla="*/ 560542 w 1221803"/>
              <a:gd name="connsiteY6" fmla="*/ 1442409 h 1442409"/>
              <a:gd name="connsiteX7" fmla="*/ 180000 w 1221803"/>
              <a:gd name="connsiteY7" fmla="*/ 1442409 h 1442409"/>
              <a:gd name="connsiteX8" fmla="*/ 0 w 1221803"/>
              <a:gd name="connsiteY8" fmla="*/ 1262409 h 1442409"/>
              <a:gd name="connsiteX9" fmla="*/ 0 w 1221803"/>
              <a:gd name="connsiteY9" fmla="*/ 180000 h 1442409"/>
              <a:gd name="connsiteX10" fmla="*/ 180000 w 1221803"/>
              <a:gd name="connsiteY10" fmla="*/ 0 h 144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1803" h="1442409">
                <a:moveTo>
                  <a:pt x="180000" y="0"/>
                </a:moveTo>
                <a:lnTo>
                  <a:pt x="560542" y="0"/>
                </a:lnTo>
                <a:cubicBezTo>
                  <a:pt x="611936" y="0"/>
                  <a:pt x="660896" y="21980"/>
                  <a:pt x="695049" y="60385"/>
                </a:cubicBezTo>
                <a:lnTo>
                  <a:pt x="1176330" y="601590"/>
                </a:lnTo>
                <a:cubicBezTo>
                  <a:pt x="1236961" y="669771"/>
                  <a:pt x="1236961" y="772639"/>
                  <a:pt x="1176330" y="840820"/>
                </a:cubicBezTo>
                <a:lnTo>
                  <a:pt x="695049" y="1382024"/>
                </a:lnTo>
                <a:cubicBezTo>
                  <a:pt x="660896" y="1420429"/>
                  <a:pt x="611936" y="1442409"/>
                  <a:pt x="560542" y="1442409"/>
                </a:cubicBezTo>
                <a:lnTo>
                  <a:pt x="180000" y="1442409"/>
                </a:lnTo>
                <a:cubicBezTo>
                  <a:pt x="80640" y="1442409"/>
                  <a:pt x="0" y="1361769"/>
                  <a:pt x="0" y="1262409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noFill/>
          <a:ln>
            <a:gradFill>
              <a:gsLst>
                <a:gs pos="0">
                  <a:schemeClr val="accent3"/>
                </a:gs>
                <a:gs pos="83000">
                  <a:schemeClr val="accent3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8" name="Rectangle 116+"/>
          <p:cNvSpPr/>
          <p:nvPr/>
        </p:nvSpPr>
        <p:spPr>
          <a:xfrm>
            <a:off x="442913" y="4859594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9" name="Rectangle 116++"/>
          <p:cNvSpPr/>
          <p:nvPr/>
        </p:nvSpPr>
        <p:spPr>
          <a:xfrm>
            <a:off x="442913" y="2962155"/>
            <a:ext cx="4084637" cy="1442406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4325041" y="1445856"/>
            <a:ext cx="960332" cy="685244"/>
            <a:chOff x="4325041" y="1445856"/>
            <a:chExt cx="960332" cy="685244"/>
          </a:xfrm>
        </p:grpSpPr>
        <p:sp>
          <p:nvSpPr>
            <p:cNvPr id="127" name="文本框 126"/>
            <p:cNvSpPr txBox="1"/>
            <p:nvPr/>
          </p:nvSpPr>
          <p:spPr>
            <a:xfrm>
              <a:off x="4325041" y="1445856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15.8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5105837" y="1602163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4435851" y="1915656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新增用户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2" name="TextBox 130+"/>
          <p:cNvSpPr txBox="1"/>
          <p:nvPr/>
        </p:nvSpPr>
        <p:spPr>
          <a:xfrm>
            <a:off x="6892105" y="191565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用户复购率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7010727" y="1445856"/>
            <a:ext cx="660438" cy="430887"/>
            <a:chOff x="7129349" y="1445856"/>
            <a:chExt cx="660438" cy="430887"/>
          </a:xfrm>
        </p:grpSpPr>
        <p:sp>
          <p:nvSpPr>
            <p:cNvPr id="134" name="文本框 133"/>
            <p:cNvSpPr txBox="1"/>
            <p:nvPr/>
          </p:nvSpPr>
          <p:spPr>
            <a:xfrm>
              <a:off x="7129349" y="1445856"/>
              <a:ext cx="423193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45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36" name="TextBox 127+"/>
            <p:cNvSpPr txBox="1"/>
            <p:nvPr/>
          </p:nvSpPr>
          <p:spPr>
            <a:xfrm>
              <a:off x="7616663" y="1602163"/>
              <a:ext cx="173124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4286941" y="3340735"/>
            <a:ext cx="1139869" cy="430887"/>
            <a:chOff x="4325041" y="3340735"/>
            <a:chExt cx="1139869" cy="430887"/>
          </a:xfrm>
        </p:grpSpPr>
        <p:sp>
          <p:nvSpPr>
            <p:cNvPr id="140" name="文本框 139"/>
            <p:cNvSpPr txBox="1"/>
            <p:nvPr/>
          </p:nvSpPr>
          <p:spPr>
            <a:xfrm>
              <a:off x="4325041" y="3340735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2.58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5105837" y="3497042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亿元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42" name="文本框 141"/>
          <p:cNvSpPr txBox="1"/>
          <p:nvPr/>
        </p:nvSpPr>
        <p:spPr>
          <a:xfrm>
            <a:off x="4408034" y="381053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4" name="TextBox 141+"/>
          <p:cNvSpPr txBox="1"/>
          <p:nvPr/>
        </p:nvSpPr>
        <p:spPr>
          <a:xfrm>
            <a:off x="6981873" y="381053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获客成本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875201" y="3340735"/>
            <a:ext cx="423193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343278" y="3497042"/>
            <a:ext cx="42960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48" name="Group 142+"/>
          <p:cNvGrpSpPr/>
          <p:nvPr/>
        </p:nvGrpSpPr>
        <p:grpSpPr>
          <a:xfrm>
            <a:off x="4286941" y="5234407"/>
            <a:ext cx="1036821" cy="430887"/>
            <a:chOff x="4325041" y="3340735"/>
            <a:chExt cx="1036821" cy="430887"/>
          </a:xfrm>
        </p:grpSpPr>
        <p:sp>
          <p:nvSpPr>
            <p:cNvPr id="149" name="文本框 148"/>
            <p:cNvSpPr txBox="1"/>
            <p:nvPr/>
          </p:nvSpPr>
          <p:spPr>
            <a:xfrm>
              <a:off x="4325041" y="3340735"/>
              <a:ext cx="846386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5000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5182326" y="3497042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加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1" name="TextBox 141+"/>
          <p:cNvSpPr txBox="1"/>
          <p:nvPr/>
        </p:nvSpPr>
        <p:spPr>
          <a:xfrm>
            <a:off x="4446279" y="570420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活跃商家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2" name="TextBox 141++"/>
          <p:cNvSpPr txBox="1"/>
          <p:nvPr/>
        </p:nvSpPr>
        <p:spPr>
          <a:xfrm>
            <a:off x="6892105" y="570420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用户满意率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3" name="Group 142++"/>
          <p:cNvGrpSpPr/>
          <p:nvPr/>
        </p:nvGrpSpPr>
        <p:grpSpPr>
          <a:xfrm>
            <a:off x="6843131" y="5234407"/>
            <a:ext cx="951991" cy="430887"/>
            <a:chOff x="4325041" y="3340735"/>
            <a:chExt cx="951991" cy="430887"/>
          </a:xfrm>
        </p:grpSpPr>
        <p:sp>
          <p:nvSpPr>
            <p:cNvPr id="154" name="文本框 153"/>
            <p:cNvSpPr txBox="1"/>
            <p:nvPr/>
          </p:nvSpPr>
          <p:spPr>
            <a:xfrm>
              <a:off x="4325041" y="3340735"/>
              <a:ext cx="7518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98.5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5111922" y="3497042"/>
              <a:ext cx="165110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7" name="TextBox 155+"/>
          <p:cNvSpPr txBox="1"/>
          <p:nvPr/>
        </p:nvSpPr>
        <p:spPr>
          <a:xfrm>
            <a:off x="5908371" y="3771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8" name="TextBox 155++"/>
          <p:cNvSpPr txBox="1"/>
          <p:nvPr/>
        </p:nvSpPr>
        <p:spPr>
          <a:xfrm>
            <a:off x="5908371" y="5365353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任意多边形: 形状 162"/>
          <p:cNvSpPr/>
          <p:nvPr/>
        </p:nvSpPr>
        <p:spPr>
          <a:xfrm flipV="1">
            <a:off x="5642469" y="1048039"/>
            <a:ext cx="890877" cy="5332892"/>
          </a:xfrm>
          <a:custGeom>
            <a:avLst/>
            <a:gdLst>
              <a:gd name="connsiteX0" fmla="*/ 445439 w 890877"/>
              <a:gd name="connsiteY0" fmla="*/ 5332892 h 5332892"/>
              <a:gd name="connsiteX1" fmla="*/ 551985 w 890877"/>
              <a:gd name="connsiteY1" fmla="*/ 5298284 h 5332892"/>
              <a:gd name="connsiteX2" fmla="*/ 817422 w 890877"/>
              <a:gd name="connsiteY2" fmla="*/ 5105076 h 5332892"/>
              <a:gd name="connsiteX3" fmla="*/ 890877 w 890877"/>
              <a:gd name="connsiteY3" fmla="*/ 4961281 h 5332892"/>
              <a:gd name="connsiteX4" fmla="*/ 890877 w 890877"/>
              <a:gd name="connsiteY4" fmla="*/ 4788570 h 5332892"/>
              <a:gd name="connsiteX5" fmla="*/ 890877 w 890877"/>
              <a:gd name="connsiteY5" fmla="*/ 4692001 h 5332892"/>
              <a:gd name="connsiteX6" fmla="*/ 890877 w 890877"/>
              <a:gd name="connsiteY6" fmla="*/ 735495 h 5332892"/>
              <a:gd name="connsiteX7" fmla="*/ 890877 w 890877"/>
              <a:gd name="connsiteY7" fmla="*/ 466214 h 5332892"/>
              <a:gd name="connsiteX8" fmla="*/ 890877 w 890877"/>
              <a:gd name="connsiteY8" fmla="*/ 404674 h 5332892"/>
              <a:gd name="connsiteX9" fmla="*/ 890877 w 890877"/>
              <a:gd name="connsiteY9" fmla="*/ 381327 h 5332892"/>
              <a:gd name="connsiteX10" fmla="*/ 890877 w 890877"/>
              <a:gd name="connsiteY10" fmla="*/ 364209 h 5332892"/>
              <a:gd name="connsiteX11" fmla="*/ 814245 w 890877"/>
              <a:gd name="connsiteY11" fmla="*/ 217823 h 5332892"/>
              <a:gd name="connsiteX12" fmla="*/ 552095 w 890877"/>
              <a:gd name="connsiteY12" fmla="*/ 33614 h 5332892"/>
              <a:gd name="connsiteX13" fmla="*/ 338782 w 890877"/>
              <a:gd name="connsiteY13" fmla="*/ 33614 h 5332892"/>
              <a:gd name="connsiteX14" fmla="*/ 76632 w 890877"/>
              <a:gd name="connsiteY14" fmla="*/ 217823 h 5332892"/>
              <a:gd name="connsiteX15" fmla="*/ 0 w 890877"/>
              <a:gd name="connsiteY15" fmla="*/ 364209 h 5332892"/>
              <a:gd name="connsiteX16" fmla="*/ 0 w 890877"/>
              <a:gd name="connsiteY16" fmla="*/ 381327 h 5332892"/>
              <a:gd name="connsiteX17" fmla="*/ 0 w 890877"/>
              <a:gd name="connsiteY17" fmla="*/ 404674 h 5332892"/>
              <a:gd name="connsiteX18" fmla="*/ 0 w 890877"/>
              <a:gd name="connsiteY18" fmla="*/ 466214 h 5332892"/>
              <a:gd name="connsiteX19" fmla="*/ 0 w 890877"/>
              <a:gd name="connsiteY19" fmla="*/ 735495 h 5332892"/>
              <a:gd name="connsiteX20" fmla="*/ 0 w 890877"/>
              <a:gd name="connsiteY20" fmla="*/ 4692001 h 5332892"/>
              <a:gd name="connsiteX21" fmla="*/ 0 w 890877"/>
              <a:gd name="connsiteY21" fmla="*/ 4788570 h 5332892"/>
              <a:gd name="connsiteX22" fmla="*/ 0 w 890877"/>
              <a:gd name="connsiteY22" fmla="*/ 4961281 h 5332892"/>
              <a:gd name="connsiteX23" fmla="*/ 73455 w 890877"/>
              <a:gd name="connsiteY23" fmla="*/ 5105076 h 5332892"/>
              <a:gd name="connsiteX24" fmla="*/ 338894 w 890877"/>
              <a:gd name="connsiteY24" fmla="*/ 5298284 h 5332892"/>
              <a:gd name="connsiteX25" fmla="*/ 445439 w 890877"/>
              <a:gd name="connsiteY25" fmla="*/ 5332892 h 533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90877" h="5332892">
                <a:moveTo>
                  <a:pt x="445439" y="5332892"/>
                </a:moveTo>
                <a:cubicBezTo>
                  <a:pt x="482864" y="5332892"/>
                  <a:pt x="520288" y="5321356"/>
                  <a:pt x="551985" y="5298284"/>
                </a:cubicBezTo>
                <a:lnTo>
                  <a:pt x="817422" y="5105076"/>
                </a:lnTo>
                <a:cubicBezTo>
                  <a:pt x="863625" y="5071444"/>
                  <a:pt x="890877" y="5018097"/>
                  <a:pt x="890877" y="4961281"/>
                </a:cubicBezTo>
                <a:lnTo>
                  <a:pt x="890877" y="4788570"/>
                </a:lnTo>
                <a:lnTo>
                  <a:pt x="890877" y="4692001"/>
                </a:lnTo>
                <a:lnTo>
                  <a:pt x="890877" y="735495"/>
                </a:lnTo>
                <a:lnTo>
                  <a:pt x="890877" y="466214"/>
                </a:lnTo>
                <a:lnTo>
                  <a:pt x="890877" y="404674"/>
                </a:lnTo>
                <a:lnTo>
                  <a:pt x="890877" y="381327"/>
                </a:lnTo>
                <a:lnTo>
                  <a:pt x="890877" y="364209"/>
                </a:lnTo>
                <a:cubicBezTo>
                  <a:pt x="890877" y="306095"/>
                  <a:pt x="862370" y="251640"/>
                  <a:pt x="814245" y="217823"/>
                </a:cubicBezTo>
                <a:lnTo>
                  <a:pt x="552095" y="33614"/>
                </a:lnTo>
                <a:cubicBezTo>
                  <a:pt x="488315" y="-11204"/>
                  <a:pt x="402563" y="-11204"/>
                  <a:pt x="338782" y="33614"/>
                </a:cubicBezTo>
                <a:lnTo>
                  <a:pt x="76632" y="217823"/>
                </a:lnTo>
                <a:cubicBezTo>
                  <a:pt x="28508" y="251640"/>
                  <a:pt x="0" y="306095"/>
                  <a:pt x="0" y="364209"/>
                </a:cubicBezTo>
                <a:lnTo>
                  <a:pt x="0" y="381327"/>
                </a:lnTo>
                <a:lnTo>
                  <a:pt x="0" y="404674"/>
                </a:lnTo>
                <a:lnTo>
                  <a:pt x="0" y="466214"/>
                </a:lnTo>
                <a:lnTo>
                  <a:pt x="0" y="735495"/>
                </a:lnTo>
                <a:lnTo>
                  <a:pt x="0" y="4692001"/>
                </a:lnTo>
                <a:lnTo>
                  <a:pt x="0" y="4788570"/>
                </a:lnTo>
                <a:lnTo>
                  <a:pt x="0" y="4961281"/>
                </a:lnTo>
                <a:cubicBezTo>
                  <a:pt x="0" y="5018097"/>
                  <a:pt x="27252" y="5071444"/>
                  <a:pt x="73455" y="5105076"/>
                </a:cubicBezTo>
                <a:lnTo>
                  <a:pt x="338894" y="5298284"/>
                </a:lnTo>
                <a:cubicBezTo>
                  <a:pt x="370591" y="5321356"/>
                  <a:pt x="408015" y="5332892"/>
                  <a:pt x="445439" y="533289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908371" y="1876743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用户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7" name="图形 165"/>
          <p:cNvSpPr>
            <a:spLocks noChangeAspect="1"/>
          </p:cNvSpPr>
          <p:nvPr/>
        </p:nvSpPr>
        <p:spPr>
          <a:xfrm>
            <a:off x="5956081" y="1503072"/>
            <a:ext cx="263654" cy="252000"/>
          </a:xfrm>
          <a:custGeom>
            <a:avLst/>
            <a:gdLst>
              <a:gd name="connsiteX0" fmla="*/ 1321924 w 1710543"/>
              <a:gd name="connsiteY0" fmla="*/ 1655445 h 1720214"/>
              <a:gd name="connsiteX1" fmla="*/ 1170476 w 1710543"/>
              <a:gd name="connsiteY1" fmla="*/ 1624965 h 1720214"/>
              <a:gd name="connsiteX2" fmla="*/ 1045699 w 1710543"/>
              <a:gd name="connsiteY2" fmla="*/ 1541145 h 1720214"/>
              <a:gd name="connsiteX3" fmla="*/ 961878 w 1710543"/>
              <a:gd name="connsiteY3" fmla="*/ 1416368 h 1720214"/>
              <a:gd name="connsiteX4" fmla="*/ 931399 w 1710543"/>
              <a:gd name="connsiteY4" fmla="*/ 1264920 h 1720214"/>
              <a:gd name="connsiteX5" fmla="*/ 961878 w 1710543"/>
              <a:gd name="connsiteY5" fmla="*/ 1113473 h 1720214"/>
              <a:gd name="connsiteX6" fmla="*/ 1045699 w 1710543"/>
              <a:gd name="connsiteY6" fmla="*/ 989648 h 1720214"/>
              <a:gd name="connsiteX7" fmla="*/ 1170476 w 1710543"/>
              <a:gd name="connsiteY7" fmla="*/ 906780 h 1720214"/>
              <a:gd name="connsiteX8" fmla="*/ 1321924 w 1710543"/>
              <a:gd name="connsiteY8" fmla="*/ 876300 h 1720214"/>
              <a:gd name="connsiteX9" fmla="*/ 1473371 w 1710543"/>
              <a:gd name="connsiteY9" fmla="*/ 906780 h 1720214"/>
              <a:gd name="connsiteX10" fmla="*/ 1597196 w 1710543"/>
              <a:gd name="connsiteY10" fmla="*/ 989648 h 1720214"/>
              <a:gd name="connsiteX11" fmla="*/ 1680064 w 1710543"/>
              <a:gd name="connsiteY11" fmla="*/ 1113473 h 1720214"/>
              <a:gd name="connsiteX12" fmla="*/ 1710544 w 1710543"/>
              <a:gd name="connsiteY12" fmla="*/ 1264920 h 1720214"/>
              <a:gd name="connsiteX13" fmla="*/ 1680064 w 1710543"/>
              <a:gd name="connsiteY13" fmla="*/ 1416368 h 1720214"/>
              <a:gd name="connsiteX14" fmla="*/ 1597196 w 1710543"/>
              <a:gd name="connsiteY14" fmla="*/ 1541145 h 1720214"/>
              <a:gd name="connsiteX15" fmla="*/ 1473371 w 1710543"/>
              <a:gd name="connsiteY15" fmla="*/ 1624965 h 1720214"/>
              <a:gd name="connsiteX16" fmla="*/ 1321924 w 1710543"/>
              <a:gd name="connsiteY16" fmla="*/ 1655445 h 1720214"/>
              <a:gd name="connsiteX17" fmla="*/ 1514329 w 1710543"/>
              <a:gd name="connsiteY17" fmla="*/ 1202055 h 1720214"/>
              <a:gd name="connsiteX18" fmla="*/ 1373359 w 1710543"/>
              <a:gd name="connsiteY18" fmla="*/ 1202055 h 1720214"/>
              <a:gd name="connsiteX19" fmla="*/ 1373359 w 1710543"/>
              <a:gd name="connsiteY19" fmla="*/ 1070610 h 1720214"/>
              <a:gd name="connsiteX20" fmla="*/ 1356214 w 1710543"/>
              <a:gd name="connsiteY20" fmla="*/ 1024890 h 1720214"/>
              <a:gd name="connsiteX21" fmla="*/ 1312399 w 1710543"/>
              <a:gd name="connsiteY21" fmla="*/ 1005840 h 1720214"/>
              <a:gd name="connsiteX22" fmla="*/ 1270489 w 1710543"/>
              <a:gd name="connsiteY22" fmla="*/ 1024890 h 1720214"/>
              <a:gd name="connsiteX23" fmla="*/ 1255248 w 1710543"/>
              <a:gd name="connsiteY23" fmla="*/ 1070610 h 1720214"/>
              <a:gd name="connsiteX24" fmla="*/ 1255248 w 1710543"/>
              <a:gd name="connsiteY24" fmla="*/ 1202055 h 1720214"/>
              <a:gd name="connsiteX25" fmla="*/ 1131423 w 1710543"/>
              <a:gd name="connsiteY25" fmla="*/ 1202055 h 1720214"/>
              <a:gd name="connsiteX26" fmla="*/ 1085704 w 1710543"/>
              <a:gd name="connsiteY26" fmla="*/ 1221105 h 1720214"/>
              <a:gd name="connsiteX27" fmla="*/ 1066654 w 1710543"/>
              <a:gd name="connsiteY27" fmla="*/ 1266825 h 1720214"/>
              <a:gd name="connsiteX28" fmla="*/ 1085704 w 1710543"/>
              <a:gd name="connsiteY28" fmla="*/ 1306830 h 1720214"/>
              <a:gd name="connsiteX29" fmla="*/ 1131423 w 1710543"/>
              <a:gd name="connsiteY29" fmla="*/ 1320165 h 1720214"/>
              <a:gd name="connsiteX30" fmla="*/ 1255248 w 1710543"/>
              <a:gd name="connsiteY30" fmla="*/ 1320165 h 1720214"/>
              <a:gd name="connsiteX31" fmla="*/ 1255248 w 1710543"/>
              <a:gd name="connsiteY31" fmla="*/ 1455420 h 1720214"/>
              <a:gd name="connsiteX32" fmla="*/ 1270489 w 1710543"/>
              <a:gd name="connsiteY32" fmla="*/ 1501140 h 1720214"/>
              <a:gd name="connsiteX33" fmla="*/ 1312399 w 1710543"/>
              <a:gd name="connsiteY33" fmla="*/ 1520190 h 1720214"/>
              <a:gd name="connsiteX34" fmla="*/ 1356214 w 1710543"/>
              <a:gd name="connsiteY34" fmla="*/ 1501140 h 1720214"/>
              <a:gd name="connsiteX35" fmla="*/ 1373359 w 1710543"/>
              <a:gd name="connsiteY35" fmla="*/ 1455420 h 1720214"/>
              <a:gd name="connsiteX36" fmla="*/ 1373359 w 1710543"/>
              <a:gd name="connsiteY36" fmla="*/ 1320165 h 1720214"/>
              <a:gd name="connsiteX37" fmla="*/ 1514329 w 1710543"/>
              <a:gd name="connsiteY37" fmla="*/ 1320165 h 1720214"/>
              <a:gd name="connsiteX38" fmla="*/ 1514329 w 1710543"/>
              <a:gd name="connsiteY38" fmla="*/ 1323975 h 1720214"/>
              <a:gd name="connsiteX39" fmla="*/ 1560049 w 1710543"/>
              <a:gd name="connsiteY39" fmla="*/ 1308735 h 1720214"/>
              <a:gd name="connsiteX40" fmla="*/ 1579099 w 1710543"/>
              <a:gd name="connsiteY40" fmla="*/ 1266825 h 1720214"/>
              <a:gd name="connsiteX41" fmla="*/ 1560049 w 1710543"/>
              <a:gd name="connsiteY41" fmla="*/ 1221105 h 1720214"/>
              <a:gd name="connsiteX42" fmla="*/ 1514329 w 1710543"/>
              <a:gd name="connsiteY42" fmla="*/ 1202055 h 1720214"/>
              <a:gd name="connsiteX43" fmla="*/ 1043793 w 1710543"/>
              <a:gd name="connsiteY43" fmla="*/ 727710 h 1720214"/>
              <a:gd name="connsiteX44" fmla="*/ 1028554 w 1710543"/>
              <a:gd name="connsiteY44" fmla="*/ 782955 h 1720214"/>
              <a:gd name="connsiteX45" fmla="*/ 1009503 w 1710543"/>
              <a:gd name="connsiteY45" fmla="*/ 825818 h 1720214"/>
              <a:gd name="connsiteX46" fmla="*/ 984739 w 1710543"/>
              <a:gd name="connsiteY46" fmla="*/ 859155 h 1720214"/>
              <a:gd name="connsiteX47" fmla="*/ 960926 w 1710543"/>
              <a:gd name="connsiteY47" fmla="*/ 887730 h 1720214"/>
              <a:gd name="connsiteX48" fmla="*/ 949496 w 1710543"/>
              <a:gd name="connsiteY48" fmla="*/ 919163 h 1720214"/>
              <a:gd name="connsiteX49" fmla="*/ 939019 w 1710543"/>
              <a:gd name="connsiteY49" fmla="*/ 952500 h 1720214"/>
              <a:gd name="connsiteX50" fmla="*/ 919968 w 1710543"/>
              <a:gd name="connsiteY50" fmla="*/ 986790 h 1720214"/>
              <a:gd name="connsiteX51" fmla="*/ 854246 w 1710543"/>
              <a:gd name="connsiteY51" fmla="*/ 1097280 h 1720214"/>
              <a:gd name="connsiteX52" fmla="*/ 823766 w 1710543"/>
              <a:gd name="connsiteY52" fmla="*/ 1200150 h 1720214"/>
              <a:gd name="connsiteX53" fmla="*/ 819004 w 1710543"/>
              <a:gd name="connsiteY53" fmla="*/ 1298258 h 1720214"/>
              <a:gd name="connsiteX54" fmla="*/ 834243 w 1710543"/>
              <a:gd name="connsiteY54" fmla="*/ 1392555 h 1720214"/>
              <a:gd name="connsiteX55" fmla="*/ 857103 w 1710543"/>
              <a:gd name="connsiteY55" fmla="*/ 1463993 h 1720214"/>
              <a:gd name="connsiteX56" fmla="*/ 901871 w 1710543"/>
              <a:gd name="connsiteY56" fmla="*/ 1540193 h 1720214"/>
              <a:gd name="connsiteX57" fmla="*/ 977119 w 1710543"/>
              <a:gd name="connsiteY57" fmla="*/ 1616393 h 1720214"/>
              <a:gd name="connsiteX58" fmla="*/ 1091419 w 1710543"/>
              <a:gd name="connsiteY58" fmla="*/ 1687830 h 1720214"/>
              <a:gd name="connsiteX59" fmla="*/ 984739 w 1710543"/>
              <a:gd name="connsiteY59" fmla="*/ 1704975 h 1720214"/>
              <a:gd name="connsiteX60" fmla="*/ 858056 w 1710543"/>
              <a:gd name="connsiteY60" fmla="*/ 1715453 h 1720214"/>
              <a:gd name="connsiteX61" fmla="*/ 685654 w 1710543"/>
              <a:gd name="connsiteY61" fmla="*/ 1720215 h 1720214"/>
              <a:gd name="connsiteX62" fmla="*/ 570401 w 1710543"/>
              <a:gd name="connsiteY62" fmla="*/ 1716405 h 1720214"/>
              <a:gd name="connsiteX63" fmla="*/ 435146 w 1710543"/>
              <a:gd name="connsiteY63" fmla="*/ 1706880 h 1720214"/>
              <a:gd name="connsiteX64" fmla="*/ 297986 w 1710543"/>
              <a:gd name="connsiteY64" fmla="*/ 1693545 h 1720214"/>
              <a:gd name="connsiteX65" fmla="*/ 174161 w 1710543"/>
              <a:gd name="connsiteY65" fmla="*/ 1677353 h 1720214"/>
              <a:gd name="connsiteX66" fmla="*/ 78911 w 1710543"/>
              <a:gd name="connsiteY66" fmla="*/ 1659255 h 1720214"/>
              <a:gd name="connsiteX67" fmla="*/ 30333 w 1710543"/>
              <a:gd name="connsiteY67" fmla="*/ 1642110 h 1720214"/>
              <a:gd name="connsiteX68" fmla="*/ 3663 w 1710543"/>
              <a:gd name="connsiteY68" fmla="*/ 1557338 h 1720214"/>
              <a:gd name="connsiteX69" fmla="*/ 9378 w 1710543"/>
              <a:gd name="connsiteY69" fmla="*/ 1375410 h 1720214"/>
              <a:gd name="connsiteX70" fmla="*/ 59861 w 1710543"/>
              <a:gd name="connsiteY70" fmla="*/ 1279208 h 1720214"/>
              <a:gd name="connsiteX71" fmla="*/ 156063 w 1710543"/>
              <a:gd name="connsiteY71" fmla="*/ 1226820 h 1720214"/>
              <a:gd name="connsiteX72" fmla="*/ 271316 w 1710543"/>
              <a:gd name="connsiteY72" fmla="*/ 1191578 h 1720214"/>
              <a:gd name="connsiteX73" fmla="*/ 377043 w 1710543"/>
              <a:gd name="connsiteY73" fmla="*/ 1146810 h 1720214"/>
              <a:gd name="connsiteX74" fmla="*/ 432288 w 1710543"/>
              <a:gd name="connsiteY74" fmla="*/ 1103948 h 1720214"/>
              <a:gd name="connsiteX75" fmla="*/ 458958 w 1710543"/>
              <a:gd name="connsiteY75" fmla="*/ 1062990 h 1720214"/>
              <a:gd name="connsiteX76" fmla="*/ 466578 w 1710543"/>
              <a:gd name="connsiteY76" fmla="*/ 1019175 h 1720214"/>
              <a:gd name="connsiteX77" fmla="*/ 464673 w 1710543"/>
              <a:gd name="connsiteY77" fmla="*/ 969645 h 1720214"/>
              <a:gd name="connsiteX78" fmla="*/ 437051 w 1710543"/>
              <a:gd name="connsiteY78" fmla="*/ 906780 h 1720214"/>
              <a:gd name="connsiteX79" fmla="*/ 386568 w 1710543"/>
              <a:gd name="connsiteY79" fmla="*/ 861060 h 1720214"/>
              <a:gd name="connsiteX80" fmla="*/ 359898 w 1710543"/>
              <a:gd name="connsiteY80" fmla="*/ 826770 h 1720214"/>
              <a:gd name="connsiteX81" fmla="*/ 340848 w 1710543"/>
              <a:gd name="connsiteY81" fmla="*/ 782955 h 1720214"/>
              <a:gd name="connsiteX82" fmla="*/ 325608 w 1710543"/>
              <a:gd name="connsiteY82" fmla="*/ 727710 h 1720214"/>
              <a:gd name="connsiteX83" fmla="*/ 300843 w 1710543"/>
              <a:gd name="connsiteY83" fmla="*/ 716280 h 1720214"/>
              <a:gd name="connsiteX84" fmla="*/ 279888 w 1710543"/>
              <a:gd name="connsiteY84" fmla="*/ 693420 h 1720214"/>
              <a:gd name="connsiteX85" fmla="*/ 258933 w 1710543"/>
              <a:gd name="connsiteY85" fmla="*/ 647700 h 1720214"/>
              <a:gd name="connsiteX86" fmla="*/ 252266 w 1710543"/>
              <a:gd name="connsiteY86" fmla="*/ 594360 h 1720214"/>
              <a:gd name="connsiteX87" fmla="*/ 262743 w 1710543"/>
              <a:gd name="connsiteY87" fmla="*/ 552450 h 1720214"/>
              <a:gd name="connsiteX88" fmla="*/ 283698 w 1710543"/>
              <a:gd name="connsiteY88" fmla="*/ 516255 h 1720214"/>
              <a:gd name="connsiteX89" fmla="*/ 291318 w 1710543"/>
              <a:gd name="connsiteY89" fmla="*/ 386715 h 1720214"/>
              <a:gd name="connsiteX90" fmla="*/ 315131 w 1710543"/>
              <a:gd name="connsiteY90" fmla="*/ 268605 h 1720214"/>
              <a:gd name="connsiteX91" fmla="*/ 367518 w 1710543"/>
              <a:gd name="connsiteY91" fmla="*/ 156210 h 1720214"/>
              <a:gd name="connsiteX92" fmla="*/ 440861 w 1710543"/>
              <a:gd name="connsiteY92" fmla="*/ 78105 h 1720214"/>
              <a:gd name="connsiteX93" fmla="*/ 521823 w 1710543"/>
              <a:gd name="connsiteY93" fmla="*/ 30480 h 1720214"/>
              <a:gd name="connsiteX94" fmla="*/ 605643 w 1710543"/>
              <a:gd name="connsiteY94" fmla="*/ 6668 h 1720214"/>
              <a:gd name="connsiteX95" fmla="*/ 685654 w 1710543"/>
              <a:gd name="connsiteY95" fmla="*/ 0 h 1720214"/>
              <a:gd name="connsiteX96" fmla="*/ 780903 w 1710543"/>
              <a:gd name="connsiteY96" fmla="*/ 11430 h 1720214"/>
              <a:gd name="connsiteX97" fmla="*/ 865676 w 1710543"/>
              <a:gd name="connsiteY97" fmla="*/ 41910 h 1720214"/>
              <a:gd name="connsiteX98" fmla="*/ 935208 w 1710543"/>
              <a:gd name="connsiteY98" fmla="*/ 84773 h 1720214"/>
              <a:gd name="connsiteX99" fmla="*/ 984739 w 1710543"/>
              <a:gd name="connsiteY99" fmla="*/ 133350 h 1720214"/>
              <a:gd name="connsiteX100" fmla="*/ 1048556 w 1710543"/>
              <a:gd name="connsiteY100" fmla="*/ 255270 h 1720214"/>
              <a:gd name="connsiteX101" fmla="*/ 1078083 w 1710543"/>
              <a:gd name="connsiteY101" fmla="*/ 381000 h 1720214"/>
              <a:gd name="connsiteX102" fmla="*/ 1085704 w 1710543"/>
              <a:gd name="connsiteY102" fmla="*/ 518160 h 1720214"/>
              <a:gd name="connsiteX103" fmla="*/ 1104753 w 1710543"/>
              <a:gd name="connsiteY103" fmla="*/ 541020 h 1720214"/>
              <a:gd name="connsiteX104" fmla="*/ 1116184 w 1710543"/>
              <a:gd name="connsiteY104" fmla="*/ 571500 h 1720214"/>
              <a:gd name="connsiteX105" fmla="*/ 1116184 w 1710543"/>
              <a:gd name="connsiteY105" fmla="*/ 619125 h 1720214"/>
              <a:gd name="connsiteX106" fmla="*/ 1100944 w 1710543"/>
              <a:gd name="connsiteY106" fmla="*/ 676275 h 1720214"/>
              <a:gd name="connsiteX107" fmla="*/ 1076179 w 1710543"/>
              <a:gd name="connsiteY107" fmla="*/ 708660 h 1720214"/>
              <a:gd name="connsiteX108" fmla="*/ 1043793 w 1710543"/>
              <a:gd name="connsiteY108" fmla="*/ 727710 h 172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710543" h="1720214">
                <a:moveTo>
                  <a:pt x="1321924" y="1655445"/>
                </a:moveTo>
                <a:cubicBezTo>
                  <a:pt x="1268584" y="1655445"/>
                  <a:pt x="1218101" y="1645285"/>
                  <a:pt x="1170476" y="1624965"/>
                </a:cubicBezTo>
                <a:cubicBezTo>
                  <a:pt x="1122851" y="1604645"/>
                  <a:pt x="1081258" y="1576705"/>
                  <a:pt x="1045699" y="1541145"/>
                </a:cubicBezTo>
                <a:cubicBezTo>
                  <a:pt x="1010139" y="1505585"/>
                  <a:pt x="982198" y="1463993"/>
                  <a:pt x="961878" y="1416368"/>
                </a:cubicBezTo>
                <a:cubicBezTo>
                  <a:pt x="941558" y="1368743"/>
                  <a:pt x="931399" y="1318260"/>
                  <a:pt x="931399" y="1264920"/>
                </a:cubicBezTo>
                <a:cubicBezTo>
                  <a:pt x="931399" y="1211580"/>
                  <a:pt x="941558" y="1161098"/>
                  <a:pt x="961878" y="1113473"/>
                </a:cubicBezTo>
                <a:cubicBezTo>
                  <a:pt x="982198" y="1065848"/>
                  <a:pt x="1010139" y="1024573"/>
                  <a:pt x="1045699" y="989648"/>
                </a:cubicBezTo>
                <a:cubicBezTo>
                  <a:pt x="1081258" y="954723"/>
                  <a:pt x="1122851" y="927100"/>
                  <a:pt x="1170476" y="906780"/>
                </a:cubicBezTo>
                <a:cubicBezTo>
                  <a:pt x="1218101" y="886460"/>
                  <a:pt x="1268584" y="876300"/>
                  <a:pt x="1321924" y="876300"/>
                </a:cubicBezTo>
                <a:cubicBezTo>
                  <a:pt x="1375264" y="876300"/>
                  <a:pt x="1425746" y="886460"/>
                  <a:pt x="1473371" y="906780"/>
                </a:cubicBezTo>
                <a:cubicBezTo>
                  <a:pt x="1520996" y="927100"/>
                  <a:pt x="1562271" y="954723"/>
                  <a:pt x="1597196" y="989648"/>
                </a:cubicBezTo>
                <a:cubicBezTo>
                  <a:pt x="1632121" y="1024573"/>
                  <a:pt x="1659744" y="1065848"/>
                  <a:pt x="1680064" y="1113473"/>
                </a:cubicBezTo>
                <a:cubicBezTo>
                  <a:pt x="1700384" y="1161098"/>
                  <a:pt x="1710544" y="1211580"/>
                  <a:pt x="1710544" y="1264920"/>
                </a:cubicBezTo>
                <a:cubicBezTo>
                  <a:pt x="1710544" y="1318260"/>
                  <a:pt x="1700383" y="1368743"/>
                  <a:pt x="1680064" y="1416368"/>
                </a:cubicBezTo>
                <a:cubicBezTo>
                  <a:pt x="1659744" y="1463993"/>
                  <a:pt x="1632121" y="1505585"/>
                  <a:pt x="1597196" y="1541145"/>
                </a:cubicBezTo>
                <a:cubicBezTo>
                  <a:pt x="1562271" y="1576705"/>
                  <a:pt x="1520996" y="1604645"/>
                  <a:pt x="1473371" y="1624965"/>
                </a:cubicBezTo>
                <a:cubicBezTo>
                  <a:pt x="1425746" y="1645285"/>
                  <a:pt x="1375264" y="1655445"/>
                  <a:pt x="1321924" y="1655445"/>
                </a:cubicBezTo>
                <a:close/>
                <a:moveTo>
                  <a:pt x="1514329" y="1202055"/>
                </a:moveTo>
                <a:lnTo>
                  <a:pt x="1373359" y="1202055"/>
                </a:lnTo>
                <a:lnTo>
                  <a:pt x="1373359" y="1070610"/>
                </a:lnTo>
                <a:cubicBezTo>
                  <a:pt x="1373359" y="1052830"/>
                  <a:pt x="1367644" y="1037590"/>
                  <a:pt x="1356214" y="1024890"/>
                </a:cubicBezTo>
                <a:cubicBezTo>
                  <a:pt x="1344784" y="1012190"/>
                  <a:pt x="1330179" y="1005840"/>
                  <a:pt x="1312399" y="1005840"/>
                </a:cubicBezTo>
                <a:cubicBezTo>
                  <a:pt x="1294619" y="1005840"/>
                  <a:pt x="1280649" y="1012190"/>
                  <a:pt x="1270489" y="1024890"/>
                </a:cubicBezTo>
                <a:cubicBezTo>
                  <a:pt x="1260329" y="1037590"/>
                  <a:pt x="1255248" y="1052830"/>
                  <a:pt x="1255248" y="1070610"/>
                </a:cubicBezTo>
                <a:lnTo>
                  <a:pt x="1255248" y="1202055"/>
                </a:lnTo>
                <a:lnTo>
                  <a:pt x="1131423" y="1202055"/>
                </a:lnTo>
                <a:cubicBezTo>
                  <a:pt x="1113644" y="1202055"/>
                  <a:pt x="1098403" y="1208405"/>
                  <a:pt x="1085704" y="1221105"/>
                </a:cubicBezTo>
                <a:cubicBezTo>
                  <a:pt x="1073004" y="1233805"/>
                  <a:pt x="1066654" y="1249045"/>
                  <a:pt x="1066654" y="1266825"/>
                </a:cubicBezTo>
                <a:cubicBezTo>
                  <a:pt x="1066654" y="1284605"/>
                  <a:pt x="1073004" y="1297940"/>
                  <a:pt x="1085704" y="1306830"/>
                </a:cubicBezTo>
                <a:cubicBezTo>
                  <a:pt x="1098403" y="1315720"/>
                  <a:pt x="1113644" y="1320165"/>
                  <a:pt x="1131423" y="1320165"/>
                </a:cubicBezTo>
                <a:lnTo>
                  <a:pt x="1255248" y="1320165"/>
                </a:lnTo>
                <a:lnTo>
                  <a:pt x="1255248" y="1455420"/>
                </a:lnTo>
                <a:cubicBezTo>
                  <a:pt x="1255248" y="1473200"/>
                  <a:pt x="1260329" y="1488440"/>
                  <a:pt x="1270489" y="1501140"/>
                </a:cubicBezTo>
                <a:cubicBezTo>
                  <a:pt x="1280649" y="1513840"/>
                  <a:pt x="1294618" y="1520190"/>
                  <a:pt x="1312399" y="1520190"/>
                </a:cubicBezTo>
                <a:cubicBezTo>
                  <a:pt x="1330179" y="1520190"/>
                  <a:pt x="1344784" y="1513840"/>
                  <a:pt x="1356214" y="1501140"/>
                </a:cubicBezTo>
                <a:cubicBezTo>
                  <a:pt x="1367644" y="1488440"/>
                  <a:pt x="1373359" y="1473200"/>
                  <a:pt x="1373359" y="1455420"/>
                </a:cubicBezTo>
                <a:lnTo>
                  <a:pt x="1373359" y="1320165"/>
                </a:lnTo>
                <a:lnTo>
                  <a:pt x="1514329" y="1320165"/>
                </a:lnTo>
                <a:lnTo>
                  <a:pt x="1514329" y="1323975"/>
                </a:lnTo>
                <a:cubicBezTo>
                  <a:pt x="1532109" y="1323975"/>
                  <a:pt x="1547349" y="1318895"/>
                  <a:pt x="1560049" y="1308735"/>
                </a:cubicBezTo>
                <a:cubicBezTo>
                  <a:pt x="1572749" y="1298575"/>
                  <a:pt x="1579099" y="1284605"/>
                  <a:pt x="1579099" y="1266825"/>
                </a:cubicBezTo>
                <a:cubicBezTo>
                  <a:pt x="1579099" y="1249045"/>
                  <a:pt x="1572749" y="1233805"/>
                  <a:pt x="1560049" y="1221105"/>
                </a:cubicBezTo>
                <a:cubicBezTo>
                  <a:pt x="1547349" y="1208405"/>
                  <a:pt x="1532109" y="1202055"/>
                  <a:pt x="1514329" y="1202055"/>
                </a:cubicBezTo>
                <a:close/>
                <a:moveTo>
                  <a:pt x="1043793" y="727710"/>
                </a:moveTo>
                <a:cubicBezTo>
                  <a:pt x="1038713" y="748030"/>
                  <a:pt x="1033634" y="766445"/>
                  <a:pt x="1028554" y="782955"/>
                </a:cubicBezTo>
                <a:cubicBezTo>
                  <a:pt x="1023474" y="796925"/>
                  <a:pt x="1017123" y="811213"/>
                  <a:pt x="1009503" y="825818"/>
                </a:cubicBezTo>
                <a:cubicBezTo>
                  <a:pt x="1001883" y="840423"/>
                  <a:pt x="993628" y="851535"/>
                  <a:pt x="984739" y="859155"/>
                </a:cubicBezTo>
                <a:cubicBezTo>
                  <a:pt x="973308" y="868045"/>
                  <a:pt x="965371" y="877570"/>
                  <a:pt x="960926" y="887730"/>
                </a:cubicBezTo>
                <a:cubicBezTo>
                  <a:pt x="956481" y="897890"/>
                  <a:pt x="952671" y="908368"/>
                  <a:pt x="949496" y="919163"/>
                </a:cubicBezTo>
                <a:cubicBezTo>
                  <a:pt x="946321" y="929958"/>
                  <a:pt x="942829" y="941070"/>
                  <a:pt x="939019" y="952500"/>
                </a:cubicBezTo>
                <a:cubicBezTo>
                  <a:pt x="935208" y="963930"/>
                  <a:pt x="928858" y="975360"/>
                  <a:pt x="919968" y="986790"/>
                </a:cubicBezTo>
                <a:cubicBezTo>
                  <a:pt x="890759" y="1024890"/>
                  <a:pt x="868851" y="1061720"/>
                  <a:pt x="854246" y="1097280"/>
                </a:cubicBezTo>
                <a:cubicBezTo>
                  <a:pt x="839641" y="1132840"/>
                  <a:pt x="829481" y="1167130"/>
                  <a:pt x="823766" y="1200150"/>
                </a:cubicBezTo>
                <a:cubicBezTo>
                  <a:pt x="818051" y="1233170"/>
                  <a:pt x="816464" y="1265873"/>
                  <a:pt x="819004" y="1298258"/>
                </a:cubicBezTo>
                <a:cubicBezTo>
                  <a:pt x="821543" y="1330643"/>
                  <a:pt x="826624" y="1362075"/>
                  <a:pt x="834243" y="1392555"/>
                </a:cubicBezTo>
                <a:cubicBezTo>
                  <a:pt x="839324" y="1415415"/>
                  <a:pt x="846943" y="1439228"/>
                  <a:pt x="857103" y="1463993"/>
                </a:cubicBezTo>
                <a:cubicBezTo>
                  <a:pt x="867264" y="1488758"/>
                  <a:pt x="882186" y="1514158"/>
                  <a:pt x="901871" y="1540193"/>
                </a:cubicBezTo>
                <a:cubicBezTo>
                  <a:pt x="921556" y="1566228"/>
                  <a:pt x="946638" y="1591628"/>
                  <a:pt x="977119" y="1616393"/>
                </a:cubicBezTo>
                <a:cubicBezTo>
                  <a:pt x="1007598" y="1641158"/>
                  <a:pt x="1045699" y="1664970"/>
                  <a:pt x="1091419" y="1687830"/>
                </a:cubicBezTo>
                <a:cubicBezTo>
                  <a:pt x="1060938" y="1694180"/>
                  <a:pt x="1025379" y="1699895"/>
                  <a:pt x="984739" y="1704975"/>
                </a:cubicBezTo>
                <a:cubicBezTo>
                  <a:pt x="950449" y="1708785"/>
                  <a:pt x="908221" y="1712278"/>
                  <a:pt x="858056" y="1715453"/>
                </a:cubicBezTo>
                <a:cubicBezTo>
                  <a:pt x="807891" y="1718628"/>
                  <a:pt x="750423" y="1720215"/>
                  <a:pt x="685654" y="1720215"/>
                </a:cubicBezTo>
                <a:cubicBezTo>
                  <a:pt x="652634" y="1720215"/>
                  <a:pt x="614216" y="1718945"/>
                  <a:pt x="570401" y="1716405"/>
                </a:cubicBezTo>
                <a:cubicBezTo>
                  <a:pt x="526586" y="1713865"/>
                  <a:pt x="481501" y="1710690"/>
                  <a:pt x="435146" y="1706880"/>
                </a:cubicBezTo>
                <a:cubicBezTo>
                  <a:pt x="388791" y="1703070"/>
                  <a:pt x="343071" y="1698625"/>
                  <a:pt x="297986" y="1693545"/>
                </a:cubicBezTo>
                <a:cubicBezTo>
                  <a:pt x="252901" y="1688465"/>
                  <a:pt x="211626" y="1683068"/>
                  <a:pt x="174161" y="1677353"/>
                </a:cubicBezTo>
                <a:cubicBezTo>
                  <a:pt x="136696" y="1671638"/>
                  <a:pt x="104946" y="1665605"/>
                  <a:pt x="78911" y="1659255"/>
                </a:cubicBezTo>
                <a:cubicBezTo>
                  <a:pt x="52876" y="1652905"/>
                  <a:pt x="36683" y="1647190"/>
                  <a:pt x="30333" y="1642110"/>
                </a:cubicBezTo>
                <a:cubicBezTo>
                  <a:pt x="18903" y="1631950"/>
                  <a:pt x="10013" y="1603693"/>
                  <a:pt x="3663" y="1557338"/>
                </a:cubicBezTo>
                <a:cubicBezTo>
                  <a:pt x="-2687" y="1510983"/>
                  <a:pt x="-782" y="1450340"/>
                  <a:pt x="9378" y="1375410"/>
                </a:cubicBezTo>
                <a:cubicBezTo>
                  <a:pt x="15728" y="1333500"/>
                  <a:pt x="32556" y="1301433"/>
                  <a:pt x="59861" y="1279208"/>
                </a:cubicBezTo>
                <a:cubicBezTo>
                  <a:pt x="87166" y="1256983"/>
                  <a:pt x="119233" y="1239520"/>
                  <a:pt x="156063" y="1226820"/>
                </a:cubicBezTo>
                <a:cubicBezTo>
                  <a:pt x="192893" y="1214120"/>
                  <a:pt x="231311" y="1202373"/>
                  <a:pt x="271316" y="1191578"/>
                </a:cubicBezTo>
                <a:cubicBezTo>
                  <a:pt x="311321" y="1180783"/>
                  <a:pt x="346563" y="1165860"/>
                  <a:pt x="377043" y="1146810"/>
                </a:cubicBezTo>
                <a:cubicBezTo>
                  <a:pt x="401173" y="1131570"/>
                  <a:pt x="419588" y="1117283"/>
                  <a:pt x="432288" y="1103948"/>
                </a:cubicBezTo>
                <a:cubicBezTo>
                  <a:pt x="444988" y="1090613"/>
                  <a:pt x="453878" y="1076960"/>
                  <a:pt x="458958" y="1062990"/>
                </a:cubicBezTo>
                <a:cubicBezTo>
                  <a:pt x="464038" y="1049020"/>
                  <a:pt x="466578" y="1034415"/>
                  <a:pt x="466578" y="1019175"/>
                </a:cubicBezTo>
                <a:cubicBezTo>
                  <a:pt x="466578" y="1003935"/>
                  <a:pt x="465943" y="987425"/>
                  <a:pt x="464673" y="969645"/>
                </a:cubicBezTo>
                <a:cubicBezTo>
                  <a:pt x="462133" y="942975"/>
                  <a:pt x="452926" y="922020"/>
                  <a:pt x="437051" y="906780"/>
                </a:cubicBezTo>
                <a:cubicBezTo>
                  <a:pt x="421176" y="891540"/>
                  <a:pt x="404348" y="876300"/>
                  <a:pt x="386568" y="861060"/>
                </a:cubicBezTo>
                <a:cubicBezTo>
                  <a:pt x="376408" y="853440"/>
                  <a:pt x="367518" y="842010"/>
                  <a:pt x="359898" y="826770"/>
                </a:cubicBezTo>
                <a:cubicBezTo>
                  <a:pt x="352278" y="811530"/>
                  <a:pt x="345928" y="796925"/>
                  <a:pt x="340848" y="782955"/>
                </a:cubicBezTo>
                <a:cubicBezTo>
                  <a:pt x="334498" y="766445"/>
                  <a:pt x="329418" y="748030"/>
                  <a:pt x="325608" y="727710"/>
                </a:cubicBezTo>
                <a:cubicBezTo>
                  <a:pt x="316718" y="725170"/>
                  <a:pt x="308463" y="721360"/>
                  <a:pt x="300843" y="716280"/>
                </a:cubicBezTo>
                <a:cubicBezTo>
                  <a:pt x="294493" y="711200"/>
                  <a:pt x="287508" y="703580"/>
                  <a:pt x="279888" y="693420"/>
                </a:cubicBezTo>
                <a:cubicBezTo>
                  <a:pt x="272268" y="683260"/>
                  <a:pt x="265283" y="668020"/>
                  <a:pt x="258933" y="647700"/>
                </a:cubicBezTo>
                <a:cubicBezTo>
                  <a:pt x="252583" y="628650"/>
                  <a:pt x="250361" y="610870"/>
                  <a:pt x="252266" y="594360"/>
                </a:cubicBezTo>
                <a:cubicBezTo>
                  <a:pt x="254171" y="577850"/>
                  <a:pt x="257663" y="563880"/>
                  <a:pt x="262743" y="552450"/>
                </a:cubicBezTo>
                <a:cubicBezTo>
                  <a:pt x="267823" y="538480"/>
                  <a:pt x="274808" y="526415"/>
                  <a:pt x="283698" y="516255"/>
                </a:cubicBezTo>
                <a:cubicBezTo>
                  <a:pt x="283698" y="473075"/>
                  <a:pt x="286238" y="429895"/>
                  <a:pt x="291318" y="386715"/>
                </a:cubicBezTo>
                <a:cubicBezTo>
                  <a:pt x="296398" y="349885"/>
                  <a:pt x="304336" y="310515"/>
                  <a:pt x="315131" y="268605"/>
                </a:cubicBezTo>
                <a:cubicBezTo>
                  <a:pt x="325926" y="226695"/>
                  <a:pt x="343388" y="189230"/>
                  <a:pt x="367518" y="156210"/>
                </a:cubicBezTo>
                <a:cubicBezTo>
                  <a:pt x="390379" y="124460"/>
                  <a:pt x="414826" y="98425"/>
                  <a:pt x="440861" y="78105"/>
                </a:cubicBezTo>
                <a:cubicBezTo>
                  <a:pt x="466896" y="57785"/>
                  <a:pt x="493883" y="41910"/>
                  <a:pt x="521823" y="30480"/>
                </a:cubicBezTo>
                <a:cubicBezTo>
                  <a:pt x="549763" y="19050"/>
                  <a:pt x="577704" y="11113"/>
                  <a:pt x="605643" y="6668"/>
                </a:cubicBezTo>
                <a:cubicBezTo>
                  <a:pt x="633583" y="2223"/>
                  <a:pt x="660253" y="0"/>
                  <a:pt x="685654" y="0"/>
                </a:cubicBezTo>
                <a:cubicBezTo>
                  <a:pt x="718674" y="0"/>
                  <a:pt x="750423" y="3810"/>
                  <a:pt x="780903" y="11430"/>
                </a:cubicBezTo>
                <a:cubicBezTo>
                  <a:pt x="811383" y="19050"/>
                  <a:pt x="839641" y="29210"/>
                  <a:pt x="865676" y="41910"/>
                </a:cubicBezTo>
                <a:cubicBezTo>
                  <a:pt x="891711" y="54610"/>
                  <a:pt x="914888" y="68898"/>
                  <a:pt x="935208" y="84773"/>
                </a:cubicBezTo>
                <a:cubicBezTo>
                  <a:pt x="955528" y="100648"/>
                  <a:pt x="972039" y="116840"/>
                  <a:pt x="984739" y="133350"/>
                </a:cubicBezTo>
                <a:cubicBezTo>
                  <a:pt x="1013948" y="170180"/>
                  <a:pt x="1035221" y="210820"/>
                  <a:pt x="1048556" y="255270"/>
                </a:cubicBezTo>
                <a:cubicBezTo>
                  <a:pt x="1061891" y="299720"/>
                  <a:pt x="1071733" y="341630"/>
                  <a:pt x="1078083" y="381000"/>
                </a:cubicBezTo>
                <a:cubicBezTo>
                  <a:pt x="1084433" y="426720"/>
                  <a:pt x="1086974" y="472440"/>
                  <a:pt x="1085704" y="518160"/>
                </a:cubicBezTo>
                <a:cubicBezTo>
                  <a:pt x="1093324" y="524510"/>
                  <a:pt x="1099674" y="532130"/>
                  <a:pt x="1104753" y="541020"/>
                </a:cubicBezTo>
                <a:cubicBezTo>
                  <a:pt x="1109833" y="548640"/>
                  <a:pt x="1113644" y="558800"/>
                  <a:pt x="1116184" y="571500"/>
                </a:cubicBezTo>
                <a:cubicBezTo>
                  <a:pt x="1118724" y="584200"/>
                  <a:pt x="1118724" y="600075"/>
                  <a:pt x="1116184" y="619125"/>
                </a:cubicBezTo>
                <a:cubicBezTo>
                  <a:pt x="1113644" y="643255"/>
                  <a:pt x="1108564" y="662305"/>
                  <a:pt x="1100944" y="676275"/>
                </a:cubicBezTo>
                <a:cubicBezTo>
                  <a:pt x="1093324" y="690245"/>
                  <a:pt x="1085069" y="701040"/>
                  <a:pt x="1076179" y="708660"/>
                </a:cubicBezTo>
                <a:cubicBezTo>
                  <a:pt x="1066019" y="717550"/>
                  <a:pt x="1055224" y="723900"/>
                  <a:pt x="1043793" y="72771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5908371" y="3771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业绩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76" name="组合 175"/>
          <p:cNvGrpSpPr>
            <a:grpSpLocks noChangeAspect="1"/>
          </p:cNvGrpSpPr>
          <p:nvPr/>
        </p:nvGrpSpPr>
        <p:grpSpPr>
          <a:xfrm>
            <a:off x="5961908" y="3401031"/>
            <a:ext cx="252000" cy="252140"/>
            <a:chOff x="5932787" y="3437684"/>
            <a:chExt cx="315628" cy="315803"/>
          </a:xfrm>
          <a:solidFill>
            <a:schemeClr val="bg1"/>
          </a:solidFill>
        </p:grpSpPr>
        <p:sp>
          <p:nvSpPr>
            <p:cNvPr id="173" name="任意多边形: 形状 172"/>
            <p:cNvSpPr/>
            <p:nvPr/>
          </p:nvSpPr>
          <p:spPr>
            <a:xfrm>
              <a:off x="6025963" y="3437684"/>
              <a:ext cx="107012" cy="24596"/>
            </a:xfrm>
            <a:custGeom>
              <a:avLst/>
              <a:gdLst>
                <a:gd name="connsiteX0" fmla="*/ 94979 w 107012"/>
                <a:gd name="connsiteY0" fmla="*/ 24597 h 24596"/>
                <a:gd name="connsiteX1" fmla="*/ 12033 w 107012"/>
                <a:gd name="connsiteY1" fmla="*/ 24597 h 24596"/>
                <a:gd name="connsiteX2" fmla="*/ 4 w 107012"/>
                <a:gd name="connsiteY2" fmla="*/ 12029 h 24596"/>
                <a:gd name="connsiteX3" fmla="*/ 12033 w 107012"/>
                <a:gd name="connsiteY3" fmla="*/ 0 h 24596"/>
                <a:gd name="connsiteX4" fmla="*/ 94979 w 107012"/>
                <a:gd name="connsiteY4" fmla="*/ 0 h 24596"/>
                <a:gd name="connsiteX5" fmla="*/ 107008 w 107012"/>
                <a:gd name="connsiteY5" fmla="*/ 12568 h 24596"/>
                <a:gd name="connsiteX6" fmla="*/ 94979 w 107012"/>
                <a:gd name="connsiteY6" fmla="*/ 24597 h 2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012" h="24596">
                  <a:moveTo>
                    <a:pt x="94979" y="24597"/>
                  </a:moveTo>
                  <a:lnTo>
                    <a:pt x="12033" y="24597"/>
                  </a:lnTo>
                  <a:cubicBezTo>
                    <a:pt x="5211" y="24417"/>
                    <a:pt x="-175" y="18851"/>
                    <a:pt x="4" y="12029"/>
                  </a:cubicBezTo>
                  <a:cubicBezTo>
                    <a:pt x="184" y="5386"/>
                    <a:pt x="5390" y="0"/>
                    <a:pt x="12033" y="0"/>
                  </a:cubicBezTo>
                  <a:lnTo>
                    <a:pt x="94979" y="0"/>
                  </a:lnTo>
                  <a:cubicBezTo>
                    <a:pt x="101802" y="180"/>
                    <a:pt x="107188" y="5745"/>
                    <a:pt x="107008" y="12568"/>
                  </a:cubicBezTo>
                  <a:cubicBezTo>
                    <a:pt x="107008" y="19210"/>
                    <a:pt x="101622" y="24417"/>
                    <a:pt x="94979" y="24597"/>
                  </a:cubicBez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5932787" y="3437684"/>
              <a:ext cx="293362" cy="306109"/>
            </a:xfrm>
            <a:custGeom>
              <a:avLst/>
              <a:gdLst>
                <a:gd name="connsiteX0" fmla="*/ 136807 w 293362"/>
                <a:gd name="connsiteY0" fmla="*/ 303237 h 306109"/>
                <a:gd name="connsiteX1" fmla="*/ 104311 w 293362"/>
                <a:gd name="connsiteY1" fmla="*/ 241836 h 306109"/>
                <a:gd name="connsiteX2" fmla="*/ 69840 w 293362"/>
                <a:gd name="connsiteY2" fmla="*/ 241836 h 306109"/>
                <a:gd name="connsiteX3" fmla="*/ 57811 w 293362"/>
                <a:gd name="connsiteY3" fmla="*/ 229268 h 306109"/>
                <a:gd name="connsiteX4" fmla="*/ 69840 w 293362"/>
                <a:gd name="connsiteY4" fmla="*/ 217239 h 306109"/>
                <a:gd name="connsiteX5" fmla="*/ 102515 w 293362"/>
                <a:gd name="connsiteY5" fmla="*/ 217239 h 306109"/>
                <a:gd name="connsiteX6" fmla="*/ 107901 w 293362"/>
                <a:gd name="connsiteY6" fmla="*/ 185102 h 306109"/>
                <a:gd name="connsiteX7" fmla="*/ 69840 w 293362"/>
                <a:gd name="connsiteY7" fmla="*/ 185102 h 306109"/>
                <a:gd name="connsiteX8" fmla="*/ 57631 w 293362"/>
                <a:gd name="connsiteY8" fmla="*/ 172714 h 306109"/>
                <a:gd name="connsiteX9" fmla="*/ 69840 w 293362"/>
                <a:gd name="connsiteY9" fmla="*/ 160506 h 306109"/>
                <a:gd name="connsiteX10" fmla="*/ 118674 w 293362"/>
                <a:gd name="connsiteY10" fmla="*/ 160506 h 306109"/>
                <a:gd name="connsiteX11" fmla="*/ 136807 w 293362"/>
                <a:gd name="connsiteY11" fmla="*/ 137345 h 306109"/>
                <a:gd name="connsiteX12" fmla="*/ 146681 w 293362"/>
                <a:gd name="connsiteY12" fmla="*/ 128548 h 306109"/>
                <a:gd name="connsiteX13" fmla="*/ 69840 w 293362"/>
                <a:gd name="connsiteY13" fmla="*/ 128548 h 306109"/>
                <a:gd name="connsiteX14" fmla="*/ 57811 w 293362"/>
                <a:gd name="connsiteY14" fmla="*/ 115981 h 306109"/>
                <a:gd name="connsiteX15" fmla="*/ 69840 w 293362"/>
                <a:gd name="connsiteY15" fmla="*/ 103952 h 306109"/>
                <a:gd name="connsiteX16" fmla="*/ 205031 w 293362"/>
                <a:gd name="connsiteY16" fmla="*/ 103952 h 306109"/>
                <a:gd name="connsiteX17" fmla="*/ 219932 w 293362"/>
                <a:gd name="connsiteY17" fmla="*/ 103054 h 306109"/>
                <a:gd name="connsiteX18" fmla="*/ 293363 w 293362"/>
                <a:gd name="connsiteY18" fmla="*/ 128907 h 306109"/>
                <a:gd name="connsiteX19" fmla="*/ 293363 w 293362"/>
                <a:gd name="connsiteY19" fmla="*/ 25674 h 306109"/>
                <a:gd name="connsiteX20" fmla="*/ 285822 w 293362"/>
                <a:gd name="connsiteY20" fmla="*/ 8079 h 306109"/>
                <a:gd name="connsiteX21" fmla="*/ 268407 w 293362"/>
                <a:gd name="connsiteY21" fmla="*/ 718 h 306109"/>
                <a:gd name="connsiteX22" fmla="*/ 241477 w 293362"/>
                <a:gd name="connsiteY22" fmla="*/ 180 h 306109"/>
                <a:gd name="connsiteX23" fmla="*/ 217957 w 293362"/>
                <a:gd name="connsiteY23" fmla="*/ 14183 h 306109"/>
                <a:gd name="connsiteX24" fmla="*/ 200363 w 293362"/>
                <a:gd name="connsiteY24" fmla="*/ 49193 h 306109"/>
                <a:gd name="connsiteX25" fmla="*/ 199465 w 293362"/>
                <a:gd name="connsiteY25" fmla="*/ 49552 h 306109"/>
                <a:gd name="connsiteX26" fmla="*/ 93898 w 293362"/>
                <a:gd name="connsiteY26" fmla="*/ 49552 h 306109"/>
                <a:gd name="connsiteX27" fmla="*/ 93000 w 293362"/>
                <a:gd name="connsiteY27" fmla="*/ 49193 h 306109"/>
                <a:gd name="connsiteX28" fmla="*/ 78817 w 293362"/>
                <a:gd name="connsiteY28" fmla="*/ 15440 h 306109"/>
                <a:gd name="connsiteX29" fmla="*/ 55118 w 293362"/>
                <a:gd name="connsiteY29" fmla="*/ 0 h 306109"/>
                <a:gd name="connsiteX30" fmla="*/ 25494 w 293362"/>
                <a:gd name="connsiteY30" fmla="*/ 0 h 306109"/>
                <a:gd name="connsiteX31" fmla="*/ 0 w 293362"/>
                <a:gd name="connsiteY31" fmla="*/ 24956 h 306109"/>
                <a:gd name="connsiteX32" fmla="*/ 0 w 293362"/>
                <a:gd name="connsiteY32" fmla="*/ 281154 h 306109"/>
                <a:gd name="connsiteX33" fmla="*/ 25494 w 293362"/>
                <a:gd name="connsiteY33" fmla="*/ 306110 h 306109"/>
                <a:gd name="connsiteX34" fmla="*/ 140038 w 293362"/>
                <a:gd name="connsiteY34" fmla="*/ 306110 h 306109"/>
                <a:gd name="connsiteX35" fmla="*/ 136807 w 293362"/>
                <a:gd name="connsiteY35" fmla="*/ 303237 h 30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93362" h="306109">
                  <a:moveTo>
                    <a:pt x="136807" y="303237"/>
                  </a:moveTo>
                  <a:cubicBezTo>
                    <a:pt x="119930" y="286540"/>
                    <a:pt x="108620" y="264996"/>
                    <a:pt x="104311" y="241836"/>
                  </a:cubicBezTo>
                  <a:lnTo>
                    <a:pt x="69840" y="241836"/>
                  </a:lnTo>
                  <a:cubicBezTo>
                    <a:pt x="63017" y="241656"/>
                    <a:pt x="57631" y="236091"/>
                    <a:pt x="57811" y="229268"/>
                  </a:cubicBezTo>
                  <a:cubicBezTo>
                    <a:pt x="57990" y="222625"/>
                    <a:pt x="63197" y="217239"/>
                    <a:pt x="69840" y="217239"/>
                  </a:cubicBezTo>
                  <a:lnTo>
                    <a:pt x="102515" y="217239"/>
                  </a:lnTo>
                  <a:cubicBezTo>
                    <a:pt x="102874" y="206287"/>
                    <a:pt x="104490" y="195515"/>
                    <a:pt x="107901" y="185102"/>
                  </a:cubicBezTo>
                  <a:lnTo>
                    <a:pt x="69840" y="185102"/>
                  </a:lnTo>
                  <a:cubicBezTo>
                    <a:pt x="63017" y="185102"/>
                    <a:pt x="57452" y="179537"/>
                    <a:pt x="57631" y="172714"/>
                  </a:cubicBezTo>
                  <a:cubicBezTo>
                    <a:pt x="57631" y="165892"/>
                    <a:pt x="63197" y="160506"/>
                    <a:pt x="69840" y="160506"/>
                  </a:cubicBezTo>
                  <a:lnTo>
                    <a:pt x="118674" y="160506"/>
                  </a:lnTo>
                  <a:cubicBezTo>
                    <a:pt x="123701" y="152067"/>
                    <a:pt x="129805" y="144168"/>
                    <a:pt x="136807" y="137345"/>
                  </a:cubicBezTo>
                  <a:cubicBezTo>
                    <a:pt x="139859" y="134293"/>
                    <a:pt x="143270" y="131241"/>
                    <a:pt x="146681" y="128548"/>
                  </a:cubicBezTo>
                  <a:lnTo>
                    <a:pt x="69840" y="128548"/>
                  </a:lnTo>
                  <a:cubicBezTo>
                    <a:pt x="63017" y="128369"/>
                    <a:pt x="57631" y="122803"/>
                    <a:pt x="57811" y="115981"/>
                  </a:cubicBezTo>
                  <a:cubicBezTo>
                    <a:pt x="57990" y="109338"/>
                    <a:pt x="63197" y="103952"/>
                    <a:pt x="69840" y="103952"/>
                  </a:cubicBezTo>
                  <a:lnTo>
                    <a:pt x="205031" y="103952"/>
                  </a:lnTo>
                  <a:cubicBezTo>
                    <a:pt x="209878" y="103413"/>
                    <a:pt x="214905" y="103054"/>
                    <a:pt x="219932" y="103054"/>
                  </a:cubicBezTo>
                  <a:cubicBezTo>
                    <a:pt x="246683" y="103054"/>
                    <a:pt x="272536" y="112031"/>
                    <a:pt x="293363" y="128907"/>
                  </a:cubicBezTo>
                  <a:lnTo>
                    <a:pt x="293363" y="25674"/>
                  </a:lnTo>
                  <a:cubicBezTo>
                    <a:pt x="293363" y="19031"/>
                    <a:pt x="290670" y="12747"/>
                    <a:pt x="285822" y="8079"/>
                  </a:cubicBezTo>
                  <a:cubicBezTo>
                    <a:pt x="281154" y="3411"/>
                    <a:pt x="274870" y="898"/>
                    <a:pt x="268407" y="718"/>
                  </a:cubicBezTo>
                  <a:lnTo>
                    <a:pt x="241477" y="180"/>
                  </a:lnTo>
                  <a:cubicBezTo>
                    <a:pt x="231602" y="0"/>
                    <a:pt x="222266" y="5386"/>
                    <a:pt x="217957" y="14183"/>
                  </a:cubicBezTo>
                  <a:lnTo>
                    <a:pt x="200363" y="49193"/>
                  </a:lnTo>
                  <a:cubicBezTo>
                    <a:pt x="200183" y="49552"/>
                    <a:pt x="199824" y="49552"/>
                    <a:pt x="199465" y="49552"/>
                  </a:cubicBezTo>
                  <a:lnTo>
                    <a:pt x="93898" y="49552"/>
                  </a:lnTo>
                  <a:cubicBezTo>
                    <a:pt x="93539" y="49552"/>
                    <a:pt x="93179" y="49373"/>
                    <a:pt x="93000" y="49193"/>
                  </a:cubicBezTo>
                  <a:lnTo>
                    <a:pt x="78817" y="15440"/>
                  </a:lnTo>
                  <a:cubicBezTo>
                    <a:pt x="74867" y="6104"/>
                    <a:pt x="65531" y="0"/>
                    <a:pt x="55118" y="0"/>
                  </a:cubicBezTo>
                  <a:lnTo>
                    <a:pt x="25494" y="0"/>
                  </a:lnTo>
                  <a:cubicBezTo>
                    <a:pt x="11490" y="0"/>
                    <a:pt x="0" y="11131"/>
                    <a:pt x="0" y="24956"/>
                  </a:cubicBezTo>
                  <a:lnTo>
                    <a:pt x="0" y="281154"/>
                  </a:lnTo>
                  <a:cubicBezTo>
                    <a:pt x="0" y="294978"/>
                    <a:pt x="11490" y="306110"/>
                    <a:pt x="25494" y="306110"/>
                  </a:cubicBezTo>
                  <a:lnTo>
                    <a:pt x="140038" y="306110"/>
                  </a:lnTo>
                  <a:cubicBezTo>
                    <a:pt x="138961" y="305212"/>
                    <a:pt x="137884" y="304135"/>
                    <a:pt x="136807" y="303237"/>
                  </a:cubicBez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6057027" y="3562102"/>
              <a:ext cx="191388" cy="191385"/>
            </a:xfrm>
            <a:custGeom>
              <a:avLst/>
              <a:gdLst>
                <a:gd name="connsiteX0" fmla="*/ 163378 w 191388"/>
                <a:gd name="connsiteY0" fmla="*/ 28008 h 191385"/>
                <a:gd name="connsiteX1" fmla="*/ 28008 w 191388"/>
                <a:gd name="connsiteY1" fmla="*/ 28008 h 191385"/>
                <a:gd name="connsiteX2" fmla="*/ 28008 w 191388"/>
                <a:gd name="connsiteY2" fmla="*/ 163378 h 191385"/>
                <a:gd name="connsiteX3" fmla="*/ 163378 w 191388"/>
                <a:gd name="connsiteY3" fmla="*/ 163378 h 191385"/>
                <a:gd name="connsiteX4" fmla="*/ 191386 w 191388"/>
                <a:gd name="connsiteY4" fmla="*/ 95693 h 191385"/>
                <a:gd name="connsiteX5" fmla="*/ 163378 w 191388"/>
                <a:gd name="connsiteY5" fmla="*/ 28008 h 191385"/>
                <a:gd name="connsiteX6" fmla="*/ 135730 w 191388"/>
                <a:gd name="connsiteY6" fmla="*/ 113108 h 191385"/>
                <a:gd name="connsiteX7" fmla="*/ 144347 w 191388"/>
                <a:gd name="connsiteY7" fmla="*/ 121726 h 191385"/>
                <a:gd name="connsiteX8" fmla="*/ 135730 w 191388"/>
                <a:gd name="connsiteY8" fmla="*/ 130344 h 191385"/>
                <a:gd name="connsiteX9" fmla="*/ 106824 w 191388"/>
                <a:gd name="connsiteY9" fmla="*/ 130344 h 191385"/>
                <a:gd name="connsiteX10" fmla="*/ 106824 w 191388"/>
                <a:gd name="connsiteY10" fmla="*/ 159249 h 191385"/>
                <a:gd name="connsiteX11" fmla="*/ 98206 w 191388"/>
                <a:gd name="connsiteY11" fmla="*/ 167867 h 191385"/>
                <a:gd name="connsiteX12" fmla="*/ 89589 w 191388"/>
                <a:gd name="connsiteY12" fmla="*/ 159249 h 191385"/>
                <a:gd name="connsiteX13" fmla="*/ 89589 w 191388"/>
                <a:gd name="connsiteY13" fmla="*/ 130344 h 191385"/>
                <a:gd name="connsiteX14" fmla="*/ 60504 w 191388"/>
                <a:gd name="connsiteY14" fmla="*/ 130344 h 191385"/>
                <a:gd name="connsiteX15" fmla="*/ 51886 w 191388"/>
                <a:gd name="connsiteY15" fmla="*/ 121726 h 191385"/>
                <a:gd name="connsiteX16" fmla="*/ 60504 w 191388"/>
                <a:gd name="connsiteY16" fmla="*/ 113108 h 191385"/>
                <a:gd name="connsiteX17" fmla="*/ 89589 w 191388"/>
                <a:gd name="connsiteY17" fmla="*/ 113108 h 191385"/>
                <a:gd name="connsiteX18" fmla="*/ 89589 w 191388"/>
                <a:gd name="connsiteY18" fmla="*/ 94077 h 191385"/>
                <a:gd name="connsiteX19" fmla="*/ 60504 w 191388"/>
                <a:gd name="connsiteY19" fmla="*/ 94077 h 191385"/>
                <a:gd name="connsiteX20" fmla="*/ 51886 w 191388"/>
                <a:gd name="connsiteY20" fmla="*/ 85459 h 191385"/>
                <a:gd name="connsiteX21" fmla="*/ 60504 w 191388"/>
                <a:gd name="connsiteY21" fmla="*/ 76842 h 191385"/>
                <a:gd name="connsiteX22" fmla="*/ 83484 w 191388"/>
                <a:gd name="connsiteY22" fmla="*/ 76842 h 191385"/>
                <a:gd name="connsiteX23" fmla="*/ 60863 w 191388"/>
                <a:gd name="connsiteY23" fmla="*/ 54400 h 191385"/>
                <a:gd name="connsiteX24" fmla="*/ 60863 w 191388"/>
                <a:gd name="connsiteY24" fmla="*/ 42371 h 191385"/>
                <a:gd name="connsiteX25" fmla="*/ 61222 w 191388"/>
                <a:gd name="connsiteY25" fmla="*/ 42191 h 191385"/>
                <a:gd name="connsiteX26" fmla="*/ 61222 w 191388"/>
                <a:gd name="connsiteY26" fmla="*/ 42012 h 191385"/>
                <a:gd name="connsiteX27" fmla="*/ 73251 w 191388"/>
                <a:gd name="connsiteY27" fmla="*/ 42191 h 191385"/>
                <a:gd name="connsiteX28" fmla="*/ 98206 w 191388"/>
                <a:gd name="connsiteY28" fmla="*/ 66967 h 191385"/>
                <a:gd name="connsiteX29" fmla="*/ 123162 w 191388"/>
                <a:gd name="connsiteY29" fmla="*/ 42191 h 191385"/>
                <a:gd name="connsiteX30" fmla="*/ 135371 w 191388"/>
                <a:gd name="connsiteY30" fmla="*/ 42191 h 191385"/>
                <a:gd name="connsiteX31" fmla="*/ 135550 w 191388"/>
                <a:gd name="connsiteY31" fmla="*/ 54220 h 191385"/>
                <a:gd name="connsiteX32" fmla="*/ 112928 w 191388"/>
                <a:gd name="connsiteY32" fmla="*/ 76842 h 191385"/>
                <a:gd name="connsiteX33" fmla="*/ 135909 w 191388"/>
                <a:gd name="connsiteY33" fmla="*/ 76842 h 191385"/>
                <a:gd name="connsiteX34" fmla="*/ 144527 w 191388"/>
                <a:gd name="connsiteY34" fmla="*/ 85459 h 191385"/>
                <a:gd name="connsiteX35" fmla="*/ 135909 w 191388"/>
                <a:gd name="connsiteY35" fmla="*/ 94077 h 191385"/>
                <a:gd name="connsiteX36" fmla="*/ 107004 w 191388"/>
                <a:gd name="connsiteY36" fmla="*/ 94077 h 191385"/>
                <a:gd name="connsiteX37" fmla="*/ 107004 w 191388"/>
                <a:gd name="connsiteY37" fmla="*/ 113108 h 191385"/>
                <a:gd name="connsiteX38" fmla="*/ 135730 w 191388"/>
                <a:gd name="connsiteY38" fmla="*/ 113108 h 191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1388" h="191385">
                  <a:moveTo>
                    <a:pt x="163378" y="28008"/>
                  </a:moveTo>
                  <a:cubicBezTo>
                    <a:pt x="126035" y="-9336"/>
                    <a:pt x="65351" y="-9336"/>
                    <a:pt x="28008" y="28008"/>
                  </a:cubicBezTo>
                  <a:cubicBezTo>
                    <a:pt x="-9336" y="65351"/>
                    <a:pt x="-9336" y="126035"/>
                    <a:pt x="28008" y="163378"/>
                  </a:cubicBezTo>
                  <a:cubicBezTo>
                    <a:pt x="65351" y="200722"/>
                    <a:pt x="126035" y="200722"/>
                    <a:pt x="163378" y="163378"/>
                  </a:cubicBezTo>
                  <a:cubicBezTo>
                    <a:pt x="181332" y="145425"/>
                    <a:pt x="191386" y="121008"/>
                    <a:pt x="191386" y="95693"/>
                  </a:cubicBezTo>
                  <a:cubicBezTo>
                    <a:pt x="191565" y="70378"/>
                    <a:pt x="181332" y="45961"/>
                    <a:pt x="163378" y="28008"/>
                  </a:cubicBezTo>
                  <a:close/>
                  <a:moveTo>
                    <a:pt x="135730" y="113108"/>
                  </a:moveTo>
                  <a:cubicBezTo>
                    <a:pt x="140398" y="113108"/>
                    <a:pt x="144347" y="117058"/>
                    <a:pt x="144347" y="121726"/>
                  </a:cubicBezTo>
                  <a:cubicBezTo>
                    <a:pt x="144347" y="126394"/>
                    <a:pt x="140398" y="130344"/>
                    <a:pt x="135730" y="130344"/>
                  </a:cubicBezTo>
                  <a:lnTo>
                    <a:pt x="106824" y="130344"/>
                  </a:lnTo>
                  <a:lnTo>
                    <a:pt x="106824" y="159249"/>
                  </a:lnTo>
                  <a:cubicBezTo>
                    <a:pt x="106824" y="164096"/>
                    <a:pt x="102874" y="167867"/>
                    <a:pt x="98206" y="167867"/>
                  </a:cubicBezTo>
                  <a:cubicBezTo>
                    <a:pt x="93539" y="167867"/>
                    <a:pt x="89589" y="163917"/>
                    <a:pt x="89589" y="159249"/>
                  </a:cubicBezTo>
                  <a:lnTo>
                    <a:pt x="89589" y="130344"/>
                  </a:lnTo>
                  <a:lnTo>
                    <a:pt x="60504" y="130344"/>
                  </a:lnTo>
                  <a:cubicBezTo>
                    <a:pt x="55836" y="130344"/>
                    <a:pt x="51886" y="126394"/>
                    <a:pt x="51886" y="121726"/>
                  </a:cubicBezTo>
                  <a:cubicBezTo>
                    <a:pt x="51886" y="117058"/>
                    <a:pt x="55836" y="113108"/>
                    <a:pt x="60504" y="113108"/>
                  </a:cubicBezTo>
                  <a:lnTo>
                    <a:pt x="89589" y="113108"/>
                  </a:lnTo>
                  <a:lnTo>
                    <a:pt x="89589" y="94077"/>
                  </a:lnTo>
                  <a:lnTo>
                    <a:pt x="60504" y="94077"/>
                  </a:lnTo>
                  <a:cubicBezTo>
                    <a:pt x="55836" y="94077"/>
                    <a:pt x="51886" y="90307"/>
                    <a:pt x="51886" y="85459"/>
                  </a:cubicBezTo>
                  <a:cubicBezTo>
                    <a:pt x="51886" y="80791"/>
                    <a:pt x="55836" y="76842"/>
                    <a:pt x="60504" y="76842"/>
                  </a:cubicBezTo>
                  <a:lnTo>
                    <a:pt x="83484" y="76842"/>
                  </a:lnTo>
                  <a:lnTo>
                    <a:pt x="60863" y="54400"/>
                  </a:lnTo>
                  <a:cubicBezTo>
                    <a:pt x="57631" y="50988"/>
                    <a:pt x="57452" y="45602"/>
                    <a:pt x="60863" y="42371"/>
                  </a:cubicBezTo>
                  <a:lnTo>
                    <a:pt x="61222" y="42191"/>
                  </a:lnTo>
                  <a:lnTo>
                    <a:pt x="61222" y="42012"/>
                  </a:lnTo>
                  <a:cubicBezTo>
                    <a:pt x="64633" y="38959"/>
                    <a:pt x="70019" y="38959"/>
                    <a:pt x="73251" y="42191"/>
                  </a:cubicBezTo>
                  <a:lnTo>
                    <a:pt x="98206" y="66967"/>
                  </a:lnTo>
                  <a:lnTo>
                    <a:pt x="123162" y="42191"/>
                  </a:lnTo>
                  <a:cubicBezTo>
                    <a:pt x="126573" y="38780"/>
                    <a:pt x="131959" y="38780"/>
                    <a:pt x="135371" y="42191"/>
                  </a:cubicBezTo>
                  <a:cubicBezTo>
                    <a:pt x="138782" y="45423"/>
                    <a:pt x="138782" y="50809"/>
                    <a:pt x="135550" y="54220"/>
                  </a:cubicBezTo>
                  <a:lnTo>
                    <a:pt x="112928" y="76842"/>
                  </a:lnTo>
                  <a:lnTo>
                    <a:pt x="135909" y="76842"/>
                  </a:lnTo>
                  <a:cubicBezTo>
                    <a:pt x="140577" y="76842"/>
                    <a:pt x="144527" y="80612"/>
                    <a:pt x="144527" y="85459"/>
                  </a:cubicBezTo>
                  <a:cubicBezTo>
                    <a:pt x="144527" y="90127"/>
                    <a:pt x="140577" y="94077"/>
                    <a:pt x="135909" y="94077"/>
                  </a:cubicBezTo>
                  <a:lnTo>
                    <a:pt x="107004" y="94077"/>
                  </a:lnTo>
                  <a:lnTo>
                    <a:pt x="107004" y="113108"/>
                  </a:lnTo>
                  <a:lnTo>
                    <a:pt x="135730" y="113108"/>
                  </a:lnTo>
                  <a:close/>
                </a:path>
              </a:pathLst>
            </a:custGeom>
            <a:grpFill/>
            <a:ln w="3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7" name="TextBox 168+"/>
          <p:cNvSpPr txBox="1"/>
          <p:nvPr/>
        </p:nvSpPr>
        <p:spPr>
          <a:xfrm>
            <a:off x="5818603" y="5665294"/>
            <a:ext cx="5386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0" name="图形 178"/>
          <p:cNvSpPr>
            <a:spLocks noChangeAspect="1"/>
          </p:cNvSpPr>
          <p:nvPr/>
        </p:nvSpPr>
        <p:spPr>
          <a:xfrm>
            <a:off x="5961908" y="5287736"/>
            <a:ext cx="252000" cy="252000"/>
          </a:xfrm>
          <a:custGeom>
            <a:avLst/>
            <a:gdLst>
              <a:gd name="connsiteX0" fmla="*/ 833438 w 1666875"/>
              <a:gd name="connsiteY0" fmla="*/ 0 h 1666875"/>
              <a:gd name="connsiteX1" fmla="*/ 0 w 1666875"/>
              <a:gd name="connsiteY1" fmla="*/ 833438 h 1666875"/>
              <a:gd name="connsiteX2" fmla="*/ 833438 w 1666875"/>
              <a:gd name="connsiteY2" fmla="*/ 1666875 h 1666875"/>
              <a:gd name="connsiteX3" fmla="*/ 1666875 w 1666875"/>
              <a:gd name="connsiteY3" fmla="*/ 833438 h 1666875"/>
              <a:gd name="connsiteX4" fmla="*/ 833438 w 1666875"/>
              <a:gd name="connsiteY4" fmla="*/ 0 h 1666875"/>
              <a:gd name="connsiteX5" fmla="*/ 416719 w 1666875"/>
              <a:gd name="connsiteY5" fmla="*/ 664131 h 1666875"/>
              <a:gd name="connsiteX6" fmla="*/ 506016 w 1666875"/>
              <a:gd name="connsiteY6" fmla="*/ 574834 h 1666875"/>
              <a:gd name="connsiteX7" fmla="*/ 595313 w 1666875"/>
              <a:gd name="connsiteY7" fmla="*/ 664131 h 1666875"/>
              <a:gd name="connsiteX8" fmla="*/ 506016 w 1666875"/>
              <a:gd name="connsiteY8" fmla="*/ 753428 h 1666875"/>
              <a:gd name="connsiteX9" fmla="*/ 416719 w 1666875"/>
              <a:gd name="connsiteY9" fmla="*/ 664131 h 1666875"/>
              <a:gd name="connsiteX10" fmla="*/ 833438 w 1666875"/>
              <a:gd name="connsiteY10" fmla="*/ 1170146 h 1666875"/>
              <a:gd name="connsiteX11" fmla="*/ 535781 w 1666875"/>
              <a:gd name="connsiteY11" fmla="*/ 888127 h 1666875"/>
              <a:gd name="connsiteX12" fmla="*/ 549809 w 1666875"/>
              <a:gd name="connsiteY12" fmla="*/ 872511 h 1666875"/>
              <a:gd name="connsiteX13" fmla="*/ 550704 w 1666875"/>
              <a:gd name="connsiteY13" fmla="*/ 872490 h 1666875"/>
              <a:gd name="connsiteX14" fmla="*/ 640159 w 1666875"/>
              <a:gd name="connsiteY14" fmla="*/ 872490 h 1666875"/>
              <a:gd name="connsiteX15" fmla="*/ 655241 w 1666875"/>
              <a:gd name="connsiteY15" fmla="*/ 886301 h 1666875"/>
              <a:gd name="connsiteX16" fmla="*/ 847520 w 1666875"/>
              <a:gd name="connsiteY16" fmla="*/ 1050415 h 1666875"/>
              <a:gd name="connsiteX17" fmla="*/ 1011634 w 1666875"/>
              <a:gd name="connsiteY17" fmla="*/ 886301 h 1666875"/>
              <a:gd name="connsiteX18" fmla="*/ 1026716 w 1666875"/>
              <a:gd name="connsiteY18" fmla="*/ 872490 h 1666875"/>
              <a:gd name="connsiteX19" fmla="*/ 1116171 w 1666875"/>
              <a:gd name="connsiteY19" fmla="*/ 872490 h 1666875"/>
              <a:gd name="connsiteX20" fmla="*/ 1131094 w 1666875"/>
              <a:gd name="connsiteY20" fmla="*/ 888127 h 1666875"/>
              <a:gd name="connsiteX21" fmla="*/ 833438 w 1666875"/>
              <a:gd name="connsiteY21" fmla="*/ 1170146 h 1666875"/>
              <a:gd name="connsiteX22" fmla="*/ 1160859 w 1666875"/>
              <a:gd name="connsiteY22" fmla="*/ 753428 h 1666875"/>
              <a:gd name="connsiteX23" fmla="*/ 1071563 w 1666875"/>
              <a:gd name="connsiteY23" fmla="*/ 664131 h 1666875"/>
              <a:gd name="connsiteX24" fmla="*/ 1160859 w 1666875"/>
              <a:gd name="connsiteY24" fmla="*/ 574834 h 1666875"/>
              <a:gd name="connsiteX25" fmla="*/ 1250156 w 1666875"/>
              <a:gd name="connsiteY25" fmla="*/ 664131 h 1666875"/>
              <a:gd name="connsiteX26" fmla="*/ 1160859 w 1666875"/>
              <a:gd name="connsiteY26" fmla="*/ 753428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66875" h="1666875">
                <a:moveTo>
                  <a:pt x="833438" y="0"/>
                </a:moveTo>
                <a:cubicBezTo>
                  <a:pt x="373221" y="0"/>
                  <a:pt x="0" y="373221"/>
                  <a:pt x="0" y="833438"/>
                </a:cubicBezTo>
                <a:cubicBezTo>
                  <a:pt x="0" y="1293654"/>
                  <a:pt x="373221" y="1666875"/>
                  <a:pt x="833438" y="1666875"/>
                </a:cubicBezTo>
                <a:cubicBezTo>
                  <a:pt x="1293654" y="1666875"/>
                  <a:pt x="1666875" y="1293654"/>
                  <a:pt x="1666875" y="833438"/>
                </a:cubicBezTo>
                <a:cubicBezTo>
                  <a:pt x="1666875" y="373221"/>
                  <a:pt x="1293654" y="0"/>
                  <a:pt x="833438" y="0"/>
                </a:cubicBezTo>
                <a:close/>
                <a:moveTo>
                  <a:pt x="416719" y="664131"/>
                </a:moveTo>
                <a:cubicBezTo>
                  <a:pt x="416719" y="614813"/>
                  <a:pt x="456698" y="574834"/>
                  <a:pt x="506016" y="574834"/>
                </a:cubicBezTo>
                <a:cubicBezTo>
                  <a:pt x="555333" y="574834"/>
                  <a:pt x="595313" y="614813"/>
                  <a:pt x="595313" y="664131"/>
                </a:cubicBezTo>
                <a:cubicBezTo>
                  <a:pt x="595313" y="713448"/>
                  <a:pt x="555333" y="753428"/>
                  <a:pt x="506016" y="753428"/>
                </a:cubicBezTo>
                <a:cubicBezTo>
                  <a:pt x="456698" y="753428"/>
                  <a:pt x="416719" y="713448"/>
                  <a:pt x="416719" y="664131"/>
                </a:cubicBezTo>
                <a:close/>
                <a:moveTo>
                  <a:pt x="833438" y="1170146"/>
                </a:moveTo>
                <a:cubicBezTo>
                  <a:pt x="675108" y="1170005"/>
                  <a:pt x="544458" y="1046219"/>
                  <a:pt x="535781" y="888127"/>
                </a:cubicBezTo>
                <a:cubicBezTo>
                  <a:pt x="535343" y="879941"/>
                  <a:pt x="541623" y="872950"/>
                  <a:pt x="549809" y="872511"/>
                </a:cubicBezTo>
                <a:cubicBezTo>
                  <a:pt x="550107" y="872495"/>
                  <a:pt x="550405" y="872488"/>
                  <a:pt x="550704" y="872490"/>
                </a:cubicBezTo>
                <a:lnTo>
                  <a:pt x="640159" y="872490"/>
                </a:lnTo>
                <a:cubicBezTo>
                  <a:pt x="648017" y="872462"/>
                  <a:pt x="654579" y="878472"/>
                  <a:pt x="655241" y="886301"/>
                </a:cubicBezTo>
                <a:cubicBezTo>
                  <a:pt x="663018" y="984717"/>
                  <a:pt x="749105" y="1058193"/>
                  <a:pt x="847520" y="1050415"/>
                </a:cubicBezTo>
                <a:cubicBezTo>
                  <a:pt x="935130" y="1043491"/>
                  <a:pt x="1004710" y="973911"/>
                  <a:pt x="1011634" y="886301"/>
                </a:cubicBezTo>
                <a:cubicBezTo>
                  <a:pt x="1012296" y="878472"/>
                  <a:pt x="1018858" y="872462"/>
                  <a:pt x="1026716" y="872490"/>
                </a:cubicBezTo>
                <a:lnTo>
                  <a:pt x="1116171" y="872490"/>
                </a:lnTo>
                <a:cubicBezTo>
                  <a:pt x="1124744" y="872490"/>
                  <a:pt x="1131491" y="879634"/>
                  <a:pt x="1131094" y="888127"/>
                </a:cubicBezTo>
                <a:cubicBezTo>
                  <a:pt x="1122417" y="1046219"/>
                  <a:pt x="991767" y="1170005"/>
                  <a:pt x="833438" y="1170146"/>
                </a:cubicBezTo>
                <a:close/>
                <a:moveTo>
                  <a:pt x="1160859" y="753428"/>
                </a:moveTo>
                <a:cubicBezTo>
                  <a:pt x="1111542" y="753428"/>
                  <a:pt x="1071563" y="713448"/>
                  <a:pt x="1071563" y="664131"/>
                </a:cubicBezTo>
                <a:cubicBezTo>
                  <a:pt x="1071563" y="614813"/>
                  <a:pt x="1111542" y="574834"/>
                  <a:pt x="1160859" y="574834"/>
                </a:cubicBezTo>
                <a:cubicBezTo>
                  <a:pt x="1210177" y="574834"/>
                  <a:pt x="1250156" y="614813"/>
                  <a:pt x="1250156" y="664131"/>
                </a:cubicBezTo>
                <a:cubicBezTo>
                  <a:pt x="1250156" y="713448"/>
                  <a:pt x="1210177" y="753428"/>
                  <a:pt x="1160859" y="75342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5863487" y="2673811"/>
            <a:ext cx="448841" cy="120650"/>
            <a:chOff x="5863487" y="2597150"/>
            <a:chExt cx="448841" cy="120650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5863487" y="259715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1+"/>
            <p:cNvCxnSpPr/>
            <p:nvPr/>
          </p:nvCxnSpPr>
          <p:spPr>
            <a:xfrm>
              <a:off x="5863487" y="271780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3+"/>
          <p:cNvGrpSpPr/>
          <p:nvPr/>
        </p:nvGrpSpPr>
        <p:grpSpPr>
          <a:xfrm>
            <a:off x="5863487" y="4571753"/>
            <a:ext cx="448841" cy="120650"/>
            <a:chOff x="5863487" y="2597150"/>
            <a:chExt cx="448841" cy="120650"/>
          </a:xfrm>
        </p:grpSpPr>
        <p:cxnSp>
          <p:nvCxnSpPr>
            <p:cNvPr id="186" name="直接连接符 185"/>
            <p:cNvCxnSpPr/>
            <p:nvPr/>
          </p:nvCxnSpPr>
          <p:spPr>
            <a:xfrm>
              <a:off x="5863487" y="259715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1+"/>
            <p:cNvCxnSpPr/>
            <p:nvPr/>
          </p:nvCxnSpPr>
          <p:spPr>
            <a:xfrm>
              <a:off x="5863487" y="2717800"/>
              <a:ext cx="448841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文本框 191"/>
          <p:cNvSpPr txBox="1"/>
          <p:nvPr/>
        </p:nvSpPr>
        <p:spPr>
          <a:xfrm>
            <a:off x="2835263" y="122607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规模增长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>
            <a:off x="755650" y="1503072"/>
            <a:ext cx="2972979" cy="0"/>
          </a:xfrm>
          <a:prstGeom prst="line">
            <a:avLst/>
          </a:prstGeom>
          <a:ln w="95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本框 195"/>
          <p:cNvSpPr txBox="1"/>
          <p:nvPr/>
        </p:nvSpPr>
        <p:spPr>
          <a:xfrm>
            <a:off x="710577" y="1609356"/>
            <a:ext cx="3024633" cy="726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本季度我们成功策划了“夏日焕新”大型促销活动，并同步开拓了短视频及社群两大新渠道，实现了用户规模的快速扩张，新增用户数远超预期，为下半年业绩奠定了坚实的基盘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2835263" y="310327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总额突破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755650" y="3380269"/>
            <a:ext cx="2972979" cy="0"/>
          </a:xfrm>
          <a:prstGeom prst="line">
            <a:avLst/>
          </a:prstGeom>
          <a:ln w="952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/>
          <p:cNvSpPr txBox="1"/>
          <p:nvPr/>
        </p:nvSpPr>
        <p:spPr>
          <a:xfrm>
            <a:off x="2835263" y="504575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生态繁荣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3" name="直接连接符 202"/>
          <p:cNvCxnSpPr/>
          <p:nvPr/>
        </p:nvCxnSpPr>
        <p:spPr>
          <a:xfrm>
            <a:off x="755650" y="5322751"/>
            <a:ext cx="2972979" cy="0"/>
          </a:xfrm>
          <a:prstGeom prst="line">
            <a:avLst/>
          </a:prstGeom>
          <a:ln w="9525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/>
          <p:cNvSpPr txBox="1"/>
          <p:nvPr/>
        </p:nvSpPr>
        <p:spPr>
          <a:xfrm flipH="1">
            <a:off x="8384259" y="504575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体验至上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6" name="直接连接符 205"/>
          <p:cNvCxnSpPr/>
          <p:nvPr/>
        </p:nvCxnSpPr>
        <p:spPr>
          <a:xfrm flipH="1">
            <a:off x="8414223" y="5322751"/>
            <a:ext cx="2972979" cy="0"/>
          </a:xfrm>
          <a:prstGeom prst="line">
            <a:avLst/>
          </a:prstGeom>
          <a:ln w="9525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 flipH="1">
            <a:off x="8384259" y="3103270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效率优化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9" name="直接连接符 208"/>
          <p:cNvCxnSpPr/>
          <p:nvPr/>
        </p:nvCxnSpPr>
        <p:spPr>
          <a:xfrm flipH="1">
            <a:off x="8414223" y="3380269"/>
            <a:ext cx="2972979" cy="0"/>
          </a:xfrm>
          <a:prstGeom prst="line">
            <a:avLst/>
          </a:prstGeom>
          <a:ln w="952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/>
        </p:nvSpPr>
        <p:spPr>
          <a:xfrm flipH="1">
            <a:off x="8384259" y="1226073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质量提升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 flipH="1">
            <a:off x="8414223" y="1503072"/>
            <a:ext cx="2972979" cy="0"/>
          </a:xfrm>
          <a:prstGeom prst="line">
            <a:avLst/>
          </a:prstGeom>
          <a:ln w="952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图形 213"/>
          <p:cNvSpPr/>
          <p:nvPr/>
        </p:nvSpPr>
        <p:spPr>
          <a:xfrm>
            <a:off x="755650" y="1205662"/>
            <a:ext cx="253546" cy="253470"/>
          </a:xfrm>
          <a:custGeom>
            <a:avLst/>
            <a:gdLst>
              <a:gd name="connsiteX0" fmla="*/ 0 w 1905572"/>
              <a:gd name="connsiteY0" fmla="*/ 1111249 h 1905000"/>
              <a:gd name="connsiteX1" fmla="*/ 439748 w 1905572"/>
              <a:gd name="connsiteY1" fmla="*/ 1111249 h 1905000"/>
              <a:gd name="connsiteX2" fmla="*/ 439748 w 1905572"/>
              <a:gd name="connsiteY2" fmla="*/ 1905000 h 1905000"/>
              <a:gd name="connsiteX3" fmla="*/ 0 w 1905572"/>
              <a:gd name="connsiteY3" fmla="*/ 1905000 h 1905000"/>
              <a:gd name="connsiteX4" fmla="*/ 732913 w 1905572"/>
              <a:gd name="connsiteY4" fmla="*/ 634999 h 1905000"/>
              <a:gd name="connsiteX5" fmla="*/ 1172661 w 1905572"/>
              <a:gd name="connsiteY5" fmla="*/ 634999 h 1905000"/>
              <a:gd name="connsiteX6" fmla="*/ 1172661 w 1905572"/>
              <a:gd name="connsiteY6" fmla="*/ 1905000 h 1905000"/>
              <a:gd name="connsiteX7" fmla="*/ 732913 w 1905572"/>
              <a:gd name="connsiteY7" fmla="*/ 1905000 h 1905000"/>
              <a:gd name="connsiteX8" fmla="*/ 1465825 w 1905572"/>
              <a:gd name="connsiteY8" fmla="*/ 0 h 1905000"/>
              <a:gd name="connsiteX9" fmla="*/ 1905572 w 1905572"/>
              <a:gd name="connsiteY9" fmla="*/ 0 h 1905000"/>
              <a:gd name="connsiteX10" fmla="*/ 1905572 w 1905572"/>
              <a:gd name="connsiteY10" fmla="*/ 1905000 h 1905000"/>
              <a:gd name="connsiteX11" fmla="*/ 1465825 w 1905572"/>
              <a:gd name="connsiteY11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572" h="1905000">
                <a:moveTo>
                  <a:pt x="0" y="1111249"/>
                </a:moveTo>
                <a:lnTo>
                  <a:pt x="439748" y="1111249"/>
                </a:lnTo>
                <a:lnTo>
                  <a:pt x="439748" y="1905000"/>
                </a:lnTo>
                <a:lnTo>
                  <a:pt x="0" y="1905000"/>
                </a:lnTo>
                <a:close/>
                <a:moveTo>
                  <a:pt x="732913" y="634999"/>
                </a:moveTo>
                <a:lnTo>
                  <a:pt x="1172661" y="634999"/>
                </a:lnTo>
                <a:lnTo>
                  <a:pt x="1172661" y="1905000"/>
                </a:lnTo>
                <a:lnTo>
                  <a:pt x="732913" y="1905000"/>
                </a:lnTo>
                <a:close/>
                <a:moveTo>
                  <a:pt x="1465825" y="0"/>
                </a:moveTo>
                <a:lnTo>
                  <a:pt x="1905572" y="0"/>
                </a:lnTo>
                <a:lnTo>
                  <a:pt x="1905572" y="1905000"/>
                </a:lnTo>
                <a:lnTo>
                  <a:pt x="1465825" y="1905000"/>
                </a:lnTo>
                <a:close/>
              </a:path>
            </a:pathLst>
          </a:custGeom>
          <a:solidFill>
            <a:schemeClr val="accent1"/>
          </a:solidFill>
          <a:ln w="171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8" name="图形 216"/>
          <p:cNvSpPr>
            <a:spLocks noChangeAspect="1"/>
          </p:cNvSpPr>
          <p:nvPr/>
        </p:nvSpPr>
        <p:spPr>
          <a:xfrm>
            <a:off x="11141764" y="1176814"/>
            <a:ext cx="216000" cy="273844"/>
          </a:xfrm>
          <a:custGeom>
            <a:avLst/>
            <a:gdLst>
              <a:gd name="connsiteX0" fmla="*/ 434254 w 638396"/>
              <a:gd name="connsiteY0" fmla="*/ 402514 h 809356"/>
              <a:gd name="connsiteX1" fmla="*/ 390251 w 638396"/>
              <a:gd name="connsiteY1" fmla="*/ 492683 h 809356"/>
              <a:gd name="connsiteX2" fmla="*/ 351298 w 638396"/>
              <a:gd name="connsiteY2" fmla="*/ 453730 h 809356"/>
              <a:gd name="connsiteX3" fmla="*/ 310181 w 638396"/>
              <a:gd name="connsiteY3" fmla="*/ 494847 h 809356"/>
              <a:gd name="connsiteX4" fmla="*/ 332543 w 638396"/>
              <a:gd name="connsiteY4" fmla="*/ 517209 h 809356"/>
              <a:gd name="connsiteX5" fmla="*/ 318837 w 638396"/>
              <a:gd name="connsiteY5" fmla="*/ 517930 h 809356"/>
              <a:gd name="connsiteX6" fmla="*/ 203421 w 638396"/>
              <a:gd name="connsiteY6" fmla="*/ 402514 h 809356"/>
              <a:gd name="connsiteX7" fmla="*/ 318837 w 638396"/>
              <a:gd name="connsiteY7" fmla="*/ 287098 h 809356"/>
              <a:gd name="connsiteX8" fmla="*/ 434254 w 638396"/>
              <a:gd name="connsiteY8" fmla="*/ 402514 h 809356"/>
              <a:gd name="connsiteX9" fmla="*/ 638396 w 638396"/>
              <a:gd name="connsiteY9" fmla="*/ 147156 h 809356"/>
              <a:gd name="connsiteX10" fmla="*/ 638396 w 638396"/>
              <a:gd name="connsiteY10" fmla="*/ 367889 h 809356"/>
              <a:gd name="connsiteX11" fmla="*/ 319559 w 638396"/>
              <a:gd name="connsiteY11" fmla="*/ 809356 h 809356"/>
              <a:gd name="connsiteX12" fmla="*/ 0 w 638396"/>
              <a:gd name="connsiteY12" fmla="*/ 367889 h 809356"/>
              <a:gd name="connsiteX13" fmla="*/ 0 w 638396"/>
              <a:gd name="connsiteY13" fmla="*/ 147156 h 809356"/>
              <a:gd name="connsiteX14" fmla="*/ 319559 w 638396"/>
              <a:gd name="connsiteY14" fmla="*/ 0 h 809356"/>
              <a:gd name="connsiteX15" fmla="*/ 638396 w 638396"/>
              <a:gd name="connsiteY15" fmla="*/ 147156 h 809356"/>
              <a:gd name="connsiteX16" fmla="*/ 431368 w 638396"/>
              <a:gd name="connsiteY16" fmla="*/ 533800 h 809356"/>
              <a:gd name="connsiteX17" fmla="*/ 491962 w 638396"/>
              <a:gd name="connsiteY17" fmla="*/ 402514 h 809356"/>
              <a:gd name="connsiteX18" fmla="*/ 318837 w 638396"/>
              <a:gd name="connsiteY18" fmla="*/ 229390 h 809356"/>
              <a:gd name="connsiteX19" fmla="*/ 145713 w 638396"/>
              <a:gd name="connsiteY19" fmla="*/ 402514 h 809356"/>
              <a:gd name="connsiteX20" fmla="*/ 318837 w 638396"/>
              <a:gd name="connsiteY20" fmla="*/ 575639 h 809356"/>
              <a:gd name="connsiteX21" fmla="*/ 380152 w 638396"/>
              <a:gd name="connsiteY21" fmla="*/ 564818 h 809356"/>
              <a:gd name="connsiteX22" fmla="*/ 432811 w 638396"/>
              <a:gd name="connsiteY22" fmla="*/ 617477 h 809356"/>
              <a:gd name="connsiteX23" fmla="*/ 473928 w 638396"/>
              <a:gd name="connsiteY23" fmla="*/ 576360 h 809356"/>
              <a:gd name="connsiteX24" fmla="*/ 431368 w 638396"/>
              <a:gd name="connsiteY24" fmla="*/ 533800 h 80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38396" h="809356">
                <a:moveTo>
                  <a:pt x="434254" y="402514"/>
                </a:moveTo>
                <a:cubicBezTo>
                  <a:pt x="434254" y="439303"/>
                  <a:pt x="416941" y="471764"/>
                  <a:pt x="390251" y="492683"/>
                </a:cubicBezTo>
                <a:lnTo>
                  <a:pt x="351298" y="453730"/>
                </a:lnTo>
                <a:lnTo>
                  <a:pt x="310181" y="494847"/>
                </a:lnTo>
                <a:lnTo>
                  <a:pt x="332543" y="517209"/>
                </a:lnTo>
                <a:cubicBezTo>
                  <a:pt x="328215" y="517930"/>
                  <a:pt x="323166" y="517930"/>
                  <a:pt x="318837" y="517930"/>
                </a:cubicBezTo>
                <a:cubicBezTo>
                  <a:pt x="255358" y="517930"/>
                  <a:pt x="203421" y="465993"/>
                  <a:pt x="203421" y="402514"/>
                </a:cubicBezTo>
                <a:cubicBezTo>
                  <a:pt x="203421" y="339035"/>
                  <a:pt x="255358" y="287098"/>
                  <a:pt x="318837" y="287098"/>
                </a:cubicBezTo>
                <a:cubicBezTo>
                  <a:pt x="382316" y="287098"/>
                  <a:pt x="434254" y="339035"/>
                  <a:pt x="434254" y="402514"/>
                </a:cubicBezTo>
                <a:close/>
                <a:moveTo>
                  <a:pt x="638396" y="147156"/>
                </a:moveTo>
                <a:lnTo>
                  <a:pt x="638396" y="367889"/>
                </a:lnTo>
                <a:cubicBezTo>
                  <a:pt x="638396" y="572032"/>
                  <a:pt x="502061" y="762469"/>
                  <a:pt x="319559" y="809356"/>
                </a:cubicBezTo>
                <a:cubicBezTo>
                  <a:pt x="136335" y="763190"/>
                  <a:pt x="0" y="572032"/>
                  <a:pt x="0" y="367889"/>
                </a:cubicBezTo>
                <a:lnTo>
                  <a:pt x="0" y="147156"/>
                </a:lnTo>
                <a:lnTo>
                  <a:pt x="319559" y="0"/>
                </a:lnTo>
                <a:lnTo>
                  <a:pt x="638396" y="147156"/>
                </a:lnTo>
                <a:close/>
                <a:moveTo>
                  <a:pt x="431368" y="533800"/>
                </a:moveTo>
                <a:cubicBezTo>
                  <a:pt x="468157" y="502061"/>
                  <a:pt x="491962" y="455173"/>
                  <a:pt x="491962" y="402514"/>
                </a:cubicBezTo>
                <a:cubicBezTo>
                  <a:pt x="491962" y="306574"/>
                  <a:pt x="414777" y="229390"/>
                  <a:pt x="318837" y="229390"/>
                </a:cubicBezTo>
                <a:cubicBezTo>
                  <a:pt x="222898" y="229390"/>
                  <a:pt x="145713" y="307296"/>
                  <a:pt x="145713" y="402514"/>
                </a:cubicBezTo>
                <a:cubicBezTo>
                  <a:pt x="145713" y="497733"/>
                  <a:pt x="222898" y="575639"/>
                  <a:pt x="318837" y="575639"/>
                </a:cubicBezTo>
                <a:cubicBezTo>
                  <a:pt x="340478" y="575639"/>
                  <a:pt x="360676" y="571310"/>
                  <a:pt x="380152" y="564818"/>
                </a:cubicBezTo>
                <a:lnTo>
                  <a:pt x="432811" y="617477"/>
                </a:lnTo>
                <a:lnTo>
                  <a:pt x="473928" y="576360"/>
                </a:lnTo>
                <a:lnTo>
                  <a:pt x="431368" y="533800"/>
                </a:lnTo>
                <a:close/>
              </a:path>
            </a:pathLst>
          </a:custGeom>
          <a:solidFill>
            <a:schemeClr val="accent1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7" name="组合 226"/>
          <p:cNvGrpSpPr/>
          <p:nvPr/>
        </p:nvGrpSpPr>
        <p:grpSpPr>
          <a:xfrm>
            <a:off x="757477" y="3053730"/>
            <a:ext cx="252000" cy="265264"/>
            <a:chOff x="746047" y="3053730"/>
            <a:chExt cx="252000" cy="265264"/>
          </a:xfrm>
        </p:grpSpPr>
        <p:sp>
          <p:nvSpPr>
            <p:cNvPr id="222" name="任意多边形: 形状 221"/>
            <p:cNvSpPr/>
            <p:nvPr/>
          </p:nvSpPr>
          <p:spPr>
            <a:xfrm>
              <a:off x="746047" y="3053730"/>
              <a:ext cx="225474" cy="265263"/>
            </a:xfrm>
            <a:custGeom>
              <a:avLst/>
              <a:gdLst>
                <a:gd name="connsiteX0" fmla="*/ 79375 w 1349374"/>
                <a:gd name="connsiteY0" fmla="*/ 0 h 1587500"/>
                <a:gd name="connsiteX1" fmla="*/ 0 w 1349374"/>
                <a:gd name="connsiteY1" fmla="*/ 79375 h 1587500"/>
                <a:gd name="connsiteX2" fmla="*/ 0 w 1349374"/>
                <a:gd name="connsiteY2" fmla="*/ 1508125 h 1587500"/>
                <a:gd name="connsiteX3" fmla="*/ 79375 w 1349374"/>
                <a:gd name="connsiteY3" fmla="*/ 1587500 h 1587500"/>
                <a:gd name="connsiteX4" fmla="*/ 781566 w 1349374"/>
                <a:gd name="connsiteY4" fmla="*/ 1587500 h 1587500"/>
                <a:gd name="connsiteX5" fmla="*/ 595312 w 1349374"/>
                <a:gd name="connsiteY5" fmla="*/ 1190625 h 1587500"/>
                <a:gd name="connsiteX6" fmla="*/ 1111250 w 1349374"/>
                <a:gd name="connsiteY6" fmla="*/ 674688 h 1587500"/>
                <a:gd name="connsiteX7" fmla="*/ 1349375 w 1349374"/>
                <a:gd name="connsiteY7" fmla="*/ 732790 h 1587500"/>
                <a:gd name="connsiteX8" fmla="*/ 1349375 w 1349374"/>
                <a:gd name="connsiteY8" fmla="*/ 79375 h 1587500"/>
                <a:gd name="connsiteX9" fmla="*/ 1270000 w 1349374"/>
                <a:gd name="connsiteY9" fmla="*/ 0 h 1587500"/>
                <a:gd name="connsiteX10" fmla="*/ 79375 w 1349374"/>
                <a:gd name="connsiteY10" fmla="*/ 0 h 15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9374" h="1587500">
                  <a:moveTo>
                    <a:pt x="79375" y="0"/>
                  </a:moveTo>
                  <a:cubicBezTo>
                    <a:pt x="35537" y="0"/>
                    <a:pt x="0" y="35537"/>
                    <a:pt x="0" y="79375"/>
                  </a:cubicBezTo>
                  <a:lnTo>
                    <a:pt x="0" y="1508125"/>
                  </a:lnTo>
                  <a:cubicBezTo>
                    <a:pt x="0" y="1551963"/>
                    <a:pt x="35537" y="1587500"/>
                    <a:pt x="79375" y="1587500"/>
                  </a:cubicBezTo>
                  <a:lnTo>
                    <a:pt x="781566" y="1587500"/>
                  </a:lnTo>
                  <a:cubicBezTo>
                    <a:pt x="663446" y="1489570"/>
                    <a:pt x="595159" y="1344061"/>
                    <a:pt x="595312" y="1190625"/>
                  </a:cubicBezTo>
                  <a:cubicBezTo>
                    <a:pt x="595313" y="905669"/>
                    <a:pt x="826294" y="674688"/>
                    <a:pt x="1111250" y="674688"/>
                  </a:cubicBezTo>
                  <a:cubicBezTo>
                    <a:pt x="1197134" y="674688"/>
                    <a:pt x="1278136" y="695682"/>
                    <a:pt x="1349375" y="732790"/>
                  </a:cubicBezTo>
                  <a:lnTo>
                    <a:pt x="1349375" y="79375"/>
                  </a:lnTo>
                  <a:cubicBezTo>
                    <a:pt x="1349375" y="35537"/>
                    <a:pt x="1313838" y="0"/>
                    <a:pt x="1270000" y="0"/>
                  </a:cubicBezTo>
                  <a:lnTo>
                    <a:pt x="79375" y="0"/>
                  </a:lnTo>
                  <a:close/>
                </a:path>
              </a:pathLst>
            </a:custGeom>
            <a:solidFill>
              <a:schemeClr val="accent2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785836" y="3093519"/>
              <a:ext cx="119368" cy="79579"/>
            </a:xfrm>
            <a:custGeom>
              <a:avLst/>
              <a:gdLst>
                <a:gd name="connsiteX0" fmla="*/ 714375 w 714375"/>
                <a:gd name="connsiteY0" fmla="*/ 158750 h 476250"/>
                <a:gd name="connsiteX1" fmla="*/ 0 w 714375"/>
                <a:gd name="connsiteY1" fmla="*/ 158750 h 476250"/>
                <a:gd name="connsiteX2" fmla="*/ 0 w 714375"/>
                <a:gd name="connsiteY2" fmla="*/ 0 h 476250"/>
                <a:gd name="connsiteX3" fmla="*/ 714375 w 714375"/>
                <a:gd name="connsiteY3" fmla="*/ 0 h 476250"/>
                <a:gd name="connsiteX4" fmla="*/ 714375 w 714375"/>
                <a:gd name="connsiteY4" fmla="*/ 158750 h 476250"/>
                <a:gd name="connsiteX5" fmla="*/ 476250 w 714375"/>
                <a:gd name="connsiteY5" fmla="*/ 476250 h 476250"/>
                <a:gd name="connsiteX6" fmla="*/ 0 w 714375"/>
                <a:gd name="connsiteY6" fmla="*/ 476250 h 476250"/>
                <a:gd name="connsiteX7" fmla="*/ 0 w 714375"/>
                <a:gd name="connsiteY7" fmla="*/ 317500 h 476250"/>
                <a:gd name="connsiteX8" fmla="*/ 476250 w 714375"/>
                <a:gd name="connsiteY8" fmla="*/ 317500 h 476250"/>
                <a:gd name="connsiteX9" fmla="*/ 476250 w 714375"/>
                <a:gd name="connsiteY9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4375" h="476250">
                  <a:moveTo>
                    <a:pt x="714375" y="158750"/>
                  </a:moveTo>
                  <a:lnTo>
                    <a:pt x="0" y="158750"/>
                  </a:lnTo>
                  <a:lnTo>
                    <a:pt x="0" y="0"/>
                  </a:lnTo>
                  <a:lnTo>
                    <a:pt x="714375" y="0"/>
                  </a:lnTo>
                  <a:lnTo>
                    <a:pt x="714375" y="158750"/>
                  </a:lnTo>
                  <a:close/>
                  <a:moveTo>
                    <a:pt x="476250" y="476250"/>
                  </a:moveTo>
                  <a:lnTo>
                    <a:pt x="0" y="476250"/>
                  </a:lnTo>
                  <a:lnTo>
                    <a:pt x="0" y="317500"/>
                  </a:lnTo>
                  <a:lnTo>
                    <a:pt x="476250" y="317500"/>
                  </a:lnTo>
                  <a:lnTo>
                    <a:pt x="476250" y="476250"/>
                  </a:lnTo>
                  <a:close/>
                </a:path>
              </a:pathLst>
            </a:custGeom>
            <a:solidFill>
              <a:srgbClr val="FFFFFF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865415" y="3186362"/>
              <a:ext cx="132632" cy="132632"/>
            </a:xfrm>
            <a:custGeom>
              <a:avLst/>
              <a:gdLst>
                <a:gd name="connsiteX0" fmla="*/ 793750 w 793750"/>
                <a:gd name="connsiteY0" fmla="*/ 396875 h 793750"/>
                <a:gd name="connsiteX1" fmla="*/ 396875 w 793750"/>
                <a:gd name="connsiteY1" fmla="*/ 793750 h 793750"/>
                <a:gd name="connsiteX2" fmla="*/ 0 w 793750"/>
                <a:gd name="connsiteY2" fmla="*/ 396875 h 793750"/>
                <a:gd name="connsiteX3" fmla="*/ 396875 w 793750"/>
                <a:gd name="connsiteY3" fmla="*/ 0 h 793750"/>
                <a:gd name="connsiteX4" fmla="*/ 793750 w 793750"/>
                <a:gd name="connsiteY4" fmla="*/ 396875 h 79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750" h="793750">
                  <a:moveTo>
                    <a:pt x="793750" y="396875"/>
                  </a:moveTo>
                  <a:cubicBezTo>
                    <a:pt x="793750" y="616069"/>
                    <a:pt x="616069" y="793750"/>
                    <a:pt x="396875" y="793750"/>
                  </a:cubicBezTo>
                  <a:cubicBezTo>
                    <a:pt x="177681" y="793750"/>
                    <a:pt x="0" y="616069"/>
                    <a:pt x="0" y="396875"/>
                  </a:cubicBezTo>
                  <a:cubicBezTo>
                    <a:pt x="0" y="177681"/>
                    <a:pt x="177681" y="0"/>
                    <a:pt x="396875" y="0"/>
                  </a:cubicBezTo>
                  <a:cubicBezTo>
                    <a:pt x="616069" y="0"/>
                    <a:pt x="793750" y="177681"/>
                    <a:pt x="793750" y="396875"/>
                  </a:cubicBezTo>
                  <a:close/>
                </a:path>
              </a:pathLst>
            </a:custGeom>
            <a:solidFill>
              <a:schemeClr val="accent2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894495" y="3212888"/>
              <a:ext cx="74473" cy="79579"/>
            </a:xfrm>
            <a:custGeom>
              <a:avLst/>
              <a:gdLst>
                <a:gd name="connsiteX0" fmla="*/ 0 w 445690"/>
                <a:gd name="connsiteY0" fmla="*/ 79653 h 476250"/>
                <a:gd name="connsiteX1" fmla="*/ 124777 w 445690"/>
                <a:gd name="connsiteY1" fmla="*/ 218281 h 476250"/>
                <a:gd name="connsiteX2" fmla="*/ 24408 w 445690"/>
                <a:gd name="connsiteY2" fmla="*/ 218281 h 476250"/>
                <a:gd name="connsiteX3" fmla="*/ 24408 w 445690"/>
                <a:gd name="connsiteY3" fmla="*/ 337344 h 476250"/>
                <a:gd name="connsiteX4" fmla="*/ 163314 w 445690"/>
                <a:gd name="connsiteY4" fmla="*/ 337344 h 476250"/>
                <a:gd name="connsiteX5" fmla="*/ 163314 w 445690"/>
                <a:gd name="connsiteY5" fmla="*/ 476250 h 476250"/>
                <a:gd name="connsiteX6" fmla="*/ 282376 w 445690"/>
                <a:gd name="connsiteY6" fmla="*/ 476250 h 476250"/>
                <a:gd name="connsiteX7" fmla="*/ 282376 w 445690"/>
                <a:gd name="connsiteY7" fmla="*/ 337344 h 476250"/>
                <a:gd name="connsiteX8" fmla="*/ 421283 w 445690"/>
                <a:gd name="connsiteY8" fmla="*/ 337344 h 476250"/>
                <a:gd name="connsiteX9" fmla="*/ 421283 w 445690"/>
                <a:gd name="connsiteY9" fmla="*/ 218281 h 476250"/>
                <a:gd name="connsiteX10" fmla="*/ 320913 w 445690"/>
                <a:gd name="connsiteY10" fmla="*/ 218281 h 476250"/>
                <a:gd name="connsiteX11" fmla="*/ 445691 w 445690"/>
                <a:gd name="connsiteY11" fmla="*/ 79653 h 476250"/>
                <a:gd name="connsiteX12" fmla="*/ 357188 w 445690"/>
                <a:gd name="connsiteY12" fmla="*/ 0 h 476250"/>
                <a:gd name="connsiteX13" fmla="*/ 222845 w 445690"/>
                <a:gd name="connsiteY13" fmla="*/ 149265 h 476250"/>
                <a:gd name="connsiteX14" fmla="*/ 88503 w 445690"/>
                <a:gd name="connsiteY14" fmla="*/ 0 h 476250"/>
                <a:gd name="connsiteX15" fmla="*/ 0 w 445690"/>
                <a:gd name="connsiteY15" fmla="*/ 79653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5690" h="476250">
                  <a:moveTo>
                    <a:pt x="0" y="79653"/>
                  </a:moveTo>
                  <a:lnTo>
                    <a:pt x="124777" y="218281"/>
                  </a:lnTo>
                  <a:lnTo>
                    <a:pt x="24408" y="218281"/>
                  </a:lnTo>
                  <a:lnTo>
                    <a:pt x="24408" y="337344"/>
                  </a:lnTo>
                  <a:lnTo>
                    <a:pt x="163314" y="337344"/>
                  </a:lnTo>
                  <a:lnTo>
                    <a:pt x="163314" y="476250"/>
                  </a:lnTo>
                  <a:lnTo>
                    <a:pt x="282376" y="476250"/>
                  </a:lnTo>
                  <a:lnTo>
                    <a:pt x="282376" y="337344"/>
                  </a:lnTo>
                  <a:lnTo>
                    <a:pt x="421283" y="337344"/>
                  </a:lnTo>
                  <a:lnTo>
                    <a:pt x="421283" y="218281"/>
                  </a:lnTo>
                  <a:lnTo>
                    <a:pt x="320913" y="218281"/>
                  </a:lnTo>
                  <a:lnTo>
                    <a:pt x="445691" y="79653"/>
                  </a:lnTo>
                  <a:lnTo>
                    <a:pt x="357188" y="0"/>
                  </a:lnTo>
                  <a:lnTo>
                    <a:pt x="222845" y="149265"/>
                  </a:lnTo>
                  <a:lnTo>
                    <a:pt x="88503" y="0"/>
                  </a:lnTo>
                  <a:lnTo>
                    <a:pt x="0" y="79653"/>
                  </a:lnTo>
                  <a:close/>
                </a:path>
              </a:pathLst>
            </a:custGeom>
            <a:solidFill>
              <a:srgbClr val="FFFFFF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30" name="图形 228"/>
          <p:cNvSpPr/>
          <p:nvPr/>
        </p:nvSpPr>
        <p:spPr>
          <a:xfrm>
            <a:off x="11146408" y="3082420"/>
            <a:ext cx="248548" cy="250555"/>
          </a:xfrm>
          <a:custGeom>
            <a:avLst/>
            <a:gdLst>
              <a:gd name="connsiteX0" fmla="*/ 125289 w 248548"/>
              <a:gd name="connsiteY0" fmla="*/ 0 h 250555"/>
              <a:gd name="connsiteX1" fmla="*/ 0 w 248548"/>
              <a:gd name="connsiteY1" fmla="*/ 125300 h 250555"/>
              <a:gd name="connsiteX2" fmla="*/ 9839 w 248548"/>
              <a:gd name="connsiteY2" fmla="*/ 173964 h 250555"/>
              <a:gd name="connsiteX3" fmla="*/ 74603 w 248548"/>
              <a:gd name="connsiteY3" fmla="*/ 90854 h 250555"/>
              <a:gd name="connsiteX4" fmla="*/ 120047 w 248548"/>
              <a:gd name="connsiteY4" fmla="*/ 137508 h 250555"/>
              <a:gd name="connsiteX5" fmla="*/ 151967 w 248548"/>
              <a:gd name="connsiteY5" fmla="*/ 97205 h 250555"/>
              <a:gd name="connsiteX6" fmla="*/ 132479 w 248548"/>
              <a:gd name="connsiteY6" fmla="*/ 77717 h 250555"/>
              <a:gd name="connsiteX7" fmla="*/ 210347 w 248548"/>
              <a:gd name="connsiteY7" fmla="*/ 56851 h 250555"/>
              <a:gd name="connsiteX8" fmla="*/ 189498 w 248548"/>
              <a:gd name="connsiteY8" fmla="*/ 134736 h 250555"/>
              <a:gd name="connsiteX9" fmla="*/ 169809 w 248548"/>
              <a:gd name="connsiteY9" fmla="*/ 115046 h 250555"/>
              <a:gd name="connsiteX10" fmla="*/ 120921 w 248548"/>
              <a:gd name="connsiteY10" fmla="*/ 174283 h 250555"/>
              <a:gd name="connsiteX11" fmla="*/ 76737 w 248548"/>
              <a:gd name="connsiteY11" fmla="*/ 128974 h 250555"/>
              <a:gd name="connsiteX12" fmla="*/ 23145 w 248548"/>
              <a:gd name="connsiteY12" fmla="*/ 197635 h 250555"/>
              <a:gd name="connsiteX13" fmla="*/ 125305 w 248548"/>
              <a:gd name="connsiteY13" fmla="*/ 250555 h 250555"/>
              <a:gd name="connsiteX14" fmla="*/ 248531 w 248548"/>
              <a:gd name="connsiteY14" fmla="*/ 123226 h 250555"/>
              <a:gd name="connsiteX15" fmla="*/ 125305 w 248548"/>
              <a:gd name="connsiteY15" fmla="*/ 0 h 250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548" h="250555">
                <a:moveTo>
                  <a:pt x="125289" y="0"/>
                </a:moveTo>
                <a:cubicBezTo>
                  <a:pt x="56090" y="3"/>
                  <a:pt x="-3" y="56102"/>
                  <a:pt x="0" y="125300"/>
                </a:cubicBezTo>
                <a:cubicBezTo>
                  <a:pt x="1" y="142015"/>
                  <a:pt x="3346" y="158561"/>
                  <a:pt x="9839" y="173964"/>
                </a:cubicBezTo>
                <a:lnTo>
                  <a:pt x="74603" y="90854"/>
                </a:lnTo>
                <a:lnTo>
                  <a:pt x="120047" y="137508"/>
                </a:lnTo>
                <a:lnTo>
                  <a:pt x="151967" y="97205"/>
                </a:lnTo>
                <a:lnTo>
                  <a:pt x="132479" y="77717"/>
                </a:lnTo>
                <a:lnTo>
                  <a:pt x="210347" y="56851"/>
                </a:lnTo>
                <a:lnTo>
                  <a:pt x="189498" y="134736"/>
                </a:lnTo>
                <a:lnTo>
                  <a:pt x="169809" y="115046"/>
                </a:lnTo>
                <a:lnTo>
                  <a:pt x="120921" y="174283"/>
                </a:lnTo>
                <a:lnTo>
                  <a:pt x="76737" y="128974"/>
                </a:lnTo>
                <a:lnTo>
                  <a:pt x="23145" y="197635"/>
                </a:lnTo>
                <a:cubicBezTo>
                  <a:pt x="46580" y="230822"/>
                  <a:pt x="84677" y="250557"/>
                  <a:pt x="125305" y="250555"/>
                </a:cubicBezTo>
                <a:cubicBezTo>
                  <a:pt x="194494" y="249422"/>
                  <a:pt x="249664" y="192415"/>
                  <a:pt x="248531" y="123226"/>
                </a:cubicBezTo>
                <a:cubicBezTo>
                  <a:pt x="247424" y="55634"/>
                  <a:pt x="192897" y="1107"/>
                  <a:pt x="125305" y="0"/>
                </a:cubicBez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44" name="组合 243"/>
          <p:cNvGrpSpPr>
            <a:grpSpLocks noChangeAspect="1"/>
          </p:cNvGrpSpPr>
          <p:nvPr/>
        </p:nvGrpSpPr>
        <p:grpSpPr>
          <a:xfrm>
            <a:off x="755650" y="5012078"/>
            <a:ext cx="360000" cy="271027"/>
            <a:chOff x="117925" y="306691"/>
            <a:chExt cx="1701604" cy="1281058"/>
          </a:xfrm>
          <a:solidFill>
            <a:schemeClr val="accent3"/>
          </a:solidFill>
        </p:grpSpPr>
        <p:sp>
          <p:nvSpPr>
            <p:cNvPr id="241" name="任意多边形: 形状 240"/>
            <p:cNvSpPr/>
            <p:nvPr/>
          </p:nvSpPr>
          <p:spPr>
            <a:xfrm>
              <a:off x="442668" y="306691"/>
              <a:ext cx="1043688" cy="1281058"/>
            </a:xfrm>
            <a:custGeom>
              <a:avLst/>
              <a:gdLst>
                <a:gd name="connsiteX0" fmla="*/ 1043689 w 1043688"/>
                <a:gd name="connsiteY0" fmla="*/ 1072869 h 1281058"/>
                <a:gd name="connsiteX1" fmla="*/ 711503 w 1043688"/>
                <a:gd name="connsiteY1" fmla="*/ 615923 h 1281058"/>
                <a:gd name="connsiteX2" fmla="*/ 855875 w 1043688"/>
                <a:gd name="connsiteY2" fmla="*/ 338571 h 1281058"/>
                <a:gd name="connsiteX3" fmla="*/ 517304 w 1043688"/>
                <a:gd name="connsiteY3" fmla="*/ 0 h 1281058"/>
                <a:gd name="connsiteX4" fmla="*/ 178733 w 1043688"/>
                <a:gd name="connsiteY4" fmla="*/ 338571 h 1281058"/>
                <a:gd name="connsiteX5" fmla="*/ 325070 w 1043688"/>
                <a:gd name="connsiteY5" fmla="*/ 617285 h 1281058"/>
                <a:gd name="connsiteX6" fmla="*/ 0 w 1043688"/>
                <a:gd name="connsiteY6" fmla="*/ 1068004 h 1281058"/>
                <a:gd name="connsiteX7" fmla="*/ 1043685 w 1043688"/>
                <a:gd name="connsiteY7" fmla="*/ 1072869 h 128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688" h="1281058">
                  <a:moveTo>
                    <a:pt x="1043689" y="1072869"/>
                  </a:moveTo>
                  <a:cubicBezTo>
                    <a:pt x="1043689" y="895354"/>
                    <a:pt x="891350" y="696324"/>
                    <a:pt x="711503" y="615923"/>
                  </a:cubicBezTo>
                  <a:cubicBezTo>
                    <a:pt x="798800" y="554686"/>
                    <a:pt x="855875" y="453303"/>
                    <a:pt x="855875" y="338571"/>
                  </a:cubicBezTo>
                  <a:cubicBezTo>
                    <a:pt x="855875" y="151583"/>
                    <a:pt x="704290" y="0"/>
                    <a:pt x="517304" y="0"/>
                  </a:cubicBezTo>
                  <a:cubicBezTo>
                    <a:pt x="330318" y="0"/>
                    <a:pt x="178733" y="151585"/>
                    <a:pt x="178733" y="338571"/>
                  </a:cubicBezTo>
                  <a:cubicBezTo>
                    <a:pt x="178733" y="454158"/>
                    <a:pt x="236668" y="556197"/>
                    <a:pt x="325070" y="617285"/>
                  </a:cubicBezTo>
                  <a:cubicBezTo>
                    <a:pt x="147611" y="700248"/>
                    <a:pt x="0" y="915953"/>
                    <a:pt x="0" y="1068004"/>
                  </a:cubicBezTo>
                  <a:cubicBezTo>
                    <a:pt x="-2" y="1351261"/>
                    <a:pt x="1043685" y="1351261"/>
                    <a:pt x="1043685" y="107286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1235401" y="412231"/>
              <a:ext cx="584128" cy="986957"/>
            </a:xfrm>
            <a:custGeom>
              <a:avLst/>
              <a:gdLst>
                <a:gd name="connsiteX0" fmla="*/ 325508 w 584128"/>
                <a:gd name="connsiteY0" fmla="*/ 479507 h 986957"/>
                <a:gd name="connsiteX1" fmla="*/ 437906 w 584128"/>
                <a:gd name="connsiteY1" fmla="*/ 263584 h 986957"/>
                <a:gd name="connsiteX2" fmla="*/ 174322 w 584128"/>
                <a:gd name="connsiteY2" fmla="*/ 0 h 986957"/>
                <a:gd name="connsiteX3" fmla="*/ 70085 w 584128"/>
                <a:gd name="connsiteY3" fmla="*/ 21431 h 986957"/>
                <a:gd name="connsiteX4" fmla="*/ 144373 w 584128"/>
                <a:gd name="connsiteY4" fmla="*/ 233037 h 986957"/>
                <a:gd name="connsiteX5" fmla="*/ 0 w 584128"/>
                <a:gd name="connsiteY5" fmla="*/ 510389 h 986957"/>
                <a:gd name="connsiteX6" fmla="*/ 332186 w 584128"/>
                <a:gd name="connsiteY6" fmla="*/ 967335 h 986957"/>
                <a:gd name="connsiteX7" fmla="*/ 330387 w 584128"/>
                <a:gd name="connsiteY7" fmla="*/ 986957 h 986957"/>
                <a:gd name="connsiteX8" fmla="*/ 584128 w 584128"/>
                <a:gd name="connsiteY8" fmla="*/ 835253 h 986957"/>
                <a:gd name="connsiteX9" fmla="*/ 325513 w 584128"/>
                <a:gd name="connsiteY9" fmla="*/ 479507 h 98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4128" h="986957">
                  <a:moveTo>
                    <a:pt x="325508" y="479507"/>
                  </a:moveTo>
                  <a:cubicBezTo>
                    <a:pt x="393470" y="431832"/>
                    <a:pt x="437906" y="352903"/>
                    <a:pt x="437906" y="263584"/>
                  </a:cubicBezTo>
                  <a:cubicBezTo>
                    <a:pt x="437906" y="118010"/>
                    <a:pt x="319895" y="0"/>
                    <a:pt x="174322" y="0"/>
                  </a:cubicBezTo>
                  <a:cubicBezTo>
                    <a:pt x="137294" y="0"/>
                    <a:pt x="102057" y="7650"/>
                    <a:pt x="70085" y="21431"/>
                  </a:cubicBezTo>
                  <a:cubicBezTo>
                    <a:pt x="116555" y="79396"/>
                    <a:pt x="144373" y="152964"/>
                    <a:pt x="144373" y="233037"/>
                  </a:cubicBezTo>
                  <a:cubicBezTo>
                    <a:pt x="144373" y="347767"/>
                    <a:pt x="87295" y="449152"/>
                    <a:pt x="0" y="510389"/>
                  </a:cubicBezTo>
                  <a:cubicBezTo>
                    <a:pt x="179848" y="590790"/>
                    <a:pt x="332186" y="789820"/>
                    <a:pt x="332186" y="967335"/>
                  </a:cubicBezTo>
                  <a:cubicBezTo>
                    <a:pt x="332186" y="974037"/>
                    <a:pt x="331567" y="980576"/>
                    <a:pt x="330387" y="986957"/>
                  </a:cubicBezTo>
                  <a:cubicBezTo>
                    <a:pt x="471644" y="966518"/>
                    <a:pt x="584128" y="915890"/>
                    <a:pt x="584128" y="835253"/>
                  </a:cubicBezTo>
                  <a:cubicBezTo>
                    <a:pt x="584128" y="697051"/>
                    <a:pt x="465529" y="542101"/>
                    <a:pt x="325513" y="4795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117925" y="412226"/>
              <a:ext cx="568590" cy="984992"/>
            </a:xfrm>
            <a:custGeom>
              <a:avLst/>
              <a:gdLst>
                <a:gd name="connsiteX0" fmla="*/ 243520 w 568590"/>
                <a:gd name="connsiteY0" fmla="*/ 962470 h 984992"/>
                <a:gd name="connsiteX1" fmla="*/ 568590 w 568590"/>
                <a:gd name="connsiteY1" fmla="*/ 511751 h 984992"/>
                <a:gd name="connsiteX2" fmla="*/ 422253 w 568590"/>
                <a:gd name="connsiteY2" fmla="*/ 233037 h 984992"/>
                <a:gd name="connsiteX3" fmla="*/ 499147 w 568590"/>
                <a:gd name="connsiteY3" fmla="*/ 18194 h 984992"/>
                <a:gd name="connsiteX4" fmla="*/ 402733 w 568590"/>
                <a:gd name="connsiteY4" fmla="*/ 0 h 984992"/>
                <a:gd name="connsiteX5" fmla="*/ 139149 w 568590"/>
                <a:gd name="connsiteY5" fmla="*/ 263584 h 984992"/>
                <a:gd name="connsiteX6" fmla="*/ 253075 w 568590"/>
                <a:gd name="connsiteY6" fmla="*/ 480568 h 984992"/>
                <a:gd name="connsiteX7" fmla="*/ 0 w 568590"/>
                <a:gd name="connsiteY7" fmla="*/ 831464 h 984992"/>
                <a:gd name="connsiteX8" fmla="*/ 245853 w 568590"/>
                <a:gd name="connsiteY8" fmla="*/ 984993 h 984992"/>
                <a:gd name="connsiteX9" fmla="*/ 243522 w 568590"/>
                <a:gd name="connsiteY9" fmla="*/ 962466 h 98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8590" h="984992">
                  <a:moveTo>
                    <a:pt x="243520" y="962470"/>
                  </a:moveTo>
                  <a:cubicBezTo>
                    <a:pt x="243520" y="810419"/>
                    <a:pt x="391132" y="594713"/>
                    <a:pt x="568590" y="511751"/>
                  </a:cubicBezTo>
                  <a:cubicBezTo>
                    <a:pt x="480188" y="450665"/>
                    <a:pt x="422253" y="348626"/>
                    <a:pt x="422253" y="233037"/>
                  </a:cubicBezTo>
                  <a:cubicBezTo>
                    <a:pt x="422253" y="151472"/>
                    <a:pt x="451102" y="76645"/>
                    <a:pt x="499147" y="18194"/>
                  </a:cubicBezTo>
                  <a:cubicBezTo>
                    <a:pt x="469285" y="6450"/>
                    <a:pt x="436762" y="0"/>
                    <a:pt x="402733" y="0"/>
                  </a:cubicBezTo>
                  <a:cubicBezTo>
                    <a:pt x="257158" y="0"/>
                    <a:pt x="139149" y="118011"/>
                    <a:pt x="139149" y="263584"/>
                  </a:cubicBezTo>
                  <a:cubicBezTo>
                    <a:pt x="139149" y="353571"/>
                    <a:pt x="184253" y="433012"/>
                    <a:pt x="253075" y="480568"/>
                  </a:cubicBezTo>
                  <a:cubicBezTo>
                    <a:pt x="114920" y="545156"/>
                    <a:pt x="0" y="713089"/>
                    <a:pt x="0" y="831464"/>
                  </a:cubicBezTo>
                  <a:cubicBezTo>
                    <a:pt x="0" y="911978"/>
                    <a:pt x="108319" y="963087"/>
                    <a:pt x="245853" y="984993"/>
                  </a:cubicBezTo>
                  <a:cubicBezTo>
                    <a:pt x="244344" y="977693"/>
                    <a:pt x="243522" y="970192"/>
                    <a:pt x="243522" y="96246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47" name="图形 245"/>
          <p:cNvSpPr>
            <a:spLocks noChangeAspect="1"/>
          </p:cNvSpPr>
          <p:nvPr/>
        </p:nvSpPr>
        <p:spPr>
          <a:xfrm>
            <a:off x="11165998" y="4979584"/>
            <a:ext cx="252000" cy="252000"/>
          </a:xfrm>
          <a:custGeom>
            <a:avLst/>
            <a:gdLst>
              <a:gd name="connsiteX0" fmla="*/ 274827 w 294545"/>
              <a:gd name="connsiteY0" fmla="*/ 117982 h 294545"/>
              <a:gd name="connsiteX1" fmla="*/ 196364 w 294545"/>
              <a:gd name="connsiteY1" fmla="*/ 117982 h 294545"/>
              <a:gd name="connsiteX2" fmla="*/ 175418 w 294545"/>
              <a:gd name="connsiteY2" fmla="*/ 0 h 294545"/>
              <a:gd name="connsiteX3" fmla="*/ 156518 w 294545"/>
              <a:gd name="connsiteY3" fmla="*/ 20078 h 294545"/>
              <a:gd name="connsiteX4" fmla="*/ 98182 w 294545"/>
              <a:gd name="connsiteY4" fmla="*/ 117982 h 294545"/>
              <a:gd name="connsiteX5" fmla="*/ 98182 w 294545"/>
              <a:gd name="connsiteY5" fmla="*/ 273649 h 294545"/>
              <a:gd name="connsiteX6" fmla="*/ 127342 w 294545"/>
              <a:gd name="connsiteY6" fmla="*/ 294545 h 294545"/>
              <a:gd name="connsiteX7" fmla="*/ 245242 w 294545"/>
              <a:gd name="connsiteY7" fmla="*/ 294545 h 294545"/>
              <a:gd name="connsiteX8" fmla="*/ 265369 w 294545"/>
              <a:gd name="connsiteY8" fmla="*/ 265467 h 294545"/>
              <a:gd name="connsiteX9" fmla="*/ 294545 w 294545"/>
              <a:gd name="connsiteY9" fmla="*/ 136800 h 294545"/>
              <a:gd name="connsiteX10" fmla="*/ 274827 w 294545"/>
              <a:gd name="connsiteY10" fmla="*/ 117965 h 294545"/>
              <a:gd name="connsiteX11" fmla="*/ 64915 w 294545"/>
              <a:gd name="connsiteY11" fmla="*/ 117818 h 294545"/>
              <a:gd name="connsiteX12" fmla="*/ 11242 w 294545"/>
              <a:gd name="connsiteY12" fmla="*/ 117818 h 294545"/>
              <a:gd name="connsiteX13" fmla="*/ 0 w 294545"/>
              <a:gd name="connsiteY13" fmla="*/ 127358 h 294545"/>
              <a:gd name="connsiteX14" fmla="*/ 11078 w 294545"/>
              <a:gd name="connsiteY14" fmla="*/ 284547 h 294545"/>
              <a:gd name="connsiteX15" fmla="*/ 22516 w 294545"/>
              <a:gd name="connsiteY15" fmla="*/ 294545 h 294545"/>
              <a:gd name="connsiteX16" fmla="*/ 68956 w 294545"/>
              <a:gd name="connsiteY16" fmla="*/ 294545 h 294545"/>
              <a:gd name="connsiteX17" fmla="*/ 78545 w 294545"/>
              <a:gd name="connsiteY17" fmla="*/ 287935 h 294545"/>
              <a:gd name="connsiteX18" fmla="*/ 78545 w 294545"/>
              <a:gd name="connsiteY18" fmla="*/ 129731 h 294545"/>
              <a:gd name="connsiteX19" fmla="*/ 64915 w 294545"/>
              <a:gd name="connsiteY19" fmla="*/ 117818 h 29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545" h="294545">
                <a:moveTo>
                  <a:pt x="274827" y="117982"/>
                </a:moveTo>
                <a:lnTo>
                  <a:pt x="196364" y="117982"/>
                </a:lnTo>
                <a:cubicBezTo>
                  <a:pt x="226767" y="5727"/>
                  <a:pt x="175418" y="0"/>
                  <a:pt x="175418" y="0"/>
                </a:cubicBezTo>
                <a:cubicBezTo>
                  <a:pt x="153655" y="0"/>
                  <a:pt x="158155" y="17198"/>
                  <a:pt x="156518" y="20078"/>
                </a:cubicBezTo>
                <a:cubicBezTo>
                  <a:pt x="156518" y="74945"/>
                  <a:pt x="98182" y="117982"/>
                  <a:pt x="98182" y="117982"/>
                </a:cubicBezTo>
                <a:lnTo>
                  <a:pt x="98182" y="273649"/>
                </a:lnTo>
                <a:cubicBezTo>
                  <a:pt x="98182" y="289015"/>
                  <a:pt x="119127" y="294545"/>
                  <a:pt x="127342" y="294545"/>
                </a:cubicBezTo>
                <a:lnTo>
                  <a:pt x="245242" y="294545"/>
                </a:lnTo>
                <a:cubicBezTo>
                  <a:pt x="256336" y="294545"/>
                  <a:pt x="265369" y="265467"/>
                  <a:pt x="265369" y="265467"/>
                </a:cubicBezTo>
                <a:cubicBezTo>
                  <a:pt x="294545" y="166320"/>
                  <a:pt x="294545" y="136800"/>
                  <a:pt x="294545" y="136800"/>
                </a:cubicBezTo>
                <a:cubicBezTo>
                  <a:pt x="294545" y="116329"/>
                  <a:pt x="274827" y="117965"/>
                  <a:pt x="274827" y="117965"/>
                </a:cubicBezTo>
                <a:close/>
                <a:moveTo>
                  <a:pt x="64915" y="117818"/>
                </a:moveTo>
                <a:lnTo>
                  <a:pt x="11242" y="117818"/>
                </a:lnTo>
                <a:cubicBezTo>
                  <a:pt x="164" y="117818"/>
                  <a:pt x="0" y="127358"/>
                  <a:pt x="0" y="127358"/>
                </a:cubicBezTo>
                <a:lnTo>
                  <a:pt x="11078" y="284547"/>
                </a:lnTo>
                <a:cubicBezTo>
                  <a:pt x="11078" y="294545"/>
                  <a:pt x="22516" y="294545"/>
                  <a:pt x="22516" y="294545"/>
                </a:cubicBezTo>
                <a:lnTo>
                  <a:pt x="68956" y="294545"/>
                </a:lnTo>
                <a:cubicBezTo>
                  <a:pt x="78627" y="294545"/>
                  <a:pt x="78545" y="287935"/>
                  <a:pt x="78545" y="287935"/>
                </a:cubicBezTo>
                <a:lnTo>
                  <a:pt x="78545" y="129731"/>
                </a:lnTo>
                <a:cubicBezTo>
                  <a:pt x="78545" y="117671"/>
                  <a:pt x="64915" y="117818"/>
                  <a:pt x="64915" y="117818"/>
                </a:cubicBezTo>
                <a:close/>
              </a:path>
            </a:pathLst>
          </a:custGeom>
          <a:solidFill>
            <a:schemeClr val="accent3"/>
          </a:solidFill>
          <a:ln w="3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8" name="TextBox 195+"/>
          <p:cNvSpPr txBox="1"/>
          <p:nvPr/>
        </p:nvSpPr>
        <p:spPr>
          <a:xfrm>
            <a:off x="710577" y="3472189"/>
            <a:ext cx="3024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在家居电器和健康个护两大核心品类的强劲带动下，整体销售额实现了显著增长，这不仅体现了市场需求的旺盛，也验证了我们品类运营策略的有效性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TextBox 195+"/>
          <p:cNvSpPr txBox="1"/>
          <p:nvPr/>
        </p:nvSpPr>
        <p:spPr>
          <a:xfrm>
            <a:off x="8384259" y="1609356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我们升级了会员等级权益与积分体系，并通过数据分析实现了个性化的商品推荐与触达，有效提升了用户忠诚度与生命周期价值，使业务增长更加健康可持续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0" name="TextBox 195++"/>
          <p:cNvSpPr txBox="1"/>
          <p:nvPr/>
        </p:nvSpPr>
        <p:spPr>
          <a:xfrm>
            <a:off x="8384259" y="3472189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我们精细化了广告投放的关键词与人群包，并重点打造了多篇高转化率的干货评测内容，使得营销投入产出比显著提升，实现了降本增效的运营目标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TextBox 195+++"/>
          <p:cNvSpPr txBox="1"/>
          <p:nvPr/>
        </p:nvSpPr>
        <p:spPr>
          <a:xfrm>
            <a:off x="8384259" y="5451268"/>
            <a:ext cx="3116575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我们重点优化了仓储物流的履约速度，并完成了客服团队的标准化培训，快速响应并解决了用户问题，从而赢得了广泛好评，构筑了良好的品牌口碑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TextBox 195++"/>
          <p:cNvSpPr txBox="1"/>
          <p:nvPr/>
        </p:nvSpPr>
        <p:spPr>
          <a:xfrm>
            <a:off x="710577" y="5451268"/>
            <a:ext cx="3024633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通过实施新商家入驻免佣期、流量扶持等激励政策，我们成功吸引了众多优质品牌入驻，极大地丰富了商品供给，为平台的长期发展注入了新的活力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13594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91841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¥3,850,426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12.4%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订单数量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平均客单价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¥1,256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新客户增长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1,285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23++"/>
          <p:cNvSpPr txBox="1"/>
          <p:nvPr/>
        </p:nvSpPr>
        <p:spPr>
          <a:xfrm>
            <a:off x="993330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年销售业绩与转化率趋势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单位：百万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年区域销售分布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转化率显著提升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(12.5%)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，客户体验优化和精准营销策略，销售额稳步增长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19.1%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销售额大幅增长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，因新产品线推出和市场扩张，转化率保持稳定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，转化率创新高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(4.1%)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，源于忠诚客户计划和会员体系优化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2021-2022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，线上渠道拓展和疫情后需求反弹，但转化率下降因市场竞争加剧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2022-2023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2023-2024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2024-2025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13" y="322239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销售额贡献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38%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6+"/>
          <p:cNvSpPr/>
          <p:nvPr/>
        </p:nvSpPr>
        <p:spPr>
          <a:xfrm>
            <a:off x="78597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Freeform 19+"/>
          <p:cNvSpPr/>
          <p:nvPr/>
        </p:nvSpPr>
        <p:spPr>
          <a:xfrm>
            <a:off x="78597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429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矩形: 剪去左右顶角 111"/>
          <p:cNvSpPr/>
          <p:nvPr/>
        </p:nvSpPr>
        <p:spPr>
          <a:xfrm>
            <a:off x="4332288" y="4667250"/>
            <a:ext cx="3527426" cy="1857375"/>
          </a:xfrm>
          <a:prstGeom prst="snip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586461" y="4161130"/>
            <a:ext cx="3019078" cy="780758"/>
            <a:chOff x="5353792" y="4941888"/>
            <a:chExt cx="1484416" cy="383882"/>
          </a:xfrm>
        </p:grpSpPr>
        <p:sp>
          <p:nvSpPr>
            <p:cNvPr id="114" name="1"/>
            <p:cNvSpPr/>
            <p:nvPr/>
          </p:nvSpPr>
          <p:spPr>
            <a:xfrm>
              <a:off x="5353792" y="5063870"/>
              <a:ext cx="1484416" cy="26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1"/>
            <p:cNvSpPr/>
            <p:nvPr/>
          </p:nvSpPr>
          <p:spPr>
            <a:xfrm>
              <a:off x="5353792" y="5063869"/>
              <a:ext cx="1484416" cy="1273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1"/>
            <p:cNvSpPr/>
            <p:nvPr/>
          </p:nvSpPr>
          <p:spPr>
            <a:xfrm>
              <a:off x="5353792" y="4941888"/>
              <a:ext cx="1484416" cy="2619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9525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62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86274" y="1032783"/>
            <a:ext cx="3219451" cy="3371850"/>
            <a:chOff x="7621360" y="249010"/>
            <a:chExt cx="3219451" cy="3371850"/>
          </a:xfrm>
        </p:grpSpPr>
        <p:sp>
          <p:nvSpPr>
            <p:cNvPr id="118" name="Oval 20+"/>
            <p:cNvSpPr/>
            <p:nvPr/>
          </p:nvSpPr>
          <p:spPr>
            <a:xfrm>
              <a:off x="7621360" y="249010"/>
              <a:ext cx="3219451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Oval 20++"/>
            <p:cNvSpPr/>
            <p:nvPr/>
          </p:nvSpPr>
          <p:spPr>
            <a:xfrm flipV="1">
              <a:off x="7630886" y="249010"/>
              <a:ext cx="3200400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2005881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30213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191070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/>
          <p:cNvSpPr/>
          <p:nvPr/>
        </p:nvSpPr>
        <p:spPr>
          <a:xfrm>
            <a:off x="4695031" y="2809876"/>
            <a:ext cx="2801938" cy="1414463"/>
          </a:xfrm>
          <a:custGeom>
            <a:avLst/>
            <a:gdLst>
              <a:gd name="connsiteX0" fmla="*/ 682 w 2801938"/>
              <a:gd name="connsiteY0" fmla="*/ 0 h 1414463"/>
              <a:gd name="connsiteX1" fmla="*/ 6432 w 2801938"/>
              <a:gd name="connsiteY1" fmla="*/ 0 h 1414463"/>
              <a:gd name="connsiteX2" fmla="*/ 7233 w 2801938"/>
              <a:gd name="connsiteY2" fmla="*/ 3463 h 1414463"/>
              <a:gd name="connsiteX3" fmla="*/ 1400969 w 2801938"/>
              <a:gd name="connsiteY3" fmla="*/ 277812 h 1414463"/>
              <a:gd name="connsiteX4" fmla="*/ 2794705 w 2801938"/>
              <a:gd name="connsiteY4" fmla="*/ 3463 h 1414463"/>
              <a:gd name="connsiteX5" fmla="*/ 2795507 w 2801938"/>
              <a:gd name="connsiteY5" fmla="*/ 0 h 1414463"/>
              <a:gd name="connsiteX6" fmla="*/ 2801257 w 2801938"/>
              <a:gd name="connsiteY6" fmla="*/ 0 h 1414463"/>
              <a:gd name="connsiteX7" fmla="*/ 2801938 w 2801938"/>
              <a:gd name="connsiteY7" fmla="*/ 13494 h 1414463"/>
              <a:gd name="connsiteX8" fmla="*/ 1400969 w 2801938"/>
              <a:gd name="connsiteY8" fmla="*/ 1414463 h 1414463"/>
              <a:gd name="connsiteX9" fmla="*/ 0 w 2801938"/>
              <a:gd name="connsiteY9" fmla="*/ 13494 h 141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1938" h="1414463">
                <a:moveTo>
                  <a:pt x="682" y="0"/>
                </a:moveTo>
                <a:lnTo>
                  <a:pt x="6432" y="0"/>
                </a:lnTo>
                <a:lnTo>
                  <a:pt x="7233" y="3463"/>
                </a:lnTo>
                <a:cubicBezTo>
                  <a:pt x="78977" y="157561"/>
                  <a:pt x="675594" y="277812"/>
                  <a:pt x="1400969" y="277812"/>
                </a:cubicBezTo>
                <a:cubicBezTo>
                  <a:pt x="2126345" y="277812"/>
                  <a:pt x="2722962" y="157561"/>
                  <a:pt x="2794705" y="3463"/>
                </a:cubicBezTo>
                <a:lnTo>
                  <a:pt x="2795507" y="0"/>
                </a:lnTo>
                <a:lnTo>
                  <a:pt x="2801257" y="0"/>
                </a:lnTo>
                <a:lnTo>
                  <a:pt x="2801938" y="13494"/>
                </a:lnTo>
                <a:cubicBezTo>
                  <a:pt x="2801938" y="787228"/>
                  <a:pt x="2174703" y="1414463"/>
                  <a:pt x="1400969" y="1414463"/>
                </a:cubicBezTo>
                <a:cubicBezTo>
                  <a:pt x="627235" y="1414463"/>
                  <a:pt x="0" y="787228"/>
                  <a:pt x="0" y="1349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Oval 12++"/>
          <p:cNvSpPr/>
          <p:nvPr/>
        </p:nvSpPr>
        <p:spPr>
          <a:xfrm>
            <a:off x="4695031" y="2562225"/>
            <a:ext cx="2801938" cy="5334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4686300" y="1247775"/>
            <a:ext cx="2800350" cy="2800350"/>
          </a:xfrm>
          <a:prstGeom prst="ellipse">
            <a:avLst/>
          </a:pr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56452" y="2129909"/>
            <a:ext cx="2079095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¥ 8,562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3" name="TextBox 22+"/>
          <p:cNvSpPr txBox="1"/>
          <p:nvPr/>
        </p:nvSpPr>
        <p:spPr>
          <a:xfrm>
            <a:off x="5583039" y="1748909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总销售额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571500" y="1687537"/>
            <a:ext cx="3632200" cy="828000"/>
            <a:chOff x="565151" y="1509737"/>
            <a:chExt cx="3632200" cy="828000"/>
          </a:xfrm>
        </p:grpSpPr>
        <p:sp>
          <p:nvSpPr>
            <p:cNvPr id="135" name="矩形 134"/>
            <p:cNvSpPr/>
            <p:nvPr/>
          </p:nvSpPr>
          <p:spPr>
            <a:xfrm>
              <a:off x="565151" y="1511300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78" r="24444" b="49167"/>
            <a:stretch>
              <a:fillRect/>
            </a:stretch>
          </p:blipFill>
          <p:spPr>
            <a:xfrm>
              <a:off x="666194" y="1509737"/>
              <a:ext cx="859672" cy="828000"/>
            </a:xfrm>
            <a:prstGeom prst="rect">
              <a:avLst/>
            </a:prstGeom>
          </p:spPr>
        </p:pic>
        <p:sp>
          <p:nvSpPr>
            <p:cNvPr id="137" name="文本框 136"/>
            <p:cNvSpPr txBox="1"/>
            <p:nvPr/>
          </p:nvSpPr>
          <p:spPr>
            <a:xfrm>
              <a:off x="1738090" y="1673893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8" name="TextBox 37+"/>
            <p:cNvSpPr txBox="1"/>
            <p:nvPr/>
          </p:nvSpPr>
          <p:spPr>
            <a:xfrm>
              <a:off x="2571750" y="1708294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1,250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71500" y="2661489"/>
            <a:ext cx="3632200" cy="839532"/>
            <a:chOff x="565151" y="2523303"/>
            <a:chExt cx="3632200" cy="839532"/>
          </a:xfrm>
        </p:grpSpPr>
        <p:sp>
          <p:nvSpPr>
            <p:cNvPr id="140" name="Rectangle 26+"/>
            <p:cNvSpPr/>
            <p:nvPr/>
          </p:nvSpPr>
          <p:spPr>
            <a:xfrm>
              <a:off x="565151" y="2530631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1" name="Picture 32+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444" r="50139"/>
            <a:stretch>
              <a:fillRect/>
            </a:stretch>
          </p:blipFill>
          <p:spPr>
            <a:xfrm>
              <a:off x="666750" y="2523303"/>
              <a:ext cx="828000" cy="839532"/>
            </a:xfrm>
            <a:prstGeom prst="rect">
              <a:avLst/>
            </a:prstGeom>
          </p:spPr>
        </p:pic>
        <p:sp>
          <p:nvSpPr>
            <p:cNvPr id="142" name="TextBox 37+"/>
            <p:cNvSpPr txBox="1"/>
            <p:nvPr/>
          </p:nvSpPr>
          <p:spPr>
            <a:xfrm>
              <a:off x="1738090" y="2693224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43" name="TextBox 37++"/>
            <p:cNvSpPr txBox="1"/>
            <p:nvPr/>
          </p:nvSpPr>
          <p:spPr>
            <a:xfrm>
              <a:off x="2571750" y="2727625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1,180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1500" y="3646973"/>
            <a:ext cx="3632200" cy="824875"/>
            <a:chOff x="565151" y="3549962"/>
            <a:chExt cx="3632200" cy="824875"/>
          </a:xfrm>
        </p:grpSpPr>
        <p:sp>
          <p:nvSpPr>
            <p:cNvPr id="145" name="Rectangle 26++"/>
            <p:cNvSpPr/>
            <p:nvPr/>
          </p:nvSpPr>
          <p:spPr>
            <a:xfrm>
              <a:off x="565151" y="3549962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50139"/>
            <a:stretch>
              <a:fillRect/>
            </a:stretch>
          </p:blipFill>
          <p:spPr>
            <a:xfrm>
              <a:off x="695325" y="3565330"/>
              <a:ext cx="809625" cy="794140"/>
            </a:xfrm>
            <a:prstGeom prst="rect">
              <a:avLst/>
            </a:prstGeom>
          </p:spPr>
        </p:pic>
        <p:sp>
          <p:nvSpPr>
            <p:cNvPr id="147" name="TextBox 37++"/>
            <p:cNvSpPr txBox="1"/>
            <p:nvPr/>
          </p:nvSpPr>
          <p:spPr>
            <a:xfrm>
              <a:off x="1738090" y="3712555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48" name="TextBox 37+++"/>
            <p:cNvSpPr txBox="1"/>
            <p:nvPr/>
          </p:nvSpPr>
          <p:spPr>
            <a:xfrm>
              <a:off x="2571750" y="3746956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571500" y="4617800"/>
            <a:ext cx="3632200" cy="824875"/>
            <a:chOff x="565151" y="4569293"/>
            <a:chExt cx="3632200" cy="824875"/>
          </a:xfrm>
        </p:grpSpPr>
        <p:sp>
          <p:nvSpPr>
            <p:cNvPr id="150" name="Rectangle 26+++"/>
            <p:cNvSpPr/>
            <p:nvPr/>
          </p:nvSpPr>
          <p:spPr>
            <a:xfrm>
              <a:off x="565151" y="4569293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62000" y="4704732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04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TextBox 37+++"/>
            <p:cNvSpPr txBox="1"/>
            <p:nvPr/>
          </p:nvSpPr>
          <p:spPr>
            <a:xfrm>
              <a:off x="1738090" y="4731886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TextBox 37++++"/>
            <p:cNvSpPr txBox="1"/>
            <p:nvPr/>
          </p:nvSpPr>
          <p:spPr>
            <a:xfrm>
              <a:off x="2571750" y="4766287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920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571500" y="5588625"/>
            <a:ext cx="3632200" cy="824875"/>
            <a:chOff x="565151" y="5588625"/>
            <a:chExt cx="3632200" cy="824875"/>
          </a:xfrm>
        </p:grpSpPr>
        <p:sp>
          <p:nvSpPr>
            <p:cNvPr id="155" name="Rectangle 26++++"/>
            <p:cNvSpPr/>
            <p:nvPr/>
          </p:nvSpPr>
          <p:spPr>
            <a:xfrm>
              <a:off x="565151" y="5588625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TextBox 35+"/>
            <p:cNvSpPr txBox="1"/>
            <p:nvPr/>
          </p:nvSpPr>
          <p:spPr>
            <a:xfrm>
              <a:off x="762000" y="5724064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05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TextBox 37+++++"/>
            <p:cNvSpPr txBox="1"/>
            <p:nvPr/>
          </p:nvSpPr>
          <p:spPr>
            <a:xfrm>
              <a:off x="2571750" y="5785619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8" name="TextBox 37++++"/>
            <p:cNvSpPr txBox="1"/>
            <p:nvPr/>
          </p:nvSpPr>
          <p:spPr>
            <a:xfrm>
              <a:off x="1738090" y="5751218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4616827" y="5534416"/>
            <a:ext cx="14956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112.5%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0" name="TextBox 55+"/>
          <p:cNvSpPr txBox="1"/>
          <p:nvPr/>
        </p:nvSpPr>
        <p:spPr>
          <a:xfrm>
            <a:off x="6321625" y="5534416"/>
            <a:ext cx="1253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18.3%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449543" y="6023882"/>
            <a:ext cx="997713" cy="287953"/>
            <a:chOff x="6574662" y="6067425"/>
            <a:chExt cx="997713" cy="287953"/>
          </a:xfrm>
        </p:grpSpPr>
        <p:sp>
          <p:nvSpPr>
            <p:cNvPr id="162" name="TextBox 55++"/>
            <p:cNvSpPr txBox="1"/>
            <p:nvPr/>
          </p:nvSpPr>
          <p:spPr>
            <a:xfrm>
              <a:off x="6574662" y="613993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3" name="箭头: 上 162"/>
            <p:cNvSpPr/>
            <p:nvPr/>
          </p:nvSpPr>
          <p:spPr>
            <a:xfrm>
              <a:off x="7324725" y="6067425"/>
              <a:ext cx="247650" cy="276225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4687380" y="6027057"/>
            <a:ext cx="1354496" cy="308599"/>
            <a:chOff x="4608155" y="6070600"/>
            <a:chExt cx="1354496" cy="308599"/>
          </a:xfrm>
        </p:grpSpPr>
        <p:sp>
          <p:nvSpPr>
            <p:cNvPr id="165" name="TextBox 55+"/>
            <p:cNvSpPr txBox="1"/>
            <p:nvPr/>
          </p:nvSpPr>
          <p:spPr>
            <a:xfrm>
              <a:off x="4608155" y="6139934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超额完成目标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6" name="图形 66"/>
            <p:cNvSpPr/>
            <p:nvPr/>
          </p:nvSpPr>
          <p:spPr>
            <a:xfrm>
              <a:off x="5727701" y="6070600"/>
              <a:ext cx="234950" cy="308599"/>
            </a:xfrm>
            <a:custGeom>
              <a:avLst/>
              <a:gdLst>
                <a:gd name="connsiteX0" fmla="*/ 1290799 w 1329495"/>
                <a:gd name="connsiteY0" fmla="*/ 691021 h 1746249"/>
                <a:gd name="connsiteX1" fmla="*/ 1170744 w 1329495"/>
                <a:gd name="connsiteY1" fmla="*/ 636129 h 1746249"/>
                <a:gd name="connsiteX2" fmla="*/ 1169504 w 1329495"/>
                <a:gd name="connsiteY2" fmla="*/ 636129 h 1746249"/>
                <a:gd name="connsiteX3" fmla="*/ 657572 w 1329495"/>
                <a:gd name="connsiteY3" fmla="*/ 640259 h 1746249"/>
                <a:gd name="connsiteX4" fmla="*/ 657386 w 1329495"/>
                <a:gd name="connsiteY4" fmla="*/ 640259 h 1746249"/>
                <a:gd name="connsiteX5" fmla="*/ 640879 w 1329495"/>
                <a:gd name="connsiteY5" fmla="*/ 631279 h 1746249"/>
                <a:gd name="connsiteX6" fmla="*/ 639638 w 1329495"/>
                <a:gd name="connsiteY6" fmla="*/ 611981 h 1746249"/>
                <a:gd name="connsiteX7" fmla="*/ 695970 w 1329495"/>
                <a:gd name="connsiteY7" fmla="*/ 454645 h 1746249"/>
                <a:gd name="connsiteX8" fmla="*/ 720539 w 1329495"/>
                <a:gd name="connsiteY8" fmla="*/ 296143 h 1746249"/>
                <a:gd name="connsiteX9" fmla="*/ 636724 w 1329495"/>
                <a:gd name="connsiteY9" fmla="*/ 67109 h 1746249"/>
                <a:gd name="connsiteX10" fmla="*/ 488466 w 1329495"/>
                <a:gd name="connsiteY10" fmla="*/ 0 h 1746249"/>
                <a:gd name="connsiteX11" fmla="*/ 425847 w 1329495"/>
                <a:gd name="connsiteY11" fmla="*/ 17872 h 1746249"/>
                <a:gd name="connsiteX12" fmla="*/ 384659 w 1329495"/>
                <a:gd name="connsiteY12" fmla="*/ 103795 h 1746249"/>
                <a:gd name="connsiteX13" fmla="*/ 247055 w 1329495"/>
                <a:gd name="connsiteY13" fmla="*/ 485453 h 1746249"/>
                <a:gd name="connsiteX14" fmla="*/ 235893 w 1329495"/>
                <a:gd name="connsiteY14" fmla="*/ 497446 h 1746249"/>
                <a:gd name="connsiteX15" fmla="*/ 0 w 1329495"/>
                <a:gd name="connsiteY15" fmla="*/ 937233 h 1746249"/>
                <a:gd name="connsiteX16" fmla="*/ 0 w 1329495"/>
                <a:gd name="connsiteY16" fmla="*/ 1468438 h 1746249"/>
                <a:gd name="connsiteX17" fmla="*/ 277813 w 1329495"/>
                <a:gd name="connsiteY17" fmla="*/ 1746250 h 1746249"/>
                <a:gd name="connsiteX18" fmla="*/ 1048792 w 1329495"/>
                <a:gd name="connsiteY18" fmla="*/ 1746250 h 1746249"/>
                <a:gd name="connsiteX19" fmla="*/ 1205694 w 1329495"/>
                <a:gd name="connsiteY19" fmla="*/ 1611635 h 1746249"/>
                <a:gd name="connsiteX20" fmla="*/ 1327634 w 1329495"/>
                <a:gd name="connsiteY20" fmla="*/ 819014 h 1746249"/>
                <a:gd name="connsiteX21" fmla="*/ 1290799 w 1329495"/>
                <a:gd name="connsiteY21" fmla="*/ 691021 h 174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495" h="1746249">
                  <a:moveTo>
                    <a:pt x="1290799" y="691021"/>
                  </a:moveTo>
                  <a:cubicBezTo>
                    <a:pt x="1260670" y="656133"/>
                    <a:pt x="1216842" y="636093"/>
                    <a:pt x="1170744" y="636129"/>
                  </a:cubicBezTo>
                  <a:lnTo>
                    <a:pt x="1169504" y="636129"/>
                  </a:lnTo>
                  <a:lnTo>
                    <a:pt x="657572" y="640259"/>
                  </a:lnTo>
                  <a:lnTo>
                    <a:pt x="657386" y="640259"/>
                  </a:lnTo>
                  <a:cubicBezTo>
                    <a:pt x="650691" y="640362"/>
                    <a:pt x="644430" y="636956"/>
                    <a:pt x="640879" y="631279"/>
                  </a:cubicBezTo>
                  <a:cubicBezTo>
                    <a:pt x="637147" y="625497"/>
                    <a:pt x="636677" y="618194"/>
                    <a:pt x="639638" y="611981"/>
                  </a:cubicBezTo>
                  <a:cubicBezTo>
                    <a:pt x="661442" y="564852"/>
                    <a:pt x="681459" y="509042"/>
                    <a:pt x="695970" y="454645"/>
                  </a:cubicBezTo>
                  <a:cubicBezTo>
                    <a:pt x="707132" y="412700"/>
                    <a:pt x="720539" y="351148"/>
                    <a:pt x="720539" y="296143"/>
                  </a:cubicBezTo>
                  <a:cubicBezTo>
                    <a:pt x="720539" y="175840"/>
                    <a:pt x="674960" y="105147"/>
                    <a:pt x="636724" y="67109"/>
                  </a:cubicBezTo>
                  <a:cubicBezTo>
                    <a:pt x="586966" y="17624"/>
                    <a:pt x="527521" y="0"/>
                    <a:pt x="488466" y="0"/>
                  </a:cubicBezTo>
                  <a:cubicBezTo>
                    <a:pt x="471897" y="0"/>
                    <a:pt x="447539" y="3101"/>
                    <a:pt x="425847" y="17872"/>
                  </a:cubicBezTo>
                  <a:cubicBezTo>
                    <a:pt x="407057" y="30634"/>
                    <a:pt x="384659" y="55897"/>
                    <a:pt x="384659" y="103795"/>
                  </a:cubicBezTo>
                  <a:cubicBezTo>
                    <a:pt x="384659" y="236339"/>
                    <a:pt x="374526" y="348605"/>
                    <a:pt x="247055" y="485453"/>
                  </a:cubicBezTo>
                  <a:lnTo>
                    <a:pt x="235893" y="497446"/>
                  </a:lnTo>
                  <a:cubicBezTo>
                    <a:pt x="136327" y="603994"/>
                    <a:pt x="0" y="749995"/>
                    <a:pt x="0" y="937233"/>
                  </a:cubicBezTo>
                  <a:lnTo>
                    <a:pt x="0" y="1468438"/>
                  </a:lnTo>
                  <a:cubicBezTo>
                    <a:pt x="0" y="1621869"/>
                    <a:pt x="124381" y="1746250"/>
                    <a:pt x="277813" y="1746250"/>
                  </a:cubicBezTo>
                  <a:lnTo>
                    <a:pt x="1048792" y="1746250"/>
                  </a:lnTo>
                  <a:cubicBezTo>
                    <a:pt x="1127147" y="1746249"/>
                    <a:pt x="1193782" y="1689079"/>
                    <a:pt x="1205694" y="1611635"/>
                  </a:cubicBezTo>
                  <a:lnTo>
                    <a:pt x="1327634" y="819014"/>
                  </a:lnTo>
                  <a:cubicBezTo>
                    <a:pt x="1334746" y="773010"/>
                    <a:pt x="1321276" y="726207"/>
                    <a:pt x="1290799" y="69102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69++"/>
          <p:cNvSpPr/>
          <p:nvPr/>
        </p:nvSpPr>
        <p:spPr>
          <a:xfrm>
            <a:off x="7950200" y="1700213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5679281" y="3312319"/>
            <a:ext cx="826294" cy="767272"/>
            <a:chOff x="119062" y="178593"/>
            <a:chExt cx="1666875" cy="1547812"/>
          </a:xfrm>
          <a:solidFill>
            <a:schemeClr val="bg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55984" y="178593"/>
              <a:ext cx="1529953" cy="1547812"/>
            </a:xfrm>
            <a:custGeom>
              <a:avLst/>
              <a:gdLst>
                <a:gd name="connsiteX0" fmla="*/ 41672 w 1529953"/>
                <a:gd name="connsiteY0" fmla="*/ 1071563 h 1547812"/>
                <a:gd name="connsiteX1" fmla="*/ 756047 w 1529953"/>
                <a:gd name="connsiteY1" fmla="*/ 1547813 h 1547812"/>
                <a:gd name="connsiteX2" fmla="*/ 1529953 w 1529953"/>
                <a:gd name="connsiteY2" fmla="*/ 773906 h 1547812"/>
                <a:gd name="connsiteX3" fmla="*/ 756047 w 1529953"/>
                <a:gd name="connsiteY3" fmla="*/ 0 h 1547812"/>
                <a:gd name="connsiteX4" fmla="*/ 0 w 1529953"/>
                <a:gd name="connsiteY4" fmla="*/ 595313 h 1547812"/>
                <a:gd name="connsiteX5" fmla="*/ 59531 w 1529953"/>
                <a:gd name="connsiteY5" fmla="*/ 595313 h 1547812"/>
                <a:gd name="connsiteX6" fmla="*/ 750094 w 1529953"/>
                <a:gd name="connsiteY6" fmla="*/ 59531 h 1547812"/>
                <a:gd name="connsiteX7" fmla="*/ 1464469 w 1529953"/>
                <a:gd name="connsiteY7" fmla="*/ 773906 h 1547812"/>
                <a:gd name="connsiteX8" fmla="*/ 750094 w 1529953"/>
                <a:gd name="connsiteY8" fmla="*/ 1488281 h 1547812"/>
                <a:gd name="connsiteX9" fmla="*/ 101203 w 1529953"/>
                <a:gd name="connsiteY9" fmla="*/ 1071563 h 1547812"/>
                <a:gd name="connsiteX10" fmla="*/ 41672 w 1529953"/>
                <a:gd name="connsiteY10" fmla="*/ 1071563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9953" h="1547812">
                  <a:moveTo>
                    <a:pt x="41672" y="1071563"/>
                  </a:moveTo>
                  <a:cubicBezTo>
                    <a:pt x="160734" y="1351359"/>
                    <a:pt x="434578" y="1547813"/>
                    <a:pt x="756047" y="1547813"/>
                  </a:cubicBezTo>
                  <a:cubicBezTo>
                    <a:pt x="1184672" y="1547813"/>
                    <a:pt x="1529953" y="1202531"/>
                    <a:pt x="1529953" y="773906"/>
                  </a:cubicBezTo>
                  <a:cubicBezTo>
                    <a:pt x="1529953" y="345281"/>
                    <a:pt x="1184672" y="0"/>
                    <a:pt x="756047" y="0"/>
                  </a:cubicBezTo>
                  <a:cubicBezTo>
                    <a:pt x="392906" y="0"/>
                    <a:pt x="83344" y="255984"/>
                    <a:pt x="0" y="595313"/>
                  </a:cubicBezTo>
                  <a:lnTo>
                    <a:pt x="59531" y="595313"/>
                  </a:lnTo>
                  <a:cubicBezTo>
                    <a:pt x="136922" y="285750"/>
                    <a:pt x="416719" y="59531"/>
                    <a:pt x="750094" y="59531"/>
                  </a:cubicBezTo>
                  <a:cubicBezTo>
                    <a:pt x="1143000" y="59531"/>
                    <a:pt x="1464469" y="381000"/>
                    <a:pt x="1464469" y="773906"/>
                  </a:cubicBezTo>
                  <a:cubicBezTo>
                    <a:pt x="1464469" y="1166813"/>
                    <a:pt x="1143000" y="1488281"/>
                    <a:pt x="750094" y="1488281"/>
                  </a:cubicBezTo>
                  <a:cubicBezTo>
                    <a:pt x="464344" y="1488281"/>
                    <a:pt x="214313" y="1315641"/>
                    <a:pt x="101203" y="1071563"/>
                  </a:cubicBezTo>
                  <a:lnTo>
                    <a:pt x="41672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19062" y="631031"/>
              <a:ext cx="1309687" cy="797718"/>
            </a:xfrm>
            <a:custGeom>
              <a:avLst/>
              <a:gdLst>
                <a:gd name="connsiteX0" fmla="*/ 172641 w 1309687"/>
                <a:gd name="connsiteY0" fmla="*/ 422672 h 797718"/>
                <a:gd name="connsiteX1" fmla="*/ 0 w 1309687"/>
                <a:gd name="connsiteY1" fmla="*/ 410766 h 797718"/>
                <a:gd name="connsiteX2" fmla="*/ 11906 w 1309687"/>
                <a:gd name="connsiteY2" fmla="*/ 351234 h 797718"/>
                <a:gd name="connsiteX3" fmla="*/ 1119188 w 1309687"/>
                <a:gd name="connsiteY3" fmla="*/ 0 h 797718"/>
                <a:gd name="connsiteX4" fmla="*/ 1160859 w 1309687"/>
                <a:gd name="connsiteY4" fmla="*/ 41672 h 797718"/>
                <a:gd name="connsiteX5" fmla="*/ 172641 w 1309687"/>
                <a:gd name="connsiteY5" fmla="*/ 422672 h 797718"/>
                <a:gd name="connsiteX6" fmla="*/ 506016 w 1309687"/>
                <a:gd name="connsiteY6" fmla="*/ 797719 h 797718"/>
                <a:gd name="connsiteX7" fmla="*/ 416719 w 1309687"/>
                <a:gd name="connsiteY7" fmla="*/ 708422 h 797718"/>
                <a:gd name="connsiteX8" fmla="*/ 416719 w 1309687"/>
                <a:gd name="connsiteY8" fmla="*/ 589359 h 797718"/>
                <a:gd name="connsiteX9" fmla="*/ 506016 w 1309687"/>
                <a:gd name="connsiteY9" fmla="*/ 500062 h 797718"/>
                <a:gd name="connsiteX10" fmla="*/ 595313 w 1309687"/>
                <a:gd name="connsiteY10" fmla="*/ 589359 h 797718"/>
                <a:gd name="connsiteX11" fmla="*/ 595313 w 1309687"/>
                <a:gd name="connsiteY11" fmla="*/ 708422 h 797718"/>
                <a:gd name="connsiteX12" fmla="*/ 506016 w 1309687"/>
                <a:gd name="connsiteY12" fmla="*/ 797719 h 797718"/>
                <a:gd name="connsiteX13" fmla="*/ 506016 w 1309687"/>
                <a:gd name="connsiteY13" fmla="*/ 559594 h 797718"/>
                <a:gd name="connsiteX14" fmla="*/ 476250 w 1309687"/>
                <a:gd name="connsiteY14" fmla="*/ 589359 h 797718"/>
                <a:gd name="connsiteX15" fmla="*/ 476250 w 1309687"/>
                <a:gd name="connsiteY15" fmla="*/ 708422 h 797718"/>
                <a:gd name="connsiteX16" fmla="*/ 506016 w 1309687"/>
                <a:gd name="connsiteY16" fmla="*/ 738188 h 797718"/>
                <a:gd name="connsiteX17" fmla="*/ 535781 w 1309687"/>
                <a:gd name="connsiteY17" fmla="*/ 708422 h 797718"/>
                <a:gd name="connsiteX18" fmla="*/ 535781 w 1309687"/>
                <a:gd name="connsiteY18" fmla="*/ 589359 h 797718"/>
                <a:gd name="connsiteX19" fmla="*/ 506016 w 1309687"/>
                <a:gd name="connsiteY19" fmla="*/ 559594 h 797718"/>
                <a:gd name="connsiteX20" fmla="*/ 744141 w 1309687"/>
                <a:gd name="connsiteY20" fmla="*/ 797719 h 797718"/>
                <a:gd name="connsiteX21" fmla="*/ 654844 w 1309687"/>
                <a:gd name="connsiteY21" fmla="*/ 708422 h 797718"/>
                <a:gd name="connsiteX22" fmla="*/ 654844 w 1309687"/>
                <a:gd name="connsiteY22" fmla="*/ 529828 h 797718"/>
                <a:gd name="connsiteX23" fmla="*/ 744141 w 1309687"/>
                <a:gd name="connsiteY23" fmla="*/ 440531 h 797718"/>
                <a:gd name="connsiteX24" fmla="*/ 833438 w 1309687"/>
                <a:gd name="connsiteY24" fmla="*/ 529828 h 797718"/>
                <a:gd name="connsiteX25" fmla="*/ 833438 w 1309687"/>
                <a:gd name="connsiteY25" fmla="*/ 708422 h 797718"/>
                <a:gd name="connsiteX26" fmla="*/ 744141 w 1309687"/>
                <a:gd name="connsiteY26" fmla="*/ 797719 h 797718"/>
                <a:gd name="connsiteX27" fmla="*/ 744141 w 1309687"/>
                <a:gd name="connsiteY27" fmla="*/ 500062 h 797718"/>
                <a:gd name="connsiteX28" fmla="*/ 714375 w 1309687"/>
                <a:gd name="connsiteY28" fmla="*/ 529828 h 797718"/>
                <a:gd name="connsiteX29" fmla="*/ 714375 w 1309687"/>
                <a:gd name="connsiteY29" fmla="*/ 708422 h 797718"/>
                <a:gd name="connsiteX30" fmla="*/ 744141 w 1309687"/>
                <a:gd name="connsiteY30" fmla="*/ 738188 h 797718"/>
                <a:gd name="connsiteX31" fmla="*/ 773906 w 1309687"/>
                <a:gd name="connsiteY31" fmla="*/ 708422 h 797718"/>
                <a:gd name="connsiteX32" fmla="*/ 773906 w 1309687"/>
                <a:gd name="connsiteY32" fmla="*/ 529828 h 797718"/>
                <a:gd name="connsiteX33" fmla="*/ 744141 w 1309687"/>
                <a:gd name="connsiteY33" fmla="*/ 500062 h 797718"/>
                <a:gd name="connsiteX34" fmla="*/ 982266 w 1309687"/>
                <a:gd name="connsiteY34" fmla="*/ 797719 h 797718"/>
                <a:gd name="connsiteX35" fmla="*/ 892969 w 1309687"/>
                <a:gd name="connsiteY35" fmla="*/ 708422 h 797718"/>
                <a:gd name="connsiteX36" fmla="*/ 892969 w 1309687"/>
                <a:gd name="connsiteY36" fmla="*/ 410766 h 797718"/>
                <a:gd name="connsiteX37" fmla="*/ 982266 w 1309687"/>
                <a:gd name="connsiteY37" fmla="*/ 321469 h 797718"/>
                <a:gd name="connsiteX38" fmla="*/ 1071563 w 1309687"/>
                <a:gd name="connsiteY38" fmla="*/ 410766 h 797718"/>
                <a:gd name="connsiteX39" fmla="*/ 1071563 w 1309687"/>
                <a:gd name="connsiteY39" fmla="*/ 708422 h 797718"/>
                <a:gd name="connsiteX40" fmla="*/ 982266 w 1309687"/>
                <a:gd name="connsiteY40" fmla="*/ 797719 h 797718"/>
                <a:gd name="connsiteX41" fmla="*/ 982266 w 1309687"/>
                <a:gd name="connsiteY41" fmla="*/ 381000 h 797718"/>
                <a:gd name="connsiteX42" fmla="*/ 952500 w 1309687"/>
                <a:gd name="connsiteY42" fmla="*/ 410766 h 797718"/>
                <a:gd name="connsiteX43" fmla="*/ 952500 w 1309687"/>
                <a:gd name="connsiteY43" fmla="*/ 708422 h 797718"/>
                <a:gd name="connsiteX44" fmla="*/ 982266 w 1309687"/>
                <a:gd name="connsiteY44" fmla="*/ 738188 h 797718"/>
                <a:gd name="connsiteX45" fmla="*/ 1012031 w 1309687"/>
                <a:gd name="connsiteY45" fmla="*/ 708422 h 797718"/>
                <a:gd name="connsiteX46" fmla="*/ 1012031 w 1309687"/>
                <a:gd name="connsiteY46" fmla="*/ 410766 h 797718"/>
                <a:gd name="connsiteX47" fmla="*/ 982266 w 1309687"/>
                <a:gd name="connsiteY47" fmla="*/ 381000 h 797718"/>
                <a:gd name="connsiteX48" fmla="*/ 1220391 w 1309687"/>
                <a:gd name="connsiteY48" fmla="*/ 797719 h 797718"/>
                <a:gd name="connsiteX49" fmla="*/ 1131094 w 1309687"/>
                <a:gd name="connsiteY49" fmla="*/ 708422 h 797718"/>
                <a:gd name="connsiteX50" fmla="*/ 1131094 w 1309687"/>
                <a:gd name="connsiteY50" fmla="*/ 291703 h 797718"/>
                <a:gd name="connsiteX51" fmla="*/ 1220391 w 1309687"/>
                <a:gd name="connsiteY51" fmla="*/ 202406 h 797718"/>
                <a:gd name="connsiteX52" fmla="*/ 1309688 w 1309687"/>
                <a:gd name="connsiteY52" fmla="*/ 291703 h 797718"/>
                <a:gd name="connsiteX53" fmla="*/ 1309688 w 1309687"/>
                <a:gd name="connsiteY53" fmla="*/ 708422 h 797718"/>
                <a:gd name="connsiteX54" fmla="*/ 1220391 w 1309687"/>
                <a:gd name="connsiteY54" fmla="*/ 797719 h 797718"/>
                <a:gd name="connsiteX55" fmla="*/ 1220391 w 1309687"/>
                <a:gd name="connsiteY55" fmla="*/ 261937 h 797718"/>
                <a:gd name="connsiteX56" fmla="*/ 1190625 w 1309687"/>
                <a:gd name="connsiteY56" fmla="*/ 291703 h 797718"/>
                <a:gd name="connsiteX57" fmla="*/ 1190625 w 1309687"/>
                <a:gd name="connsiteY57" fmla="*/ 708422 h 797718"/>
                <a:gd name="connsiteX58" fmla="*/ 1220391 w 1309687"/>
                <a:gd name="connsiteY58" fmla="*/ 738188 h 797718"/>
                <a:gd name="connsiteX59" fmla="*/ 1250156 w 1309687"/>
                <a:gd name="connsiteY59" fmla="*/ 708422 h 797718"/>
                <a:gd name="connsiteX60" fmla="*/ 1250156 w 1309687"/>
                <a:gd name="connsiteY60" fmla="*/ 291703 h 797718"/>
                <a:gd name="connsiteX61" fmla="*/ 1220391 w 1309687"/>
                <a:gd name="connsiteY61" fmla="*/ 261937 h 79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9687" h="797718">
                  <a:moveTo>
                    <a:pt x="172641" y="422672"/>
                  </a:moveTo>
                  <a:cubicBezTo>
                    <a:pt x="65484" y="422672"/>
                    <a:pt x="0" y="410766"/>
                    <a:pt x="0" y="410766"/>
                  </a:cubicBezTo>
                  <a:lnTo>
                    <a:pt x="11906" y="351234"/>
                  </a:lnTo>
                  <a:cubicBezTo>
                    <a:pt x="17859" y="351234"/>
                    <a:pt x="601266" y="458391"/>
                    <a:pt x="1119188" y="0"/>
                  </a:cubicBezTo>
                  <a:lnTo>
                    <a:pt x="1160859" y="41672"/>
                  </a:lnTo>
                  <a:cubicBezTo>
                    <a:pt x="785813" y="369094"/>
                    <a:pt x="392906" y="422672"/>
                    <a:pt x="172641" y="422672"/>
                  </a:cubicBezTo>
                  <a:close/>
                  <a:moveTo>
                    <a:pt x="506016" y="797719"/>
                  </a:moveTo>
                  <a:cubicBezTo>
                    <a:pt x="458391" y="797719"/>
                    <a:pt x="416719" y="756047"/>
                    <a:pt x="416719" y="708422"/>
                  </a:cubicBezTo>
                  <a:lnTo>
                    <a:pt x="416719" y="589359"/>
                  </a:lnTo>
                  <a:cubicBezTo>
                    <a:pt x="416719" y="541734"/>
                    <a:pt x="458391" y="500062"/>
                    <a:pt x="506016" y="500062"/>
                  </a:cubicBezTo>
                  <a:cubicBezTo>
                    <a:pt x="553641" y="500062"/>
                    <a:pt x="595313" y="541734"/>
                    <a:pt x="595313" y="589359"/>
                  </a:cubicBezTo>
                  <a:lnTo>
                    <a:pt x="595313" y="708422"/>
                  </a:lnTo>
                  <a:cubicBezTo>
                    <a:pt x="595313" y="756047"/>
                    <a:pt x="553641" y="797719"/>
                    <a:pt x="506016" y="797719"/>
                  </a:cubicBezTo>
                  <a:close/>
                  <a:moveTo>
                    <a:pt x="506016" y="559594"/>
                  </a:moveTo>
                  <a:cubicBezTo>
                    <a:pt x="488156" y="559594"/>
                    <a:pt x="476250" y="571500"/>
                    <a:pt x="476250" y="589359"/>
                  </a:cubicBezTo>
                  <a:lnTo>
                    <a:pt x="476250" y="708422"/>
                  </a:lnTo>
                  <a:cubicBezTo>
                    <a:pt x="476250" y="726281"/>
                    <a:pt x="488156" y="738188"/>
                    <a:pt x="506016" y="738188"/>
                  </a:cubicBezTo>
                  <a:cubicBezTo>
                    <a:pt x="523875" y="738188"/>
                    <a:pt x="535781" y="726281"/>
                    <a:pt x="535781" y="708422"/>
                  </a:cubicBezTo>
                  <a:lnTo>
                    <a:pt x="535781" y="589359"/>
                  </a:lnTo>
                  <a:cubicBezTo>
                    <a:pt x="535781" y="571500"/>
                    <a:pt x="523875" y="559594"/>
                    <a:pt x="506016" y="559594"/>
                  </a:cubicBezTo>
                  <a:close/>
                  <a:moveTo>
                    <a:pt x="744141" y="797719"/>
                  </a:moveTo>
                  <a:cubicBezTo>
                    <a:pt x="696516" y="797719"/>
                    <a:pt x="654844" y="756047"/>
                    <a:pt x="654844" y="708422"/>
                  </a:cubicBezTo>
                  <a:lnTo>
                    <a:pt x="654844" y="529828"/>
                  </a:lnTo>
                  <a:cubicBezTo>
                    <a:pt x="654844" y="482203"/>
                    <a:pt x="696516" y="440531"/>
                    <a:pt x="744141" y="440531"/>
                  </a:cubicBezTo>
                  <a:cubicBezTo>
                    <a:pt x="791766" y="440531"/>
                    <a:pt x="833438" y="482203"/>
                    <a:pt x="833438" y="529828"/>
                  </a:cubicBezTo>
                  <a:lnTo>
                    <a:pt x="833438" y="708422"/>
                  </a:lnTo>
                  <a:cubicBezTo>
                    <a:pt x="833438" y="756047"/>
                    <a:pt x="791766" y="797719"/>
                    <a:pt x="744141" y="797719"/>
                  </a:cubicBezTo>
                  <a:close/>
                  <a:moveTo>
                    <a:pt x="744141" y="500062"/>
                  </a:moveTo>
                  <a:cubicBezTo>
                    <a:pt x="726281" y="500062"/>
                    <a:pt x="714375" y="511969"/>
                    <a:pt x="714375" y="529828"/>
                  </a:cubicBezTo>
                  <a:lnTo>
                    <a:pt x="714375" y="708422"/>
                  </a:lnTo>
                  <a:cubicBezTo>
                    <a:pt x="714375" y="726281"/>
                    <a:pt x="726281" y="738188"/>
                    <a:pt x="744141" y="738188"/>
                  </a:cubicBezTo>
                  <a:cubicBezTo>
                    <a:pt x="762000" y="738188"/>
                    <a:pt x="773906" y="726281"/>
                    <a:pt x="773906" y="708422"/>
                  </a:cubicBezTo>
                  <a:lnTo>
                    <a:pt x="773906" y="529828"/>
                  </a:lnTo>
                  <a:cubicBezTo>
                    <a:pt x="773906" y="511969"/>
                    <a:pt x="762000" y="500062"/>
                    <a:pt x="744141" y="500062"/>
                  </a:cubicBezTo>
                  <a:close/>
                  <a:moveTo>
                    <a:pt x="982266" y="797719"/>
                  </a:moveTo>
                  <a:cubicBezTo>
                    <a:pt x="934641" y="797719"/>
                    <a:pt x="892969" y="756047"/>
                    <a:pt x="892969" y="708422"/>
                  </a:cubicBezTo>
                  <a:lnTo>
                    <a:pt x="892969" y="410766"/>
                  </a:lnTo>
                  <a:cubicBezTo>
                    <a:pt x="892969" y="363141"/>
                    <a:pt x="934641" y="321469"/>
                    <a:pt x="982266" y="321469"/>
                  </a:cubicBezTo>
                  <a:cubicBezTo>
                    <a:pt x="1029891" y="321469"/>
                    <a:pt x="1071563" y="363141"/>
                    <a:pt x="1071563" y="410766"/>
                  </a:cubicBezTo>
                  <a:lnTo>
                    <a:pt x="1071563" y="708422"/>
                  </a:lnTo>
                  <a:cubicBezTo>
                    <a:pt x="1071563" y="756047"/>
                    <a:pt x="1029891" y="797719"/>
                    <a:pt x="982266" y="797719"/>
                  </a:cubicBezTo>
                  <a:close/>
                  <a:moveTo>
                    <a:pt x="982266" y="381000"/>
                  </a:moveTo>
                  <a:cubicBezTo>
                    <a:pt x="964406" y="381000"/>
                    <a:pt x="952500" y="392906"/>
                    <a:pt x="952500" y="410766"/>
                  </a:cubicBezTo>
                  <a:lnTo>
                    <a:pt x="952500" y="708422"/>
                  </a:lnTo>
                  <a:cubicBezTo>
                    <a:pt x="952500" y="726281"/>
                    <a:pt x="964406" y="738188"/>
                    <a:pt x="982266" y="738188"/>
                  </a:cubicBezTo>
                  <a:cubicBezTo>
                    <a:pt x="1000125" y="738188"/>
                    <a:pt x="1012031" y="726281"/>
                    <a:pt x="1012031" y="708422"/>
                  </a:cubicBezTo>
                  <a:lnTo>
                    <a:pt x="1012031" y="410766"/>
                  </a:lnTo>
                  <a:cubicBezTo>
                    <a:pt x="1012031" y="392906"/>
                    <a:pt x="1000125" y="381000"/>
                    <a:pt x="982266" y="381000"/>
                  </a:cubicBezTo>
                  <a:close/>
                  <a:moveTo>
                    <a:pt x="1220391" y="797719"/>
                  </a:moveTo>
                  <a:cubicBezTo>
                    <a:pt x="1172766" y="797719"/>
                    <a:pt x="1131094" y="756047"/>
                    <a:pt x="1131094" y="708422"/>
                  </a:cubicBezTo>
                  <a:lnTo>
                    <a:pt x="1131094" y="291703"/>
                  </a:lnTo>
                  <a:cubicBezTo>
                    <a:pt x="1131094" y="244078"/>
                    <a:pt x="1172766" y="202406"/>
                    <a:pt x="1220391" y="202406"/>
                  </a:cubicBezTo>
                  <a:cubicBezTo>
                    <a:pt x="1268016" y="202406"/>
                    <a:pt x="1309688" y="244078"/>
                    <a:pt x="1309688" y="291703"/>
                  </a:cubicBezTo>
                  <a:lnTo>
                    <a:pt x="1309688" y="708422"/>
                  </a:lnTo>
                  <a:cubicBezTo>
                    <a:pt x="1309688" y="756047"/>
                    <a:pt x="1268016" y="797719"/>
                    <a:pt x="1220391" y="797719"/>
                  </a:cubicBezTo>
                  <a:close/>
                  <a:moveTo>
                    <a:pt x="1220391" y="261937"/>
                  </a:moveTo>
                  <a:cubicBezTo>
                    <a:pt x="1202531" y="261937"/>
                    <a:pt x="1190625" y="273844"/>
                    <a:pt x="1190625" y="291703"/>
                  </a:cubicBezTo>
                  <a:lnTo>
                    <a:pt x="1190625" y="708422"/>
                  </a:lnTo>
                  <a:cubicBezTo>
                    <a:pt x="1190625" y="726281"/>
                    <a:pt x="1202531" y="738188"/>
                    <a:pt x="1220391" y="738188"/>
                  </a:cubicBezTo>
                  <a:cubicBezTo>
                    <a:pt x="1238250" y="738188"/>
                    <a:pt x="1250156" y="726281"/>
                    <a:pt x="1250156" y="708422"/>
                  </a:cubicBezTo>
                  <a:lnTo>
                    <a:pt x="1250156" y="291703"/>
                  </a:lnTo>
                  <a:cubicBezTo>
                    <a:pt x="1250156" y="273844"/>
                    <a:pt x="1238250" y="261937"/>
                    <a:pt x="1220391" y="26193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71562" y="398859"/>
              <a:ext cx="380999" cy="392906"/>
            </a:xfrm>
            <a:custGeom>
              <a:avLst/>
              <a:gdLst>
                <a:gd name="connsiteX0" fmla="*/ 273844 w 380999"/>
                <a:gd name="connsiteY0" fmla="*/ 392906 h 392906"/>
                <a:gd name="connsiteX1" fmla="*/ 0 w 380999"/>
                <a:gd name="connsiteY1" fmla="*/ 148828 h 392906"/>
                <a:gd name="connsiteX2" fmla="*/ 381000 w 380999"/>
                <a:gd name="connsiteY2" fmla="*/ 0 h 392906"/>
                <a:gd name="connsiteX3" fmla="*/ 273844 w 380999"/>
                <a:gd name="connsiteY3" fmla="*/ 392906 h 392906"/>
                <a:gd name="connsiteX4" fmla="*/ 113109 w 380999"/>
                <a:gd name="connsiteY4" fmla="*/ 166688 h 392906"/>
                <a:gd name="connsiteX5" fmla="*/ 244078 w 380999"/>
                <a:gd name="connsiteY5" fmla="*/ 285750 h 392906"/>
                <a:gd name="connsiteX6" fmla="*/ 297656 w 380999"/>
                <a:gd name="connsiteY6" fmla="*/ 95250 h 392906"/>
                <a:gd name="connsiteX7" fmla="*/ 113109 w 380999"/>
                <a:gd name="connsiteY7" fmla="*/ 166688 h 3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0999" h="392906">
                  <a:moveTo>
                    <a:pt x="273844" y="392906"/>
                  </a:moveTo>
                  <a:lnTo>
                    <a:pt x="0" y="148828"/>
                  </a:lnTo>
                  <a:lnTo>
                    <a:pt x="381000" y="0"/>
                  </a:lnTo>
                  <a:lnTo>
                    <a:pt x="273844" y="392906"/>
                  </a:lnTo>
                  <a:close/>
                  <a:moveTo>
                    <a:pt x="113109" y="166688"/>
                  </a:moveTo>
                  <a:lnTo>
                    <a:pt x="244078" y="285750"/>
                  </a:lnTo>
                  <a:lnTo>
                    <a:pt x="297656" y="95250"/>
                  </a:lnTo>
                  <a:lnTo>
                    <a:pt x="113109" y="1666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2" name="Rectangle 69+++"/>
          <p:cNvSpPr/>
          <p:nvPr/>
        </p:nvSpPr>
        <p:spPr>
          <a:xfrm>
            <a:off x="7962900" y="2828925"/>
            <a:ext cx="37028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Rectangle 69++++"/>
          <p:cNvSpPr/>
          <p:nvPr/>
        </p:nvSpPr>
        <p:spPr>
          <a:xfrm>
            <a:off x="7950200" y="3957637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Rectangle 69+++"/>
          <p:cNvSpPr/>
          <p:nvPr/>
        </p:nvSpPr>
        <p:spPr>
          <a:xfrm>
            <a:off x="7954963" y="1700213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072954" y="1778548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第一季度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6" name="Rectangle 69++++"/>
          <p:cNvSpPr/>
          <p:nvPr/>
        </p:nvSpPr>
        <p:spPr>
          <a:xfrm>
            <a:off x="7954963" y="2828925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TextBox 86+"/>
          <p:cNvSpPr txBox="1"/>
          <p:nvPr/>
        </p:nvSpPr>
        <p:spPr>
          <a:xfrm>
            <a:off x="8072954" y="2907260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第二季度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8" name="组合 177"/>
          <p:cNvGrpSpPr/>
          <p:nvPr/>
        </p:nvGrpSpPr>
        <p:grpSpPr>
          <a:xfrm>
            <a:off x="8545290" y="1938531"/>
            <a:ext cx="1040349" cy="2860788"/>
            <a:chOff x="8519890" y="1749619"/>
            <a:chExt cx="1040349" cy="2860788"/>
          </a:xfrm>
        </p:grpSpPr>
        <p:sp>
          <p:nvSpPr>
            <p:cNvPr id="179" name="文本框 178"/>
            <p:cNvSpPr txBox="1"/>
            <p:nvPr/>
          </p:nvSpPr>
          <p:spPr>
            <a:xfrm>
              <a:off x="8519890" y="2075984"/>
              <a:ext cx="1040349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¥ 1,750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0" name="TextBox 37+"/>
            <p:cNvSpPr txBox="1"/>
            <p:nvPr/>
          </p:nvSpPr>
          <p:spPr>
            <a:xfrm>
              <a:off x="8519890" y="1749619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519890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¥ 2,150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TextBox 37+"/>
            <p:cNvSpPr txBox="1"/>
            <p:nvPr/>
          </p:nvSpPr>
          <p:spPr>
            <a:xfrm>
              <a:off x="8519890" y="2878331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8519890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¥ 2,450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4" name="TextBox 37+"/>
            <p:cNvSpPr txBox="1"/>
            <p:nvPr/>
          </p:nvSpPr>
          <p:spPr>
            <a:xfrm>
              <a:off x="8519890" y="4007043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85" name="Rectangle 69+++++"/>
          <p:cNvSpPr/>
          <p:nvPr/>
        </p:nvSpPr>
        <p:spPr>
          <a:xfrm>
            <a:off x="7954963" y="3957637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TextBox 86++"/>
          <p:cNvSpPr txBox="1"/>
          <p:nvPr/>
        </p:nvSpPr>
        <p:spPr>
          <a:xfrm>
            <a:off x="8072954" y="4035972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第三季度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9613268" y="1854450"/>
            <a:ext cx="1131478" cy="3028949"/>
            <a:chOff x="9651368" y="1665538"/>
            <a:chExt cx="1131478" cy="3028949"/>
          </a:xfrm>
        </p:grpSpPr>
        <p:sp>
          <p:nvSpPr>
            <p:cNvPr id="188" name="TextBox 88+"/>
            <p:cNvSpPr txBox="1"/>
            <p:nvPr/>
          </p:nvSpPr>
          <p:spPr>
            <a:xfrm>
              <a:off x="9742497" y="2075984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¥ 1,620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9" name="TextBox 37++"/>
            <p:cNvSpPr txBox="1"/>
            <p:nvPr/>
          </p:nvSpPr>
          <p:spPr>
            <a:xfrm>
              <a:off x="9742497" y="1749619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9651368" y="1665538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88+"/>
            <p:cNvSpPr txBox="1"/>
            <p:nvPr/>
          </p:nvSpPr>
          <p:spPr>
            <a:xfrm>
              <a:off x="9742497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¥ 1,870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TextBox 37++"/>
            <p:cNvSpPr txBox="1"/>
            <p:nvPr/>
          </p:nvSpPr>
          <p:spPr>
            <a:xfrm>
              <a:off x="9742497" y="2878331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3" name="Straight Connector 102+"/>
            <p:cNvCxnSpPr/>
            <p:nvPr/>
          </p:nvCxnSpPr>
          <p:spPr>
            <a:xfrm>
              <a:off x="9651368" y="2794251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88+"/>
            <p:cNvSpPr txBox="1"/>
            <p:nvPr/>
          </p:nvSpPr>
          <p:spPr>
            <a:xfrm>
              <a:off x="9742497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¥ 2,000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5" name="TextBox 37++"/>
            <p:cNvSpPr txBox="1"/>
            <p:nvPr/>
          </p:nvSpPr>
          <p:spPr>
            <a:xfrm>
              <a:off x="9742497" y="4007043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96" name="Straight Connector 102++"/>
            <p:cNvCxnSpPr/>
            <p:nvPr/>
          </p:nvCxnSpPr>
          <p:spPr>
            <a:xfrm>
              <a:off x="9651368" y="3922962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37+++"/>
          <p:cNvSpPr txBox="1"/>
          <p:nvPr/>
        </p:nvSpPr>
        <p:spPr>
          <a:xfrm>
            <a:off x="10876205" y="1938531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TextBox 88++"/>
          <p:cNvSpPr txBox="1"/>
          <p:nvPr/>
        </p:nvSpPr>
        <p:spPr>
          <a:xfrm>
            <a:off x="10876205" y="2264896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108%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7" name="Straight Connector 102+"/>
          <p:cNvCxnSpPr/>
          <p:nvPr/>
        </p:nvCxnSpPr>
        <p:spPr>
          <a:xfrm>
            <a:off x="10785075" y="1854450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37+++"/>
          <p:cNvSpPr txBox="1"/>
          <p:nvPr/>
        </p:nvSpPr>
        <p:spPr>
          <a:xfrm>
            <a:off x="10876205" y="3067243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0" name="TextBox 88++"/>
          <p:cNvSpPr txBox="1"/>
          <p:nvPr/>
        </p:nvSpPr>
        <p:spPr>
          <a:xfrm>
            <a:off x="10876205" y="3393608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1" name="Straight Connector 102++"/>
          <p:cNvCxnSpPr/>
          <p:nvPr/>
        </p:nvCxnSpPr>
        <p:spPr>
          <a:xfrm>
            <a:off x="10785075" y="2983163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37+++"/>
          <p:cNvSpPr txBox="1"/>
          <p:nvPr/>
        </p:nvSpPr>
        <p:spPr>
          <a:xfrm>
            <a:off x="10876205" y="4195955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3" name="TextBox 88++"/>
          <p:cNvSpPr txBox="1"/>
          <p:nvPr/>
        </p:nvSpPr>
        <p:spPr>
          <a:xfrm>
            <a:off x="10876205" y="4522320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4" name="Straight Connector 102+++"/>
          <p:cNvCxnSpPr/>
          <p:nvPr/>
        </p:nvCxnSpPr>
        <p:spPr>
          <a:xfrm>
            <a:off x="10785075" y="4111874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69++++++"/>
          <p:cNvSpPr/>
          <p:nvPr/>
        </p:nvSpPr>
        <p:spPr>
          <a:xfrm>
            <a:off x="7970838" y="5200650"/>
            <a:ext cx="3697288" cy="1190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159524" y="5304457"/>
            <a:ext cx="1846659" cy="3091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750"/>
              </a:spcAft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第四季度策略建议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95310" y="5657850"/>
            <a:ext cx="3359150" cy="0"/>
            <a:chOff x="12906" y="8844"/>
            <a:chExt cx="5290" cy="0"/>
          </a:xfrm>
        </p:grpSpPr>
        <p:cxnSp>
          <p:nvCxnSpPr>
            <p:cNvPr id="211" name="直接连接符 210"/>
            <p:cNvCxnSpPr/>
            <p:nvPr/>
          </p:nvCxnSpPr>
          <p:spPr>
            <a:xfrm>
              <a:off x="12906" y="8844"/>
              <a:ext cx="52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1"/>
            <p:cNvCxnSpPr/>
            <p:nvPr/>
          </p:nvCxnSpPr>
          <p:spPr>
            <a:xfrm>
              <a:off x="12906" y="8844"/>
              <a:ext cx="2833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本框 212"/>
          <p:cNvSpPr txBox="1"/>
          <p:nvPr/>
        </p:nvSpPr>
        <p:spPr>
          <a:xfrm>
            <a:off x="8182169" y="5765481"/>
            <a:ext cx="2203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针对完成率较低的门店提供专项支持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8182169" y="5971456"/>
            <a:ext cx="248144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开展年终促销活动，重点推广高毛利产品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8182169" y="6177431"/>
            <a:ext cx="1949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优化会员体系，提升客户复购率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16" name="组合 215"/>
          <p:cNvGrpSpPr/>
          <p:nvPr/>
        </p:nvGrpSpPr>
        <p:grpSpPr>
          <a:xfrm flipV="1">
            <a:off x="11244263" y="5327418"/>
            <a:ext cx="230280" cy="274006"/>
            <a:chOff x="322584" y="186965"/>
            <a:chExt cx="1272666" cy="1514326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322584" y="186965"/>
              <a:ext cx="1272666" cy="1514326"/>
            </a:xfrm>
            <a:custGeom>
              <a:avLst/>
              <a:gdLst>
                <a:gd name="connsiteX0" fmla="*/ 1039937 w 1272666"/>
                <a:gd name="connsiteY0" fmla="*/ 1514326 h 1514326"/>
                <a:gd name="connsiteX1" fmla="*/ 232544 w 1272666"/>
                <a:gd name="connsiteY1" fmla="*/ 1514326 h 1514326"/>
                <a:gd name="connsiteX2" fmla="*/ 0 w 1272666"/>
                <a:gd name="connsiteY2" fmla="*/ 1281782 h 1514326"/>
                <a:gd name="connsiteX3" fmla="*/ 0 w 1272666"/>
                <a:gd name="connsiteY3" fmla="*/ 232544 h 1514326"/>
                <a:gd name="connsiteX4" fmla="*/ 232544 w 1272666"/>
                <a:gd name="connsiteY4" fmla="*/ 0 h 1514326"/>
                <a:gd name="connsiteX5" fmla="*/ 1040123 w 1272666"/>
                <a:gd name="connsiteY5" fmla="*/ 0 h 1514326"/>
                <a:gd name="connsiteX6" fmla="*/ 1272667 w 1272666"/>
                <a:gd name="connsiteY6" fmla="*/ 232544 h 1514326"/>
                <a:gd name="connsiteX7" fmla="*/ 1272667 w 1272666"/>
                <a:gd name="connsiteY7" fmla="*/ 1281968 h 1514326"/>
                <a:gd name="connsiteX8" fmla="*/ 1039937 w 1272666"/>
                <a:gd name="connsiteY8" fmla="*/ 1514326 h 1514326"/>
                <a:gd name="connsiteX9" fmla="*/ 232544 w 1272666"/>
                <a:gd name="connsiteY9" fmla="*/ 93018 h 1514326"/>
                <a:gd name="connsiteX10" fmla="*/ 93018 w 1272666"/>
                <a:gd name="connsiteY10" fmla="*/ 232544 h 1514326"/>
                <a:gd name="connsiteX11" fmla="*/ 93018 w 1272666"/>
                <a:gd name="connsiteY11" fmla="*/ 1281968 h 1514326"/>
                <a:gd name="connsiteX12" fmla="*/ 232544 w 1272666"/>
                <a:gd name="connsiteY12" fmla="*/ 1421495 h 1514326"/>
                <a:gd name="connsiteX13" fmla="*/ 1040123 w 1272666"/>
                <a:gd name="connsiteY13" fmla="*/ 1421495 h 1514326"/>
                <a:gd name="connsiteX14" fmla="*/ 1179649 w 1272666"/>
                <a:gd name="connsiteY14" fmla="*/ 1281968 h 1514326"/>
                <a:gd name="connsiteX15" fmla="*/ 1179649 w 1272666"/>
                <a:gd name="connsiteY15" fmla="*/ 232544 h 1514326"/>
                <a:gd name="connsiteX16" fmla="*/ 1040123 w 1272666"/>
                <a:gd name="connsiteY16" fmla="*/ 93018 h 1514326"/>
                <a:gd name="connsiteX17" fmla="*/ 232544 w 1272666"/>
                <a:gd name="connsiteY17" fmla="*/ 93018 h 15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666" h="1514326">
                  <a:moveTo>
                    <a:pt x="1039937" y="1514326"/>
                  </a:moveTo>
                  <a:lnTo>
                    <a:pt x="232544" y="1514326"/>
                  </a:lnTo>
                  <a:cubicBezTo>
                    <a:pt x="104366" y="1514326"/>
                    <a:pt x="0" y="1409961"/>
                    <a:pt x="0" y="1281782"/>
                  </a:cubicBezTo>
                  <a:lnTo>
                    <a:pt x="0" y="232544"/>
                  </a:lnTo>
                  <a:cubicBezTo>
                    <a:pt x="0" y="104366"/>
                    <a:pt x="104366" y="0"/>
                    <a:pt x="232544" y="0"/>
                  </a:cubicBezTo>
                  <a:lnTo>
                    <a:pt x="1040123" y="0"/>
                  </a:lnTo>
                  <a:cubicBezTo>
                    <a:pt x="1168301" y="0"/>
                    <a:pt x="1272667" y="104366"/>
                    <a:pt x="1272667" y="232544"/>
                  </a:cubicBezTo>
                  <a:lnTo>
                    <a:pt x="1272667" y="1281968"/>
                  </a:lnTo>
                  <a:cubicBezTo>
                    <a:pt x="1272481" y="1409961"/>
                    <a:pt x="1168115" y="1514326"/>
                    <a:pt x="1039937" y="1514326"/>
                  </a:cubicBezTo>
                  <a:close/>
                  <a:moveTo>
                    <a:pt x="232544" y="93018"/>
                  </a:moveTo>
                  <a:cubicBezTo>
                    <a:pt x="155711" y="93018"/>
                    <a:pt x="93018" y="155525"/>
                    <a:pt x="93018" y="232544"/>
                  </a:cubicBezTo>
                  <a:lnTo>
                    <a:pt x="93018" y="1281968"/>
                  </a:lnTo>
                  <a:cubicBezTo>
                    <a:pt x="93018" y="1358801"/>
                    <a:pt x="155525" y="1421495"/>
                    <a:pt x="232544" y="1421495"/>
                  </a:cubicBezTo>
                  <a:lnTo>
                    <a:pt x="1040123" y="1421495"/>
                  </a:lnTo>
                  <a:cubicBezTo>
                    <a:pt x="1116955" y="1421495"/>
                    <a:pt x="1179649" y="1358987"/>
                    <a:pt x="1179649" y="1281968"/>
                  </a:cubicBezTo>
                  <a:lnTo>
                    <a:pt x="1179649" y="232544"/>
                  </a:lnTo>
                  <a:cubicBezTo>
                    <a:pt x="1179649" y="155711"/>
                    <a:pt x="1117141" y="93018"/>
                    <a:pt x="1040123" y="93018"/>
                  </a:cubicBezTo>
                  <a:lnTo>
                    <a:pt x="232544" y="9301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544710" y="551780"/>
              <a:ext cx="873835" cy="908223"/>
            </a:xfrm>
            <a:custGeom>
              <a:avLst/>
              <a:gdLst>
                <a:gd name="connsiteX0" fmla="*/ 814648 w 873835"/>
                <a:gd name="connsiteY0" fmla="*/ 74414 h 908223"/>
                <a:gd name="connsiteX1" fmla="*/ 37207 w 873835"/>
                <a:gd name="connsiteY1" fmla="*/ 74414 h 908223"/>
                <a:gd name="connsiteX2" fmla="*/ 0 w 873835"/>
                <a:gd name="connsiteY2" fmla="*/ 37207 h 908223"/>
                <a:gd name="connsiteX3" fmla="*/ 37207 w 873835"/>
                <a:gd name="connsiteY3" fmla="*/ 0 h 908223"/>
                <a:gd name="connsiteX4" fmla="*/ 814648 w 873835"/>
                <a:gd name="connsiteY4" fmla="*/ 0 h 908223"/>
                <a:gd name="connsiteX5" fmla="*/ 851855 w 873835"/>
                <a:gd name="connsiteY5" fmla="*/ 37207 h 908223"/>
                <a:gd name="connsiteX6" fmla="*/ 814648 w 873835"/>
                <a:gd name="connsiteY6" fmla="*/ 74414 h 908223"/>
                <a:gd name="connsiteX7" fmla="*/ 631403 w 873835"/>
                <a:gd name="connsiteY7" fmla="*/ 223614 h 908223"/>
                <a:gd name="connsiteX8" fmla="*/ 37207 w 873835"/>
                <a:gd name="connsiteY8" fmla="*/ 223614 h 908223"/>
                <a:gd name="connsiteX9" fmla="*/ 0 w 873835"/>
                <a:gd name="connsiteY9" fmla="*/ 186407 h 908223"/>
                <a:gd name="connsiteX10" fmla="*/ 37207 w 873835"/>
                <a:gd name="connsiteY10" fmla="*/ 149200 h 908223"/>
                <a:gd name="connsiteX11" fmla="*/ 631217 w 873835"/>
                <a:gd name="connsiteY11" fmla="*/ 149200 h 908223"/>
                <a:gd name="connsiteX12" fmla="*/ 668424 w 873835"/>
                <a:gd name="connsiteY12" fmla="*/ 186407 h 908223"/>
                <a:gd name="connsiteX13" fmla="*/ 631403 w 873835"/>
                <a:gd name="connsiteY13" fmla="*/ 223614 h 908223"/>
                <a:gd name="connsiteX14" fmla="*/ 447973 w 873835"/>
                <a:gd name="connsiteY14" fmla="*/ 373001 h 908223"/>
                <a:gd name="connsiteX15" fmla="*/ 37207 w 873835"/>
                <a:gd name="connsiteY15" fmla="*/ 373001 h 908223"/>
                <a:gd name="connsiteX16" fmla="*/ 0 w 873835"/>
                <a:gd name="connsiteY16" fmla="*/ 335793 h 908223"/>
                <a:gd name="connsiteX17" fmla="*/ 37207 w 873835"/>
                <a:gd name="connsiteY17" fmla="*/ 298586 h 908223"/>
                <a:gd name="connsiteX18" fmla="*/ 447973 w 873835"/>
                <a:gd name="connsiteY18" fmla="*/ 298586 h 908223"/>
                <a:gd name="connsiteX19" fmla="*/ 485180 w 873835"/>
                <a:gd name="connsiteY19" fmla="*/ 335793 h 908223"/>
                <a:gd name="connsiteX20" fmla="*/ 447973 w 873835"/>
                <a:gd name="connsiteY20" fmla="*/ 373001 h 908223"/>
                <a:gd name="connsiteX21" fmla="*/ 361838 w 873835"/>
                <a:gd name="connsiteY21" fmla="*/ 908224 h 908223"/>
                <a:gd name="connsiteX22" fmla="*/ 309749 w 873835"/>
                <a:gd name="connsiteY22" fmla="*/ 887202 h 908223"/>
                <a:gd name="connsiteX23" fmla="*/ 287796 w 873835"/>
                <a:gd name="connsiteY23" fmla="*/ 818183 h 908223"/>
                <a:gd name="connsiteX24" fmla="*/ 303609 w 873835"/>
                <a:gd name="connsiteY24" fmla="*/ 736885 h 908223"/>
                <a:gd name="connsiteX25" fmla="*/ 323143 w 873835"/>
                <a:gd name="connsiteY25" fmla="*/ 698934 h 908223"/>
                <a:gd name="connsiteX26" fmla="*/ 678470 w 873835"/>
                <a:gd name="connsiteY26" fmla="*/ 327236 h 908223"/>
                <a:gd name="connsiteX27" fmla="*/ 731490 w 873835"/>
                <a:gd name="connsiteY27" fmla="*/ 303795 h 908223"/>
                <a:gd name="connsiteX28" fmla="*/ 785440 w 873835"/>
                <a:gd name="connsiteY28" fmla="*/ 324817 h 908223"/>
                <a:gd name="connsiteX29" fmla="*/ 850367 w 873835"/>
                <a:gd name="connsiteY29" fmla="*/ 386767 h 908223"/>
                <a:gd name="connsiteX30" fmla="*/ 873807 w 873835"/>
                <a:gd name="connsiteY30" fmla="*/ 439787 h 908223"/>
                <a:gd name="connsiteX31" fmla="*/ 852785 w 873835"/>
                <a:gd name="connsiteY31" fmla="*/ 493737 h 908223"/>
                <a:gd name="connsiteX32" fmla="*/ 497458 w 873835"/>
                <a:gd name="connsiteY32" fmla="*/ 865436 h 908223"/>
                <a:gd name="connsiteX33" fmla="*/ 460437 w 873835"/>
                <a:gd name="connsiteY33" fmla="*/ 886644 h 908223"/>
                <a:gd name="connsiteX34" fmla="*/ 379884 w 873835"/>
                <a:gd name="connsiteY34" fmla="*/ 905991 h 908223"/>
                <a:gd name="connsiteX35" fmla="*/ 361838 w 873835"/>
                <a:gd name="connsiteY35" fmla="*/ 908224 h 908223"/>
                <a:gd name="connsiteX36" fmla="*/ 732979 w 873835"/>
                <a:gd name="connsiteY36" fmla="*/ 378209 h 908223"/>
                <a:gd name="connsiteX37" fmla="*/ 732048 w 873835"/>
                <a:gd name="connsiteY37" fmla="*/ 378582 h 908223"/>
                <a:gd name="connsiteX38" fmla="*/ 376721 w 873835"/>
                <a:gd name="connsiteY38" fmla="*/ 750280 h 908223"/>
                <a:gd name="connsiteX39" fmla="*/ 376349 w 873835"/>
                <a:gd name="connsiteY39" fmla="*/ 750838 h 908223"/>
                <a:gd name="connsiteX40" fmla="*/ 360536 w 873835"/>
                <a:gd name="connsiteY40" fmla="*/ 832135 h 908223"/>
                <a:gd name="connsiteX41" fmla="*/ 360908 w 873835"/>
                <a:gd name="connsiteY41" fmla="*/ 833251 h 908223"/>
                <a:gd name="connsiteX42" fmla="*/ 362024 w 873835"/>
                <a:gd name="connsiteY42" fmla="*/ 833624 h 908223"/>
                <a:gd name="connsiteX43" fmla="*/ 442578 w 873835"/>
                <a:gd name="connsiteY43" fmla="*/ 814276 h 908223"/>
                <a:gd name="connsiteX44" fmla="*/ 443136 w 873835"/>
                <a:gd name="connsiteY44" fmla="*/ 813904 h 908223"/>
                <a:gd name="connsiteX45" fmla="*/ 798463 w 873835"/>
                <a:gd name="connsiteY45" fmla="*/ 442206 h 908223"/>
                <a:gd name="connsiteX46" fmla="*/ 798463 w 873835"/>
                <a:gd name="connsiteY46" fmla="*/ 440531 h 908223"/>
                <a:gd name="connsiteX47" fmla="*/ 733537 w 873835"/>
                <a:gd name="connsiteY47" fmla="*/ 378582 h 908223"/>
                <a:gd name="connsiteX48" fmla="*/ 732979 w 873835"/>
                <a:gd name="connsiteY48" fmla="*/ 378209 h 90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73835" h="908223">
                  <a:moveTo>
                    <a:pt x="814648" y="74414"/>
                  </a:moveTo>
                  <a:lnTo>
                    <a:pt x="37207" y="74414"/>
                  </a:lnTo>
                  <a:cubicBezTo>
                    <a:pt x="16743" y="74414"/>
                    <a:pt x="0" y="57671"/>
                    <a:pt x="0" y="37207"/>
                  </a:cubicBezTo>
                  <a:cubicBezTo>
                    <a:pt x="0" y="16743"/>
                    <a:pt x="16743" y="0"/>
                    <a:pt x="37207" y="0"/>
                  </a:cubicBezTo>
                  <a:lnTo>
                    <a:pt x="814648" y="0"/>
                  </a:lnTo>
                  <a:cubicBezTo>
                    <a:pt x="835112" y="0"/>
                    <a:pt x="851855" y="16743"/>
                    <a:pt x="851855" y="37207"/>
                  </a:cubicBezTo>
                  <a:cubicBezTo>
                    <a:pt x="851855" y="57671"/>
                    <a:pt x="835298" y="74414"/>
                    <a:pt x="814648" y="74414"/>
                  </a:cubicBezTo>
                  <a:close/>
                  <a:moveTo>
                    <a:pt x="631403" y="223614"/>
                  </a:moveTo>
                  <a:lnTo>
                    <a:pt x="37207" y="223614"/>
                  </a:lnTo>
                  <a:cubicBezTo>
                    <a:pt x="16743" y="223614"/>
                    <a:pt x="0" y="206871"/>
                    <a:pt x="0" y="186407"/>
                  </a:cubicBezTo>
                  <a:cubicBezTo>
                    <a:pt x="0" y="165943"/>
                    <a:pt x="16743" y="149200"/>
                    <a:pt x="37207" y="149200"/>
                  </a:cubicBezTo>
                  <a:lnTo>
                    <a:pt x="631217" y="149200"/>
                  </a:lnTo>
                  <a:cubicBezTo>
                    <a:pt x="651681" y="149200"/>
                    <a:pt x="668424" y="165943"/>
                    <a:pt x="668424" y="186407"/>
                  </a:cubicBezTo>
                  <a:cubicBezTo>
                    <a:pt x="668424" y="206871"/>
                    <a:pt x="651867" y="223614"/>
                    <a:pt x="631403" y="223614"/>
                  </a:cubicBezTo>
                  <a:close/>
                  <a:moveTo>
                    <a:pt x="447973" y="373001"/>
                  </a:moveTo>
                  <a:lnTo>
                    <a:pt x="37207" y="373001"/>
                  </a:lnTo>
                  <a:cubicBezTo>
                    <a:pt x="16743" y="373001"/>
                    <a:pt x="0" y="356257"/>
                    <a:pt x="0" y="335793"/>
                  </a:cubicBezTo>
                  <a:cubicBezTo>
                    <a:pt x="0" y="315330"/>
                    <a:pt x="16743" y="298586"/>
                    <a:pt x="37207" y="298586"/>
                  </a:cubicBezTo>
                  <a:lnTo>
                    <a:pt x="447973" y="298586"/>
                  </a:lnTo>
                  <a:cubicBezTo>
                    <a:pt x="468437" y="298586"/>
                    <a:pt x="485180" y="315330"/>
                    <a:pt x="485180" y="335793"/>
                  </a:cubicBezTo>
                  <a:cubicBezTo>
                    <a:pt x="485180" y="356257"/>
                    <a:pt x="468623" y="373001"/>
                    <a:pt x="447973" y="373001"/>
                  </a:cubicBezTo>
                  <a:close/>
                  <a:moveTo>
                    <a:pt x="361838" y="908224"/>
                  </a:moveTo>
                  <a:cubicBezTo>
                    <a:pt x="342677" y="908224"/>
                    <a:pt x="323887" y="900968"/>
                    <a:pt x="309749" y="887202"/>
                  </a:cubicBezTo>
                  <a:cubicBezTo>
                    <a:pt x="291145" y="869342"/>
                    <a:pt x="282773" y="843483"/>
                    <a:pt x="287796" y="818183"/>
                  </a:cubicBezTo>
                  <a:lnTo>
                    <a:pt x="303609" y="736885"/>
                  </a:lnTo>
                  <a:cubicBezTo>
                    <a:pt x="306400" y="722561"/>
                    <a:pt x="313097" y="709538"/>
                    <a:pt x="323143" y="698934"/>
                  </a:cubicBezTo>
                  <a:lnTo>
                    <a:pt x="678470" y="327236"/>
                  </a:lnTo>
                  <a:cubicBezTo>
                    <a:pt x="692423" y="312539"/>
                    <a:pt x="711212" y="304354"/>
                    <a:pt x="731490" y="303795"/>
                  </a:cubicBezTo>
                  <a:cubicBezTo>
                    <a:pt x="751768" y="303423"/>
                    <a:pt x="770930" y="310865"/>
                    <a:pt x="785440" y="324817"/>
                  </a:cubicBezTo>
                  <a:lnTo>
                    <a:pt x="850367" y="386767"/>
                  </a:lnTo>
                  <a:cubicBezTo>
                    <a:pt x="865064" y="400720"/>
                    <a:pt x="873249" y="419509"/>
                    <a:pt x="873807" y="439787"/>
                  </a:cubicBezTo>
                  <a:cubicBezTo>
                    <a:pt x="874365" y="460065"/>
                    <a:pt x="866738" y="479227"/>
                    <a:pt x="852785" y="493737"/>
                  </a:cubicBezTo>
                  <a:lnTo>
                    <a:pt x="497458" y="865436"/>
                  </a:lnTo>
                  <a:cubicBezTo>
                    <a:pt x="487412" y="876040"/>
                    <a:pt x="474576" y="883295"/>
                    <a:pt x="460437" y="886644"/>
                  </a:cubicBezTo>
                  <a:lnTo>
                    <a:pt x="379884" y="905991"/>
                  </a:lnTo>
                  <a:cubicBezTo>
                    <a:pt x="373745" y="907666"/>
                    <a:pt x="367792" y="908224"/>
                    <a:pt x="361838" y="908224"/>
                  </a:cubicBezTo>
                  <a:close/>
                  <a:moveTo>
                    <a:pt x="732979" y="378209"/>
                  </a:moveTo>
                  <a:cubicBezTo>
                    <a:pt x="732420" y="378209"/>
                    <a:pt x="732234" y="378396"/>
                    <a:pt x="732048" y="378582"/>
                  </a:cubicBezTo>
                  <a:lnTo>
                    <a:pt x="376721" y="750280"/>
                  </a:lnTo>
                  <a:cubicBezTo>
                    <a:pt x="376535" y="750466"/>
                    <a:pt x="376535" y="750652"/>
                    <a:pt x="376349" y="750838"/>
                  </a:cubicBezTo>
                  <a:lnTo>
                    <a:pt x="360536" y="832135"/>
                  </a:lnTo>
                  <a:cubicBezTo>
                    <a:pt x="360536" y="832507"/>
                    <a:pt x="360350" y="832879"/>
                    <a:pt x="360908" y="833251"/>
                  </a:cubicBezTo>
                  <a:cubicBezTo>
                    <a:pt x="361466" y="833810"/>
                    <a:pt x="361652" y="833624"/>
                    <a:pt x="362024" y="833624"/>
                  </a:cubicBezTo>
                  <a:lnTo>
                    <a:pt x="442578" y="814276"/>
                  </a:lnTo>
                  <a:cubicBezTo>
                    <a:pt x="442764" y="814276"/>
                    <a:pt x="442950" y="814090"/>
                    <a:pt x="443136" y="813904"/>
                  </a:cubicBezTo>
                  <a:lnTo>
                    <a:pt x="798463" y="442206"/>
                  </a:lnTo>
                  <a:cubicBezTo>
                    <a:pt x="799021" y="441647"/>
                    <a:pt x="798835" y="440903"/>
                    <a:pt x="798463" y="440531"/>
                  </a:cubicBezTo>
                  <a:lnTo>
                    <a:pt x="733537" y="378582"/>
                  </a:lnTo>
                  <a:cubicBezTo>
                    <a:pt x="733723" y="378582"/>
                    <a:pt x="733537" y="378209"/>
                    <a:pt x="732979" y="37820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9" name="任意多边形: 形状 218"/>
          <p:cNvSpPr/>
          <p:nvPr/>
        </p:nvSpPr>
        <p:spPr>
          <a:xfrm>
            <a:off x="4429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1579687" y="979317"/>
            <a:ext cx="16158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各门店销售排名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1" name="TextBox 54+"/>
          <p:cNvSpPr txBox="1"/>
          <p:nvPr/>
        </p:nvSpPr>
        <p:spPr>
          <a:xfrm>
            <a:off x="9111904" y="9793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季度销售情况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297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销售业绩总结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7302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907795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线下门店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3,245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78.9%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电商平台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2,856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56.2%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85041" y="44518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直销团队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1,542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71.8%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经销商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1,619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8" name="图表 47"/>
          <p:cNvGraphicFramePr/>
          <p:nvPr/>
        </p:nvGraphicFramePr>
        <p:xfrm>
          <a:off x="3359147" y="943429"/>
          <a:ext cx="5087257" cy="139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9" name="Chart 93+"/>
          <p:cNvGraphicFramePr/>
          <p:nvPr/>
        </p:nvGraphicFramePr>
        <p:xfrm>
          <a:off x="3359147" y="2402114"/>
          <a:ext cx="5087257" cy="132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0" name="Chart 93++"/>
          <p:cNvGraphicFramePr/>
          <p:nvPr/>
        </p:nvGraphicFramePr>
        <p:xfrm>
          <a:off x="3359147" y="3817257"/>
          <a:ext cx="5087257" cy="134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Chart 93+++"/>
          <p:cNvGraphicFramePr/>
          <p:nvPr/>
        </p:nvGraphicFramePr>
        <p:xfrm>
          <a:off x="3359147" y="5341257"/>
          <a:ext cx="5087257" cy="125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电商平台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线下门店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31%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各渠道销售占比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线下渠道：拓展二线城市门店，新增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电商渠道：加强社交媒体，提升复购率至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直销团队：加强大客户开发，提升平均订单额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924597" y="6251220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经销商：优化激励政策，建立数字化管理系统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第四季度重点策略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+"/>
          <p:cNvSpPr/>
          <p:nvPr/>
        </p:nvSpPr>
        <p:spPr>
          <a:xfrm>
            <a:off x="2687272" y="3915686"/>
            <a:ext cx="4071790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3295" y="196738"/>
            <a:ext cx="323165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财务营收与利润分析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62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1812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016125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442913" y="2325316"/>
            <a:ext cx="2016125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442913" y="5268199"/>
            <a:ext cx="2016125" cy="12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++"/>
          <p:cNvSpPr/>
          <p:nvPr/>
        </p:nvSpPr>
        <p:spPr>
          <a:xfrm>
            <a:off x="442913" y="3777507"/>
            <a:ext cx="2016125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文本框 16"/>
          <p:cNvSpPr txBox="1"/>
          <p:nvPr/>
        </p:nvSpPr>
        <p:spPr>
          <a:xfrm>
            <a:off x="798017" y="1270291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¥8.76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1884468" y="1425623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785478" y="1046992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" name="文本框 22"/>
          <p:cNvSpPr txBox="1"/>
          <p:nvPr/>
        </p:nvSpPr>
        <p:spPr>
          <a:xfrm>
            <a:off x="785478" y="1709034"/>
            <a:ext cx="51296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23"/>
          <p:cNvSpPr txBox="1"/>
          <p:nvPr/>
        </p:nvSpPr>
        <p:spPr>
          <a:xfrm>
            <a:off x="1396392" y="170903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等腰三角形 19"/>
          <p:cNvSpPr>
            <a:spLocks noChangeAspect="1"/>
          </p:cNvSpPr>
          <p:nvPr/>
        </p:nvSpPr>
        <p:spPr>
          <a:xfrm>
            <a:off x="1875190" y="1718187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8"/>
          <p:cNvSpPr txBox="1"/>
          <p:nvPr/>
        </p:nvSpPr>
        <p:spPr>
          <a:xfrm>
            <a:off x="798017" y="2760386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¥2.34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9"/>
          <p:cNvSpPr txBox="1"/>
          <p:nvPr/>
        </p:nvSpPr>
        <p:spPr>
          <a:xfrm>
            <a:off x="1879829" y="2915718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30"/>
          <p:cNvSpPr txBox="1"/>
          <p:nvPr/>
        </p:nvSpPr>
        <p:spPr>
          <a:xfrm>
            <a:off x="785478" y="253708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年度总利润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31"/>
          <p:cNvSpPr txBox="1"/>
          <p:nvPr/>
        </p:nvSpPr>
        <p:spPr>
          <a:xfrm>
            <a:off x="785478" y="3199129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1360128" y="319912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" name="等腰三角形 25"/>
          <p:cNvSpPr>
            <a:spLocks noChangeAspect="1"/>
          </p:cNvSpPr>
          <p:nvPr/>
        </p:nvSpPr>
        <p:spPr>
          <a:xfrm>
            <a:off x="1875190" y="3208282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文本框 35"/>
          <p:cNvSpPr txBox="1"/>
          <p:nvPr/>
        </p:nvSpPr>
        <p:spPr>
          <a:xfrm>
            <a:off x="798017" y="4227802"/>
            <a:ext cx="10964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26.7%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" name="文本框 37"/>
          <p:cNvSpPr txBox="1"/>
          <p:nvPr/>
        </p:nvSpPr>
        <p:spPr>
          <a:xfrm>
            <a:off x="785478" y="4004503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利润率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" name="文本框 38"/>
          <p:cNvSpPr txBox="1"/>
          <p:nvPr/>
        </p:nvSpPr>
        <p:spPr>
          <a:xfrm>
            <a:off x="785478" y="466654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0.8%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39"/>
          <p:cNvSpPr txBox="1"/>
          <p:nvPr/>
        </p:nvSpPr>
        <p:spPr>
          <a:xfrm>
            <a:off x="1360128" y="4666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等腰三角形 30"/>
          <p:cNvSpPr>
            <a:spLocks noChangeAspect="1"/>
          </p:cNvSpPr>
          <p:nvPr/>
        </p:nvSpPr>
        <p:spPr>
          <a:xfrm flipV="1">
            <a:off x="1875190" y="4675698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文本框 42"/>
          <p:cNvSpPr txBox="1"/>
          <p:nvPr/>
        </p:nvSpPr>
        <p:spPr>
          <a:xfrm>
            <a:off x="798017" y="5738079"/>
            <a:ext cx="88485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4.2%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文本框 44"/>
          <p:cNvSpPr txBox="1"/>
          <p:nvPr/>
        </p:nvSpPr>
        <p:spPr>
          <a:xfrm>
            <a:off x="785478" y="551478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" name="文本框 45"/>
          <p:cNvSpPr txBox="1"/>
          <p:nvPr/>
        </p:nvSpPr>
        <p:spPr>
          <a:xfrm>
            <a:off x="785478" y="6176822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1.1%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文本框 46"/>
          <p:cNvSpPr txBox="1"/>
          <p:nvPr/>
        </p:nvSpPr>
        <p:spPr>
          <a:xfrm>
            <a:off x="1337902" y="617682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等腰三角形 35"/>
          <p:cNvSpPr>
            <a:spLocks noChangeAspect="1"/>
          </p:cNvSpPr>
          <p:nvPr/>
        </p:nvSpPr>
        <p:spPr>
          <a:xfrm>
            <a:off x="1875190" y="6185975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1866239" y="2527118"/>
            <a:ext cx="216001" cy="235384"/>
            <a:chOff x="5224327" y="1510380"/>
            <a:chExt cx="1456771" cy="1587499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480232" y="1510380"/>
              <a:ext cx="945435" cy="454566"/>
            </a:xfrm>
            <a:custGeom>
              <a:avLst/>
              <a:gdLst>
                <a:gd name="connsiteX0" fmla="*/ 74374 w 945435"/>
                <a:gd name="connsiteY0" fmla="*/ 315198 h 454566"/>
                <a:gd name="connsiteX1" fmla="*/ 111919 w 945435"/>
                <a:gd name="connsiteY1" fmla="*/ 364807 h 454566"/>
                <a:gd name="connsiteX2" fmla="*/ 831929 w 945435"/>
                <a:gd name="connsiteY2" fmla="*/ 380921 h 454566"/>
                <a:gd name="connsiteX3" fmla="*/ 831532 w 945435"/>
                <a:gd name="connsiteY3" fmla="*/ 376079 h 454566"/>
                <a:gd name="connsiteX4" fmla="*/ 870982 w 945435"/>
                <a:gd name="connsiteY4" fmla="*/ 315436 h 454566"/>
                <a:gd name="connsiteX5" fmla="*/ 945436 w 945435"/>
                <a:gd name="connsiteY5" fmla="*/ 211296 h 454566"/>
                <a:gd name="connsiteX6" fmla="*/ 776367 w 945435"/>
                <a:gd name="connsiteY6" fmla="*/ 83741 h 454566"/>
                <a:gd name="connsiteX7" fmla="*/ 719455 w 945435"/>
                <a:gd name="connsiteY7" fmla="*/ 93662 h 454566"/>
                <a:gd name="connsiteX8" fmla="*/ 701754 w 945435"/>
                <a:gd name="connsiteY8" fmla="*/ 101124 h 454566"/>
                <a:gd name="connsiteX9" fmla="*/ 661670 w 945435"/>
                <a:gd name="connsiteY9" fmla="*/ 111760 h 454566"/>
                <a:gd name="connsiteX10" fmla="*/ 593169 w 945435"/>
                <a:gd name="connsiteY10" fmla="*/ 80645 h 454566"/>
                <a:gd name="connsiteX11" fmla="*/ 555069 w 945435"/>
                <a:gd name="connsiteY11" fmla="*/ 38894 h 454566"/>
                <a:gd name="connsiteX12" fmla="*/ 470773 w 945435"/>
                <a:gd name="connsiteY12" fmla="*/ 0 h 454566"/>
                <a:gd name="connsiteX13" fmla="*/ 390604 w 945435"/>
                <a:gd name="connsiteY13" fmla="*/ 38735 h 454566"/>
                <a:gd name="connsiteX14" fmla="*/ 357267 w 945435"/>
                <a:gd name="connsiteY14" fmla="*/ 74057 h 454566"/>
                <a:gd name="connsiteX15" fmla="*/ 283924 w 945435"/>
                <a:gd name="connsiteY15" fmla="*/ 111760 h 454566"/>
                <a:gd name="connsiteX16" fmla="*/ 249873 w 945435"/>
                <a:gd name="connsiteY16" fmla="*/ 104140 h 454566"/>
                <a:gd name="connsiteX17" fmla="*/ 228838 w 945435"/>
                <a:gd name="connsiteY17" fmla="*/ 94536 h 454566"/>
                <a:gd name="connsiteX18" fmla="*/ 168989 w 945435"/>
                <a:gd name="connsiteY18" fmla="*/ 83503 h 454566"/>
                <a:gd name="connsiteX19" fmla="*/ 0 w 945435"/>
                <a:gd name="connsiteY19" fmla="*/ 210979 h 454566"/>
                <a:gd name="connsiteX20" fmla="*/ 74374 w 945435"/>
                <a:gd name="connsiteY20" fmla="*/ 315198 h 45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5435" h="454566">
                  <a:moveTo>
                    <a:pt x="74374" y="315198"/>
                  </a:moveTo>
                  <a:cubicBezTo>
                    <a:pt x="93795" y="325149"/>
                    <a:pt x="107618" y="343414"/>
                    <a:pt x="111919" y="364807"/>
                  </a:cubicBezTo>
                  <a:cubicBezTo>
                    <a:pt x="333772" y="478711"/>
                    <a:pt x="581819" y="484346"/>
                    <a:pt x="831929" y="380921"/>
                  </a:cubicBezTo>
                  <a:cubicBezTo>
                    <a:pt x="831929" y="379254"/>
                    <a:pt x="831453" y="377825"/>
                    <a:pt x="831532" y="376079"/>
                  </a:cubicBezTo>
                  <a:cubicBezTo>
                    <a:pt x="832882" y="350261"/>
                    <a:pt x="847927" y="327134"/>
                    <a:pt x="870982" y="315436"/>
                  </a:cubicBezTo>
                  <a:cubicBezTo>
                    <a:pt x="917654" y="291862"/>
                    <a:pt x="945436" y="252968"/>
                    <a:pt x="945436" y="211296"/>
                  </a:cubicBezTo>
                  <a:cubicBezTo>
                    <a:pt x="945436" y="140970"/>
                    <a:pt x="869553" y="83741"/>
                    <a:pt x="776367" y="83741"/>
                  </a:cubicBezTo>
                  <a:cubicBezTo>
                    <a:pt x="755729" y="83741"/>
                    <a:pt x="736679" y="86995"/>
                    <a:pt x="719455" y="93662"/>
                  </a:cubicBezTo>
                  <a:cubicBezTo>
                    <a:pt x="713319" y="95549"/>
                    <a:pt x="707389" y="98048"/>
                    <a:pt x="701754" y="101124"/>
                  </a:cubicBezTo>
                  <a:cubicBezTo>
                    <a:pt x="689453" y="107866"/>
                    <a:pt x="675696" y="111517"/>
                    <a:pt x="661670" y="111760"/>
                  </a:cubicBezTo>
                  <a:cubicBezTo>
                    <a:pt x="635635" y="111760"/>
                    <a:pt x="609441" y="99933"/>
                    <a:pt x="593169" y="80645"/>
                  </a:cubicBezTo>
                  <a:cubicBezTo>
                    <a:pt x="582357" y="65116"/>
                    <a:pt x="569547" y="51078"/>
                    <a:pt x="555069" y="38894"/>
                  </a:cubicBezTo>
                  <a:cubicBezTo>
                    <a:pt x="528955" y="16431"/>
                    <a:pt x="500539" y="3334"/>
                    <a:pt x="470773" y="0"/>
                  </a:cubicBezTo>
                  <a:cubicBezTo>
                    <a:pt x="445135" y="3413"/>
                    <a:pt x="416798" y="16431"/>
                    <a:pt x="390604" y="38735"/>
                  </a:cubicBezTo>
                  <a:cubicBezTo>
                    <a:pt x="378097" y="49109"/>
                    <a:pt x="366902" y="60971"/>
                    <a:pt x="357267" y="74057"/>
                  </a:cubicBezTo>
                  <a:cubicBezTo>
                    <a:pt x="335994" y="99774"/>
                    <a:pt x="309801" y="111760"/>
                    <a:pt x="283924" y="111760"/>
                  </a:cubicBezTo>
                  <a:cubicBezTo>
                    <a:pt x="272144" y="111823"/>
                    <a:pt x="260502" y="109218"/>
                    <a:pt x="249873" y="104140"/>
                  </a:cubicBezTo>
                  <a:cubicBezTo>
                    <a:pt x="243189" y="100264"/>
                    <a:pt x="236145" y="97047"/>
                    <a:pt x="228838" y="94536"/>
                  </a:cubicBezTo>
                  <a:cubicBezTo>
                    <a:pt x="209735" y="87216"/>
                    <a:pt x="189447" y="83476"/>
                    <a:pt x="168989" y="83503"/>
                  </a:cubicBezTo>
                  <a:cubicBezTo>
                    <a:pt x="75962" y="83503"/>
                    <a:pt x="0" y="140732"/>
                    <a:pt x="0" y="210979"/>
                  </a:cubicBezTo>
                  <a:cubicBezTo>
                    <a:pt x="0" y="252730"/>
                    <a:pt x="27781" y="291624"/>
                    <a:pt x="74374" y="315198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224327" y="1959404"/>
              <a:ext cx="1456771" cy="1138475"/>
            </a:xfrm>
            <a:custGeom>
              <a:avLst/>
              <a:gdLst>
                <a:gd name="connsiteX0" fmla="*/ 1269683 w 1456771"/>
                <a:gd name="connsiteY0" fmla="*/ 117316 h 1138475"/>
                <a:gd name="connsiteX1" fmla="*/ 1146334 w 1456771"/>
                <a:gd name="connsiteY1" fmla="*/ 10081 h 1138475"/>
                <a:gd name="connsiteX2" fmla="*/ 1141968 w 1456771"/>
                <a:gd name="connsiteY2" fmla="*/ 13097 h 1138475"/>
                <a:gd name="connsiteX3" fmla="*/ 734854 w 1456771"/>
                <a:gd name="connsiteY3" fmla="*/ 101759 h 1138475"/>
                <a:gd name="connsiteX4" fmla="*/ 323612 w 1456771"/>
                <a:gd name="connsiteY4" fmla="*/ 0 h 1138475"/>
                <a:gd name="connsiteX5" fmla="*/ 187563 w 1456771"/>
                <a:gd name="connsiteY5" fmla="*/ 117158 h 1138475"/>
                <a:gd name="connsiteX6" fmla="*/ 0 w 1456771"/>
                <a:gd name="connsiteY6" fmla="*/ 519668 h 1138475"/>
                <a:gd name="connsiteX7" fmla="*/ 56118 w 1456771"/>
                <a:gd name="connsiteY7" fmla="*/ 794623 h 1138475"/>
                <a:gd name="connsiteX8" fmla="*/ 206534 w 1456771"/>
                <a:gd name="connsiteY8" fmla="*/ 984250 h 1138475"/>
                <a:gd name="connsiteX9" fmla="*/ 434419 w 1456771"/>
                <a:gd name="connsiteY9" fmla="*/ 1099344 h 1138475"/>
                <a:gd name="connsiteX10" fmla="*/ 720408 w 1456771"/>
                <a:gd name="connsiteY10" fmla="*/ 1138476 h 1138475"/>
                <a:gd name="connsiteX11" fmla="*/ 736283 w 1456771"/>
                <a:gd name="connsiteY11" fmla="*/ 1138476 h 1138475"/>
                <a:gd name="connsiteX12" fmla="*/ 1022350 w 1456771"/>
                <a:gd name="connsiteY12" fmla="*/ 1099344 h 1138475"/>
                <a:gd name="connsiteX13" fmla="*/ 1250156 w 1456771"/>
                <a:gd name="connsiteY13" fmla="*/ 984250 h 1138475"/>
                <a:gd name="connsiteX14" fmla="*/ 1400731 w 1456771"/>
                <a:gd name="connsiteY14" fmla="*/ 794623 h 1138475"/>
                <a:gd name="connsiteX15" fmla="*/ 1456769 w 1456771"/>
                <a:gd name="connsiteY15" fmla="*/ 519668 h 1138475"/>
                <a:gd name="connsiteX16" fmla="*/ 1269683 w 1456771"/>
                <a:gd name="connsiteY16" fmla="*/ 117316 h 1138475"/>
                <a:gd name="connsiteX17" fmla="*/ 955119 w 1456771"/>
                <a:gd name="connsiteY17" fmla="*/ 343059 h 1138475"/>
                <a:gd name="connsiteX18" fmla="*/ 929958 w 1456771"/>
                <a:gd name="connsiteY18" fmla="*/ 378778 h 1138475"/>
                <a:gd name="connsiteX19" fmla="*/ 884238 w 1456771"/>
                <a:gd name="connsiteY19" fmla="*/ 439261 h 1138475"/>
                <a:gd name="connsiteX20" fmla="*/ 840105 w 1456771"/>
                <a:gd name="connsiteY20" fmla="*/ 499904 h 1138475"/>
                <a:gd name="connsiteX21" fmla="*/ 817880 w 1456771"/>
                <a:gd name="connsiteY21" fmla="*/ 532924 h 1138475"/>
                <a:gd name="connsiteX22" fmla="*/ 823754 w 1456771"/>
                <a:gd name="connsiteY22" fmla="*/ 547370 h 1138475"/>
                <a:gd name="connsiteX23" fmla="*/ 848122 w 1456771"/>
                <a:gd name="connsiteY23" fmla="*/ 549751 h 1138475"/>
                <a:gd name="connsiteX24" fmla="*/ 927338 w 1456771"/>
                <a:gd name="connsiteY24" fmla="*/ 549751 h 1138475"/>
                <a:gd name="connsiteX25" fmla="*/ 947023 w 1456771"/>
                <a:gd name="connsiteY25" fmla="*/ 559197 h 1138475"/>
                <a:gd name="connsiteX26" fmla="*/ 955199 w 1456771"/>
                <a:gd name="connsiteY26" fmla="*/ 577850 h 1138475"/>
                <a:gd name="connsiteX27" fmla="*/ 955199 w 1456771"/>
                <a:gd name="connsiteY27" fmla="*/ 634921 h 1138475"/>
                <a:gd name="connsiteX28" fmla="*/ 932180 w 1456771"/>
                <a:gd name="connsiteY28" fmla="*/ 651351 h 1138475"/>
                <a:gd name="connsiteX29" fmla="*/ 794861 w 1456771"/>
                <a:gd name="connsiteY29" fmla="*/ 651351 h 1138475"/>
                <a:gd name="connsiteX30" fmla="*/ 777240 w 1456771"/>
                <a:gd name="connsiteY30" fmla="*/ 656273 h 1138475"/>
                <a:gd name="connsiteX31" fmla="*/ 769303 w 1456771"/>
                <a:gd name="connsiteY31" fmla="*/ 670322 h 1138475"/>
                <a:gd name="connsiteX32" fmla="*/ 770255 w 1456771"/>
                <a:gd name="connsiteY32" fmla="*/ 690324 h 1138475"/>
                <a:gd name="connsiteX33" fmla="*/ 771446 w 1456771"/>
                <a:gd name="connsiteY33" fmla="*/ 708104 h 1138475"/>
                <a:gd name="connsiteX34" fmla="*/ 794861 w 1456771"/>
                <a:gd name="connsiteY34" fmla="*/ 717629 h 1138475"/>
                <a:gd name="connsiteX35" fmla="*/ 930037 w 1456771"/>
                <a:gd name="connsiteY35" fmla="*/ 717629 h 1138475"/>
                <a:gd name="connsiteX36" fmla="*/ 953214 w 1456771"/>
                <a:gd name="connsiteY36" fmla="*/ 739061 h 1138475"/>
                <a:gd name="connsiteX37" fmla="*/ 953214 w 1456771"/>
                <a:gd name="connsiteY37" fmla="*/ 791289 h 1138475"/>
                <a:gd name="connsiteX38" fmla="*/ 920274 w 1456771"/>
                <a:gd name="connsiteY38" fmla="*/ 814943 h 1138475"/>
                <a:gd name="connsiteX39" fmla="*/ 890032 w 1456771"/>
                <a:gd name="connsiteY39" fmla="*/ 814943 h 1138475"/>
                <a:gd name="connsiteX40" fmla="*/ 851773 w 1456771"/>
                <a:gd name="connsiteY40" fmla="*/ 815896 h 1138475"/>
                <a:gd name="connsiteX41" fmla="*/ 815816 w 1456771"/>
                <a:gd name="connsiteY41" fmla="*/ 817483 h 1138475"/>
                <a:gd name="connsiteX42" fmla="*/ 794861 w 1456771"/>
                <a:gd name="connsiteY42" fmla="*/ 817483 h 1138475"/>
                <a:gd name="connsiteX43" fmla="*/ 774224 w 1456771"/>
                <a:gd name="connsiteY43" fmla="*/ 841375 h 1138475"/>
                <a:gd name="connsiteX44" fmla="*/ 774224 w 1456771"/>
                <a:gd name="connsiteY44" fmla="*/ 936228 h 1138475"/>
                <a:gd name="connsiteX45" fmla="*/ 755333 w 1456771"/>
                <a:gd name="connsiteY45" fmla="*/ 948134 h 1138475"/>
                <a:gd name="connsiteX46" fmla="*/ 680641 w 1456771"/>
                <a:gd name="connsiteY46" fmla="*/ 948134 h 1138475"/>
                <a:gd name="connsiteX47" fmla="*/ 650558 w 1456771"/>
                <a:gd name="connsiteY47" fmla="*/ 922099 h 1138475"/>
                <a:gd name="connsiteX48" fmla="*/ 651748 w 1456771"/>
                <a:gd name="connsiteY48" fmla="*/ 881301 h 1138475"/>
                <a:gd name="connsiteX49" fmla="*/ 650637 w 1456771"/>
                <a:gd name="connsiteY49" fmla="*/ 838914 h 1138475"/>
                <a:gd name="connsiteX50" fmla="*/ 648335 w 1456771"/>
                <a:gd name="connsiteY50" fmla="*/ 823516 h 1138475"/>
                <a:gd name="connsiteX51" fmla="*/ 634444 w 1456771"/>
                <a:gd name="connsiteY51" fmla="*/ 820102 h 1138475"/>
                <a:gd name="connsiteX52" fmla="*/ 494744 w 1456771"/>
                <a:gd name="connsiteY52" fmla="*/ 820102 h 1138475"/>
                <a:gd name="connsiteX53" fmla="*/ 464264 w 1456771"/>
                <a:gd name="connsiteY53" fmla="*/ 789226 h 1138475"/>
                <a:gd name="connsiteX54" fmla="*/ 462201 w 1456771"/>
                <a:gd name="connsiteY54" fmla="*/ 771208 h 1138475"/>
                <a:gd name="connsiteX55" fmla="*/ 462201 w 1456771"/>
                <a:gd name="connsiteY55" fmla="*/ 748665 h 1138475"/>
                <a:gd name="connsiteX56" fmla="*/ 469265 w 1456771"/>
                <a:gd name="connsiteY56" fmla="*/ 727154 h 1138475"/>
                <a:gd name="connsiteX57" fmla="*/ 487839 w 1456771"/>
                <a:gd name="connsiteY57" fmla="*/ 720249 h 1138475"/>
                <a:gd name="connsiteX58" fmla="*/ 643573 w 1456771"/>
                <a:gd name="connsiteY58" fmla="*/ 720249 h 1138475"/>
                <a:gd name="connsiteX59" fmla="*/ 648176 w 1456771"/>
                <a:gd name="connsiteY59" fmla="*/ 708184 h 1138475"/>
                <a:gd name="connsiteX60" fmla="*/ 648176 w 1456771"/>
                <a:gd name="connsiteY60" fmla="*/ 663257 h 1138475"/>
                <a:gd name="connsiteX61" fmla="*/ 620474 w 1456771"/>
                <a:gd name="connsiteY61" fmla="*/ 651431 h 1138475"/>
                <a:gd name="connsiteX62" fmla="*/ 485537 w 1456771"/>
                <a:gd name="connsiteY62" fmla="*/ 651431 h 1138475"/>
                <a:gd name="connsiteX63" fmla="*/ 469186 w 1456771"/>
                <a:gd name="connsiteY63" fmla="*/ 650637 h 1138475"/>
                <a:gd name="connsiteX64" fmla="*/ 462121 w 1456771"/>
                <a:gd name="connsiteY64" fmla="*/ 637461 h 1138475"/>
                <a:gd name="connsiteX65" fmla="*/ 462121 w 1456771"/>
                <a:gd name="connsiteY65" fmla="*/ 608806 h 1138475"/>
                <a:gd name="connsiteX66" fmla="*/ 460058 w 1456771"/>
                <a:gd name="connsiteY66" fmla="*/ 580390 h 1138475"/>
                <a:gd name="connsiteX67" fmla="*/ 466725 w 1456771"/>
                <a:gd name="connsiteY67" fmla="*/ 556657 h 1138475"/>
                <a:gd name="connsiteX68" fmla="*/ 496967 w 1456771"/>
                <a:gd name="connsiteY68" fmla="*/ 547449 h 1138475"/>
                <a:gd name="connsiteX69" fmla="*/ 538083 w 1456771"/>
                <a:gd name="connsiteY69" fmla="*/ 548561 h 1138475"/>
                <a:gd name="connsiteX70" fmla="*/ 571818 w 1456771"/>
                <a:gd name="connsiteY70" fmla="*/ 547449 h 1138475"/>
                <a:gd name="connsiteX71" fmla="*/ 599202 w 1456771"/>
                <a:gd name="connsiteY71" fmla="*/ 547449 h 1138475"/>
                <a:gd name="connsiteX72" fmla="*/ 608648 w 1456771"/>
                <a:gd name="connsiteY72" fmla="*/ 537924 h 1138475"/>
                <a:gd name="connsiteX73" fmla="*/ 581104 w 1456771"/>
                <a:gd name="connsiteY73" fmla="*/ 502444 h 1138475"/>
                <a:gd name="connsiteX74" fmla="*/ 532051 w 1456771"/>
                <a:gd name="connsiteY74" fmla="*/ 438229 h 1138475"/>
                <a:gd name="connsiteX75" fmla="*/ 462201 w 1456771"/>
                <a:gd name="connsiteY75" fmla="*/ 350599 h 1138475"/>
                <a:gd name="connsiteX76" fmla="*/ 469265 w 1456771"/>
                <a:gd name="connsiteY76" fmla="*/ 307896 h 1138475"/>
                <a:gd name="connsiteX77" fmla="*/ 493474 w 1456771"/>
                <a:gd name="connsiteY77" fmla="*/ 289639 h 1138475"/>
                <a:gd name="connsiteX78" fmla="*/ 522923 w 1456771"/>
                <a:gd name="connsiteY78" fmla="*/ 269954 h 1138475"/>
                <a:gd name="connsiteX79" fmla="*/ 566817 w 1456771"/>
                <a:gd name="connsiteY79" fmla="*/ 295672 h 1138475"/>
                <a:gd name="connsiteX80" fmla="*/ 593804 w 1456771"/>
                <a:gd name="connsiteY80" fmla="*/ 330359 h 1138475"/>
                <a:gd name="connsiteX81" fmla="*/ 634444 w 1456771"/>
                <a:gd name="connsiteY81" fmla="*/ 383619 h 1138475"/>
                <a:gd name="connsiteX82" fmla="*/ 673973 w 1456771"/>
                <a:gd name="connsiteY82" fmla="*/ 434419 h 1138475"/>
                <a:gd name="connsiteX83" fmla="*/ 695246 w 1456771"/>
                <a:gd name="connsiteY83" fmla="*/ 462201 h 1138475"/>
                <a:gd name="connsiteX84" fmla="*/ 712311 w 1456771"/>
                <a:gd name="connsiteY84" fmla="*/ 473869 h 1138475"/>
                <a:gd name="connsiteX85" fmla="*/ 729933 w 1456771"/>
                <a:gd name="connsiteY85" fmla="*/ 466725 h 1138475"/>
                <a:gd name="connsiteX86" fmla="*/ 749697 w 1456771"/>
                <a:gd name="connsiteY86" fmla="*/ 436880 h 1138475"/>
                <a:gd name="connsiteX87" fmla="*/ 787956 w 1456771"/>
                <a:gd name="connsiteY87" fmla="*/ 381238 h 1138475"/>
                <a:gd name="connsiteX88" fmla="*/ 827484 w 1456771"/>
                <a:gd name="connsiteY88" fmla="*/ 323056 h 1138475"/>
                <a:gd name="connsiteX89" fmla="*/ 850900 w 1456771"/>
                <a:gd name="connsiteY89" fmla="*/ 289004 h 1138475"/>
                <a:gd name="connsiteX90" fmla="*/ 870426 w 1456771"/>
                <a:gd name="connsiteY90" fmla="*/ 267573 h 1138475"/>
                <a:gd name="connsiteX91" fmla="*/ 897414 w 1456771"/>
                <a:gd name="connsiteY91" fmla="*/ 269954 h 1138475"/>
                <a:gd name="connsiteX92" fmla="*/ 922655 w 1456771"/>
                <a:gd name="connsiteY92" fmla="*/ 283766 h 1138475"/>
                <a:gd name="connsiteX93" fmla="*/ 941308 w 1456771"/>
                <a:gd name="connsiteY93" fmla="*/ 298609 h 1138475"/>
                <a:gd name="connsiteX94" fmla="*/ 955119 w 1456771"/>
                <a:gd name="connsiteY94" fmla="*/ 343059 h 1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56771" h="1138475">
                  <a:moveTo>
                    <a:pt x="1269683" y="117316"/>
                  </a:moveTo>
                  <a:cubicBezTo>
                    <a:pt x="1231672" y="78148"/>
                    <a:pt x="1190408" y="42274"/>
                    <a:pt x="1146334" y="10081"/>
                  </a:cubicBezTo>
                  <a:cubicBezTo>
                    <a:pt x="1144746" y="10954"/>
                    <a:pt x="1143714" y="12303"/>
                    <a:pt x="1141968" y="13097"/>
                  </a:cubicBezTo>
                  <a:cubicBezTo>
                    <a:pt x="1004967" y="72311"/>
                    <a:pt x="868204" y="101759"/>
                    <a:pt x="734854" y="101759"/>
                  </a:cubicBezTo>
                  <a:cubicBezTo>
                    <a:pt x="592534" y="101759"/>
                    <a:pt x="454263" y="67151"/>
                    <a:pt x="323612" y="0"/>
                  </a:cubicBezTo>
                  <a:cubicBezTo>
                    <a:pt x="274801" y="34843"/>
                    <a:pt x="229264" y="74058"/>
                    <a:pt x="187563" y="117158"/>
                  </a:cubicBezTo>
                  <a:cubicBezTo>
                    <a:pt x="63103" y="244554"/>
                    <a:pt x="0" y="380048"/>
                    <a:pt x="0" y="519668"/>
                  </a:cubicBezTo>
                  <a:cubicBezTo>
                    <a:pt x="0" y="622221"/>
                    <a:pt x="18812" y="714772"/>
                    <a:pt x="56118" y="794623"/>
                  </a:cubicBezTo>
                  <a:cubicBezTo>
                    <a:pt x="90830" y="868668"/>
                    <a:pt x="142333" y="933597"/>
                    <a:pt x="206534" y="984250"/>
                  </a:cubicBezTo>
                  <a:cubicBezTo>
                    <a:pt x="270113" y="1034653"/>
                    <a:pt x="346710" y="1073309"/>
                    <a:pt x="434419" y="1099344"/>
                  </a:cubicBezTo>
                  <a:cubicBezTo>
                    <a:pt x="521573" y="1125220"/>
                    <a:pt x="617776" y="1138476"/>
                    <a:pt x="720408" y="1138476"/>
                  </a:cubicBezTo>
                  <a:lnTo>
                    <a:pt x="736283" y="1138476"/>
                  </a:lnTo>
                  <a:cubicBezTo>
                    <a:pt x="838756" y="1138476"/>
                    <a:pt x="935038" y="1125220"/>
                    <a:pt x="1022350" y="1099344"/>
                  </a:cubicBezTo>
                  <a:cubicBezTo>
                    <a:pt x="1110139" y="1073309"/>
                    <a:pt x="1186815" y="1034653"/>
                    <a:pt x="1250156" y="984250"/>
                  </a:cubicBezTo>
                  <a:cubicBezTo>
                    <a:pt x="1314409" y="933608"/>
                    <a:pt x="1365966" y="868680"/>
                    <a:pt x="1400731" y="794623"/>
                  </a:cubicBezTo>
                  <a:cubicBezTo>
                    <a:pt x="1437958" y="714772"/>
                    <a:pt x="1456769" y="622221"/>
                    <a:pt x="1456769" y="519668"/>
                  </a:cubicBezTo>
                  <a:cubicBezTo>
                    <a:pt x="1457166" y="380206"/>
                    <a:pt x="1394222" y="244872"/>
                    <a:pt x="1269683" y="117316"/>
                  </a:cubicBezTo>
                  <a:moveTo>
                    <a:pt x="955119" y="343059"/>
                  </a:moveTo>
                  <a:cubicBezTo>
                    <a:pt x="947017" y="355163"/>
                    <a:pt x="938627" y="367072"/>
                    <a:pt x="929958" y="378778"/>
                  </a:cubicBezTo>
                  <a:cubicBezTo>
                    <a:pt x="915352" y="397748"/>
                    <a:pt x="900668" y="417751"/>
                    <a:pt x="884238" y="439261"/>
                  </a:cubicBezTo>
                  <a:cubicBezTo>
                    <a:pt x="867807" y="460454"/>
                    <a:pt x="853519" y="480536"/>
                    <a:pt x="840105" y="499904"/>
                  </a:cubicBezTo>
                  <a:cubicBezTo>
                    <a:pt x="827008" y="518636"/>
                    <a:pt x="819785" y="530066"/>
                    <a:pt x="817880" y="532924"/>
                  </a:cubicBezTo>
                  <a:cubicBezTo>
                    <a:pt x="813594" y="540703"/>
                    <a:pt x="815261" y="545465"/>
                    <a:pt x="823754" y="547370"/>
                  </a:cubicBezTo>
                  <a:cubicBezTo>
                    <a:pt x="832247" y="549037"/>
                    <a:pt x="840661" y="549751"/>
                    <a:pt x="848122" y="549751"/>
                  </a:cubicBezTo>
                  <a:lnTo>
                    <a:pt x="927338" y="549751"/>
                  </a:lnTo>
                  <a:cubicBezTo>
                    <a:pt x="934958" y="549751"/>
                    <a:pt x="941546" y="552609"/>
                    <a:pt x="947023" y="559197"/>
                  </a:cubicBezTo>
                  <a:cubicBezTo>
                    <a:pt x="952038" y="564137"/>
                    <a:pt x="954965" y="570814"/>
                    <a:pt x="955199" y="577850"/>
                  </a:cubicBezTo>
                  <a:lnTo>
                    <a:pt x="955199" y="634921"/>
                  </a:lnTo>
                  <a:cubicBezTo>
                    <a:pt x="955199" y="646033"/>
                    <a:pt x="947182" y="651351"/>
                    <a:pt x="932180" y="651351"/>
                  </a:cubicBezTo>
                  <a:lnTo>
                    <a:pt x="794861" y="651351"/>
                  </a:lnTo>
                  <a:cubicBezTo>
                    <a:pt x="788655" y="651401"/>
                    <a:pt x="782574" y="653099"/>
                    <a:pt x="777240" y="656273"/>
                  </a:cubicBezTo>
                  <a:cubicBezTo>
                    <a:pt x="772115" y="659042"/>
                    <a:pt x="769029" y="664503"/>
                    <a:pt x="769303" y="670322"/>
                  </a:cubicBezTo>
                  <a:cubicBezTo>
                    <a:pt x="769303" y="676989"/>
                    <a:pt x="769461" y="683181"/>
                    <a:pt x="770255" y="690324"/>
                  </a:cubicBezTo>
                  <a:cubicBezTo>
                    <a:pt x="771128" y="697548"/>
                    <a:pt x="771446" y="703659"/>
                    <a:pt x="771446" y="708104"/>
                  </a:cubicBezTo>
                  <a:cubicBezTo>
                    <a:pt x="771446" y="717629"/>
                    <a:pt x="779542" y="720884"/>
                    <a:pt x="794861" y="717629"/>
                  </a:cubicBezTo>
                  <a:lnTo>
                    <a:pt x="930037" y="717629"/>
                  </a:lnTo>
                  <a:cubicBezTo>
                    <a:pt x="945515" y="717629"/>
                    <a:pt x="953214" y="724694"/>
                    <a:pt x="953214" y="739061"/>
                  </a:cubicBezTo>
                  <a:lnTo>
                    <a:pt x="953214" y="791289"/>
                  </a:lnTo>
                  <a:cubicBezTo>
                    <a:pt x="953214" y="807006"/>
                    <a:pt x="941705" y="814943"/>
                    <a:pt x="920274" y="814943"/>
                  </a:cubicBezTo>
                  <a:lnTo>
                    <a:pt x="890032" y="814943"/>
                  </a:lnTo>
                  <a:cubicBezTo>
                    <a:pt x="877967" y="814943"/>
                    <a:pt x="865267" y="815340"/>
                    <a:pt x="851773" y="815896"/>
                  </a:cubicBezTo>
                  <a:cubicBezTo>
                    <a:pt x="839821" y="817016"/>
                    <a:pt x="827821" y="817545"/>
                    <a:pt x="815816" y="817483"/>
                  </a:cubicBezTo>
                  <a:lnTo>
                    <a:pt x="794861" y="817483"/>
                  </a:lnTo>
                  <a:cubicBezTo>
                    <a:pt x="781209" y="817483"/>
                    <a:pt x="774224" y="825341"/>
                    <a:pt x="774224" y="841375"/>
                  </a:cubicBezTo>
                  <a:lnTo>
                    <a:pt x="774224" y="936228"/>
                  </a:lnTo>
                  <a:cubicBezTo>
                    <a:pt x="774224" y="944404"/>
                    <a:pt x="767715" y="948134"/>
                    <a:pt x="755333" y="948134"/>
                  </a:cubicBezTo>
                  <a:lnTo>
                    <a:pt x="680641" y="948134"/>
                  </a:lnTo>
                  <a:cubicBezTo>
                    <a:pt x="660638" y="948134"/>
                    <a:pt x="650558" y="939562"/>
                    <a:pt x="650558" y="922099"/>
                  </a:cubicBezTo>
                  <a:cubicBezTo>
                    <a:pt x="650558" y="915670"/>
                    <a:pt x="651113" y="902335"/>
                    <a:pt x="651748" y="881301"/>
                  </a:cubicBezTo>
                  <a:cubicBezTo>
                    <a:pt x="652939" y="860981"/>
                    <a:pt x="652463" y="846772"/>
                    <a:pt x="650637" y="838914"/>
                  </a:cubicBezTo>
                  <a:cubicBezTo>
                    <a:pt x="650637" y="830977"/>
                    <a:pt x="649764" y="825897"/>
                    <a:pt x="648335" y="823516"/>
                  </a:cubicBezTo>
                  <a:cubicBezTo>
                    <a:pt x="646906" y="821372"/>
                    <a:pt x="642541" y="820102"/>
                    <a:pt x="634444" y="820102"/>
                  </a:cubicBezTo>
                  <a:lnTo>
                    <a:pt x="494744" y="820102"/>
                  </a:lnTo>
                  <a:cubicBezTo>
                    <a:pt x="474504" y="820102"/>
                    <a:pt x="464264" y="809784"/>
                    <a:pt x="464264" y="789226"/>
                  </a:cubicBezTo>
                  <a:cubicBezTo>
                    <a:pt x="464306" y="783158"/>
                    <a:pt x="463613" y="777108"/>
                    <a:pt x="462201" y="771208"/>
                  </a:cubicBezTo>
                  <a:cubicBezTo>
                    <a:pt x="460691" y="763769"/>
                    <a:pt x="460691" y="756103"/>
                    <a:pt x="462201" y="748665"/>
                  </a:cubicBezTo>
                  <a:cubicBezTo>
                    <a:pt x="463947" y="740966"/>
                    <a:pt x="466328" y="733981"/>
                    <a:pt x="469265" y="727154"/>
                  </a:cubicBezTo>
                  <a:cubicBezTo>
                    <a:pt x="472361" y="721043"/>
                    <a:pt x="478552" y="718741"/>
                    <a:pt x="487839" y="720249"/>
                  </a:cubicBezTo>
                  <a:lnTo>
                    <a:pt x="643573" y="720249"/>
                  </a:lnTo>
                  <a:cubicBezTo>
                    <a:pt x="646589" y="720249"/>
                    <a:pt x="648176" y="716280"/>
                    <a:pt x="648176" y="708184"/>
                  </a:cubicBezTo>
                  <a:lnTo>
                    <a:pt x="648176" y="663257"/>
                  </a:lnTo>
                  <a:cubicBezTo>
                    <a:pt x="648176" y="655399"/>
                    <a:pt x="638889" y="651431"/>
                    <a:pt x="620474" y="651431"/>
                  </a:cubicBezTo>
                  <a:lnTo>
                    <a:pt x="485537" y="651431"/>
                  </a:lnTo>
                  <a:cubicBezTo>
                    <a:pt x="479187" y="651431"/>
                    <a:pt x="473948" y="651272"/>
                    <a:pt x="469186" y="650637"/>
                  </a:cubicBezTo>
                  <a:cubicBezTo>
                    <a:pt x="464264" y="649684"/>
                    <a:pt x="462121" y="645239"/>
                    <a:pt x="462121" y="637461"/>
                  </a:cubicBezTo>
                  <a:lnTo>
                    <a:pt x="462121" y="608806"/>
                  </a:lnTo>
                  <a:cubicBezTo>
                    <a:pt x="462121" y="596265"/>
                    <a:pt x="461248" y="586819"/>
                    <a:pt x="460058" y="580390"/>
                  </a:cubicBezTo>
                  <a:cubicBezTo>
                    <a:pt x="456562" y="571887"/>
                    <a:pt x="459312" y="562096"/>
                    <a:pt x="466725" y="556657"/>
                  </a:cubicBezTo>
                  <a:cubicBezTo>
                    <a:pt x="475390" y="550089"/>
                    <a:pt x="486112" y="546825"/>
                    <a:pt x="496967" y="547449"/>
                  </a:cubicBezTo>
                  <a:cubicBezTo>
                    <a:pt x="509349" y="549116"/>
                    <a:pt x="523161" y="549354"/>
                    <a:pt x="538083" y="548561"/>
                  </a:cubicBezTo>
                  <a:cubicBezTo>
                    <a:pt x="549315" y="547860"/>
                    <a:pt x="560564" y="547489"/>
                    <a:pt x="571818" y="547449"/>
                  </a:cubicBezTo>
                  <a:lnTo>
                    <a:pt x="599202" y="547449"/>
                  </a:lnTo>
                  <a:cubicBezTo>
                    <a:pt x="608648" y="547449"/>
                    <a:pt x="611981" y="544116"/>
                    <a:pt x="608648" y="537924"/>
                  </a:cubicBezTo>
                  <a:cubicBezTo>
                    <a:pt x="605869" y="534432"/>
                    <a:pt x="596424" y="522684"/>
                    <a:pt x="581104" y="502444"/>
                  </a:cubicBezTo>
                  <a:cubicBezTo>
                    <a:pt x="565309" y="481330"/>
                    <a:pt x="549116" y="460375"/>
                    <a:pt x="532051" y="438229"/>
                  </a:cubicBezTo>
                  <a:cubicBezTo>
                    <a:pt x="512048" y="411242"/>
                    <a:pt x="488315" y="381953"/>
                    <a:pt x="462201" y="350599"/>
                  </a:cubicBezTo>
                  <a:cubicBezTo>
                    <a:pt x="451406" y="333137"/>
                    <a:pt x="453946" y="318770"/>
                    <a:pt x="469265" y="307896"/>
                  </a:cubicBezTo>
                  <a:cubicBezTo>
                    <a:pt x="477809" y="302466"/>
                    <a:pt x="485905" y="296361"/>
                    <a:pt x="493474" y="289639"/>
                  </a:cubicBezTo>
                  <a:cubicBezTo>
                    <a:pt x="502126" y="282813"/>
                    <a:pt x="512048" y="275987"/>
                    <a:pt x="522923" y="269954"/>
                  </a:cubicBezTo>
                  <a:cubicBezTo>
                    <a:pt x="538163" y="260271"/>
                    <a:pt x="552847" y="268843"/>
                    <a:pt x="566817" y="295672"/>
                  </a:cubicBezTo>
                  <a:cubicBezTo>
                    <a:pt x="571818" y="302260"/>
                    <a:pt x="580628" y="313452"/>
                    <a:pt x="593804" y="330359"/>
                  </a:cubicBezTo>
                  <a:cubicBezTo>
                    <a:pt x="607139" y="347266"/>
                    <a:pt x="620792" y="364331"/>
                    <a:pt x="634444" y="383619"/>
                  </a:cubicBezTo>
                  <a:cubicBezTo>
                    <a:pt x="648256" y="402749"/>
                    <a:pt x="661591" y="419735"/>
                    <a:pt x="673973" y="434419"/>
                  </a:cubicBezTo>
                  <a:cubicBezTo>
                    <a:pt x="686514" y="449580"/>
                    <a:pt x="693341" y="459026"/>
                    <a:pt x="695246" y="462201"/>
                  </a:cubicBezTo>
                  <a:cubicBezTo>
                    <a:pt x="698183" y="468313"/>
                    <a:pt x="703739" y="472202"/>
                    <a:pt x="712311" y="473869"/>
                  </a:cubicBezTo>
                  <a:cubicBezTo>
                    <a:pt x="720884" y="475536"/>
                    <a:pt x="726996" y="472837"/>
                    <a:pt x="729933" y="466725"/>
                  </a:cubicBezTo>
                  <a:cubicBezTo>
                    <a:pt x="731441" y="463471"/>
                    <a:pt x="737711" y="453787"/>
                    <a:pt x="749697" y="436880"/>
                  </a:cubicBezTo>
                  <a:cubicBezTo>
                    <a:pt x="761206" y="420687"/>
                    <a:pt x="774382" y="402034"/>
                    <a:pt x="787956" y="381238"/>
                  </a:cubicBezTo>
                  <a:cubicBezTo>
                    <a:pt x="802084" y="360759"/>
                    <a:pt x="815102" y="341630"/>
                    <a:pt x="827484" y="323056"/>
                  </a:cubicBezTo>
                  <a:cubicBezTo>
                    <a:pt x="840105" y="304959"/>
                    <a:pt x="847804" y="293449"/>
                    <a:pt x="850900" y="289004"/>
                  </a:cubicBezTo>
                  <a:cubicBezTo>
                    <a:pt x="855974" y="280674"/>
                    <a:pt x="862603" y="273398"/>
                    <a:pt x="870426" y="267573"/>
                  </a:cubicBezTo>
                  <a:cubicBezTo>
                    <a:pt x="875903" y="264319"/>
                    <a:pt x="884714" y="265351"/>
                    <a:pt x="897414" y="269954"/>
                  </a:cubicBezTo>
                  <a:cubicBezTo>
                    <a:pt x="905193" y="272891"/>
                    <a:pt x="913844" y="277654"/>
                    <a:pt x="922655" y="283766"/>
                  </a:cubicBezTo>
                  <a:cubicBezTo>
                    <a:pt x="932259" y="290274"/>
                    <a:pt x="938451" y="295275"/>
                    <a:pt x="941308" y="298609"/>
                  </a:cubicBezTo>
                  <a:cubicBezTo>
                    <a:pt x="958294" y="315674"/>
                    <a:pt x="963057" y="330518"/>
                    <a:pt x="955119" y="343059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861597" y="3994847"/>
            <a:ext cx="216000" cy="234757"/>
            <a:chOff x="5395572" y="1689507"/>
            <a:chExt cx="1400855" cy="1522503"/>
          </a:xfrm>
          <a:solidFill>
            <a:schemeClr val="bg1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5395572" y="1689507"/>
              <a:ext cx="1400855" cy="1522503"/>
            </a:xfrm>
            <a:custGeom>
              <a:avLst/>
              <a:gdLst>
                <a:gd name="connsiteX0" fmla="*/ 669063 w 1400855"/>
                <a:gd name="connsiteY0" fmla="*/ 666342 h 1522503"/>
                <a:gd name="connsiteX1" fmla="*/ 710701 w 1400855"/>
                <a:gd name="connsiteY1" fmla="*/ 664301 h 1522503"/>
                <a:gd name="connsiteX2" fmla="*/ 1059044 w 1400855"/>
                <a:gd name="connsiteY2" fmla="*/ 571092 h 1522503"/>
                <a:gd name="connsiteX3" fmla="*/ 1149259 w 1400855"/>
                <a:gd name="connsiteY3" fmla="*/ 578848 h 1522503"/>
                <a:gd name="connsiteX4" fmla="*/ 1337854 w 1400855"/>
                <a:gd name="connsiteY4" fmla="*/ 380728 h 1522503"/>
                <a:gd name="connsiteX5" fmla="*/ 1337854 w 1400855"/>
                <a:gd name="connsiteY5" fmla="*/ 285478 h 1522503"/>
                <a:gd name="connsiteX6" fmla="*/ 669063 w 1400855"/>
                <a:gd name="connsiteY6" fmla="*/ 0 h 1522503"/>
                <a:gd name="connsiteX7" fmla="*/ 272 w 1400855"/>
                <a:gd name="connsiteY7" fmla="*/ 285478 h 1522503"/>
                <a:gd name="connsiteX8" fmla="*/ 272 w 1400855"/>
                <a:gd name="connsiteY8" fmla="*/ 380728 h 1522503"/>
                <a:gd name="connsiteX9" fmla="*/ 669063 w 1400855"/>
                <a:gd name="connsiteY9" fmla="*/ 666478 h 1522503"/>
                <a:gd name="connsiteX10" fmla="*/ 771117 w 1400855"/>
                <a:gd name="connsiteY10" fmla="*/ 812755 h 1522503"/>
                <a:gd name="connsiteX11" fmla="*/ 899500 w 1400855"/>
                <a:gd name="connsiteY11" fmla="*/ 941410 h 1522503"/>
                <a:gd name="connsiteX12" fmla="*/ 1028156 w 1400855"/>
                <a:gd name="connsiteY12" fmla="*/ 813027 h 1522503"/>
                <a:gd name="connsiteX13" fmla="*/ 899772 w 1400855"/>
                <a:gd name="connsiteY13" fmla="*/ 684371 h 1522503"/>
                <a:gd name="connsiteX14" fmla="*/ 771117 w 1400855"/>
                <a:gd name="connsiteY14" fmla="*/ 812755 h 1522503"/>
                <a:gd name="connsiteX15" fmla="*/ 942022 w 1400855"/>
                <a:gd name="connsiteY15" fmla="*/ 812755 h 1522503"/>
                <a:gd name="connsiteX16" fmla="*/ 897374 w 1400855"/>
                <a:gd name="connsiteY16" fmla="*/ 852606 h 1522503"/>
                <a:gd name="connsiteX17" fmla="*/ 857522 w 1400855"/>
                <a:gd name="connsiteY17" fmla="*/ 812755 h 1522503"/>
                <a:gd name="connsiteX18" fmla="*/ 903095 w 1400855"/>
                <a:gd name="connsiteY18" fmla="*/ 773963 h 1522503"/>
                <a:gd name="connsiteX19" fmla="*/ 941886 w 1400855"/>
                <a:gd name="connsiteY19" fmla="*/ 812755 h 1522503"/>
                <a:gd name="connsiteX20" fmla="*/ 1017678 w 1400855"/>
                <a:gd name="connsiteY20" fmla="*/ 1337446 h 1522503"/>
                <a:gd name="connsiteX21" fmla="*/ 1146062 w 1400855"/>
                <a:gd name="connsiteY21" fmla="*/ 1465966 h 1522503"/>
                <a:gd name="connsiteX22" fmla="*/ 1274581 w 1400855"/>
                <a:gd name="connsiteY22" fmla="*/ 1337582 h 1522503"/>
                <a:gd name="connsiteX23" fmla="*/ 1146198 w 1400855"/>
                <a:gd name="connsiteY23" fmla="*/ 1209063 h 1522503"/>
                <a:gd name="connsiteX24" fmla="*/ 1017678 w 1400855"/>
                <a:gd name="connsiteY24" fmla="*/ 1337446 h 1522503"/>
                <a:gd name="connsiteX25" fmla="*/ 1188448 w 1400855"/>
                <a:gd name="connsiteY25" fmla="*/ 1337446 h 1522503"/>
                <a:gd name="connsiteX26" fmla="*/ 1142875 w 1400855"/>
                <a:gd name="connsiteY26" fmla="*/ 1376237 h 1522503"/>
                <a:gd name="connsiteX27" fmla="*/ 1104084 w 1400855"/>
                <a:gd name="connsiteY27" fmla="*/ 1337446 h 1522503"/>
                <a:gd name="connsiteX28" fmla="*/ 1149657 w 1400855"/>
                <a:gd name="connsiteY28" fmla="*/ 1298655 h 1522503"/>
                <a:gd name="connsiteX29" fmla="*/ 1188448 w 1400855"/>
                <a:gd name="connsiteY29" fmla="*/ 1337446 h 1522503"/>
                <a:gd name="connsiteX30" fmla="*/ 530134 w 1400855"/>
                <a:gd name="connsiteY30" fmla="*/ 1355135 h 1522503"/>
                <a:gd name="connsiteX31" fmla="*/ 511493 w 1400855"/>
                <a:gd name="connsiteY31" fmla="*/ 1325472 h 1522503"/>
                <a:gd name="connsiteX32" fmla="*/ 0 w 1400855"/>
                <a:gd name="connsiteY32" fmla="*/ 1076597 h 1522503"/>
                <a:gd name="connsiteX33" fmla="*/ 0 w 1400855"/>
                <a:gd name="connsiteY33" fmla="*/ 1237162 h 1522503"/>
                <a:gd name="connsiteX34" fmla="*/ 59599 w 1400855"/>
                <a:gd name="connsiteY34" fmla="*/ 1354863 h 1522503"/>
                <a:gd name="connsiteX35" fmla="*/ 669063 w 1400855"/>
                <a:gd name="connsiteY35" fmla="*/ 1522503 h 1522503"/>
                <a:gd name="connsiteX36" fmla="*/ 705803 w 1400855"/>
                <a:gd name="connsiteY36" fmla="*/ 1520870 h 1522503"/>
                <a:gd name="connsiteX37" fmla="*/ 530134 w 1400855"/>
                <a:gd name="connsiteY37" fmla="*/ 1355135 h 1522503"/>
                <a:gd name="connsiteX38" fmla="*/ 700904 w 1400855"/>
                <a:gd name="connsiteY38" fmla="*/ 1317988 h 1522503"/>
                <a:gd name="connsiteX39" fmla="*/ 1306150 w 1400855"/>
                <a:gd name="connsiteY39" fmla="*/ 712742 h 1522503"/>
                <a:gd name="connsiteX40" fmla="*/ 1400855 w 1400855"/>
                <a:gd name="connsiteY40" fmla="*/ 807448 h 1522503"/>
                <a:gd name="connsiteX41" fmla="*/ 795610 w 1400855"/>
                <a:gd name="connsiteY41" fmla="*/ 1412694 h 1522503"/>
                <a:gd name="connsiteX42" fmla="*/ 700904 w 1400855"/>
                <a:gd name="connsiteY42" fmla="*/ 1317988 h 152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00855" h="1522503">
                  <a:moveTo>
                    <a:pt x="669063" y="666342"/>
                  </a:moveTo>
                  <a:cubicBezTo>
                    <a:pt x="683351" y="666342"/>
                    <a:pt x="696822" y="664709"/>
                    <a:pt x="710701" y="664301"/>
                  </a:cubicBezTo>
                  <a:cubicBezTo>
                    <a:pt x="816378" y="602609"/>
                    <a:pt x="936679" y="570419"/>
                    <a:pt x="1059044" y="571092"/>
                  </a:cubicBezTo>
                  <a:cubicBezTo>
                    <a:pt x="1090068" y="571092"/>
                    <a:pt x="1119596" y="575174"/>
                    <a:pt x="1149259" y="578848"/>
                  </a:cubicBezTo>
                  <a:cubicBezTo>
                    <a:pt x="1265464" y="527549"/>
                    <a:pt x="1337854" y="457744"/>
                    <a:pt x="1337854" y="380728"/>
                  </a:cubicBezTo>
                  <a:lnTo>
                    <a:pt x="1337854" y="285478"/>
                  </a:lnTo>
                  <a:cubicBezTo>
                    <a:pt x="1337854" y="127907"/>
                    <a:pt x="1038361" y="0"/>
                    <a:pt x="669063" y="0"/>
                  </a:cubicBezTo>
                  <a:cubicBezTo>
                    <a:pt x="299629" y="0"/>
                    <a:pt x="272" y="127907"/>
                    <a:pt x="272" y="285478"/>
                  </a:cubicBezTo>
                  <a:lnTo>
                    <a:pt x="272" y="380728"/>
                  </a:lnTo>
                  <a:cubicBezTo>
                    <a:pt x="272" y="538571"/>
                    <a:pt x="299765" y="666478"/>
                    <a:pt x="669063" y="666478"/>
                  </a:cubicBezTo>
                  <a:close/>
                  <a:moveTo>
                    <a:pt x="771117" y="812755"/>
                  </a:moveTo>
                  <a:cubicBezTo>
                    <a:pt x="771042" y="883734"/>
                    <a:pt x="828521" y="941335"/>
                    <a:pt x="899500" y="941410"/>
                  </a:cubicBezTo>
                  <a:cubicBezTo>
                    <a:pt x="970479" y="941485"/>
                    <a:pt x="1028080" y="884006"/>
                    <a:pt x="1028156" y="813027"/>
                  </a:cubicBezTo>
                  <a:cubicBezTo>
                    <a:pt x="1028231" y="742048"/>
                    <a:pt x="970752" y="684446"/>
                    <a:pt x="899772" y="684371"/>
                  </a:cubicBezTo>
                  <a:cubicBezTo>
                    <a:pt x="828793" y="684296"/>
                    <a:pt x="771192" y="741775"/>
                    <a:pt x="771117" y="812755"/>
                  </a:cubicBezTo>
                  <a:close/>
                  <a:moveTo>
                    <a:pt x="942022" y="812755"/>
                  </a:moveTo>
                  <a:cubicBezTo>
                    <a:pt x="940698" y="836089"/>
                    <a:pt x="920708" y="853931"/>
                    <a:pt x="897374" y="852606"/>
                  </a:cubicBezTo>
                  <a:cubicBezTo>
                    <a:pt x="875890" y="851387"/>
                    <a:pt x="858742" y="834239"/>
                    <a:pt x="857522" y="812755"/>
                  </a:cubicBezTo>
                  <a:cubicBezTo>
                    <a:pt x="859395" y="789458"/>
                    <a:pt x="879799" y="772091"/>
                    <a:pt x="903095" y="773963"/>
                  </a:cubicBezTo>
                  <a:cubicBezTo>
                    <a:pt x="923791" y="775627"/>
                    <a:pt x="940223" y="792059"/>
                    <a:pt x="941886" y="812755"/>
                  </a:cubicBezTo>
                  <a:close/>
                  <a:moveTo>
                    <a:pt x="1017678" y="1337446"/>
                  </a:moveTo>
                  <a:cubicBezTo>
                    <a:pt x="1017641" y="1408388"/>
                    <a:pt x="1075120" y="1465928"/>
                    <a:pt x="1146062" y="1465966"/>
                  </a:cubicBezTo>
                  <a:cubicBezTo>
                    <a:pt x="1217003" y="1466003"/>
                    <a:pt x="1274544" y="1408524"/>
                    <a:pt x="1274581" y="1337582"/>
                  </a:cubicBezTo>
                  <a:cubicBezTo>
                    <a:pt x="1274619" y="1266640"/>
                    <a:pt x="1217140" y="1209100"/>
                    <a:pt x="1146198" y="1209063"/>
                  </a:cubicBezTo>
                  <a:cubicBezTo>
                    <a:pt x="1075256" y="1209025"/>
                    <a:pt x="1017716" y="1266504"/>
                    <a:pt x="1017678" y="1337446"/>
                  </a:cubicBezTo>
                  <a:close/>
                  <a:moveTo>
                    <a:pt x="1188448" y="1337446"/>
                  </a:moveTo>
                  <a:cubicBezTo>
                    <a:pt x="1186575" y="1360743"/>
                    <a:pt x="1166171" y="1378110"/>
                    <a:pt x="1142875" y="1376237"/>
                  </a:cubicBezTo>
                  <a:cubicBezTo>
                    <a:pt x="1122179" y="1374574"/>
                    <a:pt x="1105747" y="1358142"/>
                    <a:pt x="1104084" y="1337446"/>
                  </a:cubicBezTo>
                  <a:cubicBezTo>
                    <a:pt x="1105956" y="1314150"/>
                    <a:pt x="1126360" y="1296782"/>
                    <a:pt x="1149657" y="1298655"/>
                  </a:cubicBezTo>
                  <a:cubicBezTo>
                    <a:pt x="1170352" y="1300319"/>
                    <a:pt x="1186784" y="1316750"/>
                    <a:pt x="1188448" y="1337446"/>
                  </a:cubicBezTo>
                  <a:close/>
                  <a:moveTo>
                    <a:pt x="530134" y="1355135"/>
                  </a:moveTo>
                  <a:cubicBezTo>
                    <a:pt x="523636" y="1345429"/>
                    <a:pt x="517420" y="1335537"/>
                    <a:pt x="511493" y="1325472"/>
                  </a:cubicBezTo>
                  <a:cubicBezTo>
                    <a:pt x="218531" y="1301523"/>
                    <a:pt x="0" y="1211172"/>
                    <a:pt x="0" y="1076597"/>
                  </a:cubicBezTo>
                  <a:lnTo>
                    <a:pt x="0" y="1237162"/>
                  </a:lnTo>
                  <a:cubicBezTo>
                    <a:pt x="0" y="1279208"/>
                    <a:pt x="21227" y="1319076"/>
                    <a:pt x="59599" y="1354863"/>
                  </a:cubicBezTo>
                  <a:cubicBezTo>
                    <a:pt x="164646" y="1453651"/>
                    <a:pt x="398009" y="1522503"/>
                    <a:pt x="669063" y="1522503"/>
                  </a:cubicBezTo>
                  <a:cubicBezTo>
                    <a:pt x="681718" y="1522503"/>
                    <a:pt x="693420" y="1521143"/>
                    <a:pt x="705803" y="1520870"/>
                  </a:cubicBezTo>
                  <a:cubicBezTo>
                    <a:pt x="635898" y="1479048"/>
                    <a:pt x="575951" y="1422490"/>
                    <a:pt x="530134" y="1355135"/>
                  </a:cubicBezTo>
                  <a:close/>
                  <a:moveTo>
                    <a:pt x="700904" y="1317988"/>
                  </a:moveTo>
                  <a:lnTo>
                    <a:pt x="1306150" y="712742"/>
                  </a:lnTo>
                  <a:lnTo>
                    <a:pt x="1400855" y="807448"/>
                  </a:lnTo>
                  <a:lnTo>
                    <a:pt x="795610" y="1412694"/>
                  </a:lnTo>
                  <a:lnTo>
                    <a:pt x="700904" y="13179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395980" y="2480355"/>
              <a:ext cx="466452" cy="431482"/>
            </a:xfrm>
            <a:custGeom>
              <a:avLst/>
              <a:gdLst>
                <a:gd name="connsiteX0" fmla="*/ 466453 w 466452"/>
                <a:gd name="connsiteY0" fmla="*/ 431482 h 431482"/>
                <a:gd name="connsiteX1" fmla="*/ 445906 w 466452"/>
                <a:gd name="connsiteY1" fmla="*/ 303575 h 431482"/>
                <a:gd name="connsiteX2" fmla="*/ 453118 w 466452"/>
                <a:gd name="connsiteY2" fmla="*/ 242751 h 431482"/>
                <a:gd name="connsiteX3" fmla="*/ 0 w 466452"/>
                <a:gd name="connsiteY3" fmla="*/ 0 h 431482"/>
                <a:gd name="connsiteX4" fmla="*/ 0 w 466452"/>
                <a:gd name="connsiteY4" fmla="*/ 160564 h 431482"/>
                <a:gd name="connsiteX5" fmla="*/ 466453 w 466452"/>
                <a:gd name="connsiteY5" fmla="*/ 431346 h 43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452" h="431482">
                  <a:moveTo>
                    <a:pt x="466453" y="431482"/>
                  </a:moveTo>
                  <a:cubicBezTo>
                    <a:pt x="453401" y="390077"/>
                    <a:pt x="446478" y="346985"/>
                    <a:pt x="445906" y="303575"/>
                  </a:cubicBezTo>
                  <a:cubicBezTo>
                    <a:pt x="445906" y="282620"/>
                    <a:pt x="450260" y="262890"/>
                    <a:pt x="453118" y="242751"/>
                  </a:cubicBezTo>
                  <a:cubicBezTo>
                    <a:pt x="190092" y="211999"/>
                    <a:pt x="0" y="125458"/>
                    <a:pt x="0" y="0"/>
                  </a:cubicBezTo>
                  <a:lnTo>
                    <a:pt x="0" y="160564"/>
                  </a:lnTo>
                  <a:cubicBezTo>
                    <a:pt x="0" y="288063"/>
                    <a:pt x="196623" y="394607"/>
                    <a:pt x="466453" y="43134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395844" y="2195149"/>
              <a:ext cx="592182" cy="432707"/>
            </a:xfrm>
            <a:custGeom>
              <a:avLst/>
              <a:gdLst>
                <a:gd name="connsiteX0" fmla="*/ 476930 w 592182"/>
                <a:gd name="connsiteY0" fmla="*/ 432707 h 432707"/>
                <a:gd name="connsiteX1" fmla="*/ 592183 w 592182"/>
                <a:gd name="connsiteY1" fmla="*/ 253093 h 432707"/>
                <a:gd name="connsiteX2" fmla="*/ 0 w 592182"/>
                <a:gd name="connsiteY2" fmla="*/ 0 h 432707"/>
                <a:gd name="connsiteX3" fmla="*/ 0 w 592182"/>
                <a:gd name="connsiteY3" fmla="*/ 160564 h 432707"/>
                <a:gd name="connsiteX4" fmla="*/ 476930 w 592182"/>
                <a:gd name="connsiteY4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82" h="432707">
                  <a:moveTo>
                    <a:pt x="476930" y="432707"/>
                  </a:moveTo>
                  <a:cubicBezTo>
                    <a:pt x="501423" y="365896"/>
                    <a:pt x="540612" y="305480"/>
                    <a:pt x="592183" y="253093"/>
                  </a:cubicBezTo>
                  <a:cubicBezTo>
                    <a:pt x="259352" y="240302"/>
                    <a:pt x="0" y="146413"/>
                    <a:pt x="0" y="0"/>
                  </a:cubicBezTo>
                  <a:lnTo>
                    <a:pt x="0" y="160564"/>
                  </a:lnTo>
                  <a:cubicBezTo>
                    <a:pt x="0" y="289424"/>
                    <a:pt x="201658" y="397192"/>
                    <a:pt x="476930" y="4327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0" name="图形 6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3597" y="1007172"/>
            <a:ext cx="252000" cy="252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2694392" y="873125"/>
            <a:ext cx="4071790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Rectangle 75+"/>
          <p:cNvSpPr/>
          <p:nvPr/>
        </p:nvSpPr>
        <p:spPr>
          <a:xfrm>
            <a:off x="2694392" y="873125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文本框 94"/>
          <p:cNvSpPr txBox="1"/>
          <p:nvPr/>
        </p:nvSpPr>
        <p:spPr>
          <a:xfrm>
            <a:off x="4037790" y="9766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营收来源构成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1" name="图表 50"/>
          <p:cNvGraphicFramePr/>
          <p:nvPr/>
        </p:nvGraphicFramePr>
        <p:xfrm>
          <a:off x="3736804" y="1609384"/>
          <a:ext cx="1937867" cy="190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2" name="任意多边形: 形状 51"/>
          <p:cNvSpPr/>
          <p:nvPr/>
        </p:nvSpPr>
        <p:spPr>
          <a:xfrm>
            <a:off x="5395272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76+"/>
          <p:cNvSpPr/>
          <p:nvPr/>
        </p:nvSpPr>
        <p:spPr>
          <a:xfrm>
            <a:off x="5444371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76+"/>
          <p:cNvSpPr/>
          <p:nvPr/>
        </p:nvSpPr>
        <p:spPr>
          <a:xfrm flipH="1">
            <a:off x="2975450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76++"/>
          <p:cNvSpPr/>
          <p:nvPr/>
        </p:nvSpPr>
        <p:spPr>
          <a:xfrm flipH="1">
            <a:off x="2944640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36714" y="2866797"/>
            <a:ext cx="495328" cy="503816"/>
            <a:chOff x="5751632" y="2903033"/>
            <a:chExt cx="495328" cy="503816"/>
          </a:xfrm>
        </p:grpSpPr>
        <p:sp>
          <p:nvSpPr>
            <p:cNvPr id="64" name="文本框 80"/>
            <p:cNvSpPr txBox="1"/>
            <p:nvPr/>
          </p:nvSpPr>
          <p:spPr>
            <a:xfrm>
              <a:off x="5751632" y="2903033"/>
              <a:ext cx="46807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产品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TextBox 80+"/>
            <p:cNvSpPr txBox="1"/>
            <p:nvPr/>
          </p:nvSpPr>
          <p:spPr>
            <a:xfrm>
              <a:off x="5751632" y="3129850"/>
              <a:ext cx="4953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37%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7" name="文本框 84"/>
          <p:cNvSpPr txBox="1"/>
          <p:nvPr/>
        </p:nvSpPr>
        <p:spPr>
          <a:xfrm>
            <a:off x="5836714" y="165104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TextBox 80+"/>
          <p:cNvSpPr txBox="1"/>
          <p:nvPr/>
        </p:nvSpPr>
        <p:spPr>
          <a:xfrm>
            <a:off x="5836714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9" name="文本框 89"/>
          <p:cNvSpPr txBox="1"/>
          <p:nvPr/>
        </p:nvSpPr>
        <p:spPr>
          <a:xfrm>
            <a:off x="3182897" y="1651048"/>
            <a:ext cx="4728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TextBox 80+"/>
          <p:cNvSpPr txBox="1"/>
          <p:nvPr/>
        </p:nvSpPr>
        <p:spPr>
          <a:xfrm>
            <a:off x="3160455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1" name="TextBox 89+"/>
          <p:cNvSpPr txBox="1"/>
          <p:nvPr/>
        </p:nvSpPr>
        <p:spPr>
          <a:xfrm>
            <a:off x="3182897" y="2818344"/>
            <a:ext cx="4776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80++"/>
          <p:cNvSpPr txBox="1"/>
          <p:nvPr/>
        </p:nvSpPr>
        <p:spPr>
          <a:xfrm>
            <a:off x="3160455" y="3045161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26%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图形 96"/>
          <p:cNvSpPr>
            <a:spLocks noChangeAspect="1"/>
          </p:cNvSpPr>
          <p:nvPr/>
        </p:nvSpPr>
        <p:spPr>
          <a:xfrm>
            <a:off x="4531387" y="2385351"/>
            <a:ext cx="396000" cy="396000"/>
          </a:xfrm>
          <a:custGeom>
            <a:avLst/>
            <a:gdLst>
              <a:gd name="connsiteX0" fmla="*/ 1238250 w 1619250"/>
              <a:gd name="connsiteY0" fmla="*/ 1619250 h 1619250"/>
              <a:gd name="connsiteX1" fmla="*/ 857250 w 1619250"/>
              <a:gd name="connsiteY1" fmla="*/ 1238250 h 1619250"/>
              <a:gd name="connsiteX2" fmla="*/ 1238250 w 1619250"/>
              <a:gd name="connsiteY2" fmla="*/ 857250 h 1619250"/>
              <a:gd name="connsiteX3" fmla="*/ 1619250 w 1619250"/>
              <a:gd name="connsiteY3" fmla="*/ 1238250 h 1619250"/>
              <a:gd name="connsiteX4" fmla="*/ 1238250 w 1619250"/>
              <a:gd name="connsiteY4" fmla="*/ 1619250 h 1619250"/>
              <a:gd name="connsiteX5" fmla="*/ 1428756 w 1619250"/>
              <a:gd name="connsiteY5" fmla="*/ 1260505 h 1619250"/>
              <a:gd name="connsiteX6" fmla="*/ 1392536 w 1619250"/>
              <a:gd name="connsiteY6" fmla="*/ 1237817 h 1619250"/>
              <a:gd name="connsiteX7" fmla="*/ 1282856 w 1619250"/>
              <a:gd name="connsiteY7" fmla="*/ 1237817 h 1619250"/>
              <a:gd name="connsiteX8" fmla="*/ 1416492 w 1619250"/>
              <a:gd name="connsiteY8" fmla="*/ 1112568 h 1619250"/>
              <a:gd name="connsiteX9" fmla="*/ 1416379 w 1619250"/>
              <a:gd name="connsiteY9" fmla="*/ 1058133 h 1619250"/>
              <a:gd name="connsiteX10" fmla="*/ 1358228 w 1619250"/>
              <a:gd name="connsiteY10" fmla="*/ 1058029 h 1619250"/>
              <a:gd name="connsiteX11" fmla="*/ 1237822 w 1619250"/>
              <a:gd name="connsiteY11" fmla="*/ 1170881 h 1619250"/>
              <a:gd name="connsiteX12" fmla="*/ 1117416 w 1619250"/>
              <a:gd name="connsiteY12" fmla="*/ 1058029 h 1619250"/>
              <a:gd name="connsiteX13" fmla="*/ 1059262 w 1619250"/>
              <a:gd name="connsiteY13" fmla="*/ 1058133 h 1619250"/>
              <a:gd name="connsiteX14" fmla="*/ 1059152 w 1619250"/>
              <a:gd name="connsiteY14" fmla="*/ 1112568 h 1619250"/>
              <a:gd name="connsiteX15" fmla="*/ 1192789 w 1619250"/>
              <a:gd name="connsiteY15" fmla="*/ 1237817 h 1619250"/>
              <a:gd name="connsiteX16" fmla="*/ 1083971 w 1619250"/>
              <a:gd name="connsiteY16" fmla="*/ 1237817 h 1619250"/>
              <a:gd name="connsiteX17" fmla="*/ 1047752 w 1619250"/>
              <a:gd name="connsiteY17" fmla="*/ 1260505 h 1619250"/>
              <a:gd name="connsiteX18" fmla="*/ 1047752 w 1619250"/>
              <a:gd name="connsiteY18" fmla="*/ 1262872 h 1619250"/>
              <a:gd name="connsiteX19" fmla="*/ 1083971 w 1619250"/>
              <a:gd name="connsiteY19" fmla="*/ 1285561 h 1619250"/>
              <a:gd name="connsiteX20" fmla="*/ 1190737 w 1619250"/>
              <a:gd name="connsiteY20" fmla="*/ 1285561 h 1619250"/>
              <a:gd name="connsiteX21" fmla="*/ 1190627 w 1619250"/>
              <a:gd name="connsiteY21" fmla="*/ 1285875 h 1619250"/>
              <a:gd name="connsiteX22" fmla="*/ 1190860 w 1619250"/>
              <a:gd name="connsiteY22" fmla="*/ 1333500 h 1619250"/>
              <a:gd name="connsiteX23" fmla="*/ 1119188 w 1619250"/>
              <a:gd name="connsiteY23" fmla="*/ 1333500 h 1619250"/>
              <a:gd name="connsiteX24" fmla="*/ 1095375 w 1619250"/>
              <a:gd name="connsiteY24" fmla="*/ 1357313 h 1619250"/>
              <a:gd name="connsiteX25" fmla="*/ 1119188 w 1619250"/>
              <a:gd name="connsiteY25" fmla="*/ 1381125 h 1619250"/>
              <a:gd name="connsiteX26" fmla="*/ 1191092 w 1619250"/>
              <a:gd name="connsiteY26" fmla="*/ 1381125 h 1619250"/>
              <a:gd name="connsiteX27" fmla="*/ 1191358 w 1619250"/>
              <a:gd name="connsiteY27" fmla="*/ 1435393 h 1619250"/>
              <a:gd name="connsiteX28" fmla="*/ 1238250 w 1619250"/>
              <a:gd name="connsiteY28" fmla="*/ 1476375 h 1619250"/>
              <a:gd name="connsiteX29" fmla="*/ 1285142 w 1619250"/>
              <a:gd name="connsiteY29" fmla="*/ 1435393 h 1619250"/>
              <a:gd name="connsiteX30" fmla="*/ 1285408 w 1619250"/>
              <a:gd name="connsiteY30" fmla="*/ 1381125 h 1619250"/>
              <a:gd name="connsiteX31" fmla="*/ 1357313 w 1619250"/>
              <a:gd name="connsiteY31" fmla="*/ 1381125 h 1619250"/>
              <a:gd name="connsiteX32" fmla="*/ 1381125 w 1619250"/>
              <a:gd name="connsiteY32" fmla="*/ 1357313 h 1619250"/>
              <a:gd name="connsiteX33" fmla="*/ 1357313 w 1619250"/>
              <a:gd name="connsiteY33" fmla="*/ 1333500 h 1619250"/>
              <a:gd name="connsiteX34" fmla="*/ 1285643 w 1619250"/>
              <a:gd name="connsiteY34" fmla="*/ 1333500 h 1619250"/>
              <a:gd name="connsiteX35" fmla="*/ 1285875 w 1619250"/>
              <a:gd name="connsiteY35" fmla="*/ 1285875 h 1619250"/>
              <a:gd name="connsiteX36" fmla="*/ 1285765 w 1619250"/>
              <a:gd name="connsiteY36" fmla="*/ 1285561 h 1619250"/>
              <a:gd name="connsiteX37" fmla="*/ 1392536 w 1619250"/>
              <a:gd name="connsiteY37" fmla="*/ 1285561 h 1619250"/>
              <a:gd name="connsiteX38" fmla="*/ 1428756 w 1619250"/>
              <a:gd name="connsiteY38" fmla="*/ 1262872 h 1619250"/>
              <a:gd name="connsiteX39" fmla="*/ 1428756 w 1619250"/>
              <a:gd name="connsiteY39" fmla="*/ 1260505 h 1619250"/>
              <a:gd name="connsiteX40" fmla="*/ 762000 w 1619250"/>
              <a:gd name="connsiteY40" fmla="*/ 1238250 h 1619250"/>
              <a:gd name="connsiteX41" fmla="*/ 771562 w 1619250"/>
              <a:gd name="connsiteY41" fmla="*/ 1333500 h 1619250"/>
              <a:gd name="connsiteX42" fmla="*/ 190500 w 1619250"/>
              <a:gd name="connsiteY42" fmla="*/ 1333500 h 1619250"/>
              <a:gd name="connsiteX43" fmla="*/ 0 w 1619250"/>
              <a:gd name="connsiteY43" fmla="*/ 1143000 h 1619250"/>
              <a:gd name="connsiteX44" fmla="*/ 0 w 1619250"/>
              <a:gd name="connsiteY44" fmla="*/ 190500 h 1619250"/>
              <a:gd name="connsiteX45" fmla="*/ 190500 w 1619250"/>
              <a:gd name="connsiteY45" fmla="*/ 0 h 1619250"/>
              <a:gd name="connsiteX46" fmla="*/ 1143000 w 1619250"/>
              <a:gd name="connsiteY46" fmla="*/ 0 h 1619250"/>
              <a:gd name="connsiteX47" fmla="*/ 1333500 w 1619250"/>
              <a:gd name="connsiteY47" fmla="*/ 190500 h 1619250"/>
              <a:gd name="connsiteX48" fmla="*/ 1333500 w 1619250"/>
              <a:gd name="connsiteY48" fmla="*/ 771562 h 1619250"/>
              <a:gd name="connsiteX49" fmla="*/ 1238250 w 1619250"/>
              <a:gd name="connsiteY49" fmla="*/ 762000 h 1619250"/>
              <a:gd name="connsiteX50" fmla="*/ 762000 w 1619250"/>
              <a:gd name="connsiteY50" fmla="*/ 1238250 h 1619250"/>
              <a:gd name="connsiteX51" fmla="*/ 1007235 w 1619250"/>
              <a:gd name="connsiteY51" fmla="*/ 267952 h 1619250"/>
              <a:gd name="connsiteX52" fmla="*/ 906203 w 1619250"/>
              <a:gd name="connsiteY52" fmla="*/ 267952 h 1619250"/>
              <a:gd name="connsiteX53" fmla="*/ 518932 w 1619250"/>
              <a:gd name="connsiteY53" fmla="*/ 655220 h 1619250"/>
              <a:gd name="connsiteX54" fmla="*/ 367390 w 1619250"/>
              <a:gd name="connsiteY54" fmla="*/ 503681 h 1619250"/>
              <a:gd name="connsiteX55" fmla="*/ 266363 w 1619250"/>
              <a:gd name="connsiteY55" fmla="*/ 503681 h 1619250"/>
              <a:gd name="connsiteX56" fmla="*/ 266363 w 1619250"/>
              <a:gd name="connsiteY56" fmla="*/ 604707 h 1619250"/>
              <a:gd name="connsiteX57" fmla="*/ 468418 w 1619250"/>
              <a:gd name="connsiteY57" fmla="*/ 806766 h 1619250"/>
              <a:gd name="connsiteX58" fmla="*/ 569450 w 1619250"/>
              <a:gd name="connsiteY58" fmla="*/ 806766 h 1619250"/>
              <a:gd name="connsiteX59" fmla="*/ 1007237 w 1619250"/>
              <a:gd name="connsiteY59" fmla="*/ 368978 h 1619250"/>
              <a:gd name="connsiteX60" fmla="*/ 1007235 w 1619250"/>
              <a:gd name="connsiteY60" fmla="*/ 267952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619250" h="1619250">
                <a:moveTo>
                  <a:pt x="1238250" y="1619250"/>
                </a:moveTo>
                <a:cubicBezTo>
                  <a:pt x="1027828" y="1619250"/>
                  <a:pt x="857250" y="1448671"/>
                  <a:pt x="857250" y="1238250"/>
                </a:cubicBezTo>
                <a:cubicBezTo>
                  <a:pt x="857250" y="1027829"/>
                  <a:pt x="1027829" y="857250"/>
                  <a:pt x="1238250" y="857250"/>
                </a:cubicBezTo>
                <a:cubicBezTo>
                  <a:pt x="1448671" y="857250"/>
                  <a:pt x="1619250" y="1027829"/>
                  <a:pt x="1619250" y="1238250"/>
                </a:cubicBezTo>
                <a:cubicBezTo>
                  <a:pt x="1619250" y="1448671"/>
                  <a:pt x="1448671" y="1619250"/>
                  <a:pt x="1238250" y="1619250"/>
                </a:cubicBezTo>
                <a:close/>
                <a:moveTo>
                  <a:pt x="1428756" y="1260505"/>
                </a:moveTo>
                <a:cubicBezTo>
                  <a:pt x="1428756" y="1247976"/>
                  <a:pt x="1412535" y="1237817"/>
                  <a:pt x="1392536" y="1237817"/>
                </a:cubicBezTo>
                <a:lnTo>
                  <a:pt x="1282856" y="1237817"/>
                </a:lnTo>
                <a:lnTo>
                  <a:pt x="1416492" y="1112568"/>
                </a:lnTo>
                <a:cubicBezTo>
                  <a:pt x="1432517" y="1097567"/>
                  <a:pt x="1432471" y="1073192"/>
                  <a:pt x="1416379" y="1058133"/>
                </a:cubicBezTo>
                <a:cubicBezTo>
                  <a:pt x="1400290" y="1043073"/>
                  <a:pt x="1374255" y="1043027"/>
                  <a:pt x="1358228" y="1058029"/>
                </a:cubicBezTo>
                <a:lnTo>
                  <a:pt x="1237822" y="1170881"/>
                </a:lnTo>
                <a:lnTo>
                  <a:pt x="1117416" y="1058029"/>
                </a:lnTo>
                <a:cubicBezTo>
                  <a:pt x="1101386" y="1043027"/>
                  <a:pt x="1075354" y="1043075"/>
                  <a:pt x="1059262" y="1058133"/>
                </a:cubicBezTo>
                <a:cubicBezTo>
                  <a:pt x="1043174" y="1073192"/>
                  <a:pt x="1043122" y="1097567"/>
                  <a:pt x="1059152" y="1112568"/>
                </a:cubicBezTo>
                <a:lnTo>
                  <a:pt x="1192789" y="1237817"/>
                </a:lnTo>
                <a:lnTo>
                  <a:pt x="1083971" y="1237817"/>
                </a:lnTo>
                <a:cubicBezTo>
                  <a:pt x="1063963" y="1237817"/>
                  <a:pt x="1047752" y="1247974"/>
                  <a:pt x="1047752" y="1260505"/>
                </a:cubicBezTo>
                <a:lnTo>
                  <a:pt x="1047752" y="1262872"/>
                </a:lnTo>
                <a:cubicBezTo>
                  <a:pt x="1047752" y="1275407"/>
                  <a:pt x="1063963" y="1285561"/>
                  <a:pt x="1083971" y="1285561"/>
                </a:cubicBezTo>
                <a:lnTo>
                  <a:pt x="1190737" y="1285561"/>
                </a:lnTo>
                <a:cubicBezTo>
                  <a:pt x="1190737" y="1285689"/>
                  <a:pt x="1190627" y="1285747"/>
                  <a:pt x="1190627" y="1285875"/>
                </a:cubicBezTo>
                <a:lnTo>
                  <a:pt x="1190860" y="1333500"/>
                </a:lnTo>
                <a:lnTo>
                  <a:pt x="1119188" y="1333500"/>
                </a:lnTo>
                <a:cubicBezTo>
                  <a:pt x="1106033" y="1333500"/>
                  <a:pt x="1095375" y="1344158"/>
                  <a:pt x="1095375" y="1357313"/>
                </a:cubicBezTo>
                <a:cubicBezTo>
                  <a:pt x="1095375" y="1370467"/>
                  <a:pt x="1106033" y="1381125"/>
                  <a:pt x="1119188" y="1381125"/>
                </a:cubicBezTo>
                <a:lnTo>
                  <a:pt x="1191092" y="1381125"/>
                </a:lnTo>
                <a:lnTo>
                  <a:pt x="1191358" y="1435393"/>
                </a:lnTo>
                <a:cubicBezTo>
                  <a:pt x="1191358" y="1458025"/>
                  <a:pt x="1212350" y="1476375"/>
                  <a:pt x="1238250" y="1476375"/>
                </a:cubicBezTo>
                <a:cubicBezTo>
                  <a:pt x="1264148" y="1476375"/>
                  <a:pt x="1285142" y="1458025"/>
                  <a:pt x="1285142" y="1435393"/>
                </a:cubicBezTo>
                <a:lnTo>
                  <a:pt x="1285408" y="1381125"/>
                </a:lnTo>
                <a:lnTo>
                  <a:pt x="1357313" y="1381125"/>
                </a:lnTo>
                <a:cubicBezTo>
                  <a:pt x="1370462" y="1381125"/>
                  <a:pt x="1381125" y="1370467"/>
                  <a:pt x="1381125" y="1357313"/>
                </a:cubicBezTo>
                <a:cubicBezTo>
                  <a:pt x="1381125" y="1344158"/>
                  <a:pt x="1370462" y="1333500"/>
                  <a:pt x="1357313" y="1333500"/>
                </a:cubicBezTo>
                <a:lnTo>
                  <a:pt x="1285643" y="1333500"/>
                </a:lnTo>
                <a:lnTo>
                  <a:pt x="1285875" y="1285875"/>
                </a:lnTo>
                <a:cubicBezTo>
                  <a:pt x="1285875" y="1285747"/>
                  <a:pt x="1285765" y="1285689"/>
                  <a:pt x="1285765" y="1285561"/>
                </a:cubicBezTo>
                <a:lnTo>
                  <a:pt x="1392536" y="1285561"/>
                </a:lnTo>
                <a:cubicBezTo>
                  <a:pt x="1412533" y="1285561"/>
                  <a:pt x="1428756" y="1275407"/>
                  <a:pt x="1428756" y="1262872"/>
                </a:cubicBezTo>
                <a:lnTo>
                  <a:pt x="1428756" y="1260505"/>
                </a:lnTo>
                <a:close/>
                <a:moveTo>
                  <a:pt x="762000" y="1238250"/>
                </a:moveTo>
                <a:cubicBezTo>
                  <a:pt x="762000" y="1270873"/>
                  <a:pt x="765315" y="1302721"/>
                  <a:pt x="771562" y="1333500"/>
                </a:cubicBezTo>
                <a:lnTo>
                  <a:pt x="190500" y="1333500"/>
                </a:lnTo>
                <a:cubicBezTo>
                  <a:pt x="85286" y="1333500"/>
                  <a:pt x="0" y="1248214"/>
                  <a:pt x="0" y="1143000"/>
                </a:cubicBezTo>
                <a:lnTo>
                  <a:pt x="0" y="190500"/>
                </a:lnTo>
                <a:cubicBezTo>
                  <a:pt x="0" y="85292"/>
                  <a:pt x="85286" y="0"/>
                  <a:pt x="190500" y="0"/>
                </a:cubicBezTo>
                <a:lnTo>
                  <a:pt x="1143000" y="0"/>
                </a:lnTo>
                <a:cubicBezTo>
                  <a:pt x="1248209" y="0"/>
                  <a:pt x="1333500" y="85292"/>
                  <a:pt x="1333500" y="190500"/>
                </a:cubicBezTo>
                <a:lnTo>
                  <a:pt x="1333500" y="771562"/>
                </a:lnTo>
                <a:cubicBezTo>
                  <a:pt x="1302150" y="765198"/>
                  <a:pt x="1270240" y="761994"/>
                  <a:pt x="1238250" y="762000"/>
                </a:cubicBezTo>
                <a:cubicBezTo>
                  <a:pt x="975222" y="762000"/>
                  <a:pt x="762000" y="975222"/>
                  <a:pt x="762000" y="1238250"/>
                </a:cubicBezTo>
                <a:close/>
                <a:moveTo>
                  <a:pt x="1007235" y="267952"/>
                </a:moveTo>
                <a:cubicBezTo>
                  <a:pt x="979336" y="240054"/>
                  <a:pt x="934103" y="240054"/>
                  <a:pt x="906203" y="267952"/>
                </a:cubicBezTo>
                <a:lnTo>
                  <a:pt x="518932" y="655220"/>
                </a:lnTo>
                <a:lnTo>
                  <a:pt x="367390" y="503681"/>
                </a:lnTo>
                <a:cubicBezTo>
                  <a:pt x="339492" y="475783"/>
                  <a:pt x="294261" y="475783"/>
                  <a:pt x="266363" y="503681"/>
                </a:cubicBezTo>
                <a:cubicBezTo>
                  <a:pt x="238465" y="531579"/>
                  <a:pt x="238465" y="576809"/>
                  <a:pt x="266363" y="604707"/>
                </a:cubicBezTo>
                <a:lnTo>
                  <a:pt x="468418" y="806766"/>
                </a:lnTo>
                <a:cubicBezTo>
                  <a:pt x="496316" y="834665"/>
                  <a:pt x="541550" y="834665"/>
                  <a:pt x="569450" y="806766"/>
                </a:cubicBezTo>
                <a:lnTo>
                  <a:pt x="1007237" y="368978"/>
                </a:lnTo>
                <a:cubicBezTo>
                  <a:pt x="1035129" y="341081"/>
                  <a:pt x="1035129" y="295846"/>
                  <a:pt x="1007235" y="267952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Rectangle 75+"/>
          <p:cNvSpPr/>
          <p:nvPr/>
        </p:nvSpPr>
        <p:spPr>
          <a:xfrm>
            <a:off x="7001536" y="873125"/>
            <a:ext cx="4755587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Rectangle 75++"/>
          <p:cNvSpPr/>
          <p:nvPr/>
        </p:nvSpPr>
        <p:spPr>
          <a:xfrm>
            <a:off x="7001536" y="873125"/>
            <a:ext cx="4755587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8" name="TextBox 94+"/>
          <p:cNvSpPr txBox="1"/>
          <p:nvPr/>
        </p:nvSpPr>
        <p:spPr>
          <a:xfrm>
            <a:off x="7994335" y="976687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各季度不同产品的利润占比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7117152" y="1460810"/>
          <a:ext cx="4524354" cy="226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0" name="Rectangle 75++"/>
          <p:cNvSpPr/>
          <p:nvPr/>
        </p:nvSpPr>
        <p:spPr>
          <a:xfrm>
            <a:off x="6987297" y="3915686"/>
            <a:ext cx="4761791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Rectangle 75+++"/>
          <p:cNvSpPr/>
          <p:nvPr/>
        </p:nvSpPr>
        <p:spPr>
          <a:xfrm>
            <a:off x="6987297" y="3915686"/>
            <a:ext cx="4761791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94++"/>
          <p:cNvSpPr txBox="1"/>
          <p:nvPr/>
        </p:nvSpPr>
        <p:spPr>
          <a:xfrm>
            <a:off x="8675695" y="401924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月度营收波动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3" name="图表 72"/>
          <p:cNvGraphicFramePr/>
          <p:nvPr/>
        </p:nvGraphicFramePr>
        <p:xfrm>
          <a:off x="7117926" y="4521499"/>
          <a:ext cx="4515546" cy="19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4" name="Rectangle 75++"/>
          <p:cNvSpPr/>
          <p:nvPr/>
        </p:nvSpPr>
        <p:spPr>
          <a:xfrm>
            <a:off x="2687272" y="3913419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TextBox 94+"/>
          <p:cNvSpPr txBox="1"/>
          <p:nvPr/>
        </p:nvSpPr>
        <p:spPr>
          <a:xfrm>
            <a:off x="4030670" y="401698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季度利润波动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7" name="图表 76"/>
          <p:cNvGraphicFramePr/>
          <p:nvPr/>
        </p:nvGraphicFramePr>
        <p:xfrm>
          <a:off x="2592345" y="4509544"/>
          <a:ext cx="4435248" cy="192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2" name="图形 49"/>
          <p:cNvSpPr>
            <a:spLocks noChangeAspect="1"/>
          </p:cNvSpPr>
          <p:nvPr/>
        </p:nvSpPr>
        <p:spPr>
          <a:xfrm>
            <a:off x="1861597" y="5554627"/>
            <a:ext cx="216000" cy="215979"/>
          </a:xfrm>
          <a:custGeom>
            <a:avLst/>
            <a:gdLst>
              <a:gd name="connsiteX0" fmla="*/ 836895 w 1855479"/>
              <a:gd name="connsiteY0" fmla="*/ 362912 h 1855308"/>
              <a:gd name="connsiteX1" fmla="*/ 1025957 w 1855479"/>
              <a:gd name="connsiteY1" fmla="*/ 543468 h 1855308"/>
              <a:gd name="connsiteX2" fmla="*/ 1025490 w 1855479"/>
              <a:gd name="connsiteY2" fmla="*/ 543858 h 1855308"/>
              <a:gd name="connsiteX3" fmla="*/ 1081507 w 1855479"/>
              <a:gd name="connsiteY3" fmla="*/ 597294 h 1855308"/>
              <a:gd name="connsiteX4" fmla="*/ 1081897 w 1855479"/>
              <a:gd name="connsiteY4" fmla="*/ 596979 h 1855308"/>
              <a:gd name="connsiteX5" fmla="*/ 1083526 w 1855479"/>
              <a:gd name="connsiteY5" fmla="*/ 598532 h 1855308"/>
              <a:gd name="connsiteX6" fmla="*/ 1103976 w 1855479"/>
              <a:gd name="connsiteY6" fmla="*/ 577348 h 1855308"/>
              <a:gd name="connsiteX7" fmla="*/ 1661893 w 1855479"/>
              <a:gd name="connsiteY7" fmla="*/ 186709 h 1855308"/>
              <a:gd name="connsiteX8" fmla="*/ 1661893 w 1855479"/>
              <a:gd name="connsiteY8" fmla="*/ 366017 h 1855308"/>
              <a:gd name="connsiteX9" fmla="*/ 1739379 w 1855479"/>
              <a:gd name="connsiteY9" fmla="*/ 366017 h 1855308"/>
              <a:gd name="connsiteX10" fmla="*/ 1739379 w 1855479"/>
              <a:gd name="connsiteY10" fmla="*/ 65370 h 1855308"/>
              <a:gd name="connsiteX11" fmla="*/ 1737598 w 1855479"/>
              <a:gd name="connsiteY11" fmla="*/ 65370 h 1855308"/>
              <a:gd name="connsiteX12" fmla="*/ 1737598 w 1855479"/>
              <a:gd name="connsiteY12" fmla="*/ 53921 h 1855308"/>
              <a:gd name="connsiteX13" fmla="*/ 1431550 w 1855479"/>
              <a:gd name="connsiteY13" fmla="*/ 53921 h 1855308"/>
              <a:gd name="connsiteX14" fmla="*/ 1431550 w 1855479"/>
              <a:gd name="connsiteY14" fmla="*/ 131245 h 1855308"/>
              <a:gd name="connsiteX15" fmla="*/ 1608134 w 1855479"/>
              <a:gd name="connsiteY15" fmla="*/ 131245 h 1855308"/>
              <a:gd name="connsiteX16" fmla="*/ 1083764 w 1855479"/>
              <a:gd name="connsiteY16" fmla="*/ 491728 h 1855308"/>
              <a:gd name="connsiteX17" fmla="*/ 853707 w 1855479"/>
              <a:gd name="connsiteY17" fmla="*/ 271901 h 1855308"/>
              <a:gd name="connsiteX18" fmla="*/ 839067 w 1855479"/>
              <a:gd name="connsiteY18" fmla="*/ 255975 h 1855308"/>
              <a:gd name="connsiteX19" fmla="*/ 256184 w 1855479"/>
              <a:gd name="connsiteY19" fmla="*/ 693001 h 1855308"/>
              <a:gd name="connsiteX20" fmla="*/ 308562 w 1855479"/>
              <a:gd name="connsiteY20" fmla="*/ 749913 h 1855308"/>
              <a:gd name="connsiteX21" fmla="*/ 836895 w 1855479"/>
              <a:gd name="connsiteY21" fmla="*/ 362912 h 1855308"/>
              <a:gd name="connsiteX22" fmla="*/ 1783090 w 1855479"/>
              <a:gd name="connsiteY22" fmla="*/ 1705994 h 1855308"/>
              <a:gd name="connsiteX23" fmla="*/ 1782004 w 1855479"/>
              <a:gd name="connsiteY23" fmla="*/ 1706147 h 1855308"/>
              <a:gd name="connsiteX24" fmla="*/ 1782004 w 1855479"/>
              <a:gd name="connsiteY24" fmla="*/ 1699422 h 1855308"/>
              <a:gd name="connsiteX25" fmla="*/ 154962 w 1855479"/>
              <a:gd name="connsiteY25" fmla="*/ 1699422 h 1855308"/>
              <a:gd name="connsiteX26" fmla="*/ 154962 w 1855479"/>
              <a:gd name="connsiteY26" fmla="*/ 86763 h 1855308"/>
              <a:gd name="connsiteX27" fmla="*/ 156200 w 1855479"/>
              <a:gd name="connsiteY27" fmla="*/ 74619 h 1855308"/>
              <a:gd name="connsiteX28" fmla="*/ 81439 w 1855479"/>
              <a:gd name="connsiteY28" fmla="*/ 0 h 1855308"/>
              <a:gd name="connsiteX29" fmla="*/ 6658 w 1855479"/>
              <a:gd name="connsiteY29" fmla="*/ 74609 h 1855308"/>
              <a:gd name="connsiteX30" fmla="*/ 6658 w 1855479"/>
              <a:gd name="connsiteY30" fmla="*/ 74619 h 1855308"/>
              <a:gd name="connsiteX31" fmla="*/ 6734 w 1855479"/>
              <a:gd name="connsiteY31" fmla="*/ 75705 h 1855308"/>
              <a:gd name="connsiteX32" fmla="*/ 0 w 1855479"/>
              <a:gd name="connsiteY32" fmla="*/ 75705 h 1855308"/>
              <a:gd name="connsiteX33" fmla="*/ 0 w 1855479"/>
              <a:gd name="connsiteY33" fmla="*/ 1784014 h 1855308"/>
              <a:gd name="connsiteX34" fmla="*/ 1391 w 1855479"/>
              <a:gd name="connsiteY34" fmla="*/ 1784014 h 1855308"/>
              <a:gd name="connsiteX35" fmla="*/ 75543 w 1855479"/>
              <a:gd name="connsiteY35" fmla="*/ 1855308 h 1855308"/>
              <a:gd name="connsiteX36" fmla="*/ 87706 w 1855479"/>
              <a:gd name="connsiteY36" fmla="*/ 1854070 h 1855308"/>
              <a:gd name="connsiteX37" fmla="*/ 1770840 w 1855479"/>
              <a:gd name="connsiteY37" fmla="*/ 1854070 h 1855308"/>
              <a:gd name="connsiteX38" fmla="*/ 1783004 w 1855479"/>
              <a:gd name="connsiteY38" fmla="*/ 1855308 h 1855308"/>
              <a:gd name="connsiteX39" fmla="*/ 1855441 w 1855479"/>
              <a:gd name="connsiteY39" fmla="*/ 1778289 h 1855308"/>
              <a:gd name="connsiteX40" fmla="*/ 1783090 w 1855479"/>
              <a:gd name="connsiteY40" fmla="*/ 1705994 h 1855308"/>
              <a:gd name="connsiteX41" fmla="*/ 1720901 w 1855479"/>
              <a:gd name="connsiteY41" fmla="*/ 616763 h 1855308"/>
              <a:gd name="connsiteX42" fmla="*/ 1328738 w 1855479"/>
              <a:gd name="connsiteY42" fmla="*/ 616763 h 1855308"/>
              <a:gd name="connsiteX43" fmla="*/ 1308611 w 1855479"/>
              <a:gd name="connsiteY43" fmla="*/ 636822 h 1855308"/>
              <a:gd name="connsiteX44" fmla="*/ 1308611 w 1855479"/>
              <a:gd name="connsiteY44" fmla="*/ 1579521 h 1855308"/>
              <a:gd name="connsiteX45" fmla="*/ 1328737 w 1855479"/>
              <a:gd name="connsiteY45" fmla="*/ 1599581 h 1855308"/>
              <a:gd name="connsiteX46" fmla="*/ 1720901 w 1855479"/>
              <a:gd name="connsiteY46" fmla="*/ 1599581 h 1855308"/>
              <a:gd name="connsiteX47" fmla="*/ 1741027 w 1855479"/>
              <a:gd name="connsiteY47" fmla="*/ 1579521 h 1855308"/>
              <a:gd name="connsiteX48" fmla="*/ 1741027 w 1855479"/>
              <a:gd name="connsiteY48" fmla="*/ 636822 h 1855308"/>
              <a:gd name="connsiteX49" fmla="*/ 1720901 w 1855479"/>
              <a:gd name="connsiteY49" fmla="*/ 616763 h 1855308"/>
              <a:gd name="connsiteX50" fmla="*/ 800233 w 1855479"/>
              <a:gd name="connsiteY50" fmla="*/ 867480 h 1855308"/>
              <a:gd name="connsiteX51" fmla="*/ 780107 w 1855479"/>
              <a:gd name="connsiteY51" fmla="*/ 887540 h 1855308"/>
              <a:gd name="connsiteX52" fmla="*/ 780107 w 1855479"/>
              <a:gd name="connsiteY52" fmla="*/ 1579521 h 1855308"/>
              <a:gd name="connsiteX53" fmla="*/ 800233 w 1855479"/>
              <a:gd name="connsiteY53" fmla="*/ 1599581 h 1855308"/>
              <a:gd name="connsiteX54" fmla="*/ 1192397 w 1855479"/>
              <a:gd name="connsiteY54" fmla="*/ 1599581 h 1855308"/>
              <a:gd name="connsiteX55" fmla="*/ 1212523 w 1855479"/>
              <a:gd name="connsiteY55" fmla="*/ 1579521 h 1855308"/>
              <a:gd name="connsiteX56" fmla="*/ 1212523 w 1855479"/>
              <a:gd name="connsiteY56" fmla="*/ 887540 h 1855308"/>
              <a:gd name="connsiteX57" fmla="*/ 1192397 w 1855479"/>
              <a:gd name="connsiteY57" fmla="*/ 867480 h 1855308"/>
              <a:gd name="connsiteX58" fmla="*/ 800233 w 1855479"/>
              <a:gd name="connsiteY58" fmla="*/ 867480 h 1855308"/>
              <a:gd name="connsiteX59" fmla="*/ 271720 w 1855479"/>
              <a:gd name="connsiteY59" fmla="*/ 1599571 h 1855308"/>
              <a:gd name="connsiteX60" fmla="*/ 663883 w 1855479"/>
              <a:gd name="connsiteY60" fmla="*/ 1599571 h 1855308"/>
              <a:gd name="connsiteX61" fmla="*/ 684009 w 1855479"/>
              <a:gd name="connsiteY61" fmla="*/ 1579512 h 1855308"/>
              <a:gd name="connsiteX62" fmla="*/ 684009 w 1855479"/>
              <a:gd name="connsiteY62" fmla="*/ 1138247 h 1855308"/>
              <a:gd name="connsiteX63" fmla="*/ 663883 w 1855479"/>
              <a:gd name="connsiteY63" fmla="*/ 1118187 h 1855308"/>
              <a:gd name="connsiteX64" fmla="*/ 271720 w 1855479"/>
              <a:gd name="connsiteY64" fmla="*/ 1118187 h 1855308"/>
              <a:gd name="connsiteX65" fmla="*/ 251593 w 1855479"/>
              <a:gd name="connsiteY65" fmla="*/ 1138247 h 1855308"/>
              <a:gd name="connsiteX66" fmla="*/ 251593 w 1855479"/>
              <a:gd name="connsiteY66" fmla="*/ 1579512 h 1855308"/>
              <a:gd name="connsiteX67" fmla="*/ 271720 w 1855479"/>
              <a:gd name="connsiteY67" fmla="*/ 1599571 h 1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55479" h="1855308">
                <a:moveTo>
                  <a:pt x="836895" y="362912"/>
                </a:moveTo>
                <a:lnTo>
                  <a:pt x="1025957" y="543468"/>
                </a:lnTo>
                <a:lnTo>
                  <a:pt x="1025490" y="543858"/>
                </a:lnTo>
                <a:lnTo>
                  <a:pt x="1081507" y="597294"/>
                </a:lnTo>
                <a:lnTo>
                  <a:pt x="1081897" y="596979"/>
                </a:lnTo>
                <a:lnTo>
                  <a:pt x="1083526" y="598532"/>
                </a:lnTo>
                <a:lnTo>
                  <a:pt x="1103976" y="577348"/>
                </a:lnTo>
                <a:lnTo>
                  <a:pt x="1661893" y="186709"/>
                </a:lnTo>
                <a:lnTo>
                  <a:pt x="1661893" y="366017"/>
                </a:lnTo>
                <a:lnTo>
                  <a:pt x="1739379" y="366017"/>
                </a:lnTo>
                <a:lnTo>
                  <a:pt x="1739379" y="65370"/>
                </a:lnTo>
                <a:lnTo>
                  <a:pt x="1737598" y="65370"/>
                </a:lnTo>
                <a:lnTo>
                  <a:pt x="1737598" y="53921"/>
                </a:lnTo>
                <a:lnTo>
                  <a:pt x="1431550" y="53921"/>
                </a:lnTo>
                <a:lnTo>
                  <a:pt x="1431550" y="131245"/>
                </a:lnTo>
                <a:lnTo>
                  <a:pt x="1608134" y="131245"/>
                </a:lnTo>
                <a:lnTo>
                  <a:pt x="1083764" y="491728"/>
                </a:lnTo>
                <a:lnTo>
                  <a:pt x="853707" y="271901"/>
                </a:lnTo>
                <a:lnTo>
                  <a:pt x="839067" y="255975"/>
                </a:lnTo>
                <a:lnTo>
                  <a:pt x="256184" y="693001"/>
                </a:lnTo>
                <a:lnTo>
                  <a:pt x="308562" y="749913"/>
                </a:lnTo>
                <a:lnTo>
                  <a:pt x="836895" y="362912"/>
                </a:lnTo>
                <a:close/>
                <a:moveTo>
                  <a:pt x="1783090" y="1705994"/>
                </a:moveTo>
                <a:lnTo>
                  <a:pt x="1782004" y="1706147"/>
                </a:lnTo>
                <a:lnTo>
                  <a:pt x="1782004" y="1699422"/>
                </a:lnTo>
                <a:lnTo>
                  <a:pt x="154962" y="1699422"/>
                </a:lnTo>
                <a:lnTo>
                  <a:pt x="154962" y="86763"/>
                </a:lnTo>
                <a:cubicBezTo>
                  <a:pt x="155696" y="82753"/>
                  <a:pt x="156115" y="78696"/>
                  <a:pt x="156200" y="74619"/>
                </a:cubicBezTo>
                <a:cubicBezTo>
                  <a:pt x="156200" y="33414"/>
                  <a:pt x="122730" y="0"/>
                  <a:pt x="81439" y="0"/>
                </a:cubicBezTo>
                <a:cubicBezTo>
                  <a:pt x="40148" y="0"/>
                  <a:pt x="6668" y="33395"/>
                  <a:pt x="6658" y="74609"/>
                </a:cubicBezTo>
                <a:lnTo>
                  <a:pt x="6658" y="74619"/>
                </a:lnTo>
                <a:lnTo>
                  <a:pt x="6734" y="75705"/>
                </a:lnTo>
                <a:lnTo>
                  <a:pt x="0" y="75705"/>
                </a:lnTo>
                <a:lnTo>
                  <a:pt x="0" y="1784014"/>
                </a:lnTo>
                <a:lnTo>
                  <a:pt x="1391" y="1784014"/>
                </a:lnTo>
                <a:cubicBezTo>
                  <a:pt x="2972" y="1823771"/>
                  <a:pt x="35671" y="1855213"/>
                  <a:pt x="75543" y="1855308"/>
                </a:cubicBezTo>
                <a:cubicBezTo>
                  <a:pt x="79629" y="1855251"/>
                  <a:pt x="83696" y="1854832"/>
                  <a:pt x="87706" y="1854070"/>
                </a:cubicBezTo>
                <a:lnTo>
                  <a:pt x="1770840" y="1854070"/>
                </a:lnTo>
                <a:cubicBezTo>
                  <a:pt x="1774850" y="1854832"/>
                  <a:pt x="1778927" y="1855251"/>
                  <a:pt x="1783004" y="1855308"/>
                </a:cubicBezTo>
                <a:cubicBezTo>
                  <a:pt x="1824323" y="1854003"/>
                  <a:pt x="1856756" y="1819523"/>
                  <a:pt x="1855441" y="1778289"/>
                </a:cubicBezTo>
                <a:cubicBezTo>
                  <a:pt x="1854203" y="1738922"/>
                  <a:pt x="1822533" y="1707280"/>
                  <a:pt x="1783090" y="1705994"/>
                </a:cubicBezTo>
                <a:close/>
                <a:moveTo>
                  <a:pt x="1720901" y="616763"/>
                </a:moveTo>
                <a:lnTo>
                  <a:pt x="1328738" y="616763"/>
                </a:lnTo>
                <a:cubicBezTo>
                  <a:pt x="1317642" y="616747"/>
                  <a:pt x="1308632" y="625726"/>
                  <a:pt x="1308611" y="636822"/>
                </a:cubicBezTo>
                <a:lnTo>
                  <a:pt x="1308611" y="1579521"/>
                </a:lnTo>
                <a:cubicBezTo>
                  <a:pt x="1308632" y="1590617"/>
                  <a:pt x="1317642" y="1599597"/>
                  <a:pt x="1328737" y="1599581"/>
                </a:cubicBezTo>
                <a:lnTo>
                  <a:pt x="1720901" y="1599581"/>
                </a:lnTo>
                <a:cubicBezTo>
                  <a:pt x="1731997" y="1599597"/>
                  <a:pt x="1741006" y="1590617"/>
                  <a:pt x="1741027" y="1579521"/>
                </a:cubicBezTo>
                <a:lnTo>
                  <a:pt x="1741027" y="636822"/>
                </a:lnTo>
                <a:cubicBezTo>
                  <a:pt x="1741006" y="625726"/>
                  <a:pt x="1731997" y="616747"/>
                  <a:pt x="1720901" y="616763"/>
                </a:cubicBezTo>
                <a:close/>
                <a:moveTo>
                  <a:pt x="800233" y="867480"/>
                </a:moveTo>
                <a:cubicBezTo>
                  <a:pt x="789137" y="867464"/>
                  <a:pt x="780128" y="876444"/>
                  <a:pt x="780107" y="887540"/>
                </a:cubicBezTo>
                <a:lnTo>
                  <a:pt x="780107" y="1579521"/>
                </a:lnTo>
                <a:cubicBezTo>
                  <a:pt x="780128" y="1590617"/>
                  <a:pt x="789137" y="1599597"/>
                  <a:pt x="800233" y="1599581"/>
                </a:cubicBezTo>
                <a:lnTo>
                  <a:pt x="1192397" y="1599581"/>
                </a:lnTo>
                <a:cubicBezTo>
                  <a:pt x="1203493" y="1599597"/>
                  <a:pt x="1212502" y="1590617"/>
                  <a:pt x="1212523" y="1579521"/>
                </a:cubicBezTo>
                <a:lnTo>
                  <a:pt x="1212523" y="887540"/>
                </a:lnTo>
                <a:cubicBezTo>
                  <a:pt x="1212502" y="876444"/>
                  <a:pt x="1203493" y="867464"/>
                  <a:pt x="1192397" y="867480"/>
                </a:cubicBezTo>
                <a:lnTo>
                  <a:pt x="800233" y="867480"/>
                </a:lnTo>
                <a:close/>
                <a:moveTo>
                  <a:pt x="271720" y="1599571"/>
                </a:moveTo>
                <a:lnTo>
                  <a:pt x="663883" y="1599571"/>
                </a:lnTo>
                <a:cubicBezTo>
                  <a:pt x="674979" y="1599587"/>
                  <a:pt x="683988" y="1590608"/>
                  <a:pt x="684009" y="1579512"/>
                </a:cubicBezTo>
                <a:lnTo>
                  <a:pt x="684009" y="1138247"/>
                </a:lnTo>
                <a:cubicBezTo>
                  <a:pt x="683988" y="1127151"/>
                  <a:pt x="674979" y="1118172"/>
                  <a:pt x="663883" y="1118187"/>
                </a:cubicBezTo>
                <a:lnTo>
                  <a:pt x="271720" y="1118187"/>
                </a:lnTo>
                <a:cubicBezTo>
                  <a:pt x="260624" y="1118172"/>
                  <a:pt x="251614" y="1127151"/>
                  <a:pt x="251593" y="1138247"/>
                </a:cubicBezTo>
                <a:lnTo>
                  <a:pt x="251593" y="1579512"/>
                </a:lnTo>
                <a:cubicBezTo>
                  <a:pt x="251593" y="1590599"/>
                  <a:pt x="260604" y="1599571"/>
                  <a:pt x="271720" y="159957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+"/>
          <p:cNvSpPr/>
          <p:nvPr/>
        </p:nvSpPr>
        <p:spPr>
          <a:xfrm>
            <a:off x="445963" y="2634345"/>
            <a:ext cx="6728074" cy="3860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3257" y="2634346"/>
            <a:ext cx="4372781" cy="389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998786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财务成本费用分析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3118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03611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5962" y="3178628"/>
          <a:ext cx="6734400" cy="3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80"/>
                <a:gridCol w="1346880"/>
                <a:gridCol w="1346880"/>
                <a:gridCol w="1346880"/>
                <a:gridCol w="1346880"/>
              </a:tblGrid>
              <a:tr h="41825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成本项目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占比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同比变化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预算差异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1,856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+5.2%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1,432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+8.7%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营销费用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785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15.0%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-2.3%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623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+12.5%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+4.3%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管理费用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387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财务费用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154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-1.8%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+0.7%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合计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5,237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100%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+10.3%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-3.5%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264402" y="3178628"/>
          <a:ext cx="4680856" cy="334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8528957" y="2634345"/>
            <a:ext cx="2061381" cy="394314"/>
            <a:chOff x="8528957" y="3291113"/>
            <a:chExt cx="2061381" cy="394314"/>
          </a:xfrm>
        </p:grpSpPr>
        <p:sp>
          <p:nvSpPr>
            <p:cNvPr id="19" name="任意多边形: 形状 18"/>
            <p:cNvSpPr/>
            <p:nvPr/>
          </p:nvSpPr>
          <p:spPr>
            <a:xfrm>
              <a:off x="8528957" y="3291113"/>
              <a:ext cx="2061381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67150" y="3349771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部门成本分析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83455" y="2634345"/>
            <a:ext cx="2453090" cy="394314"/>
            <a:chOff x="2387601" y="2634345"/>
            <a:chExt cx="2453090" cy="39431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387601" y="2634345"/>
              <a:ext cx="2453090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06233" y="2693003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成本费用明细表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42913" y="875592"/>
            <a:ext cx="2016125" cy="1523084"/>
            <a:chOff x="442913" y="908050"/>
            <a:chExt cx="2016125" cy="1523084"/>
          </a:xfrm>
        </p:grpSpPr>
        <p:sp>
          <p:nvSpPr>
            <p:cNvPr id="27" name="矩形 26"/>
            <p:cNvSpPr/>
            <p:nvPr/>
          </p:nvSpPr>
          <p:spPr>
            <a:xfrm>
              <a:off x="442913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 flipH="1" flipV="1">
              <a:off x="442913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0834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总收入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58334" y="1523672"/>
              <a:ext cx="1385283" cy="430887"/>
              <a:chOff x="863474" y="1462839"/>
              <a:chExt cx="1385283" cy="430887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¥8,562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TextBox 28+"/>
            <p:cNvSpPr txBox="1"/>
            <p:nvPr/>
          </p:nvSpPr>
          <p:spPr>
            <a:xfrm>
              <a:off x="750825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TextBox 28++"/>
            <p:cNvSpPr txBox="1"/>
            <p:nvPr/>
          </p:nvSpPr>
          <p:spPr>
            <a:xfrm>
              <a:off x="1250661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12.5%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933336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758334" y="1168396"/>
              <a:ext cx="252000" cy="280291"/>
              <a:chOff x="4233320" y="483918"/>
              <a:chExt cx="1705616" cy="1897103"/>
            </a:xfrm>
            <a:solidFill>
              <a:schemeClr val="accent1"/>
            </a:solidFill>
          </p:grpSpPr>
          <p:sp>
            <p:nvSpPr>
              <p:cNvPr id="42" name="任意多边形: 形状 41"/>
              <p:cNvSpPr/>
              <p:nvPr/>
            </p:nvSpPr>
            <p:spPr>
              <a:xfrm>
                <a:off x="4233320" y="483918"/>
                <a:ext cx="1705616" cy="1897103"/>
              </a:xfrm>
              <a:custGeom>
                <a:avLst/>
                <a:gdLst>
                  <a:gd name="connsiteX0" fmla="*/ 1484518 w 1705616"/>
                  <a:gd name="connsiteY0" fmla="*/ 657373 h 1897103"/>
                  <a:gd name="connsiteX1" fmla="*/ 1350280 w 1705616"/>
                  <a:gd name="connsiteY1" fmla="*/ 531031 h 1897103"/>
                  <a:gd name="connsiteX2" fmla="*/ 1484518 w 1705616"/>
                  <a:gd name="connsiteY2" fmla="*/ 325725 h 1897103"/>
                  <a:gd name="connsiteX3" fmla="*/ 1208145 w 1705616"/>
                  <a:gd name="connsiteY3" fmla="*/ 88834 h 1897103"/>
                  <a:gd name="connsiteX4" fmla="*/ 1113389 w 1705616"/>
                  <a:gd name="connsiteY4" fmla="*/ 104627 h 1897103"/>
                  <a:gd name="connsiteX5" fmla="*/ 1089700 w 1705616"/>
                  <a:gd name="connsiteY5" fmla="*/ 112523 h 1897103"/>
                  <a:gd name="connsiteX6" fmla="*/ 1042321 w 1705616"/>
                  <a:gd name="connsiteY6" fmla="*/ 65145 h 1897103"/>
                  <a:gd name="connsiteX7" fmla="*/ 702777 w 1705616"/>
                  <a:gd name="connsiteY7" fmla="*/ 65145 h 1897103"/>
                  <a:gd name="connsiteX8" fmla="*/ 655399 w 1705616"/>
                  <a:gd name="connsiteY8" fmla="*/ 128316 h 1897103"/>
                  <a:gd name="connsiteX9" fmla="*/ 631710 w 1705616"/>
                  <a:gd name="connsiteY9" fmla="*/ 120420 h 1897103"/>
                  <a:gd name="connsiteX10" fmla="*/ 536953 w 1705616"/>
                  <a:gd name="connsiteY10" fmla="*/ 96731 h 1897103"/>
                  <a:gd name="connsiteX11" fmla="*/ 260580 w 1705616"/>
                  <a:gd name="connsiteY11" fmla="*/ 333622 h 1897103"/>
                  <a:gd name="connsiteX12" fmla="*/ 363233 w 1705616"/>
                  <a:gd name="connsiteY12" fmla="*/ 515238 h 1897103"/>
                  <a:gd name="connsiteX13" fmla="*/ 221098 w 1705616"/>
                  <a:gd name="connsiteY13" fmla="*/ 641580 h 1897103"/>
                  <a:gd name="connsiteX14" fmla="*/ 0 w 1705616"/>
                  <a:gd name="connsiteY14" fmla="*/ 1139052 h 1897103"/>
                  <a:gd name="connsiteX15" fmla="*/ 844912 w 1705616"/>
                  <a:gd name="connsiteY15" fmla="*/ 1897104 h 1897103"/>
                  <a:gd name="connsiteX16" fmla="*/ 1373969 w 1705616"/>
                  <a:gd name="connsiteY16" fmla="*/ 1770762 h 1897103"/>
                  <a:gd name="connsiteX17" fmla="*/ 1705617 w 1705616"/>
                  <a:gd name="connsiteY17" fmla="*/ 1139052 h 1897103"/>
                  <a:gd name="connsiteX18" fmla="*/ 1484518 w 1705616"/>
                  <a:gd name="connsiteY18" fmla="*/ 657373 h 1897103"/>
                  <a:gd name="connsiteX19" fmla="*/ 465886 w 1705616"/>
                  <a:gd name="connsiteY19" fmla="*/ 641580 h 1897103"/>
                  <a:gd name="connsiteX20" fmla="*/ 505368 w 1705616"/>
                  <a:gd name="connsiteY20" fmla="*/ 609995 h 1897103"/>
                  <a:gd name="connsiteX21" fmla="*/ 521161 w 1705616"/>
                  <a:gd name="connsiteY21" fmla="*/ 602098 h 1897103"/>
                  <a:gd name="connsiteX22" fmla="*/ 576435 w 1705616"/>
                  <a:gd name="connsiteY22" fmla="*/ 507342 h 1897103"/>
                  <a:gd name="connsiteX23" fmla="*/ 529057 w 1705616"/>
                  <a:gd name="connsiteY23" fmla="*/ 428378 h 1897103"/>
                  <a:gd name="connsiteX24" fmla="*/ 497472 w 1705616"/>
                  <a:gd name="connsiteY24" fmla="*/ 404689 h 1897103"/>
                  <a:gd name="connsiteX25" fmla="*/ 426404 w 1705616"/>
                  <a:gd name="connsiteY25" fmla="*/ 333622 h 1897103"/>
                  <a:gd name="connsiteX26" fmla="*/ 544850 w 1705616"/>
                  <a:gd name="connsiteY26" fmla="*/ 254658 h 1897103"/>
                  <a:gd name="connsiteX27" fmla="*/ 584332 w 1705616"/>
                  <a:gd name="connsiteY27" fmla="*/ 262554 h 1897103"/>
                  <a:gd name="connsiteX28" fmla="*/ 592228 w 1705616"/>
                  <a:gd name="connsiteY28" fmla="*/ 270451 h 1897103"/>
                  <a:gd name="connsiteX29" fmla="*/ 600124 w 1705616"/>
                  <a:gd name="connsiteY29" fmla="*/ 278347 h 1897103"/>
                  <a:gd name="connsiteX30" fmla="*/ 781741 w 1705616"/>
                  <a:gd name="connsiteY30" fmla="*/ 238865 h 1897103"/>
                  <a:gd name="connsiteX31" fmla="*/ 789637 w 1705616"/>
                  <a:gd name="connsiteY31" fmla="*/ 230969 h 1897103"/>
                  <a:gd name="connsiteX32" fmla="*/ 813326 w 1705616"/>
                  <a:gd name="connsiteY32" fmla="*/ 199383 h 1897103"/>
                  <a:gd name="connsiteX33" fmla="*/ 939668 w 1705616"/>
                  <a:gd name="connsiteY33" fmla="*/ 199383 h 1897103"/>
                  <a:gd name="connsiteX34" fmla="*/ 963358 w 1705616"/>
                  <a:gd name="connsiteY34" fmla="*/ 230969 h 1897103"/>
                  <a:gd name="connsiteX35" fmla="*/ 971254 w 1705616"/>
                  <a:gd name="connsiteY35" fmla="*/ 238865 h 1897103"/>
                  <a:gd name="connsiteX36" fmla="*/ 1152871 w 1705616"/>
                  <a:gd name="connsiteY36" fmla="*/ 270451 h 1897103"/>
                  <a:gd name="connsiteX37" fmla="*/ 1160767 w 1705616"/>
                  <a:gd name="connsiteY37" fmla="*/ 262554 h 1897103"/>
                  <a:gd name="connsiteX38" fmla="*/ 1168663 w 1705616"/>
                  <a:gd name="connsiteY38" fmla="*/ 254658 h 1897103"/>
                  <a:gd name="connsiteX39" fmla="*/ 1208145 w 1705616"/>
                  <a:gd name="connsiteY39" fmla="*/ 246762 h 1897103"/>
                  <a:gd name="connsiteX40" fmla="*/ 1326591 w 1705616"/>
                  <a:gd name="connsiteY40" fmla="*/ 325725 h 1897103"/>
                  <a:gd name="connsiteX41" fmla="*/ 1255523 w 1705616"/>
                  <a:gd name="connsiteY41" fmla="*/ 396793 h 1897103"/>
                  <a:gd name="connsiteX42" fmla="*/ 1247627 w 1705616"/>
                  <a:gd name="connsiteY42" fmla="*/ 396793 h 1897103"/>
                  <a:gd name="connsiteX43" fmla="*/ 1223938 w 1705616"/>
                  <a:gd name="connsiteY43" fmla="*/ 404689 h 1897103"/>
                  <a:gd name="connsiteX44" fmla="*/ 1137078 w 1705616"/>
                  <a:gd name="connsiteY44" fmla="*/ 491549 h 1897103"/>
                  <a:gd name="connsiteX45" fmla="*/ 1184456 w 1705616"/>
                  <a:gd name="connsiteY45" fmla="*/ 594202 h 1897103"/>
                  <a:gd name="connsiteX46" fmla="*/ 1200249 w 1705616"/>
                  <a:gd name="connsiteY46" fmla="*/ 602098 h 1897103"/>
                  <a:gd name="connsiteX47" fmla="*/ 1239731 w 1705616"/>
                  <a:gd name="connsiteY47" fmla="*/ 633684 h 1897103"/>
                  <a:gd name="connsiteX48" fmla="*/ 1366073 w 1705616"/>
                  <a:gd name="connsiteY48" fmla="*/ 752130 h 1897103"/>
                  <a:gd name="connsiteX49" fmla="*/ 1547689 w 1705616"/>
                  <a:gd name="connsiteY49" fmla="*/ 1131155 h 1897103"/>
                  <a:gd name="connsiteX50" fmla="*/ 844912 w 1705616"/>
                  <a:gd name="connsiteY50" fmla="*/ 1731280 h 1897103"/>
                  <a:gd name="connsiteX51" fmla="*/ 157927 w 1705616"/>
                  <a:gd name="connsiteY51" fmla="*/ 1131155 h 1897103"/>
                  <a:gd name="connsiteX52" fmla="*/ 339544 w 1705616"/>
                  <a:gd name="connsiteY52" fmla="*/ 736337 h 1897103"/>
                  <a:gd name="connsiteX53" fmla="*/ 465886 w 1705616"/>
                  <a:gd name="connsiteY53" fmla="*/ 641580 h 1897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705616" h="1897103">
                    <a:moveTo>
                      <a:pt x="1484518" y="657373"/>
                    </a:moveTo>
                    <a:cubicBezTo>
                      <a:pt x="1445036" y="617891"/>
                      <a:pt x="1397658" y="570513"/>
                      <a:pt x="1350280" y="531031"/>
                    </a:cubicBezTo>
                    <a:cubicBezTo>
                      <a:pt x="1429244" y="491549"/>
                      <a:pt x="1484518" y="412586"/>
                      <a:pt x="1484518" y="325725"/>
                    </a:cubicBezTo>
                    <a:cubicBezTo>
                      <a:pt x="1484518" y="199383"/>
                      <a:pt x="1358176" y="88834"/>
                      <a:pt x="1208145" y="88834"/>
                    </a:cubicBezTo>
                    <a:cubicBezTo>
                      <a:pt x="1176560" y="88834"/>
                      <a:pt x="1144974" y="96731"/>
                      <a:pt x="1113389" y="104627"/>
                    </a:cubicBezTo>
                    <a:cubicBezTo>
                      <a:pt x="1105492" y="104627"/>
                      <a:pt x="1097596" y="112523"/>
                      <a:pt x="1089700" y="112523"/>
                    </a:cubicBezTo>
                    <a:lnTo>
                      <a:pt x="1042321" y="65145"/>
                    </a:lnTo>
                    <a:cubicBezTo>
                      <a:pt x="939668" y="-21715"/>
                      <a:pt x="805430" y="-21715"/>
                      <a:pt x="702777" y="65145"/>
                    </a:cubicBezTo>
                    <a:cubicBezTo>
                      <a:pt x="686985" y="88834"/>
                      <a:pt x="671192" y="112523"/>
                      <a:pt x="655399" y="128316"/>
                    </a:cubicBezTo>
                    <a:cubicBezTo>
                      <a:pt x="647503" y="128316"/>
                      <a:pt x="639606" y="120420"/>
                      <a:pt x="631710" y="120420"/>
                    </a:cubicBezTo>
                    <a:cubicBezTo>
                      <a:pt x="600124" y="104627"/>
                      <a:pt x="568539" y="96731"/>
                      <a:pt x="536953" y="96731"/>
                    </a:cubicBezTo>
                    <a:cubicBezTo>
                      <a:pt x="386922" y="96731"/>
                      <a:pt x="260580" y="199383"/>
                      <a:pt x="260580" y="333622"/>
                    </a:cubicBezTo>
                    <a:cubicBezTo>
                      <a:pt x="268477" y="404689"/>
                      <a:pt x="300062" y="475756"/>
                      <a:pt x="363233" y="515238"/>
                    </a:cubicBezTo>
                    <a:cubicBezTo>
                      <a:pt x="315855" y="554720"/>
                      <a:pt x="268477" y="602098"/>
                      <a:pt x="221098" y="641580"/>
                    </a:cubicBezTo>
                    <a:cubicBezTo>
                      <a:pt x="71067" y="799508"/>
                      <a:pt x="0" y="965332"/>
                      <a:pt x="0" y="1139052"/>
                    </a:cubicBezTo>
                    <a:cubicBezTo>
                      <a:pt x="0" y="1597041"/>
                      <a:pt x="331648" y="1897104"/>
                      <a:pt x="844912" y="1897104"/>
                    </a:cubicBezTo>
                    <a:cubicBezTo>
                      <a:pt x="1050218" y="1897104"/>
                      <a:pt x="1231834" y="1849725"/>
                      <a:pt x="1373969" y="1770762"/>
                    </a:cubicBezTo>
                    <a:cubicBezTo>
                      <a:pt x="1595067" y="1644420"/>
                      <a:pt x="1705617" y="1431218"/>
                      <a:pt x="1705617" y="1139052"/>
                    </a:cubicBezTo>
                    <a:cubicBezTo>
                      <a:pt x="1705617" y="981124"/>
                      <a:pt x="1626653" y="815301"/>
                      <a:pt x="1484518" y="657373"/>
                    </a:cubicBezTo>
                    <a:close/>
                    <a:moveTo>
                      <a:pt x="465886" y="641580"/>
                    </a:moveTo>
                    <a:cubicBezTo>
                      <a:pt x="481679" y="633684"/>
                      <a:pt x="497472" y="617891"/>
                      <a:pt x="505368" y="609995"/>
                    </a:cubicBezTo>
                    <a:lnTo>
                      <a:pt x="521161" y="602098"/>
                    </a:lnTo>
                    <a:cubicBezTo>
                      <a:pt x="560643" y="578409"/>
                      <a:pt x="576435" y="538927"/>
                      <a:pt x="576435" y="507342"/>
                    </a:cubicBezTo>
                    <a:cubicBezTo>
                      <a:pt x="576435" y="475756"/>
                      <a:pt x="560643" y="444171"/>
                      <a:pt x="529057" y="428378"/>
                    </a:cubicBezTo>
                    <a:lnTo>
                      <a:pt x="497472" y="404689"/>
                    </a:lnTo>
                    <a:cubicBezTo>
                      <a:pt x="450093" y="396793"/>
                      <a:pt x="426404" y="365207"/>
                      <a:pt x="426404" y="333622"/>
                    </a:cubicBezTo>
                    <a:cubicBezTo>
                      <a:pt x="426404" y="294140"/>
                      <a:pt x="473782" y="254658"/>
                      <a:pt x="544850" y="254658"/>
                    </a:cubicBezTo>
                    <a:cubicBezTo>
                      <a:pt x="560643" y="254658"/>
                      <a:pt x="568539" y="254658"/>
                      <a:pt x="584332" y="262554"/>
                    </a:cubicBezTo>
                    <a:cubicBezTo>
                      <a:pt x="592228" y="262554"/>
                      <a:pt x="592228" y="262554"/>
                      <a:pt x="592228" y="270451"/>
                    </a:cubicBezTo>
                    <a:lnTo>
                      <a:pt x="600124" y="278347"/>
                    </a:lnTo>
                    <a:cubicBezTo>
                      <a:pt x="655399" y="309933"/>
                      <a:pt x="734363" y="286244"/>
                      <a:pt x="781741" y="238865"/>
                    </a:cubicBezTo>
                    <a:lnTo>
                      <a:pt x="789637" y="230969"/>
                    </a:lnTo>
                    <a:cubicBezTo>
                      <a:pt x="789637" y="223073"/>
                      <a:pt x="805430" y="215176"/>
                      <a:pt x="813326" y="199383"/>
                    </a:cubicBezTo>
                    <a:cubicBezTo>
                      <a:pt x="852808" y="159902"/>
                      <a:pt x="900187" y="159902"/>
                      <a:pt x="939668" y="199383"/>
                    </a:cubicBezTo>
                    <a:cubicBezTo>
                      <a:pt x="955461" y="215176"/>
                      <a:pt x="963358" y="223073"/>
                      <a:pt x="963358" y="230969"/>
                    </a:cubicBezTo>
                    <a:lnTo>
                      <a:pt x="971254" y="238865"/>
                    </a:lnTo>
                    <a:cubicBezTo>
                      <a:pt x="1010736" y="286244"/>
                      <a:pt x="1089700" y="302036"/>
                      <a:pt x="1152871" y="270451"/>
                    </a:cubicBezTo>
                    <a:lnTo>
                      <a:pt x="1160767" y="262554"/>
                    </a:lnTo>
                    <a:cubicBezTo>
                      <a:pt x="1160767" y="262554"/>
                      <a:pt x="1168663" y="262554"/>
                      <a:pt x="1168663" y="254658"/>
                    </a:cubicBezTo>
                    <a:cubicBezTo>
                      <a:pt x="1184456" y="246762"/>
                      <a:pt x="1192352" y="246762"/>
                      <a:pt x="1208145" y="246762"/>
                    </a:cubicBezTo>
                    <a:cubicBezTo>
                      <a:pt x="1279213" y="246762"/>
                      <a:pt x="1326591" y="286244"/>
                      <a:pt x="1326591" y="325725"/>
                    </a:cubicBezTo>
                    <a:cubicBezTo>
                      <a:pt x="1326591" y="357311"/>
                      <a:pt x="1295005" y="381000"/>
                      <a:pt x="1255523" y="396793"/>
                    </a:cubicBezTo>
                    <a:lnTo>
                      <a:pt x="1247627" y="396793"/>
                    </a:lnTo>
                    <a:cubicBezTo>
                      <a:pt x="1231834" y="404689"/>
                      <a:pt x="1223938" y="404689"/>
                      <a:pt x="1223938" y="404689"/>
                    </a:cubicBezTo>
                    <a:cubicBezTo>
                      <a:pt x="1176560" y="420482"/>
                      <a:pt x="1144974" y="452067"/>
                      <a:pt x="1137078" y="491549"/>
                    </a:cubicBezTo>
                    <a:cubicBezTo>
                      <a:pt x="1129181" y="531031"/>
                      <a:pt x="1152871" y="570513"/>
                      <a:pt x="1184456" y="594202"/>
                    </a:cubicBezTo>
                    <a:lnTo>
                      <a:pt x="1200249" y="602098"/>
                    </a:lnTo>
                    <a:cubicBezTo>
                      <a:pt x="1216042" y="609995"/>
                      <a:pt x="1223938" y="617891"/>
                      <a:pt x="1239731" y="633684"/>
                    </a:cubicBezTo>
                    <a:cubicBezTo>
                      <a:pt x="1287109" y="673166"/>
                      <a:pt x="1326591" y="704751"/>
                      <a:pt x="1366073" y="752130"/>
                    </a:cubicBezTo>
                    <a:cubicBezTo>
                      <a:pt x="1484518" y="878472"/>
                      <a:pt x="1547689" y="1004813"/>
                      <a:pt x="1547689" y="1131155"/>
                    </a:cubicBezTo>
                    <a:cubicBezTo>
                      <a:pt x="1547689" y="1628627"/>
                      <a:pt x="1168663" y="1731280"/>
                      <a:pt x="844912" y="1731280"/>
                    </a:cubicBezTo>
                    <a:cubicBezTo>
                      <a:pt x="513264" y="1731280"/>
                      <a:pt x="157927" y="1573352"/>
                      <a:pt x="157927" y="1131155"/>
                    </a:cubicBezTo>
                    <a:cubicBezTo>
                      <a:pt x="157927" y="996917"/>
                      <a:pt x="221098" y="862679"/>
                      <a:pt x="339544" y="736337"/>
                    </a:cubicBezTo>
                    <a:cubicBezTo>
                      <a:pt x="379026" y="712648"/>
                      <a:pt x="418508" y="673166"/>
                      <a:pt x="465886" y="64158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4778170" y="1218280"/>
                <a:ext cx="608020" cy="791611"/>
              </a:xfrm>
              <a:custGeom>
                <a:avLst/>
                <a:gdLst>
                  <a:gd name="connsiteX0" fmla="*/ 71067 w 608020"/>
                  <a:gd name="connsiteY0" fmla="*/ 444171 h 791611"/>
                  <a:gd name="connsiteX1" fmla="*/ 0 w 608020"/>
                  <a:gd name="connsiteY1" fmla="*/ 515238 h 791611"/>
                  <a:gd name="connsiteX2" fmla="*/ 71067 w 608020"/>
                  <a:gd name="connsiteY2" fmla="*/ 586306 h 791611"/>
                  <a:gd name="connsiteX3" fmla="*/ 228995 w 608020"/>
                  <a:gd name="connsiteY3" fmla="*/ 586306 h 791611"/>
                  <a:gd name="connsiteX4" fmla="*/ 228995 w 608020"/>
                  <a:gd name="connsiteY4" fmla="*/ 728441 h 791611"/>
                  <a:gd name="connsiteX5" fmla="*/ 300062 w 608020"/>
                  <a:gd name="connsiteY5" fmla="*/ 791611 h 791611"/>
                  <a:gd name="connsiteX6" fmla="*/ 371130 w 608020"/>
                  <a:gd name="connsiteY6" fmla="*/ 728441 h 791611"/>
                  <a:gd name="connsiteX7" fmla="*/ 371130 w 608020"/>
                  <a:gd name="connsiteY7" fmla="*/ 586306 h 791611"/>
                  <a:gd name="connsiteX8" fmla="*/ 536953 w 608020"/>
                  <a:gd name="connsiteY8" fmla="*/ 586306 h 791611"/>
                  <a:gd name="connsiteX9" fmla="*/ 608021 w 608020"/>
                  <a:gd name="connsiteY9" fmla="*/ 515238 h 791611"/>
                  <a:gd name="connsiteX10" fmla="*/ 536953 w 608020"/>
                  <a:gd name="connsiteY10" fmla="*/ 444171 h 791611"/>
                  <a:gd name="connsiteX11" fmla="*/ 371130 w 608020"/>
                  <a:gd name="connsiteY11" fmla="*/ 444171 h 791611"/>
                  <a:gd name="connsiteX12" fmla="*/ 371130 w 608020"/>
                  <a:gd name="connsiteY12" fmla="*/ 404689 h 791611"/>
                  <a:gd name="connsiteX13" fmla="*/ 536953 w 608020"/>
                  <a:gd name="connsiteY13" fmla="*/ 404689 h 791611"/>
                  <a:gd name="connsiteX14" fmla="*/ 608021 w 608020"/>
                  <a:gd name="connsiteY14" fmla="*/ 333622 h 791611"/>
                  <a:gd name="connsiteX15" fmla="*/ 536953 w 608020"/>
                  <a:gd name="connsiteY15" fmla="*/ 262554 h 791611"/>
                  <a:gd name="connsiteX16" fmla="*/ 402715 w 608020"/>
                  <a:gd name="connsiteY16" fmla="*/ 262554 h 791611"/>
                  <a:gd name="connsiteX17" fmla="*/ 536953 w 608020"/>
                  <a:gd name="connsiteY17" fmla="*/ 120420 h 791611"/>
                  <a:gd name="connsiteX18" fmla="*/ 536953 w 608020"/>
                  <a:gd name="connsiteY18" fmla="*/ 17767 h 791611"/>
                  <a:gd name="connsiteX19" fmla="*/ 442197 w 608020"/>
                  <a:gd name="connsiteY19" fmla="*/ 17767 h 791611"/>
                  <a:gd name="connsiteX20" fmla="*/ 307959 w 608020"/>
                  <a:gd name="connsiteY20" fmla="*/ 159902 h 791611"/>
                  <a:gd name="connsiteX21" fmla="*/ 173720 w 608020"/>
                  <a:gd name="connsiteY21" fmla="*/ 17767 h 791611"/>
                  <a:gd name="connsiteX22" fmla="*/ 78964 w 608020"/>
                  <a:gd name="connsiteY22" fmla="*/ 17767 h 791611"/>
                  <a:gd name="connsiteX23" fmla="*/ 78964 w 608020"/>
                  <a:gd name="connsiteY23" fmla="*/ 120420 h 791611"/>
                  <a:gd name="connsiteX24" fmla="*/ 213202 w 608020"/>
                  <a:gd name="connsiteY24" fmla="*/ 262554 h 791611"/>
                  <a:gd name="connsiteX25" fmla="*/ 71067 w 608020"/>
                  <a:gd name="connsiteY25" fmla="*/ 262554 h 791611"/>
                  <a:gd name="connsiteX26" fmla="*/ 0 w 608020"/>
                  <a:gd name="connsiteY26" fmla="*/ 333622 h 791611"/>
                  <a:gd name="connsiteX27" fmla="*/ 71067 w 608020"/>
                  <a:gd name="connsiteY27" fmla="*/ 404689 h 791611"/>
                  <a:gd name="connsiteX28" fmla="*/ 228995 w 608020"/>
                  <a:gd name="connsiteY28" fmla="*/ 404689 h 791611"/>
                  <a:gd name="connsiteX29" fmla="*/ 228995 w 608020"/>
                  <a:gd name="connsiteY29" fmla="*/ 444171 h 791611"/>
                  <a:gd name="connsiteX30" fmla="*/ 71067 w 608020"/>
                  <a:gd name="connsiteY30" fmla="*/ 444171 h 79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020" h="791611">
                    <a:moveTo>
                      <a:pt x="71067" y="444171"/>
                    </a:moveTo>
                    <a:cubicBezTo>
                      <a:pt x="31585" y="444171"/>
                      <a:pt x="0" y="475757"/>
                      <a:pt x="0" y="515238"/>
                    </a:cubicBezTo>
                    <a:cubicBezTo>
                      <a:pt x="0" y="554720"/>
                      <a:pt x="31585" y="586306"/>
                      <a:pt x="71067" y="586306"/>
                    </a:cubicBezTo>
                    <a:lnTo>
                      <a:pt x="228995" y="586306"/>
                    </a:lnTo>
                    <a:lnTo>
                      <a:pt x="228995" y="728441"/>
                    </a:lnTo>
                    <a:cubicBezTo>
                      <a:pt x="228995" y="760026"/>
                      <a:pt x="260580" y="791611"/>
                      <a:pt x="300062" y="791611"/>
                    </a:cubicBezTo>
                    <a:cubicBezTo>
                      <a:pt x="339544" y="791611"/>
                      <a:pt x="371130" y="767922"/>
                      <a:pt x="371130" y="728441"/>
                    </a:cubicBezTo>
                    <a:lnTo>
                      <a:pt x="371130" y="586306"/>
                    </a:lnTo>
                    <a:lnTo>
                      <a:pt x="536953" y="586306"/>
                    </a:lnTo>
                    <a:cubicBezTo>
                      <a:pt x="576435" y="586306"/>
                      <a:pt x="608021" y="554720"/>
                      <a:pt x="608021" y="515238"/>
                    </a:cubicBezTo>
                    <a:cubicBezTo>
                      <a:pt x="608021" y="475757"/>
                      <a:pt x="576435" y="444171"/>
                      <a:pt x="536953" y="444171"/>
                    </a:cubicBezTo>
                    <a:lnTo>
                      <a:pt x="371130" y="444171"/>
                    </a:lnTo>
                    <a:lnTo>
                      <a:pt x="371130" y="404689"/>
                    </a:lnTo>
                    <a:lnTo>
                      <a:pt x="536953" y="404689"/>
                    </a:lnTo>
                    <a:cubicBezTo>
                      <a:pt x="576435" y="404689"/>
                      <a:pt x="608021" y="373104"/>
                      <a:pt x="608021" y="333622"/>
                    </a:cubicBezTo>
                    <a:cubicBezTo>
                      <a:pt x="608021" y="294140"/>
                      <a:pt x="576435" y="262554"/>
                      <a:pt x="536953" y="262554"/>
                    </a:cubicBezTo>
                    <a:lnTo>
                      <a:pt x="402715" y="262554"/>
                    </a:lnTo>
                    <a:lnTo>
                      <a:pt x="536953" y="120420"/>
                    </a:lnTo>
                    <a:cubicBezTo>
                      <a:pt x="560643" y="96731"/>
                      <a:pt x="560643" y="49352"/>
                      <a:pt x="536953" y="17767"/>
                    </a:cubicBezTo>
                    <a:cubicBezTo>
                      <a:pt x="513264" y="-5922"/>
                      <a:pt x="465886" y="-5922"/>
                      <a:pt x="442197" y="17767"/>
                    </a:cubicBezTo>
                    <a:lnTo>
                      <a:pt x="307959" y="159902"/>
                    </a:lnTo>
                    <a:lnTo>
                      <a:pt x="173720" y="17767"/>
                    </a:lnTo>
                    <a:cubicBezTo>
                      <a:pt x="150031" y="-5922"/>
                      <a:pt x="102653" y="-5922"/>
                      <a:pt x="78964" y="17767"/>
                    </a:cubicBezTo>
                    <a:cubicBezTo>
                      <a:pt x="55275" y="41456"/>
                      <a:pt x="55275" y="88834"/>
                      <a:pt x="78964" y="120420"/>
                    </a:cubicBezTo>
                    <a:lnTo>
                      <a:pt x="213202" y="262554"/>
                    </a:lnTo>
                    <a:lnTo>
                      <a:pt x="71067" y="262554"/>
                    </a:lnTo>
                    <a:cubicBezTo>
                      <a:pt x="31585" y="262554"/>
                      <a:pt x="0" y="294140"/>
                      <a:pt x="0" y="333622"/>
                    </a:cubicBezTo>
                    <a:cubicBezTo>
                      <a:pt x="0" y="373104"/>
                      <a:pt x="31585" y="404689"/>
                      <a:pt x="71067" y="404689"/>
                    </a:cubicBezTo>
                    <a:lnTo>
                      <a:pt x="228995" y="404689"/>
                    </a:lnTo>
                    <a:lnTo>
                      <a:pt x="228995" y="444171"/>
                    </a:lnTo>
                    <a:lnTo>
                      <a:pt x="71067" y="444171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2767434" y="875592"/>
            <a:ext cx="2016125" cy="1523084"/>
            <a:chOff x="2628752" y="908050"/>
            <a:chExt cx="2016125" cy="1523084"/>
          </a:xfrm>
        </p:grpSpPr>
        <p:sp>
          <p:nvSpPr>
            <p:cNvPr id="47" name="矩形 46"/>
            <p:cNvSpPr/>
            <p:nvPr/>
          </p:nvSpPr>
          <p:spPr>
            <a:xfrm>
              <a:off x="2628752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矩形: 圆顶角 47"/>
            <p:cNvSpPr/>
            <p:nvPr/>
          </p:nvSpPr>
          <p:spPr>
            <a:xfrm flipH="1" flipV="1">
              <a:off x="2628752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276673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总成本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944173" y="1523672"/>
              <a:ext cx="1385283" cy="430887"/>
              <a:chOff x="863474" y="1462839"/>
              <a:chExt cx="1385283" cy="430887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¥5,237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51" name="TextBox 28+"/>
            <p:cNvSpPr txBox="1"/>
            <p:nvPr/>
          </p:nvSpPr>
          <p:spPr>
            <a:xfrm>
              <a:off x="2936664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2" name="TextBox 28++"/>
            <p:cNvSpPr txBox="1"/>
            <p:nvPr/>
          </p:nvSpPr>
          <p:spPr>
            <a:xfrm>
              <a:off x="3436500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4119175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图形 59"/>
            <p:cNvSpPr>
              <a:spLocks noChangeAspect="1"/>
            </p:cNvSpPr>
            <p:nvPr/>
          </p:nvSpPr>
          <p:spPr>
            <a:xfrm>
              <a:off x="2936664" y="1173195"/>
              <a:ext cx="252000" cy="252018"/>
            </a:xfrm>
            <a:custGeom>
              <a:avLst/>
              <a:gdLst>
                <a:gd name="connsiteX0" fmla="*/ 1699804 w 1700892"/>
                <a:gd name="connsiteY0" fmla="*/ 1251721 h 1701028"/>
                <a:gd name="connsiteX1" fmla="*/ 1678033 w 1700892"/>
                <a:gd name="connsiteY1" fmla="*/ 1241516 h 1701028"/>
                <a:gd name="connsiteX2" fmla="*/ 1547813 w 1700892"/>
                <a:gd name="connsiteY2" fmla="*/ 1288869 h 1701028"/>
                <a:gd name="connsiteX3" fmla="*/ 1547813 w 1700892"/>
                <a:gd name="connsiteY3" fmla="*/ 144508 h 1701028"/>
                <a:gd name="connsiteX4" fmla="*/ 1403305 w 1700892"/>
                <a:gd name="connsiteY4" fmla="*/ 0 h 1701028"/>
                <a:gd name="connsiteX5" fmla="*/ 297724 w 1700892"/>
                <a:gd name="connsiteY5" fmla="*/ 0 h 1701028"/>
                <a:gd name="connsiteX6" fmla="*/ 153080 w 1700892"/>
                <a:gd name="connsiteY6" fmla="*/ 144644 h 1701028"/>
                <a:gd name="connsiteX7" fmla="*/ 153080 w 1700892"/>
                <a:gd name="connsiteY7" fmla="*/ 1289005 h 1701028"/>
                <a:gd name="connsiteX8" fmla="*/ 22724 w 1700892"/>
                <a:gd name="connsiteY8" fmla="*/ 1241380 h 1701028"/>
                <a:gd name="connsiteX9" fmla="*/ 17009 w 1700892"/>
                <a:gd name="connsiteY9" fmla="*/ 1240427 h 1701028"/>
                <a:gd name="connsiteX10" fmla="*/ 0 w 1700892"/>
                <a:gd name="connsiteY10" fmla="*/ 1257436 h 1701028"/>
                <a:gd name="connsiteX11" fmla="*/ 0 w 1700892"/>
                <a:gd name="connsiteY11" fmla="*/ 1384119 h 1701028"/>
                <a:gd name="connsiteX12" fmla="*/ 11294 w 1700892"/>
                <a:gd name="connsiteY12" fmla="*/ 1400039 h 1701028"/>
                <a:gd name="connsiteX13" fmla="*/ 827042 w 1700892"/>
                <a:gd name="connsiteY13" fmla="*/ 1696947 h 1701028"/>
                <a:gd name="connsiteX14" fmla="*/ 873579 w 1700892"/>
                <a:gd name="connsiteY14" fmla="*/ 1696947 h 1701028"/>
                <a:gd name="connsiteX15" fmla="*/ 1689599 w 1700892"/>
                <a:gd name="connsiteY15" fmla="*/ 1400311 h 1701028"/>
                <a:gd name="connsiteX16" fmla="*/ 1700893 w 1700892"/>
                <a:gd name="connsiteY16" fmla="*/ 1384391 h 1701028"/>
                <a:gd name="connsiteX17" fmla="*/ 1700893 w 1700892"/>
                <a:gd name="connsiteY17" fmla="*/ 1257708 h 1701028"/>
                <a:gd name="connsiteX18" fmla="*/ 1699804 w 1700892"/>
                <a:gd name="connsiteY18" fmla="*/ 1251721 h 1701028"/>
                <a:gd name="connsiteX19" fmla="*/ 850446 w 1700892"/>
                <a:gd name="connsiteY19" fmla="*/ 1542506 h 1701028"/>
                <a:gd name="connsiteX20" fmla="*/ 306161 w 1700892"/>
                <a:gd name="connsiteY20" fmla="*/ 1344658 h 1701028"/>
                <a:gd name="connsiteX21" fmla="*/ 306161 w 1700892"/>
                <a:gd name="connsiteY21" fmla="*/ 153080 h 1701028"/>
                <a:gd name="connsiteX22" fmla="*/ 1394732 w 1700892"/>
                <a:gd name="connsiteY22" fmla="*/ 153080 h 1701028"/>
                <a:gd name="connsiteX23" fmla="*/ 1394732 w 1700892"/>
                <a:gd name="connsiteY23" fmla="*/ 1344658 h 1701028"/>
                <a:gd name="connsiteX24" fmla="*/ 850446 w 1700892"/>
                <a:gd name="connsiteY24" fmla="*/ 1542506 h 1701028"/>
                <a:gd name="connsiteX25" fmla="*/ 1166404 w 1700892"/>
                <a:gd name="connsiteY25" fmla="*/ 425359 h 1701028"/>
                <a:gd name="connsiteX26" fmla="*/ 1050471 w 1700892"/>
                <a:gd name="connsiteY26" fmla="*/ 425359 h 1701028"/>
                <a:gd name="connsiteX27" fmla="*/ 1035504 w 1700892"/>
                <a:gd name="connsiteY27" fmla="*/ 434612 h 1701028"/>
                <a:gd name="connsiteX28" fmla="*/ 855209 w 1700892"/>
                <a:gd name="connsiteY28" fmla="*/ 793569 h 1701028"/>
                <a:gd name="connsiteX29" fmla="*/ 848405 w 1700892"/>
                <a:gd name="connsiteY29" fmla="*/ 793569 h 1701028"/>
                <a:gd name="connsiteX30" fmla="*/ 668247 w 1700892"/>
                <a:gd name="connsiteY30" fmla="*/ 434612 h 1701028"/>
                <a:gd name="connsiteX31" fmla="*/ 653279 w 1700892"/>
                <a:gd name="connsiteY31" fmla="*/ 425223 h 1701028"/>
                <a:gd name="connsiteX32" fmla="*/ 534761 w 1700892"/>
                <a:gd name="connsiteY32" fmla="*/ 425223 h 1701028"/>
                <a:gd name="connsiteX33" fmla="*/ 526596 w 1700892"/>
                <a:gd name="connsiteY33" fmla="*/ 427400 h 1701028"/>
                <a:gd name="connsiteX34" fmla="*/ 519712 w 1700892"/>
                <a:gd name="connsiteY34" fmla="*/ 450247 h 1701028"/>
                <a:gd name="connsiteX35" fmla="*/ 519793 w 1700892"/>
                <a:gd name="connsiteY35" fmla="*/ 450396 h 1701028"/>
                <a:gd name="connsiteX36" fmla="*/ 740909 w 1700892"/>
                <a:gd name="connsiteY36" fmla="*/ 857794 h 1701028"/>
                <a:gd name="connsiteX37" fmla="*/ 619805 w 1700892"/>
                <a:gd name="connsiteY37" fmla="*/ 857794 h 1701028"/>
                <a:gd name="connsiteX38" fmla="*/ 602661 w 1700892"/>
                <a:gd name="connsiteY38" fmla="*/ 874667 h 1701028"/>
                <a:gd name="connsiteX39" fmla="*/ 602660 w 1700892"/>
                <a:gd name="connsiteY39" fmla="*/ 874803 h 1701028"/>
                <a:gd name="connsiteX40" fmla="*/ 602660 w 1700892"/>
                <a:gd name="connsiteY40" fmla="*/ 932361 h 1701028"/>
                <a:gd name="connsiteX41" fmla="*/ 619669 w 1700892"/>
                <a:gd name="connsiteY41" fmla="*/ 949370 h 1701028"/>
                <a:gd name="connsiteX42" fmla="*/ 781322 w 1700892"/>
                <a:gd name="connsiteY42" fmla="*/ 949370 h 1701028"/>
                <a:gd name="connsiteX43" fmla="*/ 781322 w 1700892"/>
                <a:gd name="connsiteY43" fmla="*/ 1032374 h 1701028"/>
                <a:gd name="connsiteX44" fmla="*/ 619533 w 1700892"/>
                <a:gd name="connsiteY44" fmla="*/ 1032374 h 1701028"/>
                <a:gd name="connsiteX45" fmla="*/ 602524 w 1700892"/>
                <a:gd name="connsiteY45" fmla="*/ 1049247 h 1701028"/>
                <a:gd name="connsiteX46" fmla="*/ 602524 w 1700892"/>
                <a:gd name="connsiteY46" fmla="*/ 1106941 h 1701028"/>
                <a:gd name="connsiteX47" fmla="*/ 619533 w 1700892"/>
                <a:gd name="connsiteY47" fmla="*/ 1123950 h 1701028"/>
                <a:gd name="connsiteX48" fmla="*/ 781186 w 1700892"/>
                <a:gd name="connsiteY48" fmla="*/ 1123950 h 1701028"/>
                <a:gd name="connsiteX49" fmla="*/ 781186 w 1700892"/>
                <a:gd name="connsiteY49" fmla="*/ 1258661 h 1701028"/>
                <a:gd name="connsiteX50" fmla="*/ 798195 w 1700892"/>
                <a:gd name="connsiteY50" fmla="*/ 1275670 h 1701028"/>
                <a:gd name="connsiteX51" fmla="*/ 904331 w 1700892"/>
                <a:gd name="connsiteY51" fmla="*/ 1275670 h 1701028"/>
                <a:gd name="connsiteX52" fmla="*/ 921204 w 1700892"/>
                <a:gd name="connsiteY52" fmla="*/ 1258661 h 1701028"/>
                <a:gd name="connsiteX53" fmla="*/ 921204 w 1700892"/>
                <a:gd name="connsiteY53" fmla="*/ 1123678 h 1701028"/>
                <a:gd name="connsiteX54" fmla="*/ 1083537 w 1700892"/>
                <a:gd name="connsiteY54" fmla="*/ 1123678 h 1701028"/>
                <a:gd name="connsiteX55" fmla="*/ 1100546 w 1700892"/>
                <a:gd name="connsiteY55" fmla="*/ 1106669 h 1701028"/>
                <a:gd name="connsiteX56" fmla="*/ 1100546 w 1700892"/>
                <a:gd name="connsiteY56" fmla="*/ 1049247 h 1701028"/>
                <a:gd name="connsiteX57" fmla="*/ 1083537 w 1700892"/>
                <a:gd name="connsiteY57" fmla="*/ 1032238 h 1701028"/>
                <a:gd name="connsiteX58" fmla="*/ 921204 w 1700892"/>
                <a:gd name="connsiteY58" fmla="*/ 1032238 h 1701028"/>
                <a:gd name="connsiteX59" fmla="*/ 921204 w 1700892"/>
                <a:gd name="connsiteY59" fmla="*/ 949234 h 1701028"/>
                <a:gd name="connsiteX60" fmla="*/ 1083537 w 1700892"/>
                <a:gd name="connsiteY60" fmla="*/ 949234 h 1701028"/>
                <a:gd name="connsiteX61" fmla="*/ 1100546 w 1700892"/>
                <a:gd name="connsiteY61" fmla="*/ 932225 h 1701028"/>
                <a:gd name="connsiteX62" fmla="*/ 1100546 w 1700892"/>
                <a:gd name="connsiteY62" fmla="*/ 874667 h 1701028"/>
                <a:gd name="connsiteX63" fmla="*/ 1083537 w 1700892"/>
                <a:gd name="connsiteY63" fmla="*/ 857658 h 1701028"/>
                <a:gd name="connsiteX64" fmla="*/ 961073 w 1700892"/>
                <a:gd name="connsiteY64" fmla="*/ 857658 h 1701028"/>
                <a:gd name="connsiteX65" fmla="*/ 1181508 w 1700892"/>
                <a:gd name="connsiteY65" fmla="*/ 450260 h 1701028"/>
                <a:gd name="connsiteX66" fmla="*/ 1183685 w 1700892"/>
                <a:gd name="connsiteY66" fmla="*/ 442096 h 1701028"/>
                <a:gd name="connsiteX67" fmla="*/ 1166404 w 1700892"/>
                <a:gd name="connsiteY67" fmla="*/ 425359 h 170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700892" h="1701028">
                  <a:moveTo>
                    <a:pt x="1699804" y="1251721"/>
                  </a:moveTo>
                  <a:cubicBezTo>
                    <a:pt x="1696607" y="1242894"/>
                    <a:pt x="1686863" y="1238326"/>
                    <a:pt x="1678033" y="1241516"/>
                  </a:cubicBezTo>
                  <a:lnTo>
                    <a:pt x="1547813" y="1288869"/>
                  </a:lnTo>
                  <a:lnTo>
                    <a:pt x="1547813" y="144508"/>
                  </a:lnTo>
                  <a:cubicBezTo>
                    <a:pt x="1547813" y="64634"/>
                    <a:pt x="1483179" y="0"/>
                    <a:pt x="1403305" y="0"/>
                  </a:cubicBezTo>
                  <a:lnTo>
                    <a:pt x="297724" y="0"/>
                  </a:lnTo>
                  <a:cubicBezTo>
                    <a:pt x="217714" y="0"/>
                    <a:pt x="153080" y="64634"/>
                    <a:pt x="153080" y="144644"/>
                  </a:cubicBezTo>
                  <a:lnTo>
                    <a:pt x="153080" y="1289005"/>
                  </a:lnTo>
                  <a:lnTo>
                    <a:pt x="22724" y="1241380"/>
                  </a:lnTo>
                  <a:cubicBezTo>
                    <a:pt x="20882" y="1240760"/>
                    <a:pt x="18953" y="1240438"/>
                    <a:pt x="17009" y="1240427"/>
                  </a:cubicBezTo>
                  <a:cubicBezTo>
                    <a:pt x="7615" y="1240427"/>
                    <a:pt x="0" y="1248042"/>
                    <a:pt x="0" y="1257436"/>
                  </a:cubicBezTo>
                  <a:lnTo>
                    <a:pt x="0" y="1384119"/>
                  </a:lnTo>
                  <a:cubicBezTo>
                    <a:pt x="0" y="1391194"/>
                    <a:pt x="4490" y="1397590"/>
                    <a:pt x="11294" y="1400039"/>
                  </a:cubicBezTo>
                  <a:lnTo>
                    <a:pt x="827042" y="1696947"/>
                  </a:lnTo>
                  <a:cubicBezTo>
                    <a:pt x="842146" y="1702390"/>
                    <a:pt x="858611" y="1702390"/>
                    <a:pt x="873579" y="1696947"/>
                  </a:cubicBezTo>
                  <a:lnTo>
                    <a:pt x="1689599" y="1400311"/>
                  </a:lnTo>
                  <a:cubicBezTo>
                    <a:pt x="1696312" y="1397874"/>
                    <a:pt x="1700811" y="1391532"/>
                    <a:pt x="1700893" y="1384391"/>
                  </a:cubicBezTo>
                  <a:lnTo>
                    <a:pt x="1700893" y="1257708"/>
                  </a:lnTo>
                  <a:cubicBezTo>
                    <a:pt x="1700863" y="1255666"/>
                    <a:pt x="1700495" y="1253643"/>
                    <a:pt x="1699804" y="1251721"/>
                  </a:cubicBezTo>
                  <a:close/>
                  <a:moveTo>
                    <a:pt x="850446" y="1542506"/>
                  </a:moveTo>
                  <a:lnTo>
                    <a:pt x="306161" y="1344658"/>
                  </a:lnTo>
                  <a:lnTo>
                    <a:pt x="306161" y="153080"/>
                  </a:lnTo>
                  <a:lnTo>
                    <a:pt x="1394732" y="153080"/>
                  </a:lnTo>
                  <a:lnTo>
                    <a:pt x="1394732" y="1344658"/>
                  </a:lnTo>
                  <a:lnTo>
                    <a:pt x="850446" y="1542506"/>
                  </a:lnTo>
                  <a:close/>
                  <a:moveTo>
                    <a:pt x="1166404" y="425359"/>
                  </a:moveTo>
                  <a:lnTo>
                    <a:pt x="1050471" y="425359"/>
                  </a:lnTo>
                  <a:cubicBezTo>
                    <a:pt x="1044132" y="425360"/>
                    <a:pt x="1038338" y="428942"/>
                    <a:pt x="1035504" y="434612"/>
                  </a:cubicBezTo>
                  <a:lnTo>
                    <a:pt x="855209" y="793569"/>
                  </a:lnTo>
                  <a:lnTo>
                    <a:pt x="848405" y="793569"/>
                  </a:lnTo>
                  <a:lnTo>
                    <a:pt x="668247" y="434612"/>
                  </a:lnTo>
                  <a:cubicBezTo>
                    <a:pt x="665402" y="428933"/>
                    <a:pt x="659630" y="425313"/>
                    <a:pt x="653279" y="425223"/>
                  </a:cubicBezTo>
                  <a:lnTo>
                    <a:pt x="534761" y="425223"/>
                  </a:lnTo>
                  <a:cubicBezTo>
                    <a:pt x="532039" y="425223"/>
                    <a:pt x="529318" y="425904"/>
                    <a:pt x="526596" y="427400"/>
                  </a:cubicBezTo>
                  <a:cubicBezTo>
                    <a:pt x="518386" y="431808"/>
                    <a:pt x="515304" y="442037"/>
                    <a:pt x="519712" y="450247"/>
                  </a:cubicBezTo>
                  <a:cubicBezTo>
                    <a:pt x="519739" y="450297"/>
                    <a:pt x="519766" y="450347"/>
                    <a:pt x="519793" y="450396"/>
                  </a:cubicBezTo>
                  <a:lnTo>
                    <a:pt x="740909" y="857794"/>
                  </a:lnTo>
                  <a:lnTo>
                    <a:pt x="619805" y="857794"/>
                  </a:lnTo>
                  <a:cubicBezTo>
                    <a:pt x="610412" y="857719"/>
                    <a:pt x="602736" y="865273"/>
                    <a:pt x="602661" y="874667"/>
                  </a:cubicBezTo>
                  <a:cubicBezTo>
                    <a:pt x="602661" y="874712"/>
                    <a:pt x="602660" y="874758"/>
                    <a:pt x="602660" y="874803"/>
                  </a:cubicBezTo>
                  <a:lnTo>
                    <a:pt x="602660" y="932361"/>
                  </a:lnTo>
                  <a:cubicBezTo>
                    <a:pt x="602660" y="941750"/>
                    <a:pt x="610416" y="949370"/>
                    <a:pt x="619669" y="949370"/>
                  </a:cubicBezTo>
                  <a:lnTo>
                    <a:pt x="781322" y="949370"/>
                  </a:lnTo>
                  <a:lnTo>
                    <a:pt x="781322" y="1032374"/>
                  </a:lnTo>
                  <a:lnTo>
                    <a:pt x="619533" y="1032374"/>
                  </a:lnTo>
                  <a:cubicBezTo>
                    <a:pt x="610192" y="1032374"/>
                    <a:pt x="602599" y="1039906"/>
                    <a:pt x="602524" y="1049247"/>
                  </a:cubicBezTo>
                  <a:lnTo>
                    <a:pt x="602524" y="1106941"/>
                  </a:lnTo>
                  <a:cubicBezTo>
                    <a:pt x="602524" y="1116330"/>
                    <a:pt x="610280" y="1123950"/>
                    <a:pt x="619533" y="1123950"/>
                  </a:cubicBezTo>
                  <a:lnTo>
                    <a:pt x="781186" y="1123950"/>
                  </a:lnTo>
                  <a:lnTo>
                    <a:pt x="781186" y="1258661"/>
                  </a:lnTo>
                  <a:cubicBezTo>
                    <a:pt x="781186" y="1268186"/>
                    <a:pt x="788806" y="1275670"/>
                    <a:pt x="798195" y="1275670"/>
                  </a:cubicBezTo>
                  <a:lnTo>
                    <a:pt x="904331" y="1275670"/>
                  </a:lnTo>
                  <a:cubicBezTo>
                    <a:pt x="913671" y="1275595"/>
                    <a:pt x="921204" y="1268002"/>
                    <a:pt x="921204" y="1258661"/>
                  </a:cubicBezTo>
                  <a:lnTo>
                    <a:pt x="921204" y="1123678"/>
                  </a:lnTo>
                  <a:lnTo>
                    <a:pt x="1083537" y="1123678"/>
                  </a:lnTo>
                  <a:cubicBezTo>
                    <a:pt x="1092931" y="1123678"/>
                    <a:pt x="1100546" y="1116063"/>
                    <a:pt x="1100546" y="1106669"/>
                  </a:cubicBezTo>
                  <a:lnTo>
                    <a:pt x="1100546" y="1049247"/>
                  </a:lnTo>
                  <a:cubicBezTo>
                    <a:pt x="1100546" y="1039853"/>
                    <a:pt x="1092931" y="1032238"/>
                    <a:pt x="1083537" y="1032238"/>
                  </a:cubicBezTo>
                  <a:lnTo>
                    <a:pt x="921204" y="1032238"/>
                  </a:lnTo>
                  <a:lnTo>
                    <a:pt x="921204" y="949234"/>
                  </a:lnTo>
                  <a:lnTo>
                    <a:pt x="1083537" y="949234"/>
                  </a:lnTo>
                  <a:cubicBezTo>
                    <a:pt x="1092931" y="949234"/>
                    <a:pt x="1100546" y="941619"/>
                    <a:pt x="1100546" y="932225"/>
                  </a:cubicBezTo>
                  <a:lnTo>
                    <a:pt x="1100546" y="874667"/>
                  </a:lnTo>
                  <a:cubicBezTo>
                    <a:pt x="1100546" y="865273"/>
                    <a:pt x="1092931" y="857658"/>
                    <a:pt x="1083537" y="857658"/>
                  </a:cubicBezTo>
                  <a:lnTo>
                    <a:pt x="961073" y="857658"/>
                  </a:lnTo>
                  <a:lnTo>
                    <a:pt x="1181508" y="450260"/>
                  </a:lnTo>
                  <a:cubicBezTo>
                    <a:pt x="1182859" y="447745"/>
                    <a:pt x="1183604" y="444950"/>
                    <a:pt x="1183685" y="442096"/>
                  </a:cubicBezTo>
                  <a:cubicBezTo>
                    <a:pt x="1183391" y="432765"/>
                    <a:pt x="1175740" y="425355"/>
                    <a:pt x="1166404" y="425359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091955" y="875592"/>
            <a:ext cx="2016125" cy="1523084"/>
            <a:chOff x="4960475" y="908050"/>
            <a:chExt cx="2016125" cy="1523084"/>
          </a:xfrm>
        </p:grpSpPr>
        <p:sp>
          <p:nvSpPr>
            <p:cNvPr id="63" name="矩形 62"/>
            <p:cNvSpPr/>
            <p:nvPr/>
          </p:nvSpPr>
          <p:spPr>
            <a:xfrm>
              <a:off x="4960475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矩形: 圆顶角 63"/>
            <p:cNvSpPr/>
            <p:nvPr/>
          </p:nvSpPr>
          <p:spPr>
            <a:xfrm flipH="1" flipV="1">
              <a:off x="4960475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608396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净利润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275896" y="1523672"/>
              <a:ext cx="1385283" cy="430887"/>
              <a:chOff x="863474" y="1462839"/>
              <a:chExt cx="1385283" cy="430887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思源黑体 CN Normal" panose="020B0400000000000000" charset="-122"/>
                  </a:rPr>
                  <a:t>¥3,325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7" name="TextBox 28+"/>
            <p:cNvSpPr txBox="1"/>
            <p:nvPr/>
          </p:nvSpPr>
          <p:spPr>
            <a:xfrm>
              <a:off x="5268387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8" name="TextBox 28++"/>
            <p:cNvSpPr txBox="1"/>
            <p:nvPr/>
          </p:nvSpPr>
          <p:spPr>
            <a:xfrm>
              <a:off x="5768223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18.2%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 flipV="1">
              <a:off x="6450898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图形 76"/>
            <p:cNvSpPr/>
            <p:nvPr/>
          </p:nvSpPr>
          <p:spPr>
            <a:xfrm>
              <a:off x="5275896" y="1180376"/>
              <a:ext cx="220231" cy="220661"/>
            </a:xfrm>
            <a:custGeom>
              <a:avLst/>
              <a:gdLst>
                <a:gd name="connsiteX0" fmla="*/ 847023 w 1844247"/>
                <a:gd name="connsiteY0" fmla="*/ 922020 h 1847850"/>
                <a:gd name="connsiteX1" fmla="*/ 854628 w 1844247"/>
                <a:gd name="connsiteY1" fmla="*/ 860108 h 1847850"/>
                <a:gd name="connsiteX2" fmla="*/ 804244 w 1844247"/>
                <a:gd name="connsiteY2" fmla="*/ 830580 h 1847850"/>
                <a:gd name="connsiteX3" fmla="*/ 648339 w 1844247"/>
                <a:gd name="connsiteY3" fmla="*/ 830580 h 1847850"/>
                <a:gd name="connsiteX4" fmla="*/ 635980 w 1844247"/>
                <a:gd name="connsiteY4" fmla="*/ 817245 h 1847850"/>
                <a:gd name="connsiteX5" fmla="*/ 635980 w 1844247"/>
                <a:gd name="connsiteY5" fmla="*/ 720090 h 1847850"/>
                <a:gd name="connsiteX6" fmla="*/ 653092 w 1844247"/>
                <a:gd name="connsiteY6" fmla="*/ 703898 h 1847850"/>
                <a:gd name="connsiteX7" fmla="*/ 813751 w 1844247"/>
                <a:gd name="connsiteY7" fmla="*/ 702945 h 1847850"/>
                <a:gd name="connsiteX8" fmla="*/ 860332 w 1844247"/>
                <a:gd name="connsiteY8" fmla="*/ 651510 h 1847850"/>
                <a:gd name="connsiteX9" fmla="*/ 792837 w 1844247"/>
                <a:gd name="connsiteY9" fmla="*/ 586740 h 1847850"/>
                <a:gd name="connsiteX10" fmla="*/ 651191 w 1844247"/>
                <a:gd name="connsiteY10" fmla="*/ 586740 h 1847850"/>
                <a:gd name="connsiteX11" fmla="*/ 637882 w 1844247"/>
                <a:gd name="connsiteY11" fmla="*/ 581978 h 1847850"/>
                <a:gd name="connsiteX12" fmla="*/ 646437 w 1844247"/>
                <a:gd name="connsiteY12" fmla="*/ 533400 h 1847850"/>
                <a:gd name="connsiteX13" fmla="*/ 799491 w 1844247"/>
                <a:gd name="connsiteY13" fmla="*/ 376238 h 1847850"/>
                <a:gd name="connsiteX14" fmla="*/ 817553 w 1844247"/>
                <a:gd name="connsiteY14" fmla="*/ 354330 h 1847850"/>
                <a:gd name="connsiteX15" fmla="*/ 789034 w 1844247"/>
                <a:gd name="connsiteY15" fmla="*/ 282893 h 1847850"/>
                <a:gd name="connsiteX16" fmla="*/ 729143 w 1844247"/>
                <a:gd name="connsiteY16" fmla="*/ 302895 h 1847850"/>
                <a:gd name="connsiteX17" fmla="*/ 587498 w 1844247"/>
                <a:gd name="connsiteY17" fmla="*/ 437198 h 1847850"/>
                <a:gd name="connsiteX18" fmla="*/ 568485 w 1844247"/>
                <a:gd name="connsiteY18" fmla="*/ 436245 h 1847850"/>
                <a:gd name="connsiteX19" fmla="*/ 448704 w 1844247"/>
                <a:gd name="connsiteY19" fmla="*/ 309563 h 1847850"/>
                <a:gd name="connsiteX20" fmla="*/ 393566 w 1844247"/>
                <a:gd name="connsiteY20" fmla="*/ 278130 h 1847850"/>
                <a:gd name="connsiteX21" fmla="*/ 342232 w 1844247"/>
                <a:gd name="connsiteY21" fmla="*/ 308610 h 1847850"/>
                <a:gd name="connsiteX22" fmla="*/ 365047 w 1844247"/>
                <a:gd name="connsiteY22" fmla="*/ 378143 h 1847850"/>
                <a:gd name="connsiteX23" fmla="*/ 495285 w 1844247"/>
                <a:gd name="connsiteY23" fmla="*/ 519112 h 1847850"/>
                <a:gd name="connsiteX24" fmla="*/ 516199 w 1844247"/>
                <a:gd name="connsiteY24" fmla="*/ 576263 h 1847850"/>
                <a:gd name="connsiteX25" fmla="*/ 502890 w 1844247"/>
                <a:gd name="connsiteY25" fmla="*/ 589598 h 1847850"/>
                <a:gd name="connsiteX26" fmla="*/ 352689 w 1844247"/>
                <a:gd name="connsiteY26" fmla="*/ 588645 h 1847850"/>
                <a:gd name="connsiteX27" fmla="*/ 315614 w 1844247"/>
                <a:gd name="connsiteY27" fmla="*/ 606743 h 1847850"/>
                <a:gd name="connsiteX28" fmla="*/ 299453 w 1844247"/>
                <a:gd name="connsiteY28" fmla="*/ 637223 h 1847850"/>
                <a:gd name="connsiteX29" fmla="*/ 349837 w 1844247"/>
                <a:gd name="connsiteY29" fmla="*/ 714375 h 1847850"/>
                <a:gd name="connsiteX30" fmla="*/ 501940 w 1844247"/>
                <a:gd name="connsiteY30" fmla="*/ 705803 h 1847850"/>
                <a:gd name="connsiteX31" fmla="*/ 515249 w 1844247"/>
                <a:gd name="connsiteY31" fmla="*/ 716280 h 1847850"/>
                <a:gd name="connsiteX32" fmla="*/ 515249 w 1844247"/>
                <a:gd name="connsiteY32" fmla="*/ 822008 h 1847850"/>
                <a:gd name="connsiteX33" fmla="*/ 504792 w 1844247"/>
                <a:gd name="connsiteY33" fmla="*/ 832485 h 1847850"/>
                <a:gd name="connsiteX34" fmla="*/ 421135 w 1844247"/>
                <a:gd name="connsiteY34" fmla="*/ 832485 h 1847850"/>
                <a:gd name="connsiteX35" fmla="*/ 343182 w 1844247"/>
                <a:gd name="connsiteY35" fmla="*/ 832485 h 1847850"/>
                <a:gd name="connsiteX36" fmla="*/ 287094 w 1844247"/>
                <a:gd name="connsiteY36" fmla="*/ 886778 h 1847850"/>
                <a:gd name="connsiteX37" fmla="*/ 344133 w 1844247"/>
                <a:gd name="connsiteY37" fmla="*/ 943928 h 1847850"/>
                <a:gd name="connsiteX38" fmla="*/ 501940 w 1844247"/>
                <a:gd name="connsiteY38" fmla="*/ 943928 h 1847850"/>
                <a:gd name="connsiteX39" fmla="*/ 514298 w 1844247"/>
                <a:gd name="connsiteY39" fmla="*/ 956310 h 1847850"/>
                <a:gd name="connsiteX40" fmla="*/ 516199 w 1844247"/>
                <a:gd name="connsiteY40" fmla="*/ 1009650 h 1847850"/>
                <a:gd name="connsiteX41" fmla="*/ 578942 w 1844247"/>
                <a:gd name="connsiteY41" fmla="*/ 1063943 h 1847850"/>
                <a:gd name="connsiteX42" fmla="*/ 635980 w 1844247"/>
                <a:gd name="connsiteY42" fmla="*/ 1003935 h 1847850"/>
                <a:gd name="connsiteX43" fmla="*/ 635030 w 1844247"/>
                <a:gd name="connsiteY43" fmla="*/ 959168 h 1847850"/>
                <a:gd name="connsiteX44" fmla="*/ 650240 w 1844247"/>
                <a:gd name="connsiteY44" fmla="*/ 942975 h 1847850"/>
                <a:gd name="connsiteX45" fmla="*/ 806146 w 1844247"/>
                <a:gd name="connsiteY45" fmla="*/ 942975 h 1847850"/>
                <a:gd name="connsiteX46" fmla="*/ 847023 w 1844247"/>
                <a:gd name="connsiteY46" fmla="*/ 922020 h 1847850"/>
                <a:gd name="connsiteX47" fmla="*/ 1310937 w 1844247"/>
                <a:gd name="connsiteY47" fmla="*/ 824865 h 1847850"/>
                <a:gd name="connsiteX48" fmla="*/ 777626 w 1844247"/>
                <a:gd name="connsiteY48" fmla="*/ 1336358 h 1847850"/>
                <a:gd name="connsiteX49" fmla="*/ 1310937 w 1844247"/>
                <a:gd name="connsiteY49" fmla="*/ 1847850 h 1847850"/>
                <a:gd name="connsiteX50" fmla="*/ 1844248 w 1844247"/>
                <a:gd name="connsiteY50" fmla="*/ 1336358 h 1847850"/>
                <a:gd name="connsiteX51" fmla="*/ 1310937 w 1844247"/>
                <a:gd name="connsiteY51" fmla="*/ 824865 h 1847850"/>
                <a:gd name="connsiteX52" fmla="*/ 1303332 w 1844247"/>
                <a:gd name="connsiteY52" fmla="*/ 1766888 h 1847850"/>
                <a:gd name="connsiteX53" fmla="*/ 882197 w 1844247"/>
                <a:gd name="connsiteY53" fmla="*/ 1325880 h 1847850"/>
                <a:gd name="connsiteX54" fmla="*/ 1303332 w 1844247"/>
                <a:gd name="connsiteY54" fmla="*/ 924878 h 1847850"/>
                <a:gd name="connsiteX55" fmla="*/ 1764394 w 1844247"/>
                <a:gd name="connsiteY55" fmla="*/ 1325880 h 1847850"/>
                <a:gd name="connsiteX56" fmla="*/ 1303332 w 1844247"/>
                <a:gd name="connsiteY56" fmla="*/ 1766888 h 1847850"/>
                <a:gd name="connsiteX57" fmla="*/ 1555252 w 1844247"/>
                <a:gd name="connsiteY57" fmla="*/ 120015 h 1847850"/>
                <a:gd name="connsiteX58" fmla="*/ 1555252 w 1844247"/>
                <a:gd name="connsiteY58" fmla="*/ 764858 h 1847850"/>
                <a:gd name="connsiteX59" fmla="*/ 1578068 w 1844247"/>
                <a:gd name="connsiteY59" fmla="*/ 769620 h 1847850"/>
                <a:gd name="connsiteX60" fmla="*/ 1638909 w 1844247"/>
                <a:gd name="connsiteY60" fmla="*/ 824865 h 1847850"/>
                <a:gd name="connsiteX61" fmla="*/ 1638909 w 1844247"/>
                <a:gd name="connsiteY61" fmla="*/ 196215 h 1847850"/>
                <a:gd name="connsiteX62" fmla="*/ 1458287 w 1844247"/>
                <a:gd name="connsiteY62" fmla="*/ 0 h 1847850"/>
                <a:gd name="connsiteX63" fmla="*/ 201536 w 1844247"/>
                <a:gd name="connsiteY63" fmla="*/ 0 h 1847850"/>
                <a:gd name="connsiteX64" fmla="*/ 0 w 1844247"/>
                <a:gd name="connsiteY64" fmla="*/ 196215 h 1847850"/>
                <a:gd name="connsiteX65" fmla="*/ 0 w 1844247"/>
                <a:gd name="connsiteY65" fmla="*/ 1557338 h 1847850"/>
                <a:gd name="connsiteX66" fmla="*/ 201536 w 1844247"/>
                <a:gd name="connsiteY66" fmla="*/ 1729740 h 1847850"/>
                <a:gd name="connsiteX67" fmla="*/ 859382 w 1844247"/>
                <a:gd name="connsiteY67" fmla="*/ 1729740 h 1847850"/>
                <a:gd name="connsiteX68" fmla="*/ 775725 w 1844247"/>
                <a:gd name="connsiteY68" fmla="*/ 1632585 h 1847850"/>
                <a:gd name="connsiteX69" fmla="*/ 770021 w 1844247"/>
                <a:gd name="connsiteY69" fmla="*/ 1612583 h 1847850"/>
                <a:gd name="connsiteX70" fmla="*/ 206290 w 1844247"/>
                <a:gd name="connsiteY70" fmla="*/ 1612583 h 1847850"/>
                <a:gd name="connsiteX71" fmla="*/ 83657 w 1844247"/>
                <a:gd name="connsiteY71" fmla="*/ 1536383 h 1847850"/>
                <a:gd name="connsiteX72" fmla="*/ 83657 w 1844247"/>
                <a:gd name="connsiteY72" fmla="*/ 120015 h 1847850"/>
                <a:gd name="connsiteX73" fmla="*/ 1052362 w 1844247"/>
                <a:gd name="connsiteY73" fmla="*/ 432435 h 1847850"/>
                <a:gd name="connsiteX74" fmla="*/ 983916 w 1844247"/>
                <a:gd name="connsiteY74" fmla="*/ 491490 h 1847850"/>
                <a:gd name="connsiteX75" fmla="*/ 1052362 w 1844247"/>
                <a:gd name="connsiteY75" fmla="*/ 550545 h 1847850"/>
                <a:gd name="connsiteX76" fmla="*/ 1284319 w 1844247"/>
                <a:gd name="connsiteY76" fmla="*/ 550545 h 1847850"/>
                <a:gd name="connsiteX77" fmla="*/ 1352765 w 1844247"/>
                <a:gd name="connsiteY77" fmla="*/ 491490 h 1847850"/>
                <a:gd name="connsiteX78" fmla="*/ 1284319 w 1844247"/>
                <a:gd name="connsiteY78" fmla="*/ 432435 h 1847850"/>
                <a:gd name="connsiteX79" fmla="*/ 1052362 w 1844247"/>
                <a:gd name="connsiteY79" fmla="*/ 432435 h 1847850"/>
                <a:gd name="connsiteX80" fmla="*/ 1246293 w 1844247"/>
                <a:gd name="connsiteY80" fmla="*/ 1524000 h 1847850"/>
                <a:gd name="connsiteX81" fmla="*/ 1210169 w 1844247"/>
                <a:gd name="connsiteY81" fmla="*/ 1509713 h 1847850"/>
                <a:gd name="connsiteX82" fmla="*/ 1100845 w 1844247"/>
                <a:gd name="connsiteY82" fmla="*/ 1404938 h 1847850"/>
                <a:gd name="connsiteX83" fmla="*/ 1100845 w 1844247"/>
                <a:gd name="connsiteY83" fmla="*/ 1335405 h 1847850"/>
                <a:gd name="connsiteX84" fmla="*/ 1136969 w 1844247"/>
                <a:gd name="connsiteY84" fmla="*/ 1321118 h 1847850"/>
                <a:gd name="connsiteX85" fmla="*/ 1173094 w 1844247"/>
                <a:gd name="connsiteY85" fmla="*/ 1335405 h 1847850"/>
                <a:gd name="connsiteX86" fmla="*/ 1245343 w 1844247"/>
                <a:gd name="connsiteY86" fmla="*/ 1404938 h 1847850"/>
                <a:gd name="connsiteX87" fmla="*/ 1457336 w 1844247"/>
                <a:gd name="connsiteY87" fmla="*/ 1202055 h 1847850"/>
                <a:gd name="connsiteX88" fmla="*/ 1493461 w 1844247"/>
                <a:gd name="connsiteY88" fmla="*/ 1187768 h 1847850"/>
                <a:gd name="connsiteX89" fmla="*/ 1529585 w 1844247"/>
                <a:gd name="connsiteY89" fmla="*/ 1202055 h 1847850"/>
                <a:gd name="connsiteX90" fmla="*/ 1529585 w 1844247"/>
                <a:gd name="connsiteY90" fmla="*/ 1271588 h 1847850"/>
                <a:gd name="connsiteX91" fmla="*/ 1281467 w 1844247"/>
                <a:gd name="connsiteY91" fmla="*/ 1509713 h 1847850"/>
                <a:gd name="connsiteX92" fmla="*/ 1246293 w 1844247"/>
                <a:gd name="connsiteY92" fmla="*/ 1524000 h 1847850"/>
                <a:gd name="connsiteX93" fmla="*/ 587498 w 1844247"/>
                <a:gd name="connsiteY93" fmla="*/ 1219200 h 1847850"/>
                <a:gd name="connsiteX94" fmla="*/ 355541 w 1844247"/>
                <a:gd name="connsiteY94" fmla="*/ 1219200 h 1847850"/>
                <a:gd name="connsiteX95" fmla="*/ 287094 w 1844247"/>
                <a:gd name="connsiteY95" fmla="*/ 1278255 h 1847850"/>
                <a:gd name="connsiteX96" fmla="*/ 355541 w 1844247"/>
                <a:gd name="connsiteY96" fmla="*/ 1337310 h 1847850"/>
                <a:gd name="connsiteX97" fmla="*/ 587498 w 1844247"/>
                <a:gd name="connsiteY97" fmla="*/ 1337310 h 1847850"/>
                <a:gd name="connsiteX98" fmla="*/ 655944 w 1844247"/>
                <a:gd name="connsiteY98" fmla="*/ 1278255 h 1847850"/>
                <a:gd name="connsiteX99" fmla="*/ 587498 w 1844247"/>
                <a:gd name="connsiteY99" fmla="*/ 121920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844247" h="1847850">
                  <a:moveTo>
                    <a:pt x="847023" y="922020"/>
                  </a:moveTo>
                  <a:cubicBezTo>
                    <a:pt x="861283" y="902970"/>
                    <a:pt x="864135" y="882015"/>
                    <a:pt x="854628" y="860108"/>
                  </a:cubicBezTo>
                  <a:cubicBezTo>
                    <a:pt x="845122" y="838200"/>
                    <a:pt x="826109" y="831533"/>
                    <a:pt x="804244" y="830580"/>
                  </a:cubicBezTo>
                  <a:lnTo>
                    <a:pt x="648339" y="830580"/>
                  </a:lnTo>
                  <a:cubicBezTo>
                    <a:pt x="637882" y="830580"/>
                    <a:pt x="635030" y="827723"/>
                    <a:pt x="635980" y="817245"/>
                  </a:cubicBezTo>
                  <a:cubicBezTo>
                    <a:pt x="636931" y="784860"/>
                    <a:pt x="636931" y="752475"/>
                    <a:pt x="635980" y="720090"/>
                  </a:cubicBezTo>
                  <a:cubicBezTo>
                    <a:pt x="635980" y="706755"/>
                    <a:pt x="639783" y="703898"/>
                    <a:pt x="653092" y="703898"/>
                  </a:cubicBezTo>
                  <a:cubicBezTo>
                    <a:pt x="706328" y="703898"/>
                    <a:pt x="760515" y="703898"/>
                    <a:pt x="813751" y="702945"/>
                  </a:cubicBezTo>
                  <a:cubicBezTo>
                    <a:pt x="843221" y="701993"/>
                    <a:pt x="861283" y="681038"/>
                    <a:pt x="860332" y="651510"/>
                  </a:cubicBezTo>
                  <a:cubicBezTo>
                    <a:pt x="858431" y="615315"/>
                    <a:pt x="828961" y="586740"/>
                    <a:pt x="792837" y="586740"/>
                  </a:cubicBezTo>
                  <a:lnTo>
                    <a:pt x="651191" y="586740"/>
                  </a:lnTo>
                  <a:cubicBezTo>
                    <a:pt x="646437" y="586740"/>
                    <a:pt x="637882" y="588645"/>
                    <a:pt x="637882" y="581978"/>
                  </a:cubicBezTo>
                  <a:cubicBezTo>
                    <a:pt x="637882" y="565785"/>
                    <a:pt x="631227" y="548640"/>
                    <a:pt x="646437" y="533400"/>
                  </a:cubicBezTo>
                  <a:cubicBezTo>
                    <a:pt x="697772" y="481965"/>
                    <a:pt x="748156" y="428625"/>
                    <a:pt x="799491" y="376238"/>
                  </a:cubicBezTo>
                  <a:cubicBezTo>
                    <a:pt x="806146" y="369570"/>
                    <a:pt x="812800" y="361950"/>
                    <a:pt x="817553" y="354330"/>
                  </a:cubicBezTo>
                  <a:cubicBezTo>
                    <a:pt x="836566" y="325755"/>
                    <a:pt x="823257" y="291465"/>
                    <a:pt x="789034" y="282893"/>
                  </a:cubicBezTo>
                  <a:cubicBezTo>
                    <a:pt x="765268" y="277178"/>
                    <a:pt x="745304" y="287655"/>
                    <a:pt x="729143" y="302895"/>
                  </a:cubicBezTo>
                  <a:cubicBezTo>
                    <a:pt x="681611" y="347663"/>
                    <a:pt x="634079" y="391478"/>
                    <a:pt x="587498" y="437198"/>
                  </a:cubicBezTo>
                  <a:cubicBezTo>
                    <a:pt x="579892" y="444818"/>
                    <a:pt x="576090" y="443865"/>
                    <a:pt x="568485" y="436245"/>
                  </a:cubicBezTo>
                  <a:cubicBezTo>
                    <a:pt x="528558" y="393383"/>
                    <a:pt x="488631" y="351473"/>
                    <a:pt x="448704" y="309563"/>
                  </a:cubicBezTo>
                  <a:cubicBezTo>
                    <a:pt x="433493" y="293370"/>
                    <a:pt x="416382" y="281940"/>
                    <a:pt x="393566" y="278130"/>
                  </a:cubicBezTo>
                  <a:cubicBezTo>
                    <a:pt x="369800" y="273368"/>
                    <a:pt x="349837" y="284798"/>
                    <a:pt x="342232" y="308610"/>
                  </a:cubicBezTo>
                  <a:cubicBezTo>
                    <a:pt x="333676" y="336233"/>
                    <a:pt x="346985" y="359093"/>
                    <a:pt x="365047" y="378143"/>
                  </a:cubicBezTo>
                  <a:cubicBezTo>
                    <a:pt x="407826" y="425768"/>
                    <a:pt x="450605" y="473393"/>
                    <a:pt x="495285" y="519112"/>
                  </a:cubicBezTo>
                  <a:cubicBezTo>
                    <a:pt x="511446" y="536258"/>
                    <a:pt x="519051" y="553403"/>
                    <a:pt x="516199" y="576263"/>
                  </a:cubicBezTo>
                  <a:cubicBezTo>
                    <a:pt x="515249" y="586740"/>
                    <a:pt x="513347" y="589598"/>
                    <a:pt x="502890" y="589598"/>
                  </a:cubicBezTo>
                  <a:cubicBezTo>
                    <a:pt x="452506" y="588645"/>
                    <a:pt x="402122" y="589598"/>
                    <a:pt x="352689" y="588645"/>
                  </a:cubicBezTo>
                  <a:cubicBezTo>
                    <a:pt x="336528" y="588645"/>
                    <a:pt x="325120" y="594360"/>
                    <a:pt x="315614" y="606743"/>
                  </a:cubicBezTo>
                  <a:cubicBezTo>
                    <a:pt x="308008" y="616268"/>
                    <a:pt x="303255" y="625793"/>
                    <a:pt x="299453" y="637223"/>
                  </a:cubicBezTo>
                  <a:cubicBezTo>
                    <a:pt x="286144" y="678180"/>
                    <a:pt x="306107" y="714375"/>
                    <a:pt x="349837" y="714375"/>
                  </a:cubicBezTo>
                  <a:cubicBezTo>
                    <a:pt x="402122" y="714375"/>
                    <a:pt x="451556" y="706755"/>
                    <a:pt x="501940" y="705803"/>
                  </a:cubicBezTo>
                  <a:cubicBezTo>
                    <a:pt x="509545" y="705803"/>
                    <a:pt x="515249" y="705803"/>
                    <a:pt x="515249" y="716280"/>
                  </a:cubicBezTo>
                  <a:cubicBezTo>
                    <a:pt x="514298" y="751523"/>
                    <a:pt x="514298" y="786765"/>
                    <a:pt x="515249" y="822008"/>
                  </a:cubicBezTo>
                  <a:cubicBezTo>
                    <a:pt x="515249" y="830580"/>
                    <a:pt x="512397" y="832485"/>
                    <a:pt x="504792" y="832485"/>
                  </a:cubicBezTo>
                  <a:cubicBezTo>
                    <a:pt x="477223" y="831533"/>
                    <a:pt x="449654" y="832485"/>
                    <a:pt x="421135" y="832485"/>
                  </a:cubicBezTo>
                  <a:lnTo>
                    <a:pt x="343182" y="832485"/>
                  </a:lnTo>
                  <a:cubicBezTo>
                    <a:pt x="310860" y="832485"/>
                    <a:pt x="287094" y="856298"/>
                    <a:pt x="287094" y="886778"/>
                  </a:cubicBezTo>
                  <a:cubicBezTo>
                    <a:pt x="287094" y="919163"/>
                    <a:pt x="311811" y="943928"/>
                    <a:pt x="344133" y="943928"/>
                  </a:cubicBezTo>
                  <a:lnTo>
                    <a:pt x="501940" y="943928"/>
                  </a:lnTo>
                  <a:cubicBezTo>
                    <a:pt x="511446" y="943928"/>
                    <a:pt x="514298" y="945833"/>
                    <a:pt x="514298" y="956310"/>
                  </a:cubicBezTo>
                  <a:cubicBezTo>
                    <a:pt x="514298" y="974407"/>
                    <a:pt x="514298" y="991553"/>
                    <a:pt x="516199" y="1009650"/>
                  </a:cubicBezTo>
                  <a:cubicBezTo>
                    <a:pt x="519051" y="1044892"/>
                    <a:pt x="542817" y="1064895"/>
                    <a:pt x="578942" y="1063943"/>
                  </a:cubicBezTo>
                  <a:cubicBezTo>
                    <a:pt x="611264" y="1062990"/>
                    <a:pt x="635980" y="1038225"/>
                    <a:pt x="635980" y="1003935"/>
                  </a:cubicBezTo>
                  <a:cubicBezTo>
                    <a:pt x="635980" y="988695"/>
                    <a:pt x="636931" y="974407"/>
                    <a:pt x="635030" y="959168"/>
                  </a:cubicBezTo>
                  <a:cubicBezTo>
                    <a:pt x="633128" y="945833"/>
                    <a:pt x="637882" y="942975"/>
                    <a:pt x="650240" y="942975"/>
                  </a:cubicBezTo>
                  <a:cubicBezTo>
                    <a:pt x="702525" y="943928"/>
                    <a:pt x="754811" y="942975"/>
                    <a:pt x="806146" y="942975"/>
                  </a:cubicBezTo>
                  <a:cubicBezTo>
                    <a:pt x="824208" y="942023"/>
                    <a:pt x="837517" y="935355"/>
                    <a:pt x="847023" y="922020"/>
                  </a:cubicBezTo>
                  <a:close/>
                  <a:moveTo>
                    <a:pt x="1310937" y="824865"/>
                  </a:moveTo>
                  <a:cubicBezTo>
                    <a:pt x="1017188" y="824865"/>
                    <a:pt x="777626" y="1054418"/>
                    <a:pt x="777626" y="1336358"/>
                  </a:cubicBezTo>
                  <a:cubicBezTo>
                    <a:pt x="777626" y="1618298"/>
                    <a:pt x="1017188" y="1847850"/>
                    <a:pt x="1310937" y="1847850"/>
                  </a:cubicBezTo>
                  <a:cubicBezTo>
                    <a:pt x="1604686" y="1847850"/>
                    <a:pt x="1844248" y="1618298"/>
                    <a:pt x="1844248" y="1336358"/>
                  </a:cubicBezTo>
                  <a:cubicBezTo>
                    <a:pt x="1844248" y="1054418"/>
                    <a:pt x="1605637" y="824865"/>
                    <a:pt x="1310937" y="824865"/>
                  </a:cubicBezTo>
                  <a:close/>
                  <a:moveTo>
                    <a:pt x="1303332" y="1766888"/>
                  </a:moveTo>
                  <a:cubicBezTo>
                    <a:pt x="1071375" y="1766888"/>
                    <a:pt x="882197" y="1546860"/>
                    <a:pt x="882197" y="1325880"/>
                  </a:cubicBezTo>
                  <a:cubicBezTo>
                    <a:pt x="882197" y="1104900"/>
                    <a:pt x="1071375" y="924878"/>
                    <a:pt x="1303332" y="924878"/>
                  </a:cubicBezTo>
                  <a:cubicBezTo>
                    <a:pt x="1535289" y="924878"/>
                    <a:pt x="1764394" y="1104900"/>
                    <a:pt x="1764394" y="1325880"/>
                  </a:cubicBezTo>
                  <a:cubicBezTo>
                    <a:pt x="1764394" y="1546860"/>
                    <a:pt x="1535289" y="1766888"/>
                    <a:pt x="1303332" y="1766888"/>
                  </a:cubicBezTo>
                  <a:close/>
                  <a:moveTo>
                    <a:pt x="1555252" y="120015"/>
                  </a:moveTo>
                  <a:lnTo>
                    <a:pt x="1555252" y="764858"/>
                  </a:lnTo>
                  <a:lnTo>
                    <a:pt x="1578068" y="769620"/>
                  </a:lnTo>
                  <a:cubicBezTo>
                    <a:pt x="1622748" y="782955"/>
                    <a:pt x="1586624" y="801053"/>
                    <a:pt x="1638909" y="824865"/>
                  </a:cubicBezTo>
                  <a:lnTo>
                    <a:pt x="1638909" y="196215"/>
                  </a:lnTo>
                  <a:cubicBezTo>
                    <a:pt x="1638909" y="86678"/>
                    <a:pt x="1569512" y="0"/>
                    <a:pt x="1458287" y="0"/>
                  </a:cubicBezTo>
                  <a:lnTo>
                    <a:pt x="201536" y="0"/>
                  </a:lnTo>
                  <a:cubicBezTo>
                    <a:pt x="90311" y="0"/>
                    <a:pt x="0" y="88583"/>
                    <a:pt x="0" y="196215"/>
                  </a:cubicBezTo>
                  <a:lnTo>
                    <a:pt x="0" y="1557338"/>
                  </a:lnTo>
                  <a:cubicBezTo>
                    <a:pt x="0" y="1665923"/>
                    <a:pt x="89360" y="1729740"/>
                    <a:pt x="201536" y="1729740"/>
                  </a:cubicBezTo>
                  <a:lnTo>
                    <a:pt x="859382" y="1729740"/>
                  </a:lnTo>
                  <a:cubicBezTo>
                    <a:pt x="827060" y="1681163"/>
                    <a:pt x="798540" y="1679258"/>
                    <a:pt x="775725" y="1632585"/>
                  </a:cubicBezTo>
                  <a:lnTo>
                    <a:pt x="770021" y="1612583"/>
                  </a:lnTo>
                  <a:lnTo>
                    <a:pt x="206290" y="1612583"/>
                  </a:lnTo>
                  <a:cubicBezTo>
                    <a:pt x="191079" y="1612583"/>
                    <a:pt x="83657" y="1556385"/>
                    <a:pt x="83657" y="1536383"/>
                  </a:cubicBezTo>
                  <a:lnTo>
                    <a:pt x="83657" y="120015"/>
                  </a:lnTo>
                  <a:moveTo>
                    <a:pt x="1052362" y="432435"/>
                  </a:moveTo>
                  <a:cubicBezTo>
                    <a:pt x="1014336" y="432435"/>
                    <a:pt x="983916" y="459105"/>
                    <a:pt x="983916" y="491490"/>
                  </a:cubicBezTo>
                  <a:cubicBezTo>
                    <a:pt x="983916" y="523875"/>
                    <a:pt x="1014336" y="550545"/>
                    <a:pt x="1052362" y="550545"/>
                  </a:cubicBezTo>
                  <a:lnTo>
                    <a:pt x="1284319" y="550545"/>
                  </a:lnTo>
                  <a:cubicBezTo>
                    <a:pt x="1322345" y="550545"/>
                    <a:pt x="1352765" y="523875"/>
                    <a:pt x="1352765" y="491490"/>
                  </a:cubicBezTo>
                  <a:cubicBezTo>
                    <a:pt x="1352765" y="459105"/>
                    <a:pt x="1322345" y="432435"/>
                    <a:pt x="1284319" y="432435"/>
                  </a:cubicBezTo>
                  <a:lnTo>
                    <a:pt x="1052362" y="432435"/>
                  </a:lnTo>
                  <a:close/>
                  <a:moveTo>
                    <a:pt x="1246293" y="1524000"/>
                  </a:moveTo>
                  <a:cubicBezTo>
                    <a:pt x="1232984" y="1524000"/>
                    <a:pt x="1219675" y="1519238"/>
                    <a:pt x="1210169" y="1509713"/>
                  </a:cubicBezTo>
                  <a:lnTo>
                    <a:pt x="1100845" y="1404938"/>
                  </a:lnTo>
                  <a:cubicBezTo>
                    <a:pt x="1080882" y="1385888"/>
                    <a:pt x="1080882" y="1354455"/>
                    <a:pt x="1100845" y="1335405"/>
                  </a:cubicBezTo>
                  <a:cubicBezTo>
                    <a:pt x="1111302" y="1325880"/>
                    <a:pt x="1123660" y="1321118"/>
                    <a:pt x="1136969" y="1321118"/>
                  </a:cubicBezTo>
                  <a:cubicBezTo>
                    <a:pt x="1150278" y="1321118"/>
                    <a:pt x="1163587" y="1325880"/>
                    <a:pt x="1173094" y="1335405"/>
                  </a:cubicBezTo>
                  <a:lnTo>
                    <a:pt x="1245343" y="1404938"/>
                  </a:lnTo>
                  <a:lnTo>
                    <a:pt x="1457336" y="1202055"/>
                  </a:lnTo>
                  <a:cubicBezTo>
                    <a:pt x="1466843" y="1192530"/>
                    <a:pt x="1480152" y="1187768"/>
                    <a:pt x="1493461" y="1187768"/>
                  </a:cubicBezTo>
                  <a:cubicBezTo>
                    <a:pt x="1506770" y="1187768"/>
                    <a:pt x="1520079" y="1192530"/>
                    <a:pt x="1529585" y="1202055"/>
                  </a:cubicBezTo>
                  <a:cubicBezTo>
                    <a:pt x="1549549" y="1221105"/>
                    <a:pt x="1549549" y="1252538"/>
                    <a:pt x="1529585" y="1271588"/>
                  </a:cubicBezTo>
                  <a:lnTo>
                    <a:pt x="1281467" y="1509713"/>
                  </a:lnTo>
                  <a:cubicBezTo>
                    <a:pt x="1272911" y="1519238"/>
                    <a:pt x="1259602" y="1524000"/>
                    <a:pt x="1246293" y="1524000"/>
                  </a:cubicBezTo>
                  <a:close/>
                  <a:moveTo>
                    <a:pt x="587498" y="1219200"/>
                  </a:moveTo>
                  <a:lnTo>
                    <a:pt x="355541" y="1219200"/>
                  </a:lnTo>
                  <a:cubicBezTo>
                    <a:pt x="317515" y="1219200"/>
                    <a:pt x="287094" y="1245870"/>
                    <a:pt x="287094" y="1278255"/>
                  </a:cubicBezTo>
                  <a:cubicBezTo>
                    <a:pt x="287094" y="1310640"/>
                    <a:pt x="317515" y="1337310"/>
                    <a:pt x="355541" y="1337310"/>
                  </a:cubicBezTo>
                  <a:lnTo>
                    <a:pt x="587498" y="1337310"/>
                  </a:lnTo>
                  <a:cubicBezTo>
                    <a:pt x="625523" y="1337310"/>
                    <a:pt x="655944" y="1310640"/>
                    <a:pt x="655944" y="1278255"/>
                  </a:cubicBezTo>
                  <a:cubicBezTo>
                    <a:pt x="655944" y="1244918"/>
                    <a:pt x="625523" y="1219200"/>
                    <a:pt x="587498" y="1219200"/>
                  </a:cubicBezTo>
                  <a:close/>
                </a:path>
              </a:pathLst>
            </a:custGeom>
            <a:solidFill>
              <a:schemeClr val="accent1"/>
            </a:solidFill>
            <a:ln w="1857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416476" y="875592"/>
            <a:ext cx="2016125" cy="1523084"/>
            <a:chOff x="7174037" y="908050"/>
            <a:chExt cx="2016125" cy="1523084"/>
          </a:xfrm>
        </p:grpSpPr>
        <p:sp>
          <p:nvSpPr>
            <p:cNvPr id="81" name="矩形 80"/>
            <p:cNvSpPr/>
            <p:nvPr/>
          </p:nvSpPr>
          <p:spPr>
            <a:xfrm>
              <a:off x="7174037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矩形: 圆顶角 81"/>
            <p:cNvSpPr/>
            <p:nvPr/>
          </p:nvSpPr>
          <p:spPr>
            <a:xfrm flipH="1" flipV="1">
              <a:off x="7174037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21958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利润率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89458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38.8%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5" name="TextBox 28+"/>
            <p:cNvSpPr txBox="1"/>
            <p:nvPr/>
          </p:nvSpPr>
          <p:spPr>
            <a:xfrm>
              <a:off x="7481949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6" name="TextBox 28++"/>
            <p:cNvSpPr txBox="1"/>
            <p:nvPr/>
          </p:nvSpPr>
          <p:spPr>
            <a:xfrm>
              <a:off x="7981785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2.1%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8664460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图形 91"/>
            <p:cNvSpPr/>
            <p:nvPr/>
          </p:nvSpPr>
          <p:spPr>
            <a:xfrm>
              <a:off x="7489458" y="1155541"/>
              <a:ext cx="236538" cy="270329"/>
            </a:xfrm>
            <a:custGeom>
              <a:avLst/>
              <a:gdLst>
                <a:gd name="connsiteX0" fmla="*/ 1488281 w 1666875"/>
                <a:gd name="connsiteY0" fmla="*/ 1547813 h 1905000"/>
                <a:gd name="connsiteX1" fmla="*/ 1666875 w 1666875"/>
                <a:gd name="connsiteY1" fmla="*/ 1726406 h 1905000"/>
                <a:gd name="connsiteX2" fmla="*/ 1488281 w 1666875"/>
                <a:gd name="connsiteY2" fmla="*/ 1905000 h 1905000"/>
                <a:gd name="connsiteX3" fmla="*/ 1309688 w 1666875"/>
                <a:gd name="connsiteY3" fmla="*/ 1726406 h 1905000"/>
                <a:gd name="connsiteX4" fmla="*/ 1488281 w 1666875"/>
                <a:gd name="connsiteY4" fmla="*/ 1547813 h 1905000"/>
                <a:gd name="connsiteX5" fmla="*/ 833438 w 1666875"/>
                <a:gd name="connsiteY5" fmla="*/ 0 h 1905000"/>
                <a:gd name="connsiteX6" fmla="*/ 1646932 w 1666875"/>
                <a:gd name="connsiteY6" fmla="*/ 251222 h 1905000"/>
                <a:gd name="connsiteX7" fmla="*/ 1666875 w 1666875"/>
                <a:gd name="connsiteY7" fmla="*/ 297656 h 1905000"/>
                <a:gd name="connsiteX8" fmla="*/ 1666875 w 1666875"/>
                <a:gd name="connsiteY8" fmla="*/ 839391 h 1905000"/>
                <a:gd name="connsiteX9" fmla="*/ 1607344 w 1666875"/>
                <a:gd name="connsiteY9" fmla="*/ 898922 h 1905000"/>
                <a:gd name="connsiteX10" fmla="*/ 1547813 w 1666875"/>
                <a:gd name="connsiteY10" fmla="*/ 839391 h 1905000"/>
                <a:gd name="connsiteX11" fmla="*/ 1547932 w 1666875"/>
                <a:gd name="connsiteY11" fmla="*/ 502741 h 1905000"/>
                <a:gd name="connsiteX12" fmla="*/ 833438 w 1666875"/>
                <a:gd name="connsiteY12" fmla="*/ 654844 h 1905000"/>
                <a:gd name="connsiteX13" fmla="*/ 119063 w 1666875"/>
                <a:gd name="connsiteY13" fmla="*/ 502801 h 1905000"/>
                <a:gd name="connsiteX14" fmla="*/ 119063 w 1666875"/>
                <a:gd name="connsiteY14" fmla="*/ 720328 h 1905000"/>
                <a:gd name="connsiteX15" fmla="*/ 607219 w 1666875"/>
                <a:gd name="connsiteY15" fmla="*/ 916781 h 1905000"/>
                <a:gd name="connsiteX16" fmla="*/ 660797 w 1666875"/>
                <a:gd name="connsiteY16" fmla="*/ 982266 h 1905000"/>
                <a:gd name="connsiteX17" fmla="*/ 595313 w 1666875"/>
                <a:gd name="connsiteY17" fmla="*/ 1035844 h 1905000"/>
                <a:gd name="connsiteX18" fmla="*/ 119063 w 1666875"/>
                <a:gd name="connsiteY18" fmla="*/ 897731 h 1905000"/>
                <a:gd name="connsiteX19" fmla="*/ 119063 w 1666875"/>
                <a:gd name="connsiteY19" fmla="*/ 1137047 h 1905000"/>
                <a:gd name="connsiteX20" fmla="*/ 714375 w 1666875"/>
                <a:gd name="connsiteY20" fmla="*/ 1339453 h 1905000"/>
                <a:gd name="connsiteX21" fmla="*/ 767953 w 1666875"/>
                <a:gd name="connsiteY21" fmla="*/ 1404938 h 1905000"/>
                <a:gd name="connsiteX22" fmla="*/ 702469 w 1666875"/>
                <a:gd name="connsiteY22" fmla="*/ 1458516 h 1905000"/>
                <a:gd name="connsiteX23" fmla="*/ 119063 w 1666875"/>
                <a:gd name="connsiteY23" fmla="*/ 1312247 h 1905000"/>
                <a:gd name="connsiteX24" fmla="*/ 119063 w 1666875"/>
                <a:gd name="connsiteY24" fmla="*/ 1553766 h 1905000"/>
                <a:gd name="connsiteX25" fmla="*/ 833438 w 1666875"/>
                <a:gd name="connsiteY25" fmla="*/ 1762125 h 1905000"/>
                <a:gd name="connsiteX26" fmla="*/ 892969 w 1666875"/>
                <a:gd name="connsiteY26" fmla="*/ 1821656 h 1905000"/>
                <a:gd name="connsiteX27" fmla="*/ 833438 w 1666875"/>
                <a:gd name="connsiteY27" fmla="*/ 1881188 h 1905000"/>
                <a:gd name="connsiteX28" fmla="*/ 0 w 1666875"/>
                <a:gd name="connsiteY28" fmla="*/ 1553766 h 1905000"/>
                <a:gd name="connsiteX29" fmla="*/ 0 w 1666875"/>
                <a:gd name="connsiteY29" fmla="*/ 297656 h 1905000"/>
                <a:gd name="connsiteX30" fmla="*/ 20002 w 1666875"/>
                <a:gd name="connsiteY30" fmla="*/ 251222 h 1905000"/>
                <a:gd name="connsiteX31" fmla="*/ 833438 w 1666875"/>
                <a:gd name="connsiteY31" fmla="*/ 0 h 1905000"/>
                <a:gd name="connsiteX32" fmla="*/ 1488281 w 1666875"/>
                <a:gd name="connsiteY32" fmla="*/ 1666875 h 1905000"/>
                <a:gd name="connsiteX33" fmla="*/ 1428750 w 1666875"/>
                <a:gd name="connsiteY33" fmla="*/ 1726406 h 1905000"/>
                <a:gd name="connsiteX34" fmla="*/ 1488281 w 1666875"/>
                <a:gd name="connsiteY34" fmla="*/ 1785938 h 1905000"/>
                <a:gd name="connsiteX35" fmla="*/ 1547813 w 1666875"/>
                <a:gd name="connsiteY35" fmla="*/ 1726406 h 1905000"/>
                <a:gd name="connsiteX36" fmla="*/ 1488281 w 1666875"/>
                <a:gd name="connsiteY36" fmla="*/ 1666875 h 1905000"/>
                <a:gd name="connsiteX37" fmla="*/ 1545431 w 1666875"/>
                <a:gd name="connsiteY37" fmla="*/ 1071563 h 1905000"/>
                <a:gd name="connsiteX38" fmla="*/ 1629609 w 1666875"/>
                <a:gd name="connsiteY38" fmla="*/ 1155740 h 1905000"/>
                <a:gd name="connsiteX39" fmla="*/ 1040249 w 1666875"/>
                <a:gd name="connsiteY39" fmla="*/ 1745099 h 1905000"/>
                <a:gd name="connsiteX40" fmla="*/ 956072 w 1666875"/>
                <a:gd name="connsiteY40" fmla="*/ 1660922 h 1905000"/>
                <a:gd name="connsiteX41" fmla="*/ 1545431 w 1666875"/>
                <a:gd name="connsiteY41" fmla="*/ 1071563 h 1905000"/>
                <a:gd name="connsiteX42" fmla="*/ 1071563 w 1666875"/>
                <a:gd name="connsiteY42" fmla="*/ 952500 h 1905000"/>
                <a:gd name="connsiteX43" fmla="*/ 1250156 w 1666875"/>
                <a:gd name="connsiteY43" fmla="*/ 1131094 h 1905000"/>
                <a:gd name="connsiteX44" fmla="*/ 1071563 w 1666875"/>
                <a:gd name="connsiteY44" fmla="*/ 1309688 h 1905000"/>
                <a:gd name="connsiteX45" fmla="*/ 892969 w 1666875"/>
                <a:gd name="connsiteY45" fmla="*/ 1131094 h 1905000"/>
                <a:gd name="connsiteX46" fmla="*/ 1071563 w 1666875"/>
                <a:gd name="connsiteY46" fmla="*/ 952500 h 1905000"/>
                <a:gd name="connsiteX47" fmla="*/ 1071563 w 1666875"/>
                <a:gd name="connsiteY47" fmla="*/ 1071563 h 1905000"/>
                <a:gd name="connsiteX48" fmla="*/ 1012031 w 1666875"/>
                <a:gd name="connsiteY48" fmla="*/ 1131094 h 1905000"/>
                <a:gd name="connsiteX49" fmla="*/ 1071563 w 1666875"/>
                <a:gd name="connsiteY49" fmla="*/ 1190625 h 1905000"/>
                <a:gd name="connsiteX50" fmla="*/ 1131094 w 1666875"/>
                <a:gd name="connsiteY50" fmla="*/ 1131094 h 1905000"/>
                <a:gd name="connsiteX51" fmla="*/ 1071563 w 1666875"/>
                <a:gd name="connsiteY51" fmla="*/ 1071563 h 1905000"/>
                <a:gd name="connsiteX52" fmla="*/ 833438 w 1666875"/>
                <a:gd name="connsiteY52" fmla="*/ 119063 h 1905000"/>
                <a:gd name="connsiteX53" fmla="*/ 119063 w 1666875"/>
                <a:gd name="connsiteY53" fmla="*/ 327422 h 1905000"/>
                <a:gd name="connsiteX54" fmla="*/ 833438 w 1666875"/>
                <a:gd name="connsiteY54" fmla="*/ 535781 h 1905000"/>
                <a:gd name="connsiteX55" fmla="*/ 1547813 w 1666875"/>
                <a:gd name="connsiteY55" fmla="*/ 327422 h 1905000"/>
                <a:gd name="connsiteX56" fmla="*/ 833438 w 1666875"/>
                <a:gd name="connsiteY56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66875" h="1905000">
                  <a:moveTo>
                    <a:pt x="1488281" y="1547813"/>
                  </a:moveTo>
                  <a:cubicBezTo>
                    <a:pt x="1589484" y="1547813"/>
                    <a:pt x="1666875" y="1625203"/>
                    <a:pt x="1666875" y="1726406"/>
                  </a:cubicBezTo>
                  <a:cubicBezTo>
                    <a:pt x="1666875" y="1827609"/>
                    <a:pt x="1589484" y="1905000"/>
                    <a:pt x="1488281" y="1905000"/>
                  </a:cubicBezTo>
                  <a:cubicBezTo>
                    <a:pt x="1387078" y="1905000"/>
                    <a:pt x="1309688" y="1827609"/>
                    <a:pt x="1309688" y="1726406"/>
                  </a:cubicBezTo>
                  <a:cubicBezTo>
                    <a:pt x="1309688" y="1625203"/>
                    <a:pt x="1387078" y="1547813"/>
                    <a:pt x="1488281" y="1547813"/>
                  </a:cubicBezTo>
                  <a:close/>
                  <a:moveTo>
                    <a:pt x="833438" y="0"/>
                  </a:moveTo>
                  <a:cubicBezTo>
                    <a:pt x="1229678" y="0"/>
                    <a:pt x="1563588" y="97869"/>
                    <a:pt x="1646932" y="251222"/>
                  </a:cubicBezTo>
                  <a:cubicBezTo>
                    <a:pt x="1659553" y="261640"/>
                    <a:pt x="1666875" y="277832"/>
                    <a:pt x="1666875" y="297656"/>
                  </a:cubicBezTo>
                  <a:lnTo>
                    <a:pt x="1666875" y="839391"/>
                  </a:lnTo>
                  <a:cubicBezTo>
                    <a:pt x="1666875" y="875109"/>
                    <a:pt x="1643063" y="898922"/>
                    <a:pt x="1607344" y="898922"/>
                  </a:cubicBezTo>
                  <a:cubicBezTo>
                    <a:pt x="1571625" y="898922"/>
                    <a:pt x="1547813" y="875109"/>
                    <a:pt x="1547813" y="839391"/>
                  </a:cubicBezTo>
                  <a:lnTo>
                    <a:pt x="1547932" y="502741"/>
                  </a:lnTo>
                  <a:cubicBezTo>
                    <a:pt x="1401782" y="597872"/>
                    <a:pt x="1135737" y="654844"/>
                    <a:pt x="833438" y="654844"/>
                  </a:cubicBezTo>
                  <a:cubicBezTo>
                    <a:pt x="531197" y="654844"/>
                    <a:pt x="265212" y="597932"/>
                    <a:pt x="119063" y="502801"/>
                  </a:cubicBezTo>
                  <a:lnTo>
                    <a:pt x="119063" y="720328"/>
                  </a:lnTo>
                  <a:cubicBezTo>
                    <a:pt x="119063" y="791766"/>
                    <a:pt x="315516" y="887016"/>
                    <a:pt x="607219" y="916781"/>
                  </a:cubicBezTo>
                  <a:cubicBezTo>
                    <a:pt x="636984" y="922734"/>
                    <a:pt x="660797" y="952500"/>
                    <a:pt x="660797" y="982266"/>
                  </a:cubicBezTo>
                  <a:cubicBezTo>
                    <a:pt x="654844" y="1012031"/>
                    <a:pt x="625078" y="1035844"/>
                    <a:pt x="595313" y="1035844"/>
                  </a:cubicBezTo>
                  <a:cubicBezTo>
                    <a:pt x="391597" y="1015127"/>
                    <a:pt x="223957" y="966371"/>
                    <a:pt x="119063" y="897731"/>
                  </a:cubicBezTo>
                  <a:lnTo>
                    <a:pt x="119063" y="1137047"/>
                  </a:lnTo>
                  <a:cubicBezTo>
                    <a:pt x="119063" y="1220391"/>
                    <a:pt x="369094" y="1321594"/>
                    <a:pt x="714375" y="1339453"/>
                  </a:cubicBezTo>
                  <a:cubicBezTo>
                    <a:pt x="750094" y="1339453"/>
                    <a:pt x="773906" y="1369219"/>
                    <a:pt x="767953" y="1404938"/>
                  </a:cubicBezTo>
                  <a:cubicBezTo>
                    <a:pt x="767953" y="1440656"/>
                    <a:pt x="738188" y="1464469"/>
                    <a:pt x="702469" y="1458516"/>
                  </a:cubicBezTo>
                  <a:cubicBezTo>
                    <a:pt x="454521" y="1443692"/>
                    <a:pt x="243364" y="1392079"/>
                    <a:pt x="119063" y="1312247"/>
                  </a:cubicBezTo>
                  <a:lnTo>
                    <a:pt x="119063" y="1553766"/>
                  </a:lnTo>
                  <a:cubicBezTo>
                    <a:pt x="119063" y="1649016"/>
                    <a:pt x="440531" y="1762125"/>
                    <a:pt x="833438" y="1762125"/>
                  </a:cubicBezTo>
                  <a:cubicBezTo>
                    <a:pt x="869156" y="1762125"/>
                    <a:pt x="892969" y="1785938"/>
                    <a:pt x="892969" y="1821656"/>
                  </a:cubicBezTo>
                  <a:cubicBezTo>
                    <a:pt x="892969" y="1857375"/>
                    <a:pt x="869156" y="1881188"/>
                    <a:pt x="833438" y="1881188"/>
                  </a:cubicBezTo>
                  <a:cubicBezTo>
                    <a:pt x="375047" y="1881188"/>
                    <a:pt x="0" y="1750219"/>
                    <a:pt x="0" y="1553766"/>
                  </a:cubicBezTo>
                  <a:lnTo>
                    <a:pt x="0" y="297656"/>
                  </a:lnTo>
                  <a:cubicBezTo>
                    <a:pt x="0" y="277832"/>
                    <a:pt x="7322" y="261640"/>
                    <a:pt x="20002" y="251222"/>
                  </a:cubicBezTo>
                  <a:cubicBezTo>
                    <a:pt x="103287" y="97869"/>
                    <a:pt x="437198" y="0"/>
                    <a:pt x="833438" y="0"/>
                  </a:cubicBezTo>
                  <a:close/>
                  <a:moveTo>
                    <a:pt x="1488281" y="1666875"/>
                  </a:moveTo>
                  <a:cubicBezTo>
                    <a:pt x="1452563" y="1666875"/>
                    <a:pt x="1428750" y="1690688"/>
                    <a:pt x="1428750" y="1726406"/>
                  </a:cubicBezTo>
                  <a:cubicBezTo>
                    <a:pt x="1428750" y="1762125"/>
                    <a:pt x="1452563" y="1785938"/>
                    <a:pt x="1488281" y="1785938"/>
                  </a:cubicBezTo>
                  <a:cubicBezTo>
                    <a:pt x="1524000" y="1785938"/>
                    <a:pt x="1547813" y="1762125"/>
                    <a:pt x="1547813" y="1726406"/>
                  </a:cubicBezTo>
                  <a:cubicBezTo>
                    <a:pt x="1547813" y="1690688"/>
                    <a:pt x="1524000" y="1666875"/>
                    <a:pt x="1488281" y="1666875"/>
                  </a:cubicBezTo>
                  <a:close/>
                  <a:moveTo>
                    <a:pt x="1545431" y="1071563"/>
                  </a:moveTo>
                  <a:lnTo>
                    <a:pt x="1629609" y="1155740"/>
                  </a:lnTo>
                  <a:lnTo>
                    <a:pt x="1040249" y="1745099"/>
                  </a:lnTo>
                  <a:lnTo>
                    <a:pt x="956072" y="1660922"/>
                  </a:lnTo>
                  <a:lnTo>
                    <a:pt x="1545431" y="1071563"/>
                  </a:lnTo>
                  <a:close/>
                  <a:moveTo>
                    <a:pt x="1071563" y="952500"/>
                  </a:moveTo>
                  <a:cubicBezTo>
                    <a:pt x="1172766" y="952500"/>
                    <a:pt x="1250156" y="1029891"/>
                    <a:pt x="1250156" y="1131094"/>
                  </a:cubicBezTo>
                  <a:cubicBezTo>
                    <a:pt x="1250156" y="1232297"/>
                    <a:pt x="1172766" y="1309688"/>
                    <a:pt x="1071563" y="1309688"/>
                  </a:cubicBezTo>
                  <a:cubicBezTo>
                    <a:pt x="970359" y="1309688"/>
                    <a:pt x="892969" y="1232297"/>
                    <a:pt x="892969" y="1131094"/>
                  </a:cubicBezTo>
                  <a:cubicBezTo>
                    <a:pt x="892969" y="1029891"/>
                    <a:pt x="970359" y="952500"/>
                    <a:pt x="1071563" y="952500"/>
                  </a:cubicBezTo>
                  <a:close/>
                  <a:moveTo>
                    <a:pt x="1071563" y="1071563"/>
                  </a:moveTo>
                  <a:cubicBezTo>
                    <a:pt x="1035844" y="1071563"/>
                    <a:pt x="1012031" y="1095375"/>
                    <a:pt x="1012031" y="1131094"/>
                  </a:cubicBezTo>
                  <a:cubicBezTo>
                    <a:pt x="1012031" y="1166813"/>
                    <a:pt x="1035844" y="1190625"/>
                    <a:pt x="1071563" y="1190625"/>
                  </a:cubicBezTo>
                  <a:cubicBezTo>
                    <a:pt x="1107281" y="1190625"/>
                    <a:pt x="1131094" y="1166813"/>
                    <a:pt x="1131094" y="1131094"/>
                  </a:cubicBezTo>
                  <a:cubicBezTo>
                    <a:pt x="1131094" y="1095375"/>
                    <a:pt x="1107281" y="1071563"/>
                    <a:pt x="1071563" y="1071563"/>
                  </a:cubicBezTo>
                  <a:close/>
                  <a:moveTo>
                    <a:pt x="833438" y="119063"/>
                  </a:moveTo>
                  <a:cubicBezTo>
                    <a:pt x="440531" y="119063"/>
                    <a:pt x="119063" y="232172"/>
                    <a:pt x="119063" y="327422"/>
                  </a:cubicBezTo>
                  <a:cubicBezTo>
                    <a:pt x="119063" y="422672"/>
                    <a:pt x="440531" y="535781"/>
                    <a:pt x="833438" y="535781"/>
                  </a:cubicBezTo>
                  <a:cubicBezTo>
                    <a:pt x="1226344" y="535781"/>
                    <a:pt x="1547813" y="422672"/>
                    <a:pt x="1547813" y="327422"/>
                  </a:cubicBezTo>
                  <a:cubicBezTo>
                    <a:pt x="1547813" y="232172"/>
                    <a:pt x="1226344" y="119063"/>
                    <a:pt x="833438" y="119063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9740998" y="875592"/>
            <a:ext cx="2016125" cy="1523084"/>
            <a:chOff x="9740998" y="908050"/>
            <a:chExt cx="2016125" cy="1523084"/>
          </a:xfrm>
        </p:grpSpPr>
        <p:sp>
          <p:nvSpPr>
            <p:cNvPr id="96" name="矩形 95"/>
            <p:cNvSpPr/>
            <p:nvPr/>
          </p:nvSpPr>
          <p:spPr>
            <a:xfrm>
              <a:off x="9740998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矩形: 圆顶角 96"/>
            <p:cNvSpPr/>
            <p:nvPr/>
          </p:nvSpPr>
          <p:spPr>
            <a:xfrm flipH="1" flipV="1">
              <a:off x="9740998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88919" y="118298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成本收入比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056419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61.2%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TextBox 28+"/>
            <p:cNvSpPr txBox="1"/>
            <p:nvPr/>
          </p:nvSpPr>
          <p:spPr>
            <a:xfrm>
              <a:off x="10048910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28++"/>
            <p:cNvSpPr txBox="1"/>
            <p:nvPr/>
          </p:nvSpPr>
          <p:spPr>
            <a:xfrm>
              <a:off x="10548746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V="1">
              <a:off x="11231421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图形 104"/>
            <p:cNvSpPr>
              <a:spLocks noChangeAspect="1"/>
            </p:cNvSpPr>
            <p:nvPr/>
          </p:nvSpPr>
          <p:spPr>
            <a:xfrm>
              <a:off x="10056419" y="1180376"/>
              <a:ext cx="252072" cy="252000"/>
            </a:xfrm>
            <a:custGeom>
              <a:avLst/>
              <a:gdLst>
                <a:gd name="connsiteX0" fmla="*/ 1500188 w 1666795"/>
                <a:gd name="connsiteY0" fmla="*/ 0 h 1666319"/>
                <a:gd name="connsiteX1" fmla="*/ 1666319 w 1666795"/>
                <a:gd name="connsiteY1" fmla="*/ 154226 h 1666319"/>
                <a:gd name="connsiteX2" fmla="*/ 1666796 w 1666795"/>
                <a:gd name="connsiteY2" fmla="*/ 166608 h 1666319"/>
                <a:gd name="connsiteX3" fmla="*/ 1666796 w 1666795"/>
                <a:gd name="connsiteY3" fmla="*/ 749856 h 1666319"/>
                <a:gd name="connsiteX4" fmla="*/ 1582885 w 1666795"/>
                <a:gd name="connsiteY4" fmla="*/ 832628 h 1666319"/>
                <a:gd name="connsiteX5" fmla="*/ 1500743 w 1666795"/>
                <a:gd name="connsiteY5" fmla="*/ 759539 h 1666319"/>
                <a:gd name="connsiteX6" fmla="*/ 1500188 w 1666795"/>
                <a:gd name="connsiteY6" fmla="*/ 749856 h 1666319"/>
                <a:gd name="connsiteX7" fmla="*/ 1500188 w 1666795"/>
                <a:gd name="connsiteY7" fmla="*/ 166608 h 1666319"/>
                <a:gd name="connsiteX8" fmla="*/ 170736 w 1666795"/>
                <a:gd name="connsiteY8" fmla="*/ 166608 h 1666319"/>
                <a:gd name="connsiteX9" fmla="*/ 166529 w 1666795"/>
                <a:gd name="connsiteY9" fmla="*/ 1499632 h 1666319"/>
                <a:gd name="connsiteX10" fmla="*/ 749538 w 1666795"/>
                <a:gd name="connsiteY10" fmla="*/ 1499632 h 1666319"/>
                <a:gd name="connsiteX11" fmla="*/ 832958 w 1666795"/>
                <a:gd name="connsiteY11" fmla="*/ 1582899 h 1666319"/>
                <a:gd name="connsiteX12" fmla="*/ 759222 w 1666795"/>
                <a:gd name="connsiteY12" fmla="*/ 1665764 h 1666319"/>
                <a:gd name="connsiteX13" fmla="*/ 749538 w 1666795"/>
                <a:gd name="connsiteY13" fmla="*/ 1666319 h 1666319"/>
                <a:gd name="connsiteX14" fmla="*/ 166529 w 1666795"/>
                <a:gd name="connsiteY14" fmla="*/ 1666319 h 1666319"/>
                <a:gd name="connsiteX15" fmla="*/ 476 w 1666795"/>
                <a:gd name="connsiteY15" fmla="*/ 1512094 h 1666319"/>
                <a:gd name="connsiteX16" fmla="*/ 0 w 1666795"/>
                <a:gd name="connsiteY16" fmla="*/ 1499156 h 1666319"/>
                <a:gd name="connsiteX17" fmla="*/ 4207 w 1666795"/>
                <a:gd name="connsiteY17" fmla="*/ 166132 h 1666319"/>
                <a:gd name="connsiteX18" fmla="*/ 158432 w 1666795"/>
                <a:gd name="connsiteY18" fmla="*/ 476 h 1666319"/>
                <a:gd name="connsiteX19" fmla="*/ 170815 w 1666795"/>
                <a:gd name="connsiteY19" fmla="*/ 0 h 1666319"/>
                <a:gd name="connsiteX20" fmla="*/ 1500267 w 1666795"/>
                <a:gd name="connsiteY20" fmla="*/ 0 h 1666319"/>
                <a:gd name="connsiteX21" fmla="*/ 1471295 w 1666795"/>
                <a:gd name="connsiteY21" fmla="*/ 848678 h 1666319"/>
                <a:gd name="connsiteX22" fmla="*/ 1498759 w 1666795"/>
                <a:gd name="connsiteY22" fmla="*/ 951071 h 1666319"/>
                <a:gd name="connsiteX23" fmla="*/ 1115457 w 1666795"/>
                <a:gd name="connsiteY23" fmla="*/ 1614964 h 1666319"/>
                <a:gd name="connsiteX24" fmla="*/ 1012286 w 1666795"/>
                <a:gd name="connsiteY24" fmla="*/ 1639634 h 1666319"/>
                <a:gd name="connsiteX25" fmla="*/ 985599 w 1666795"/>
                <a:gd name="connsiteY25" fmla="*/ 1539954 h 1666319"/>
                <a:gd name="connsiteX26" fmla="*/ 1368822 w 1666795"/>
                <a:gd name="connsiteY26" fmla="*/ 876141 h 1666319"/>
                <a:gd name="connsiteX27" fmla="*/ 1471216 w 1666795"/>
                <a:gd name="connsiteY27" fmla="*/ 848677 h 1666319"/>
                <a:gd name="connsiteX28" fmla="*/ 1560354 w 1666795"/>
                <a:gd name="connsiteY28" fmla="*/ 1308100 h 1666319"/>
                <a:gd name="connsiteX29" fmla="*/ 1626599 w 1666795"/>
                <a:gd name="connsiteY29" fmla="*/ 1534332 h 1666319"/>
                <a:gd name="connsiteX30" fmla="*/ 1400367 w 1666795"/>
                <a:gd name="connsiteY30" fmla="*/ 1600578 h 1666319"/>
                <a:gd name="connsiteX31" fmla="*/ 1393666 w 1666795"/>
                <a:gd name="connsiteY31" fmla="*/ 1596708 h 1666319"/>
                <a:gd name="connsiteX32" fmla="*/ 1337992 w 1666795"/>
                <a:gd name="connsiteY32" fmla="*/ 1367645 h 1666319"/>
                <a:gd name="connsiteX33" fmla="*/ 1560354 w 1666795"/>
                <a:gd name="connsiteY33" fmla="*/ 1308100 h 1666319"/>
                <a:gd name="connsiteX34" fmla="*/ 1428909 w 1666795"/>
                <a:gd name="connsiteY34" fmla="*/ 1424623 h 1666319"/>
                <a:gd name="connsiteX35" fmla="*/ 1447467 w 1666795"/>
                <a:gd name="connsiteY35" fmla="*/ 1500977 h 1666319"/>
                <a:gd name="connsiteX36" fmla="*/ 1523821 w 1666795"/>
                <a:gd name="connsiteY36" fmla="*/ 1482419 h 1666319"/>
                <a:gd name="connsiteX37" fmla="*/ 1525111 w 1666795"/>
                <a:gd name="connsiteY37" fmla="*/ 1480185 h 1666319"/>
                <a:gd name="connsiteX38" fmla="*/ 1503029 w 1666795"/>
                <a:gd name="connsiteY38" fmla="*/ 1404774 h 1666319"/>
                <a:gd name="connsiteX39" fmla="*/ 1428909 w 1666795"/>
                <a:gd name="connsiteY39" fmla="*/ 1424623 h 1666319"/>
                <a:gd name="connsiteX40" fmla="*/ 1106646 w 1666795"/>
                <a:gd name="connsiteY40" fmla="*/ 891540 h 1666319"/>
                <a:gd name="connsiteX41" fmla="*/ 1172892 w 1666795"/>
                <a:gd name="connsiteY41" fmla="*/ 1117772 h 1666319"/>
                <a:gd name="connsiteX42" fmla="*/ 946660 w 1666795"/>
                <a:gd name="connsiteY42" fmla="*/ 1184018 h 1666319"/>
                <a:gd name="connsiteX43" fmla="*/ 939959 w 1666795"/>
                <a:gd name="connsiteY43" fmla="*/ 1180148 h 1666319"/>
                <a:gd name="connsiteX44" fmla="*/ 884284 w 1666795"/>
                <a:gd name="connsiteY44" fmla="*/ 951085 h 1666319"/>
                <a:gd name="connsiteX45" fmla="*/ 1106646 w 1666795"/>
                <a:gd name="connsiteY45" fmla="*/ 891540 h 1666319"/>
                <a:gd name="connsiteX46" fmla="*/ 975201 w 1666795"/>
                <a:gd name="connsiteY46" fmla="*/ 1008062 h 1666319"/>
                <a:gd name="connsiteX47" fmla="*/ 993759 w 1666795"/>
                <a:gd name="connsiteY47" fmla="*/ 1084417 h 1666319"/>
                <a:gd name="connsiteX48" fmla="*/ 1070114 w 1666795"/>
                <a:gd name="connsiteY48" fmla="*/ 1065859 h 1666319"/>
                <a:gd name="connsiteX49" fmla="*/ 1071404 w 1666795"/>
                <a:gd name="connsiteY49" fmla="*/ 1063625 h 1666319"/>
                <a:gd name="connsiteX50" fmla="*/ 1049322 w 1666795"/>
                <a:gd name="connsiteY50" fmla="*/ 988214 h 1666319"/>
                <a:gd name="connsiteX51" fmla="*/ 975201 w 1666795"/>
                <a:gd name="connsiteY51" fmla="*/ 1008063 h 1666319"/>
                <a:gd name="connsiteX52" fmla="*/ 1024890 w 1666795"/>
                <a:gd name="connsiteY52" fmla="*/ 333296 h 1666319"/>
                <a:gd name="connsiteX53" fmla="*/ 1026319 w 1666795"/>
                <a:gd name="connsiteY53" fmla="*/ 333296 h 1666319"/>
                <a:gd name="connsiteX54" fmla="*/ 1026001 w 1666795"/>
                <a:gd name="connsiteY54" fmla="*/ 333216 h 1666319"/>
                <a:gd name="connsiteX55" fmla="*/ 1027906 w 1666795"/>
                <a:gd name="connsiteY55" fmla="*/ 333375 h 1666319"/>
                <a:gd name="connsiteX56" fmla="*/ 1027113 w 1666795"/>
                <a:gd name="connsiteY56" fmla="*/ 333296 h 1666319"/>
                <a:gd name="connsiteX57" fmla="*/ 1035923 w 1666795"/>
                <a:gd name="connsiteY57" fmla="*/ 333613 h 1666319"/>
                <a:gd name="connsiteX58" fmla="*/ 1106964 w 1666795"/>
                <a:gd name="connsiteY58" fmla="*/ 417909 h 1666319"/>
                <a:gd name="connsiteX59" fmla="*/ 1106964 w 1666795"/>
                <a:gd name="connsiteY59" fmla="*/ 635635 h 1666319"/>
                <a:gd name="connsiteX60" fmla="*/ 1052206 w 1666795"/>
                <a:gd name="connsiteY60" fmla="*/ 691991 h 1666319"/>
                <a:gd name="connsiteX61" fmla="*/ 1052195 w 1666795"/>
                <a:gd name="connsiteY61" fmla="*/ 691991 h 1666319"/>
                <a:gd name="connsiteX62" fmla="*/ 997506 w 1666795"/>
                <a:gd name="connsiteY62" fmla="*/ 635635 h 1666319"/>
                <a:gd name="connsiteX63" fmla="*/ 997506 w 1666795"/>
                <a:gd name="connsiteY63" fmla="*/ 504349 h 1666319"/>
                <a:gd name="connsiteX64" fmla="*/ 921544 w 1666795"/>
                <a:gd name="connsiteY64" fmla="*/ 617141 h 1666319"/>
                <a:gd name="connsiteX65" fmla="*/ 824468 w 1666795"/>
                <a:gd name="connsiteY65" fmla="*/ 761286 h 1666319"/>
                <a:gd name="connsiteX66" fmla="*/ 718503 w 1666795"/>
                <a:gd name="connsiteY66" fmla="*/ 774859 h 1666319"/>
                <a:gd name="connsiteX67" fmla="*/ 711994 w 1666795"/>
                <a:gd name="connsiteY67" fmla="*/ 769938 h 1666319"/>
                <a:gd name="connsiteX68" fmla="*/ 557689 w 1666795"/>
                <a:gd name="connsiteY68" fmla="*/ 625793 h 1666319"/>
                <a:gd name="connsiteX69" fmla="*/ 432356 w 1666795"/>
                <a:gd name="connsiteY69" fmla="*/ 809228 h 1666319"/>
                <a:gd name="connsiteX70" fmla="*/ 362029 w 1666795"/>
                <a:gd name="connsiteY70" fmla="*/ 826532 h 1666319"/>
                <a:gd name="connsiteX71" fmla="*/ 356156 w 1666795"/>
                <a:gd name="connsiteY71" fmla="*/ 822801 h 1666319"/>
                <a:gd name="connsiteX72" fmla="*/ 339328 w 1666795"/>
                <a:gd name="connsiteY72" fmla="*/ 750252 h 1666319"/>
                <a:gd name="connsiteX73" fmla="*/ 342979 w 1666795"/>
                <a:gd name="connsiteY73" fmla="*/ 744220 h 1666319"/>
                <a:gd name="connsiteX74" fmla="*/ 485140 w 1666795"/>
                <a:gd name="connsiteY74" fmla="*/ 536099 h 1666319"/>
                <a:gd name="connsiteX75" fmla="*/ 596753 w 1666795"/>
                <a:gd name="connsiteY75" fmla="*/ 513771 h 1666319"/>
                <a:gd name="connsiteX76" fmla="*/ 599519 w 1666795"/>
                <a:gd name="connsiteY76" fmla="*/ 515699 h 1666319"/>
                <a:gd name="connsiteX77" fmla="*/ 604044 w 1666795"/>
                <a:gd name="connsiteY77" fmla="*/ 519192 h 1666319"/>
                <a:gd name="connsiteX78" fmla="*/ 760968 w 1666795"/>
                <a:gd name="connsiteY78" fmla="*/ 665559 h 1666319"/>
                <a:gd name="connsiteX79" fmla="*/ 900827 w 1666795"/>
                <a:gd name="connsiteY79" fmla="*/ 446167 h 1666319"/>
                <a:gd name="connsiteX80" fmla="*/ 815658 w 1666795"/>
                <a:gd name="connsiteY80" fmla="*/ 446167 h 1666319"/>
                <a:gd name="connsiteX81" fmla="*/ 760887 w 1666795"/>
                <a:gd name="connsiteY81" fmla="*/ 389823 h 1666319"/>
                <a:gd name="connsiteX82" fmla="*/ 760889 w 1666795"/>
                <a:gd name="connsiteY82" fmla="*/ 389731 h 1666319"/>
                <a:gd name="connsiteX83" fmla="*/ 815566 w 1666795"/>
                <a:gd name="connsiteY83" fmla="*/ 333297 h 1666319"/>
                <a:gd name="connsiteX84" fmla="*/ 815658 w 1666795"/>
                <a:gd name="connsiteY84" fmla="*/ 333296 h 1666319"/>
                <a:gd name="connsiteX85" fmla="*/ 1024811 w 1666795"/>
                <a:gd name="connsiteY85" fmla="*/ 333296 h 166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666795" h="1666319">
                  <a:moveTo>
                    <a:pt x="1500188" y="0"/>
                  </a:moveTo>
                  <a:cubicBezTo>
                    <a:pt x="1587378" y="47"/>
                    <a:pt x="1659801" y="67279"/>
                    <a:pt x="1666319" y="154226"/>
                  </a:cubicBezTo>
                  <a:lnTo>
                    <a:pt x="1666796" y="166608"/>
                  </a:lnTo>
                  <a:lnTo>
                    <a:pt x="1666796" y="749856"/>
                  </a:lnTo>
                  <a:cubicBezTo>
                    <a:pt x="1666481" y="795884"/>
                    <a:pt x="1628913" y="832943"/>
                    <a:pt x="1582885" y="832628"/>
                  </a:cubicBezTo>
                  <a:cubicBezTo>
                    <a:pt x="1541038" y="832342"/>
                    <a:pt x="1505891" y="801069"/>
                    <a:pt x="1500743" y="759539"/>
                  </a:cubicBezTo>
                  <a:lnTo>
                    <a:pt x="1500188" y="749856"/>
                  </a:lnTo>
                  <a:lnTo>
                    <a:pt x="1500188" y="166608"/>
                  </a:lnTo>
                  <a:lnTo>
                    <a:pt x="170736" y="166608"/>
                  </a:lnTo>
                  <a:lnTo>
                    <a:pt x="166529" y="1499632"/>
                  </a:lnTo>
                  <a:lnTo>
                    <a:pt x="749538" y="1499632"/>
                  </a:lnTo>
                  <a:cubicBezTo>
                    <a:pt x="795568" y="1499590"/>
                    <a:pt x="832916" y="1536870"/>
                    <a:pt x="832958" y="1582899"/>
                  </a:cubicBezTo>
                  <a:cubicBezTo>
                    <a:pt x="832997" y="1625241"/>
                    <a:pt x="801281" y="1660883"/>
                    <a:pt x="759222" y="1665764"/>
                  </a:cubicBezTo>
                  <a:lnTo>
                    <a:pt x="749538" y="1666319"/>
                  </a:lnTo>
                  <a:lnTo>
                    <a:pt x="166529" y="1666319"/>
                  </a:lnTo>
                  <a:cubicBezTo>
                    <a:pt x="79369" y="1666231"/>
                    <a:pt x="6992" y="1599010"/>
                    <a:pt x="476" y="1512094"/>
                  </a:cubicBezTo>
                  <a:lnTo>
                    <a:pt x="0" y="1499156"/>
                  </a:lnTo>
                  <a:lnTo>
                    <a:pt x="4207" y="166132"/>
                  </a:lnTo>
                  <a:cubicBezTo>
                    <a:pt x="4502" y="79125"/>
                    <a:pt x="71668" y="6981"/>
                    <a:pt x="158432" y="476"/>
                  </a:cubicBezTo>
                  <a:lnTo>
                    <a:pt x="170815" y="0"/>
                  </a:lnTo>
                  <a:lnTo>
                    <a:pt x="1500267" y="0"/>
                  </a:lnTo>
                  <a:close/>
                  <a:moveTo>
                    <a:pt x="1471295" y="848678"/>
                  </a:moveTo>
                  <a:cubicBezTo>
                    <a:pt x="1507173" y="869394"/>
                    <a:pt x="1519476" y="915352"/>
                    <a:pt x="1498759" y="951071"/>
                  </a:cubicBezTo>
                  <a:lnTo>
                    <a:pt x="1115457" y="1614964"/>
                  </a:lnTo>
                  <a:cubicBezTo>
                    <a:pt x="1093780" y="1650266"/>
                    <a:pt x="1047589" y="1661312"/>
                    <a:pt x="1012286" y="1639634"/>
                  </a:cubicBezTo>
                  <a:cubicBezTo>
                    <a:pt x="978318" y="1618777"/>
                    <a:pt x="966596" y="1574994"/>
                    <a:pt x="985599" y="1539954"/>
                  </a:cubicBezTo>
                  <a:lnTo>
                    <a:pt x="1368822" y="876141"/>
                  </a:lnTo>
                  <a:cubicBezTo>
                    <a:pt x="1389530" y="840304"/>
                    <a:pt x="1435353" y="828014"/>
                    <a:pt x="1471216" y="848677"/>
                  </a:cubicBezTo>
                  <a:close/>
                  <a:moveTo>
                    <a:pt x="1560354" y="1308100"/>
                  </a:moveTo>
                  <a:cubicBezTo>
                    <a:pt x="1641119" y="1352279"/>
                    <a:pt x="1670778" y="1453567"/>
                    <a:pt x="1626599" y="1534332"/>
                  </a:cubicBezTo>
                  <a:cubicBezTo>
                    <a:pt x="1582420" y="1615098"/>
                    <a:pt x="1481133" y="1644757"/>
                    <a:pt x="1400367" y="1600578"/>
                  </a:cubicBezTo>
                  <a:cubicBezTo>
                    <a:pt x="1398104" y="1599340"/>
                    <a:pt x="1395870" y="1598049"/>
                    <a:pt x="1393666" y="1596708"/>
                  </a:cubicBezTo>
                  <a:cubicBezTo>
                    <a:pt x="1315038" y="1548828"/>
                    <a:pt x="1290112" y="1446273"/>
                    <a:pt x="1337992" y="1367645"/>
                  </a:cubicBezTo>
                  <a:cubicBezTo>
                    <a:pt x="1384307" y="1291586"/>
                    <a:pt x="1482227" y="1265364"/>
                    <a:pt x="1560354" y="1308100"/>
                  </a:cubicBezTo>
                  <a:close/>
                  <a:moveTo>
                    <a:pt x="1428909" y="1424623"/>
                  </a:moveTo>
                  <a:cubicBezTo>
                    <a:pt x="1412949" y="1450832"/>
                    <a:pt x="1421258" y="1485017"/>
                    <a:pt x="1447467" y="1500977"/>
                  </a:cubicBezTo>
                  <a:cubicBezTo>
                    <a:pt x="1473676" y="1516937"/>
                    <a:pt x="1507861" y="1508628"/>
                    <a:pt x="1523821" y="1482419"/>
                  </a:cubicBezTo>
                  <a:cubicBezTo>
                    <a:pt x="1524268" y="1481684"/>
                    <a:pt x="1524698" y="1480939"/>
                    <a:pt x="1525111" y="1480185"/>
                  </a:cubicBezTo>
                  <a:cubicBezTo>
                    <a:pt x="1539837" y="1453263"/>
                    <a:pt x="1529951" y="1419501"/>
                    <a:pt x="1503029" y="1404774"/>
                  </a:cubicBezTo>
                  <a:cubicBezTo>
                    <a:pt x="1476987" y="1390529"/>
                    <a:pt x="1444347" y="1399270"/>
                    <a:pt x="1428909" y="1424623"/>
                  </a:cubicBezTo>
                  <a:close/>
                  <a:moveTo>
                    <a:pt x="1106646" y="891540"/>
                  </a:moveTo>
                  <a:cubicBezTo>
                    <a:pt x="1187412" y="935719"/>
                    <a:pt x="1217071" y="1037007"/>
                    <a:pt x="1172892" y="1117772"/>
                  </a:cubicBezTo>
                  <a:cubicBezTo>
                    <a:pt x="1128713" y="1198538"/>
                    <a:pt x="1027425" y="1228197"/>
                    <a:pt x="946660" y="1184018"/>
                  </a:cubicBezTo>
                  <a:cubicBezTo>
                    <a:pt x="944397" y="1182780"/>
                    <a:pt x="942162" y="1181489"/>
                    <a:pt x="939959" y="1180148"/>
                  </a:cubicBezTo>
                  <a:cubicBezTo>
                    <a:pt x="861331" y="1132268"/>
                    <a:pt x="836404" y="1029713"/>
                    <a:pt x="884284" y="951085"/>
                  </a:cubicBezTo>
                  <a:cubicBezTo>
                    <a:pt x="930600" y="875026"/>
                    <a:pt x="1028520" y="848804"/>
                    <a:pt x="1106646" y="891540"/>
                  </a:cubicBezTo>
                  <a:close/>
                  <a:moveTo>
                    <a:pt x="975201" y="1008062"/>
                  </a:moveTo>
                  <a:cubicBezTo>
                    <a:pt x="959241" y="1034272"/>
                    <a:pt x="967550" y="1068457"/>
                    <a:pt x="993759" y="1084417"/>
                  </a:cubicBezTo>
                  <a:cubicBezTo>
                    <a:pt x="1019969" y="1100377"/>
                    <a:pt x="1054154" y="1092068"/>
                    <a:pt x="1070114" y="1065859"/>
                  </a:cubicBezTo>
                  <a:cubicBezTo>
                    <a:pt x="1070561" y="1065124"/>
                    <a:pt x="1070991" y="1064379"/>
                    <a:pt x="1071404" y="1063625"/>
                  </a:cubicBezTo>
                  <a:cubicBezTo>
                    <a:pt x="1086130" y="1036703"/>
                    <a:pt x="1076244" y="1002941"/>
                    <a:pt x="1049322" y="988214"/>
                  </a:cubicBezTo>
                  <a:cubicBezTo>
                    <a:pt x="1023280" y="973969"/>
                    <a:pt x="990640" y="982710"/>
                    <a:pt x="975201" y="1008063"/>
                  </a:cubicBezTo>
                  <a:close/>
                  <a:moveTo>
                    <a:pt x="1024890" y="333296"/>
                  </a:moveTo>
                  <a:lnTo>
                    <a:pt x="1026319" y="333296"/>
                  </a:lnTo>
                  <a:lnTo>
                    <a:pt x="1026001" y="333216"/>
                  </a:lnTo>
                  <a:lnTo>
                    <a:pt x="1027906" y="333375"/>
                  </a:lnTo>
                  <a:lnTo>
                    <a:pt x="1027113" y="333296"/>
                  </a:lnTo>
                  <a:lnTo>
                    <a:pt x="1035923" y="333613"/>
                  </a:lnTo>
                  <a:cubicBezTo>
                    <a:pt x="1088946" y="337264"/>
                    <a:pt x="1106964" y="366157"/>
                    <a:pt x="1106964" y="417909"/>
                  </a:cubicBezTo>
                  <a:lnTo>
                    <a:pt x="1106964" y="635635"/>
                  </a:lnTo>
                  <a:cubicBezTo>
                    <a:pt x="1107405" y="666318"/>
                    <a:pt x="1082890" y="691550"/>
                    <a:pt x="1052206" y="691991"/>
                  </a:cubicBezTo>
                  <a:cubicBezTo>
                    <a:pt x="1052203" y="691991"/>
                    <a:pt x="1052199" y="691991"/>
                    <a:pt x="1052195" y="691991"/>
                  </a:cubicBezTo>
                  <a:cubicBezTo>
                    <a:pt x="1021539" y="691513"/>
                    <a:pt x="997064" y="666292"/>
                    <a:pt x="997506" y="635635"/>
                  </a:cubicBezTo>
                  <a:lnTo>
                    <a:pt x="997506" y="504349"/>
                  </a:lnTo>
                  <a:lnTo>
                    <a:pt x="921544" y="617141"/>
                  </a:lnTo>
                  <a:lnTo>
                    <a:pt x="824468" y="761286"/>
                  </a:lnTo>
                  <a:cubicBezTo>
                    <a:pt x="797163" y="792163"/>
                    <a:pt x="752237" y="797878"/>
                    <a:pt x="718503" y="774859"/>
                  </a:cubicBezTo>
                  <a:lnTo>
                    <a:pt x="711994" y="769938"/>
                  </a:lnTo>
                  <a:lnTo>
                    <a:pt x="557689" y="625793"/>
                  </a:lnTo>
                  <a:lnTo>
                    <a:pt x="432356" y="809228"/>
                  </a:lnTo>
                  <a:cubicBezTo>
                    <a:pt x="416905" y="832299"/>
                    <a:pt x="386421" y="839800"/>
                    <a:pt x="362029" y="826532"/>
                  </a:cubicBezTo>
                  <a:lnTo>
                    <a:pt x="356156" y="822801"/>
                  </a:lnTo>
                  <a:cubicBezTo>
                    <a:pt x="333545" y="805997"/>
                    <a:pt x="326424" y="775294"/>
                    <a:pt x="339328" y="750252"/>
                  </a:cubicBezTo>
                  <a:lnTo>
                    <a:pt x="342979" y="744220"/>
                  </a:lnTo>
                  <a:lnTo>
                    <a:pt x="485140" y="536099"/>
                  </a:lnTo>
                  <a:cubicBezTo>
                    <a:pt x="509795" y="499112"/>
                    <a:pt x="559766" y="489115"/>
                    <a:pt x="596753" y="513771"/>
                  </a:cubicBezTo>
                  <a:cubicBezTo>
                    <a:pt x="597689" y="514394"/>
                    <a:pt x="598611" y="515037"/>
                    <a:pt x="599519" y="515699"/>
                  </a:cubicBezTo>
                  <a:lnTo>
                    <a:pt x="604044" y="519192"/>
                  </a:lnTo>
                  <a:lnTo>
                    <a:pt x="760968" y="665559"/>
                  </a:lnTo>
                  <a:lnTo>
                    <a:pt x="900827" y="446167"/>
                  </a:lnTo>
                  <a:lnTo>
                    <a:pt x="815658" y="446167"/>
                  </a:lnTo>
                  <a:cubicBezTo>
                    <a:pt x="784974" y="445732"/>
                    <a:pt x="760453" y="420506"/>
                    <a:pt x="760887" y="389823"/>
                  </a:cubicBezTo>
                  <a:cubicBezTo>
                    <a:pt x="760888" y="389793"/>
                    <a:pt x="760888" y="389762"/>
                    <a:pt x="760889" y="389731"/>
                  </a:cubicBezTo>
                  <a:cubicBezTo>
                    <a:pt x="760403" y="359049"/>
                    <a:pt x="784883" y="333782"/>
                    <a:pt x="815566" y="333297"/>
                  </a:cubicBezTo>
                  <a:cubicBezTo>
                    <a:pt x="815596" y="333297"/>
                    <a:pt x="815627" y="333296"/>
                    <a:pt x="815658" y="333296"/>
                  </a:cubicBezTo>
                  <a:lnTo>
                    <a:pt x="1024811" y="33329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直角三角形 76"/>
          <p:cNvSpPr/>
          <p:nvPr/>
        </p:nvSpPr>
        <p:spPr>
          <a:xfrm flipH="1">
            <a:off x="609442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0545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财务成本费用分析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487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数据看板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1537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719387" cy="29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3305175" y="873125"/>
            <a:ext cx="2719387" cy="29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9029700" y="873125"/>
            <a:ext cx="2719387" cy="29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"/>
          <p:cNvSpPr/>
          <p:nvPr/>
        </p:nvSpPr>
        <p:spPr>
          <a:xfrm>
            <a:off x="6167437" y="873125"/>
            <a:ext cx="2719387" cy="29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1713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450" y="1287142"/>
            <a:ext cx="8239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8,742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450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总订单量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732756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0+"/>
          <p:cNvSpPr txBox="1"/>
          <p:nvPr/>
        </p:nvSpPr>
        <p:spPr>
          <a:xfrm>
            <a:off x="1949658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TextBox 19+"/>
          <p:cNvSpPr txBox="1"/>
          <p:nvPr/>
        </p:nvSpPr>
        <p:spPr>
          <a:xfrm>
            <a:off x="1949658" y="1287142"/>
            <a:ext cx="8399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12.5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486845" y="1014577"/>
            <a:ext cx="2216943" cy="641897"/>
            <a:chOff x="3486845" y="1014577"/>
            <a:chExt cx="2216943" cy="641897"/>
          </a:xfrm>
        </p:grpSpPr>
        <p:sp>
          <p:nvSpPr>
            <p:cNvPr id="28" name="文本框 27"/>
            <p:cNvSpPr txBox="1"/>
            <p:nvPr/>
          </p:nvSpPr>
          <p:spPr>
            <a:xfrm>
              <a:off x="3486845" y="1287142"/>
              <a:ext cx="1158972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¥3,847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486845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总订金额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820443" y="1014577"/>
              <a:ext cx="0" cy="5872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0+"/>
            <p:cNvSpPr txBox="1"/>
            <p:nvPr/>
          </p:nvSpPr>
          <p:spPr>
            <a:xfrm>
              <a:off x="4985643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TextBox 19+"/>
            <p:cNvSpPr txBox="1"/>
            <p:nvPr/>
          </p:nvSpPr>
          <p:spPr>
            <a:xfrm>
              <a:off x="4985643" y="1287142"/>
              <a:ext cx="65883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8.3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思源黑体 CN Normal" panose="020B0400000000000000" charset="-122"/>
                </a:rPr>
                <a:t>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4" name="Rectangle 18+"/>
          <p:cNvSpPr/>
          <p:nvPr/>
        </p:nvSpPr>
        <p:spPr>
          <a:xfrm>
            <a:off x="3383976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Rectangle 18++"/>
          <p:cNvSpPr/>
          <p:nvPr/>
        </p:nvSpPr>
        <p:spPr>
          <a:xfrm>
            <a:off x="6246237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Rectangle 18+++"/>
          <p:cNvSpPr/>
          <p:nvPr/>
        </p:nvSpPr>
        <p:spPr>
          <a:xfrm>
            <a:off x="9108501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70810" y="1287142"/>
            <a:ext cx="9297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¥684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70810" y="102568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7593110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0+"/>
          <p:cNvSpPr txBox="1"/>
          <p:nvPr/>
        </p:nvSpPr>
        <p:spPr>
          <a:xfrm>
            <a:off x="785385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TextBox 19+"/>
          <p:cNvSpPr txBox="1"/>
          <p:nvPr/>
        </p:nvSpPr>
        <p:spPr>
          <a:xfrm>
            <a:off x="7853857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5.2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381117" y="1287142"/>
            <a:ext cx="7902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17.8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8111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0376098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0+"/>
          <p:cNvSpPr txBox="1"/>
          <p:nvPr/>
        </p:nvSpPr>
        <p:spPr>
          <a:xfrm>
            <a:off x="10625599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TextBox 19+"/>
          <p:cNvSpPr txBox="1"/>
          <p:nvPr/>
        </p:nvSpPr>
        <p:spPr>
          <a:xfrm>
            <a:off x="10625599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544830" y="2078355"/>
          <a:ext cx="2538730" cy="164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6279731" y="2126638"/>
          <a:ext cx="2528292" cy="178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" name="图表 57"/>
          <p:cNvGraphicFramePr/>
          <p:nvPr/>
        </p:nvGraphicFramePr>
        <p:xfrm>
          <a:off x="3305175" y="2126638"/>
          <a:ext cx="2579468" cy="169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9085172" y="2079304"/>
          <a:ext cx="2561786" cy="161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5" name="直接连接符 64"/>
          <p:cNvCxnSpPr/>
          <p:nvPr/>
        </p:nvCxnSpPr>
        <p:spPr>
          <a:xfrm>
            <a:off x="618891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74229" y="179161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各分公司订单量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66+"/>
          <p:cNvSpPr txBox="1"/>
          <p:nvPr/>
        </p:nvSpPr>
        <p:spPr>
          <a:xfrm>
            <a:off x="3767187" y="1791616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各分公司订单金额占比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69" name="Straight Connector 64+"/>
          <p:cNvCxnSpPr/>
          <p:nvPr/>
        </p:nvCxnSpPr>
        <p:spPr>
          <a:xfrm>
            <a:off x="3481153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6++"/>
          <p:cNvSpPr txBox="1"/>
          <p:nvPr/>
        </p:nvSpPr>
        <p:spPr>
          <a:xfrm>
            <a:off x="6808983" y="1791616"/>
            <a:ext cx="14362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各分公司利润对比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71" name="Straight Connector 64++"/>
          <p:cNvCxnSpPr/>
          <p:nvPr/>
        </p:nvCxnSpPr>
        <p:spPr>
          <a:xfrm>
            <a:off x="6343414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66+++"/>
          <p:cNvSpPr txBox="1"/>
          <p:nvPr/>
        </p:nvSpPr>
        <p:spPr>
          <a:xfrm>
            <a:off x="9761017" y="1791616"/>
            <a:ext cx="12567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利润率趋势变化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73" name="Straight Connector 64+++"/>
          <p:cNvCxnSpPr/>
          <p:nvPr/>
        </p:nvCxnSpPr>
        <p:spPr>
          <a:xfrm>
            <a:off x="9205678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258517" y="3843948"/>
            <a:ext cx="1198800" cy="2680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442912" y="3969232"/>
          <a:ext cx="7982632" cy="2555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431"/>
                <a:gridCol w="921657"/>
                <a:gridCol w="1190171"/>
                <a:gridCol w="1189541"/>
                <a:gridCol w="1083944"/>
                <a:gridCol w="1203594"/>
                <a:gridCol w="964294"/>
              </a:tblGrid>
              <a:tr h="348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分公司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订单量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费用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126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上海分公司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2,156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1,024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167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16.3%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广州分公司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1,567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548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深圳分公司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1,389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492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11.6%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成都分公司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335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武汉分公司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801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238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346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-3.9%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Right Triangle 76+"/>
          <p:cNvSpPr/>
          <p:nvPr/>
        </p:nvSpPr>
        <p:spPr>
          <a:xfrm>
            <a:off x="745460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650026" y="3967909"/>
            <a:ext cx="3107097" cy="2556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TextBox 66+"/>
          <p:cNvSpPr txBox="1"/>
          <p:nvPr/>
        </p:nvSpPr>
        <p:spPr>
          <a:xfrm>
            <a:off x="9664966" y="409542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关键业务洞察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140871" y="4443759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上海分公司表现突出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854381" y="4689203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订单量和利润均实现两位数增长，利润率位居各分公司之首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5" name="TextBox 81+"/>
          <p:cNvSpPr txBox="1"/>
          <p:nvPr/>
        </p:nvSpPr>
        <p:spPr>
          <a:xfrm>
            <a:off x="9140871" y="5204503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南京分公司需重点关注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6" name="TextBox 83+"/>
          <p:cNvSpPr txBox="1"/>
          <p:nvPr/>
        </p:nvSpPr>
        <p:spPr>
          <a:xfrm>
            <a:off x="8854381" y="5419947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出现亏损，订单量和利润同比均大幅下滑，需制定改进计划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7" name="TextBox 81++"/>
          <p:cNvSpPr txBox="1"/>
          <p:nvPr/>
        </p:nvSpPr>
        <p:spPr>
          <a:xfrm>
            <a:off x="9140871" y="5883217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Normal" panose="020B0400000000000000" charset="-122"/>
              </a:rPr>
              <a:t>中西部市场潜力巨大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8" name="TextBox 83++"/>
          <p:cNvSpPr txBox="1"/>
          <p:nvPr/>
        </p:nvSpPr>
        <p:spPr>
          <a:xfrm>
            <a:off x="8854381" y="6110695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成都、武汉、西安分公司订单增长稳定，市场拓展空间较大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94" name="组合 93"/>
          <p:cNvGrpSpPr>
            <a:grpSpLocks noChangeAspect="1"/>
          </p:cNvGrpSpPr>
          <p:nvPr/>
        </p:nvGrpSpPr>
        <p:grpSpPr>
          <a:xfrm>
            <a:off x="8856572" y="4443481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2" name="任意多边形: 形状 91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Group 93+"/>
          <p:cNvGrpSpPr>
            <a:grpSpLocks noChangeAspect="1"/>
          </p:cNvGrpSpPr>
          <p:nvPr/>
        </p:nvGrpSpPr>
        <p:grpSpPr>
          <a:xfrm>
            <a:off x="8856572" y="5204225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Group 93+"/>
          <p:cNvGrpSpPr>
            <a:grpSpLocks noChangeAspect="1"/>
          </p:cNvGrpSpPr>
          <p:nvPr/>
        </p:nvGrpSpPr>
        <p:grpSpPr>
          <a:xfrm>
            <a:off x="8856572" y="5882939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7503885" y="6248400"/>
            <a:ext cx="631373" cy="24095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Rectangle 100+"/>
          <p:cNvSpPr/>
          <p:nvPr/>
        </p:nvSpPr>
        <p:spPr>
          <a:xfrm>
            <a:off x="6557186" y="6248400"/>
            <a:ext cx="631373" cy="240959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75590" y="16192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743575" y="1731010"/>
            <a:ext cx="2629535" cy="2629535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748405" y="1731010"/>
            <a:ext cx="2629535" cy="262953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745990" y="2502535"/>
            <a:ext cx="2629535" cy="262953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97450" y="3039745"/>
            <a:ext cx="20948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业绩突围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精细运营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9" name="稻壳儿小白白(http://dwz.cn/Wu2UP)"/>
          <p:cNvSpPr/>
          <p:nvPr/>
        </p:nvSpPr>
        <p:spPr>
          <a:xfrm>
            <a:off x="4347845" y="2397760"/>
            <a:ext cx="534035" cy="655955"/>
          </a:xfrm>
          <a:custGeom>
            <a:avLst/>
            <a:gdLst>
              <a:gd name="T0" fmla="*/ 228662378 w 501"/>
              <a:gd name="T1" fmla="*/ 0 h 619"/>
              <a:gd name="T2" fmla="*/ 228662378 w 501"/>
              <a:gd name="T3" fmla="*/ 0 h 619"/>
              <a:gd name="T4" fmla="*/ 200160568 w 501"/>
              <a:gd name="T5" fmla="*/ 0 h 619"/>
              <a:gd name="T6" fmla="*/ 47286783 w 501"/>
              <a:gd name="T7" fmla="*/ 0 h 619"/>
              <a:gd name="T8" fmla="*/ 0 w 501"/>
              <a:gd name="T9" fmla="*/ 47379166 h 619"/>
              <a:gd name="T10" fmla="*/ 0 w 501"/>
              <a:gd name="T11" fmla="*/ 348940850 h 619"/>
              <a:gd name="T12" fmla="*/ 47286783 w 501"/>
              <a:gd name="T13" fmla="*/ 395679887 h 619"/>
              <a:gd name="T14" fmla="*/ 276597058 w 501"/>
              <a:gd name="T15" fmla="*/ 395679887 h 619"/>
              <a:gd name="T16" fmla="*/ 323883841 w 501"/>
              <a:gd name="T17" fmla="*/ 348940850 h 619"/>
              <a:gd name="T18" fmla="*/ 323883841 w 501"/>
              <a:gd name="T19" fmla="*/ 94118202 h 619"/>
              <a:gd name="T20" fmla="*/ 228662378 w 501"/>
              <a:gd name="T21" fmla="*/ 0 h 619"/>
              <a:gd name="T22" fmla="*/ 305098868 w 501"/>
              <a:gd name="T23" fmla="*/ 348940850 h 619"/>
              <a:gd name="T24" fmla="*/ 305098868 w 501"/>
              <a:gd name="T25" fmla="*/ 348940850 h 619"/>
              <a:gd name="T26" fmla="*/ 276597058 w 501"/>
              <a:gd name="T27" fmla="*/ 377112138 h 619"/>
              <a:gd name="T28" fmla="*/ 47286783 w 501"/>
              <a:gd name="T29" fmla="*/ 377112138 h 619"/>
              <a:gd name="T30" fmla="*/ 18784973 w 501"/>
              <a:gd name="T31" fmla="*/ 348940850 h 619"/>
              <a:gd name="T32" fmla="*/ 18784973 w 501"/>
              <a:gd name="T33" fmla="*/ 47379166 h 619"/>
              <a:gd name="T34" fmla="*/ 47286783 w 501"/>
              <a:gd name="T35" fmla="*/ 18567749 h 619"/>
              <a:gd name="T36" fmla="*/ 200160568 w 501"/>
              <a:gd name="T37" fmla="*/ 18567749 h 619"/>
              <a:gd name="T38" fmla="*/ 200160568 w 501"/>
              <a:gd name="T39" fmla="*/ 75550453 h 619"/>
              <a:gd name="T40" fmla="*/ 247447351 w 501"/>
              <a:gd name="T41" fmla="*/ 122929619 h 619"/>
              <a:gd name="T42" fmla="*/ 305098868 w 501"/>
              <a:gd name="T43" fmla="*/ 122929619 h 619"/>
              <a:gd name="T44" fmla="*/ 305098868 w 501"/>
              <a:gd name="T45" fmla="*/ 348940850 h 619"/>
              <a:gd name="T46" fmla="*/ 247447351 w 501"/>
              <a:gd name="T47" fmla="*/ 94118202 h 619"/>
              <a:gd name="T48" fmla="*/ 247447351 w 501"/>
              <a:gd name="T49" fmla="*/ 94118202 h 619"/>
              <a:gd name="T50" fmla="*/ 228662378 w 501"/>
              <a:gd name="T51" fmla="*/ 75550453 h 619"/>
              <a:gd name="T52" fmla="*/ 228662378 w 501"/>
              <a:gd name="T53" fmla="*/ 18567749 h 619"/>
              <a:gd name="T54" fmla="*/ 305098868 w 501"/>
              <a:gd name="T55" fmla="*/ 94118202 h 619"/>
              <a:gd name="T56" fmla="*/ 247447351 w 501"/>
              <a:gd name="T57" fmla="*/ 94118202 h 619"/>
              <a:gd name="T58" fmla="*/ 238378411 w 501"/>
              <a:gd name="T59" fmla="*/ 273390397 h 619"/>
              <a:gd name="T60" fmla="*/ 238378411 w 501"/>
              <a:gd name="T61" fmla="*/ 273390397 h 619"/>
              <a:gd name="T62" fmla="*/ 85505431 w 501"/>
              <a:gd name="T63" fmla="*/ 273390397 h 619"/>
              <a:gd name="T64" fmla="*/ 76436490 w 501"/>
              <a:gd name="T65" fmla="*/ 282993936 h 619"/>
              <a:gd name="T66" fmla="*/ 85505431 w 501"/>
              <a:gd name="T67" fmla="*/ 301561685 h 619"/>
              <a:gd name="T68" fmla="*/ 238378411 w 501"/>
              <a:gd name="T69" fmla="*/ 301561685 h 619"/>
              <a:gd name="T70" fmla="*/ 247447351 w 501"/>
              <a:gd name="T71" fmla="*/ 282993936 h 619"/>
              <a:gd name="T72" fmla="*/ 238378411 w 501"/>
              <a:gd name="T73" fmla="*/ 273390397 h 619"/>
              <a:gd name="T74" fmla="*/ 238378411 w 501"/>
              <a:gd name="T75" fmla="*/ 197839943 h 619"/>
              <a:gd name="T76" fmla="*/ 238378411 w 501"/>
              <a:gd name="T77" fmla="*/ 197839943 h 619"/>
              <a:gd name="T78" fmla="*/ 85505431 w 501"/>
              <a:gd name="T79" fmla="*/ 197839943 h 619"/>
              <a:gd name="T80" fmla="*/ 76436490 w 501"/>
              <a:gd name="T81" fmla="*/ 207443482 h 619"/>
              <a:gd name="T82" fmla="*/ 85505431 w 501"/>
              <a:gd name="T83" fmla="*/ 226651360 h 619"/>
              <a:gd name="T84" fmla="*/ 238378411 w 501"/>
              <a:gd name="T85" fmla="*/ 226651360 h 619"/>
              <a:gd name="T86" fmla="*/ 247447351 w 501"/>
              <a:gd name="T87" fmla="*/ 207443482 h 619"/>
              <a:gd name="T88" fmla="*/ 238378411 w 501"/>
              <a:gd name="T89" fmla="*/ 197839943 h 61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501" h="619">
                <a:moveTo>
                  <a:pt x="353" y="0"/>
                </a:moveTo>
                <a:lnTo>
                  <a:pt x="353" y="0"/>
                </a:lnTo>
                <a:cubicBezTo>
                  <a:pt x="338" y="0"/>
                  <a:pt x="338" y="0"/>
                  <a:pt x="309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27" y="618"/>
                  <a:pt x="427" y="618"/>
                  <a:pt x="427" y="618"/>
                </a:cubicBezTo>
                <a:cubicBezTo>
                  <a:pt x="471" y="618"/>
                  <a:pt x="500" y="589"/>
                  <a:pt x="500" y="545"/>
                </a:cubicBezTo>
                <a:cubicBezTo>
                  <a:pt x="500" y="147"/>
                  <a:pt x="500" y="147"/>
                  <a:pt x="500" y="147"/>
                </a:cubicBezTo>
                <a:lnTo>
                  <a:pt x="353" y="0"/>
                </a:lnTo>
                <a:close/>
                <a:moveTo>
                  <a:pt x="471" y="545"/>
                </a:moveTo>
                <a:lnTo>
                  <a:pt x="471" y="545"/>
                </a:lnTo>
                <a:cubicBezTo>
                  <a:pt x="471" y="559"/>
                  <a:pt x="441" y="589"/>
                  <a:pt x="42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309" y="29"/>
                  <a:pt x="309" y="29"/>
                  <a:pt x="309" y="29"/>
                </a:cubicBezTo>
                <a:cubicBezTo>
                  <a:pt x="309" y="88"/>
                  <a:pt x="309" y="118"/>
                  <a:pt x="309" y="118"/>
                </a:cubicBezTo>
                <a:cubicBezTo>
                  <a:pt x="309" y="162"/>
                  <a:pt x="338" y="192"/>
                  <a:pt x="382" y="192"/>
                </a:cubicBezTo>
                <a:cubicBezTo>
                  <a:pt x="382" y="192"/>
                  <a:pt x="427" y="192"/>
                  <a:pt x="471" y="192"/>
                </a:cubicBezTo>
                <a:lnTo>
                  <a:pt x="471" y="545"/>
                </a:lnTo>
                <a:close/>
                <a:moveTo>
                  <a:pt x="382" y="147"/>
                </a:moveTo>
                <a:lnTo>
                  <a:pt x="382" y="147"/>
                </a:lnTo>
                <a:cubicBezTo>
                  <a:pt x="368" y="147"/>
                  <a:pt x="353" y="133"/>
                  <a:pt x="353" y="118"/>
                </a:cubicBezTo>
                <a:cubicBezTo>
                  <a:pt x="353" y="118"/>
                  <a:pt x="353" y="88"/>
                  <a:pt x="353" y="29"/>
                </a:cubicBezTo>
                <a:cubicBezTo>
                  <a:pt x="471" y="147"/>
                  <a:pt x="471" y="147"/>
                  <a:pt x="471" y="147"/>
                </a:cubicBezTo>
                <a:lnTo>
                  <a:pt x="382" y="147"/>
                </a:lnTo>
                <a:close/>
                <a:moveTo>
                  <a:pt x="368" y="427"/>
                </a:moveTo>
                <a:lnTo>
                  <a:pt x="368" y="427"/>
                </a:lnTo>
                <a:cubicBezTo>
                  <a:pt x="132" y="427"/>
                  <a:pt x="132" y="427"/>
                  <a:pt x="132" y="427"/>
                </a:cubicBezTo>
                <a:cubicBezTo>
                  <a:pt x="118" y="427"/>
                  <a:pt x="118" y="442"/>
                  <a:pt x="118" y="442"/>
                </a:cubicBezTo>
                <a:cubicBezTo>
                  <a:pt x="118" y="457"/>
                  <a:pt x="118" y="471"/>
                  <a:pt x="132" y="471"/>
                </a:cubicBezTo>
                <a:cubicBezTo>
                  <a:pt x="368" y="471"/>
                  <a:pt x="368" y="471"/>
                  <a:pt x="368" y="471"/>
                </a:cubicBezTo>
                <a:cubicBezTo>
                  <a:pt x="382" y="471"/>
                  <a:pt x="382" y="457"/>
                  <a:pt x="382" y="442"/>
                </a:cubicBezTo>
                <a:cubicBezTo>
                  <a:pt x="382" y="442"/>
                  <a:pt x="382" y="427"/>
                  <a:pt x="368" y="427"/>
                </a:cubicBezTo>
                <a:close/>
                <a:moveTo>
                  <a:pt x="368" y="309"/>
                </a:moveTo>
                <a:lnTo>
                  <a:pt x="368" y="309"/>
                </a:lnTo>
                <a:cubicBezTo>
                  <a:pt x="132" y="309"/>
                  <a:pt x="132" y="309"/>
                  <a:pt x="132" y="309"/>
                </a:cubicBezTo>
                <a:cubicBezTo>
                  <a:pt x="118" y="309"/>
                  <a:pt x="118" y="324"/>
                  <a:pt x="118" y="324"/>
                </a:cubicBezTo>
                <a:cubicBezTo>
                  <a:pt x="118" y="339"/>
                  <a:pt x="118" y="354"/>
                  <a:pt x="132" y="354"/>
                </a:cubicBezTo>
                <a:cubicBezTo>
                  <a:pt x="368" y="354"/>
                  <a:pt x="368" y="354"/>
                  <a:pt x="368" y="354"/>
                </a:cubicBezTo>
                <a:cubicBezTo>
                  <a:pt x="382" y="354"/>
                  <a:pt x="382" y="339"/>
                  <a:pt x="382" y="324"/>
                </a:cubicBezTo>
                <a:cubicBezTo>
                  <a:pt x="382" y="324"/>
                  <a:pt x="382" y="309"/>
                  <a:pt x="368" y="3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8" name="稻壳儿小白白(http://dwz.cn/Wu2UP)"/>
          <p:cNvSpPr/>
          <p:nvPr/>
        </p:nvSpPr>
        <p:spPr>
          <a:xfrm>
            <a:off x="7204075" y="2397760"/>
            <a:ext cx="635635" cy="637540"/>
          </a:xfrm>
          <a:custGeom>
            <a:avLst/>
            <a:gdLst>
              <a:gd name="T0" fmla="*/ 199626678 w 634"/>
              <a:gd name="T1" fmla="*/ 258727921 h 634"/>
              <a:gd name="T2" fmla="*/ 199626678 w 634"/>
              <a:gd name="T3" fmla="*/ 258727921 h 634"/>
              <a:gd name="T4" fmla="*/ 218361673 w 634"/>
              <a:gd name="T5" fmla="*/ 239225869 h 634"/>
              <a:gd name="T6" fmla="*/ 218361673 w 634"/>
              <a:gd name="T7" fmla="*/ 85809673 h 634"/>
              <a:gd name="T8" fmla="*/ 199626678 w 634"/>
              <a:gd name="T9" fmla="*/ 76708501 h 634"/>
              <a:gd name="T10" fmla="*/ 189935665 w 634"/>
              <a:gd name="T11" fmla="*/ 85809673 h 634"/>
              <a:gd name="T12" fmla="*/ 189935665 w 634"/>
              <a:gd name="T13" fmla="*/ 239225869 h 634"/>
              <a:gd name="T14" fmla="*/ 199626678 w 634"/>
              <a:gd name="T15" fmla="*/ 258727921 h 634"/>
              <a:gd name="T16" fmla="*/ 275213689 w 634"/>
              <a:gd name="T17" fmla="*/ 258727921 h 634"/>
              <a:gd name="T18" fmla="*/ 275213689 w 634"/>
              <a:gd name="T19" fmla="*/ 258727921 h 634"/>
              <a:gd name="T20" fmla="*/ 294594913 w 634"/>
              <a:gd name="T21" fmla="*/ 239225869 h 634"/>
              <a:gd name="T22" fmla="*/ 294594913 w 634"/>
              <a:gd name="T23" fmla="*/ 124163924 h 634"/>
              <a:gd name="T24" fmla="*/ 275213689 w 634"/>
              <a:gd name="T25" fmla="*/ 115062751 h 634"/>
              <a:gd name="T26" fmla="*/ 266168904 w 634"/>
              <a:gd name="T27" fmla="*/ 124163924 h 634"/>
              <a:gd name="T28" fmla="*/ 266168904 w 634"/>
              <a:gd name="T29" fmla="*/ 239225869 h 634"/>
              <a:gd name="T30" fmla="*/ 275213689 w 634"/>
              <a:gd name="T31" fmla="*/ 258727921 h 634"/>
              <a:gd name="T32" fmla="*/ 123393439 w 634"/>
              <a:gd name="T33" fmla="*/ 258727921 h 634"/>
              <a:gd name="T34" fmla="*/ 123393439 w 634"/>
              <a:gd name="T35" fmla="*/ 258727921 h 634"/>
              <a:gd name="T36" fmla="*/ 142774662 w 634"/>
              <a:gd name="T37" fmla="*/ 239225869 h 634"/>
              <a:gd name="T38" fmla="*/ 142774662 w 634"/>
              <a:gd name="T39" fmla="*/ 191120592 h 634"/>
              <a:gd name="T40" fmla="*/ 123393439 w 634"/>
              <a:gd name="T41" fmla="*/ 182020226 h 634"/>
              <a:gd name="T42" fmla="*/ 113703229 w 634"/>
              <a:gd name="T43" fmla="*/ 191120592 h 634"/>
              <a:gd name="T44" fmla="*/ 113703229 w 634"/>
              <a:gd name="T45" fmla="*/ 239225869 h 634"/>
              <a:gd name="T46" fmla="*/ 123393439 w 634"/>
              <a:gd name="T47" fmla="*/ 258727921 h 634"/>
              <a:gd name="T48" fmla="*/ 0 w 634"/>
              <a:gd name="T49" fmla="*/ 0 h 634"/>
              <a:gd name="T50" fmla="*/ 0 w 634"/>
              <a:gd name="T51" fmla="*/ 0 h 634"/>
              <a:gd name="T52" fmla="*/ 0 w 634"/>
              <a:gd name="T53" fmla="*/ 28603224 h 634"/>
              <a:gd name="T54" fmla="*/ 28426008 w 634"/>
              <a:gd name="T55" fmla="*/ 28603224 h 634"/>
              <a:gd name="T56" fmla="*/ 28426008 w 634"/>
              <a:gd name="T57" fmla="*/ 267829093 h 634"/>
              <a:gd name="T58" fmla="*/ 75587011 w 634"/>
              <a:gd name="T59" fmla="*/ 315934369 h 634"/>
              <a:gd name="T60" fmla="*/ 151819447 w 634"/>
              <a:gd name="T61" fmla="*/ 315934369 h 634"/>
              <a:gd name="T62" fmla="*/ 104658444 w 634"/>
              <a:gd name="T63" fmla="*/ 411495069 h 634"/>
              <a:gd name="T64" fmla="*/ 142774662 w 634"/>
              <a:gd name="T65" fmla="*/ 411495069 h 634"/>
              <a:gd name="T66" fmla="*/ 189935665 w 634"/>
              <a:gd name="T67" fmla="*/ 315934369 h 634"/>
              <a:gd name="T68" fmla="*/ 218361673 w 634"/>
              <a:gd name="T69" fmla="*/ 315934369 h 634"/>
              <a:gd name="T70" fmla="*/ 266168904 w 634"/>
              <a:gd name="T71" fmla="*/ 411495069 h 634"/>
              <a:gd name="T72" fmla="*/ 304285122 w 634"/>
              <a:gd name="T73" fmla="*/ 411495069 h 634"/>
              <a:gd name="T74" fmla="*/ 256477891 w 634"/>
              <a:gd name="T75" fmla="*/ 315934369 h 634"/>
              <a:gd name="T76" fmla="*/ 332711130 w 634"/>
              <a:gd name="T77" fmla="*/ 315934369 h 634"/>
              <a:gd name="T78" fmla="*/ 379872133 w 634"/>
              <a:gd name="T79" fmla="*/ 267829093 h 634"/>
              <a:gd name="T80" fmla="*/ 379872133 w 634"/>
              <a:gd name="T81" fmla="*/ 28603224 h 634"/>
              <a:gd name="T82" fmla="*/ 408943566 w 634"/>
              <a:gd name="T83" fmla="*/ 28603224 h 634"/>
              <a:gd name="T84" fmla="*/ 408943566 w 634"/>
              <a:gd name="T85" fmla="*/ 0 h 634"/>
              <a:gd name="T86" fmla="*/ 0 w 634"/>
              <a:gd name="T87" fmla="*/ 0 h 634"/>
              <a:gd name="T88" fmla="*/ 351446125 w 634"/>
              <a:gd name="T89" fmla="*/ 267829093 h 634"/>
              <a:gd name="T90" fmla="*/ 351446125 w 634"/>
              <a:gd name="T91" fmla="*/ 267829093 h 634"/>
              <a:gd name="T92" fmla="*/ 332711130 w 634"/>
              <a:gd name="T93" fmla="*/ 296432318 h 634"/>
              <a:gd name="T94" fmla="*/ 75587011 w 634"/>
              <a:gd name="T95" fmla="*/ 296432318 h 634"/>
              <a:gd name="T96" fmla="*/ 47161003 w 634"/>
              <a:gd name="T97" fmla="*/ 267829093 h 634"/>
              <a:gd name="T98" fmla="*/ 47161003 w 634"/>
              <a:gd name="T99" fmla="*/ 28603224 h 634"/>
              <a:gd name="T100" fmla="*/ 351446125 w 634"/>
              <a:gd name="T101" fmla="*/ 28603224 h 634"/>
              <a:gd name="T102" fmla="*/ 351446125 w 634"/>
              <a:gd name="T103" fmla="*/ 267829093 h 6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634">
                <a:moveTo>
                  <a:pt x="309" y="398"/>
                </a:moveTo>
                <a:lnTo>
                  <a:pt x="309" y="398"/>
                </a:lnTo>
                <a:cubicBezTo>
                  <a:pt x="324" y="398"/>
                  <a:pt x="338" y="383"/>
                  <a:pt x="338" y="368"/>
                </a:cubicBezTo>
                <a:cubicBezTo>
                  <a:pt x="338" y="132"/>
                  <a:pt x="338" y="132"/>
                  <a:pt x="338" y="132"/>
                </a:cubicBezTo>
                <a:cubicBezTo>
                  <a:pt x="338" y="132"/>
                  <a:pt x="324" y="118"/>
                  <a:pt x="309" y="118"/>
                </a:cubicBezTo>
                <a:lnTo>
                  <a:pt x="294" y="132"/>
                </a:lnTo>
                <a:cubicBezTo>
                  <a:pt x="294" y="368"/>
                  <a:pt x="294" y="368"/>
                  <a:pt x="294" y="368"/>
                </a:cubicBezTo>
                <a:cubicBezTo>
                  <a:pt x="294" y="383"/>
                  <a:pt x="309" y="398"/>
                  <a:pt x="309" y="398"/>
                </a:cubicBezTo>
                <a:close/>
                <a:moveTo>
                  <a:pt x="426" y="398"/>
                </a:moveTo>
                <a:lnTo>
                  <a:pt x="426" y="398"/>
                </a:lnTo>
                <a:cubicBezTo>
                  <a:pt x="442" y="398"/>
                  <a:pt x="456" y="383"/>
                  <a:pt x="456" y="368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56" y="191"/>
                  <a:pt x="442" y="177"/>
                  <a:pt x="426" y="177"/>
                </a:cubicBezTo>
                <a:lnTo>
                  <a:pt x="412" y="191"/>
                </a:lnTo>
                <a:cubicBezTo>
                  <a:pt x="412" y="368"/>
                  <a:pt x="412" y="368"/>
                  <a:pt x="412" y="368"/>
                </a:cubicBezTo>
                <a:cubicBezTo>
                  <a:pt x="412" y="383"/>
                  <a:pt x="426" y="398"/>
                  <a:pt x="426" y="398"/>
                </a:cubicBezTo>
                <a:close/>
                <a:moveTo>
                  <a:pt x="191" y="398"/>
                </a:moveTo>
                <a:lnTo>
                  <a:pt x="191" y="398"/>
                </a:lnTo>
                <a:cubicBezTo>
                  <a:pt x="206" y="398"/>
                  <a:pt x="221" y="383"/>
                  <a:pt x="221" y="368"/>
                </a:cubicBezTo>
                <a:cubicBezTo>
                  <a:pt x="221" y="294"/>
                  <a:pt x="221" y="294"/>
                  <a:pt x="221" y="294"/>
                </a:cubicBezTo>
                <a:cubicBezTo>
                  <a:pt x="221" y="280"/>
                  <a:pt x="206" y="280"/>
                  <a:pt x="191" y="280"/>
                </a:cubicBezTo>
                <a:cubicBezTo>
                  <a:pt x="191" y="280"/>
                  <a:pt x="176" y="280"/>
                  <a:pt x="176" y="294"/>
                </a:cubicBezTo>
                <a:cubicBezTo>
                  <a:pt x="176" y="368"/>
                  <a:pt x="176" y="368"/>
                  <a:pt x="176" y="368"/>
                </a:cubicBezTo>
                <a:cubicBezTo>
                  <a:pt x="176" y="383"/>
                  <a:pt x="191" y="398"/>
                  <a:pt x="191" y="398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73"/>
                  <a:pt x="44" y="412"/>
                  <a:pt x="44" y="412"/>
                </a:cubicBezTo>
                <a:cubicBezTo>
                  <a:pt x="44" y="456"/>
                  <a:pt x="73" y="486"/>
                  <a:pt x="117" y="486"/>
                </a:cubicBezTo>
                <a:cubicBezTo>
                  <a:pt x="235" y="486"/>
                  <a:pt x="235" y="486"/>
                  <a:pt x="235" y="486"/>
                </a:cubicBezTo>
                <a:cubicBezTo>
                  <a:pt x="162" y="633"/>
                  <a:pt x="162" y="633"/>
                  <a:pt x="162" y="633"/>
                </a:cubicBezTo>
                <a:cubicBezTo>
                  <a:pt x="221" y="633"/>
                  <a:pt x="221" y="633"/>
                  <a:pt x="221" y="633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338" y="486"/>
                  <a:pt x="338" y="486"/>
                  <a:pt x="338" y="486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397" y="486"/>
                  <a:pt x="397" y="486"/>
                  <a:pt x="397" y="486"/>
                </a:cubicBezTo>
                <a:cubicBezTo>
                  <a:pt x="515" y="486"/>
                  <a:pt x="515" y="486"/>
                  <a:pt x="515" y="486"/>
                </a:cubicBezTo>
                <a:cubicBezTo>
                  <a:pt x="559" y="486"/>
                  <a:pt x="588" y="456"/>
                  <a:pt x="588" y="412"/>
                </a:cubicBezTo>
                <a:cubicBezTo>
                  <a:pt x="588" y="412"/>
                  <a:pt x="588" y="73"/>
                  <a:pt x="588" y="44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33" y="0"/>
                  <a:pt x="633" y="0"/>
                </a:cubicBezTo>
                <a:lnTo>
                  <a:pt x="0" y="0"/>
                </a:lnTo>
                <a:close/>
                <a:moveTo>
                  <a:pt x="544" y="412"/>
                </a:moveTo>
                <a:lnTo>
                  <a:pt x="544" y="412"/>
                </a:lnTo>
                <a:cubicBezTo>
                  <a:pt x="544" y="442"/>
                  <a:pt x="530" y="456"/>
                  <a:pt x="515" y="456"/>
                </a:cubicBezTo>
                <a:cubicBezTo>
                  <a:pt x="117" y="456"/>
                  <a:pt x="117" y="456"/>
                  <a:pt x="117" y="456"/>
                </a:cubicBezTo>
                <a:cubicBezTo>
                  <a:pt x="88" y="456"/>
                  <a:pt x="73" y="442"/>
                  <a:pt x="73" y="412"/>
                </a:cubicBezTo>
                <a:cubicBezTo>
                  <a:pt x="73" y="412"/>
                  <a:pt x="73" y="59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73"/>
                  <a:pt x="544" y="412"/>
                  <a:pt x="544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9" name="稻壳儿小白白(http://dwz.cn/Wu2UP)"/>
          <p:cNvSpPr/>
          <p:nvPr/>
        </p:nvSpPr>
        <p:spPr>
          <a:xfrm>
            <a:off x="5766118" y="4360545"/>
            <a:ext cx="557530" cy="516255"/>
          </a:xfrm>
          <a:custGeom>
            <a:avLst/>
            <a:gdLst>
              <a:gd name="T0" fmla="*/ 364039646 w 634"/>
              <a:gd name="T1" fmla="*/ 47576110 h 590"/>
              <a:gd name="T2" fmla="*/ 364039646 w 634"/>
              <a:gd name="T3" fmla="*/ 47576110 h 590"/>
              <a:gd name="T4" fmla="*/ 287331145 w 634"/>
              <a:gd name="T5" fmla="*/ 47576110 h 590"/>
              <a:gd name="T6" fmla="*/ 287331145 w 634"/>
              <a:gd name="T7" fmla="*/ 19287829 h 590"/>
              <a:gd name="T8" fmla="*/ 258727921 w 634"/>
              <a:gd name="T9" fmla="*/ 0 h 590"/>
              <a:gd name="T10" fmla="*/ 153417002 w 634"/>
              <a:gd name="T11" fmla="*/ 0 h 590"/>
              <a:gd name="T12" fmla="*/ 134564803 w 634"/>
              <a:gd name="T13" fmla="*/ 19287829 h 590"/>
              <a:gd name="T14" fmla="*/ 134564803 w 634"/>
              <a:gd name="T15" fmla="*/ 47576110 h 590"/>
              <a:gd name="T16" fmla="*/ 57856302 w 634"/>
              <a:gd name="T17" fmla="*/ 47576110 h 590"/>
              <a:gd name="T18" fmla="*/ 0 w 634"/>
              <a:gd name="T19" fmla="*/ 94509159 h 590"/>
              <a:gd name="T20" fmla="*/ 0 w 634"/>
              <a:gd name="T21" fmla="*/ 322102335 h 590"/>
              <a:gd name="T22" fmla="*/ 57856302 w 634"/>
              <a:gd name="T23" fmla="*/ 378678897 h 590"/>
              <a:gd name="T24" fmla="*/ 364039646 w 634"/>
              <a:gd name="T25" fmla="*/ 378678897 h 590"/>
              <a:gd name="T26" fmla="*/ 411495069 w 634"/>
              <a:gd name="T27" fmla="*/ 322102335 h 590"/>
              <a:gd name="T28" fmla="*/ 411495069 w 634"/>
              <a:gd name="T29" fmla="*/ 94509159 h 590"/>
              <a:gd name="T30" fmla="*/ 364039646 w 634"/>
              <a:gd name="T31" fmla="*/ 47576110 h 590"/>
              <a:gd name="T32" fmla="*/ 153417002 w 634"/>
              <a:gd name="T33" fmla="*/ 37932597 h 590"/>
              <a:gd name="T34" fmla="*/ 153417002 w 634"/>
              <a:gd name="T35" fmla="*/ 37932597 h 590"/>
              <a:gd name="T36" fmla="*/ 172268394 w 634"/>
              <a:gd name="T37" fmla="*/ 19287829 h 590"/>
              <a:gd name="T38" fmla="*/ 248976895 w 634"/>
              <a:gd name="T39" fmla="*/ 19287829 h 590"/>
              <a:gd name="T40" fmla="*/ 258727921 w 634"/>
              <a:gd name="T41" fmla="*/ 37932597 h 590"/>
              <a:gd name="T42" fmla="*/ 258727921 w 634"/>
              <a:gd name="T43" fmla="*/ 47576110 h 590"/>
              <a:gd name="T44" fmla="*/ 153417002 w 634"/>
              <a:gd name="T45" fmla="*/ 47576110 h 590"/>
              <a:gd name="T46" fmla="*/ 153417002 w 634"/>
              <a:gd name="T47" fmla="*/ 37932597 h 590"/>
              <a:gd name="T48" fmla="*/ 382891844 w 634"/>
              <a:gd name="T49" fmla="*/ 322102335 h 590"/>
              <a:gd name="T50" fmla="*/ 382891844 w 634"/>
              <a:gd name="T51" fmla="*/ 322102335 h 590"/>
              <a:gd name="T52" fmla="*/ 364039646 w 634"/>
              <a:gd name="T53" fmla="*/ 350390616 h 590"/>
              <a:gd name="T54" fmla="*/ 57856302 w 634"/>
              <a:gd name="T55" fmla="*/ 350390616 h 590"/>
              <a:gd name="T56" fmla="*/ 28603224 w 634"/>
              <a:gd name="T57" fmla="*/ 322102335 h 590"/>
              <a:gd name="T58" fmla="*/ 28603224 w 634"/>
              <a:gd name="T59" fmla="*/ 189661380 h 590"/>
              <a:gd name="T60" fmla="*/ 163168028 w 634"/>
              <a:gd name="T61" fmla="*/ 189661380 h 590"/>
              <a:gd name="T62" fmla="*/ 153417002 w 634"/>
              <a:gd name="T63" fmla="*/ 198661833 h 590"/>
              <a:gd name="T64" fmla="*/ 210622644 w 634"/>
              <a:gd name="T65" fmla="*/ 246237943 h 590"/>
              <a:gd name="T66" fmla="*/ 258727921 w 634"/>
              <a:gd name="T67" fmla="*/ 198661833 h 590"/>
              <a:gd name="T68" fmla="*/ 258727921 w 634"/>
              <a:gd name="T69" fmla="*/ 189661380 h 590"/>
              <a:gd name="T70" fmla="*/ 382891844 w 634"/>
              <a:gd name="T71" fmla="*/ 189661380 h 590"/>
              <a:gd name="T72" fmla="*/ 382891844 w 634"/>
              <a:gd name="T73" fmla="*/ 322102335 h 590"/>
              <a:gd name="T74" fmla="*/ 182020226 w 634"/>
              <a:gd name="T75" fmla="*/ 198661833 h 590"/>
              <a:gd name="T76" fmla="*/ 182020226 w 634"/>
              <a:gd name="T77" fmla="*/ 198661833 h 590"/>
              <a:gd name="T78" fmla="*/ 182020226 w 634"/>
              <a:gd name="T79" fmla="*/ 189661380 h 590"/>
              <a:gd name="T80" fmla="*/ 230124696 w 634"/>
              <a:gd name="T81" fmla="*/ 189661380 h 590"/>
              <a:gd name="T82" fmla="*/ 230124696 w 634"/>
              <a:gd name="T83" fmla="*/ 198661833 h 590"/>
              <a:gd name="T84" fmla="*/ 210622644 w 634"/>
              <a:gd name="T85" fmla="*/ 227593175 h 590"/>
              <a:gd name="T86" fmla="*/ 182020226 w 634"/>
              <a:gd name="T87" fmla="*/ 198661833 h 590"/>
              <a:gd name="T88" fmla="*/ 382891844 w 634"/>
              <a:gd name="T89" fmla="*/ 160730038 h 590"/>
              <a:gd name="T90" fmla="*/ 382891844 w 634"/>
              <a:gd name="T91" fmla="*/ 160730038 h 590"/>
              <a:gd name="T92" fmla="*/ 28603224 w 634"/>
              <a:gd name="T93" fmla="*/ 160730038 h 590"/>
              <a:gd name="T94" fmla="*/ 28603224 w 634"/>
              <a:gd name="T95" fmla="*/ 94509159 h 590"/>
              <a:gd name="T96" fmla="*/ 57856302 w 634"/>
              <a:gd name="T97" fmla="*/ 75864392 h 590"/>
              <a:gd name="T98" fmla="*/ 364039646 w 634"/>
              <a:gd name="T99" fmla="*/ 75864392 h 590"/>
              <a:gd name="T100" fmla="*/ 382891844 w 634"/>
              <a:gd name="T101" fmla="*/ 94509159 h 590"/>
              <a:gd name="T102" fmla="*/ 382891844 w 634"/>
              <a:gd name="T103" fmla="*/ 160730038 h 59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590">
                <a:moveTo>
                  <a:pt x="560" y="74"/>
                </a:moveTo>
                <a:lnTo>
                  <a:pt x="560" y="74"/>
                </a:lnTo>
                <a:cubicBezTo>
                  <a:pt x="442" y="74"/>
                  <a:pt x="442" y="74"/>
                  <a:pt x="442" y="74"/>
                </a:cubicBezTo>
                <a:cubicBezTo>
                  <a:pt x="442" y="30"/>
                  <a:pt x="442" y="30"/>
                  <a:pt x="442" y="30"/>
                </a:cubicBezTo>
                <a:cubicBezTo>
                  <a:pt x="442" y="15"/>
                  <a:pt x="412" y="0"/>
                  <a:pt x="398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21" y="0"/>
                  <a:pt x="207" y="15"/>
                  <a:pt x="207" y="30"/>
                </a:cubicBezTo>
                <a:cubicBezTo>
                  <a:pt x="207" y="74"/>
                  <a:pt x="207" y="74"/>
                  <a:pt x="207" y="74"/>
                </a:cubicBezTo>
                <a:cubicBezTo>
                  <a:pt x="89" y="74"/>
                  <a:pt x="89" y="74"/>
                  <a:pt x="89" y="74"/>
                </a:cubicBezTo>
                <a:cubicBezTo>
                  <a:pt x="44" y="74"/>
                  <a:pt x="0" y="103"/>
                  <a:pt x="0" y="147"/>
                </a:cubicBezTo>
                <a:cubicBezTo>
                  <a:pt x="0" y="501"/>
                  <a:pt x="0" y="501"/>
                  <a:pt x="0" y="501"/>
                </a:cubicBezTo>
                <a:cubicBezTo>
                  <a:pt x="0" y="545"/>
                  <a:pt x="44" y="589"/>
                  <a:pt x="89" y="589"/>
                </a:cubicBezTo>
                <a:cubicBezTo>
                  <a:pt x="560" y="589"/>
                  <a:pt x="560" y="589"/>
                  <a:pt x="560" y="589"/>
                </a:cubicBezTo>
                <a:cubicBezTo>
                  <a:pt x="604" y="589"/>
                  <a:pt x="633" y="545"/>
                  <a:pt x="633" y="501"/>
                </a:cubicBezTo>
                <a:cubicBezTo>
                  <a:pt x="633" y="147"/>
                  <a:pt x="633" y="147"/>
                  <a:pt x="633" y="147"/>
                </a:cubicBezTo>
                <a:cubicBezTo>
                  <a:pt x="633" y="103"/>
                  <a:pt x="604" y="74"/>
                  <a:pt x="560" y="74"/>
                </a:cubicBezTo>
                <a:close/>
                <a:moveTo>
                  <a:pt x="236" y="59"/>
                </a:moveTo>
                <a:lnTo>
                  <a:pt x="236" y="59"/>
                </a:lnTo>
                <a:cubicBezTo>
                  <a:pt x="236" y="45"/>
                  <a:pt x="251" y="30"/>
                  <a:pt x="265" y="30"/>
                </a:cubicBezTo>
                <a:cubicBezTo>
                  <a:pt x="383" y="30"/>
                  <a:pt x="383" y="30"/>
                  <a:pt x="383" y="30"/>
                </a:cubicBezTo>
                <a:cubicBezTo>
                  <a:pt x="383" y="30"/>
                  <a:pt x="398" y="45"/>
                  <a:pt x="398" y="59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236" y="74"/>
                  <a:pt x="236" y="74"/>
                  <a:pt x="236" y="74"/>
                </a:cubicBezTo>
                <a:lnTo>
                  <a:pt x="236" y="59"/>
                </a:lnTo>
                <a:close/>
                <a:moveTo>
                  <a:pt x="589" y="501"/>
                </a:moveTo>
                <a:lnTo>
                  <a:pt x="589" y="501"/>
                </a:lnTo>
                <a:cubicBezTo>
                  <a:pt x="589" y="530"/>
                  <a:pt x="574" y="545"/>
                  <a:pt x="560" y="545"/>
                </a:cubicBezTo>
                <a:cubicBezTo>
                  <a:pt x="89" y="545"/>
                  <a:pt x="89" y="545"/>
                  <a:pt x="89" y="545"/>
                </a:cubicBezTo>
                <a:cubicBezTo>
                  <a:pt x="59" y="545"/>
                  <a:pt x="44" y="530"/>
                  <a:pt x="44" y="501"/>
                </a:cubicBezTo>
                <a:cubicBezTo>
                  <a:pt x="44" y="295"/>
                  <a:pt x="44" y="295"/>
                  <a:pt x="44" y="295"/>
                </a:cubicBezTo>
                <a:cubicBezTo>
                  <a:pt x="251" y="295"/>
                  <a:pt x="251" y="295"/>
                  <a:pt x="251" y="295"/>
                </a:cubicBezTo>
                <a:cubicBezTo>
                  <a:pt x="236" y="295"/>
                  <a:pt x="236" y="309"/>
                  <a:pt x="236" y="309"/>
                </a:cubicBezTo>
                <a:cubicBezTo>
                  <a:pt x="236" y="354"/>
                  <a:pt x="280" y="383"/>
                  <a:pt x="324" y="383"/>
                </a:cubicBezTo>
                <a:cubicBezTo>
                  <a:pt x="369" y="383"/>
                  <a:pt x="398" y="354"/>
                  <a:pt x="398" y="309"/>
                </a:cubicBezTo>
                <a:lnTo>
                  <a:pt x="398" y="295"/>
                </a:lnTo>
                <a:cubicBezTo>
                  <a:pt x="589" y="295"/>
                  <a:pt x="589" y="295"/>
                  <a:pt x="589" y="295"/>
                </a:cubicBezTo>
                <a:lnTo>
                  <a:pt x="589" y="501"/>
                </a:lnTo>
                <a:close/>
                <a:moveTo>
                  <a:pt x="280" y="309"/>
                </a:moveTo>
                <a:lnTo>
                  <a:pt x="280" y="309"/>
                </a:lnTo>
                <a:lnTo>
                  <a:pt x="280" y="295"/>
                </a:lnTo>
                <a:cubicBezTo>
                  <a:pt x="354" y="295"/>
                  <a:pt x="354" y="295"/>
                  <a:pt x="354" y="295"/>
                </a:cubicBezTo>
                <a:lnTo>
                  <a:pt x="354" y="309"/>
                </a:lnTo>
                <a:cubicBezTo>
                  <a:pt x="354" y="324"/>
                  <a:pt x="339" y="354"/>
                  <a:pt x="324" y="354"/>
                </a:cubicBezTo>
                <a:cubicBezTo>
                  <a:pt x="295" y="354"/>
                  <a:pt x="280" y="324"/>
                  <a:pt x="280" y="309"/>
                </a:cubicBezTo>
                <a:close/>
                <a:moveTo>
                  <a:pt x="589" y="250"/>
                </a:moveTo>
                <a:lnTo>
                  <a:pt x="589" y="250"/>
                </a:lnTo>
                <a:cubicBezTo>
                  <a:pt x="44" y="250"/>
                  <a:pt x="44" y="250"/>
                  <a:pt x="44" y="250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3"/>
                  <a:pt x="59" y="118"/>
                  <a:pt x="89" y="118"/>
                </a:cubicBezTo>
                <a:cubicBezTo>
                  <a:pt x="560" y="118"/>
                  <a:pt x="560" y="118"/>
                  <a:pt x="560" y="118"/>
                </a:cubicBezTo>
                <a:cubicBezTo>
                  <a:pt x="574" y="118"/>
                  <a:pt x="589" y="133"/>
                  <a:pt x="589" y="147"/>
                </a:cubicBezTo>
                <a:lnTo>
                  <a:pt x="589" y="2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2186940" y="1285875"/>
            <a:ext cx="1590040" cy="503555"/>
            <a:chOff x="3444" y="2031"/>
            <a:chExt cx="2504" cy="793"/>
          </a:xfrm>
        </p:grpSpPr>
        <p:sp>
          <p:nvSpPr>
            <p:cNvPr id="45" name="圆角矩形 44"/>
            <p:cNvSpPr/>
            <p:nvPr/>
          </p:nvSpPr>
          <p:spPr>
            <a:xfrm>
              <a:off x="3444" y="2031"/>
              <a:ext cx="2504" cy="793"/>
            </a:xfrm>
            <a:prstGeom prst="roundRect">
              <a:avLst>
                <a:gd name="adj" fmla="val 15636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550" y="2089"/>
              <a:ext cx="2293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PART.01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76225" y="1985645"/>
            <a:ext cx="352806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全域渠道拓展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新增抖音、小红书直播带货，每周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场专场直播，目标下半年为店铺带来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35%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新流量，同步优化淘宝、京东搜索排名。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"/>
            </p:custDataLst>
          </p:nvPr>
        </p:nvSpPr>
        <p:spPr>
          <a:xfrm>
            <a:off x="276225" y="2789555"/>
            <a:ext cx="336486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内容流量激活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每月产出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篇产品测评短视频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篇干货图文，投流预算占比提升至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，吸引精准潜在客群。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3"/>
            </p:custDataLst>
          </p:nvPr>
        </p:nvSpPr>
        <p:spPr>
          <a:xfrm>
            <a:off x="276225" y="3593465"/>
            <a:ext cx="350075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社群流量裂变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活动，目标下半年社群成员增长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3894455" y="2054225"/>
            <a:ext cx="380365" cy="328295"/>
            <a:chOff x="6133" y="3277"/>
            <a:chExt cx="599" cy="517"/>
          </a:xfrm>
        </p:grpSpPr>
        <p:sp>
          <p:nvSpPr>
            <p:cNvPr id="47" name="椭圆 46"/>
            <p:cNvSpPr/>
            <p:nvPr>
              <p:custDataLst>
                <p:tags r:id="rId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5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632200" y="2947988"/>
            <a:ext cx="464185" cy="328295"/>
            <a:chOff x="6119" y="3277"/>
            <a:chExt cx="731" cy="517"/>
          </a:xfrm>
        </p:grpSpPr>
        <p:sp>
          <p:nvSpPr>
            <p:cNvPr id="59" name="椭圆 58"/>
            <p:cNvSpPr/>
            <p:nvPr>
              <p:custDataLst>
                <p:tags r:id="rId6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7"/>
              </p:custDataLst>
            </p:nvPr>
          </p:nvSpPr>
          <p:spPr>
            <a:xfrm>
              <a:off x="6119" y="3319"/>
              <a:ext cx="731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894455" y="3756025"/>
            <a:ext cx="427355" cy="328295"/>
            <a:chOff x="6119" y="3277"/>
            <a:chExt cx="673" cy="517"/>
          </a:xfrm>
        </p:grpSpPr>
        <p:sp>
          <p:nvSpPr>
            <p:cNvPr id="65" name="椭圆 64"/>
            <p:cNvSpPr/>
            <p:nvPr>
              <p:custDataLst>
                <p:tags r:id="rId8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9"/>
              </p:custDataLst>
            </p:nvPr>
          </p:nvSpPr>
          <p:spPr>
            <a:xfrm>
              <a:off x="6119" y="3319"/>
              <a:ext cx="67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0" name="组合 69"/>
          <p:cNvGrpSpPr/>
          <p:nvPr>
            <p:custDataLst>
              <p:tags r:id="rId10"/>
            </p:custDataLst>
          </p:nvPr>
        </p:nvGrpSpPr>
        <p:grpSpPr>
          <a:xfrm>
            <a:off x="7846060" y="2054225"/>
            <a:ext cx="380365" cy="328295"/>
            <a:chOff x="6133" y="3277"/>
            <a:chExt cx="599" cy="517"/>
          </a:xfrm>
        </p:grpSpPr>
        <p:sp>
          <p:nvSpPr>
            <p:cNvPr id="71" name="椭圆 70"/>
            <p:cNvSpPr/>
            <p:nvPr>
              <p:custDataLst>
                <p:tags r:id="rId11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12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13"/>
            </p:custDataLst>
          </p:nvPr>
        </p:nvGrpSpPr>
        <p:grpSpPr>
          <a:xfrm>
            <a:off x="8172450" y="2947988"/>
            <a:ext cx="388620" cy="328295"/>
            <a:chOff x="6119" y="3277"/>
            <a:chExt cx="612" cy="517"/>
          </a:xfrm>
        </p:grpSpPr>
        <p:sp>
          <p:nvSpPr>
            <p:cNvPr id="74" name="椭圆 73"/>
            <p:cNvSpPr/>
            <p:nvPr>
              <p:custDataLst>
                <p:tags r:id="rId1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5"/>
              </p:custDataLst>
            </p:nvPr>
          </p:nvSpPr>
          <p:spPr>
            <a:xfrm>
              <a:off x="6119" y="3319"/>
              <a:ext cx="612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16"/>
            </p:custDataLst>
          </p:nvPr>
        </p:nvGrpSpPr>
        <p:grpSpPr>
          <a:xfrm>
            <a:off x="7840980" y="3756025"/>
            <a:ext cx="416560" cy="328295"/>
            <a:chOff x="6119" y="3277"/>
            <a:chExt cx="656" cy="517"/>
          </a:xfrm>
        </p:grpSpPr>
        <p:sp>
          <p:nvSpPr>
            <p:cNvPr id="77" name="椭圆 76"/>
            <p:cNvSpPr/>
            <p:nvPr>
              <p:custDataLst>
                <p:tags r:id="rId17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18"/>
              </p:custDataLst>
            </p:nvPr>
          </p:nvSpPr>
          <p:spPr>
            <a:xfrm>
              <a:off x="6119" y="3319"/>
              <a:ext cx="656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82" name="文本框 81"/>
          <p:cNvSpPr txBox="1"/>
          <p:nvPr>
            <p:custDataLst>
              <p:tags r:id="rId19"/>
            </p:custDataLst>
          </p:nvPr>
        </p:nvSpPr>
        <p:spPr>
          <a:xfrm>
            <a:off x="8427720" y="1985645"/>
            <a:ext cx="351536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产品页面升级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月底前完成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TOP20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产品详情页改版，突出核心卖点与用户好评，降低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页面跳出率。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8665210" y="2789555"/>
            <a:ext cx="327787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营销活动提效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中秋、双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等节点提前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45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天筹备，设计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满减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赠品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组合策略，目标活动期间转化率提升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4" name="文本框 83"/>
          <p:cNvSpPr txBox="1"/>
          <p:nvPr>
            <p:custDataLst>
              <p:tags r:id="rId21"/>
            </p:custDataLst>
          </p:nvPr>
        </p:nvSpPr>
        <p:spPr>
          <a:xfrm>
            <a:off x="8415655" y="3593465"/>
            <a:ext cx="3527425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客服能力强化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开展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期客服专项培训，优化响应话术，将平均响应时间控制在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秒内，提升客诉解决率至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98%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360410" y="1285875"/>
            <a:ext cx="1590040" cy="503555"/>
            <a:chOff x="3444" y="2031"/>
            <a:chExt cx="2504" cy="793"/>
          </a:xfrm>
        </p:grpSpPr>
        <p:sp>
          <p:nvSpPr>
            <p:cNvPr id="89" name="圆角矩形 88"/>
            <p:cNvSpPr/>
            <p:nvPr/>
          </p:nvSpPr>
          <p:spPr>
            <a:xfrm>
              <a:off x="3444" y="2031"/>
              <a:ext cx="2504" cy="793"/>
            </a:xfrm>
            <a:prstGeom prst="roundRect">
              <a:avLst>
                <a:gd name="adj" fmla="val 15636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550" y="2089"/>
              <a:ext cx="2293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PART.02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276225" y="4533901"/>
            <a:ext cx="3710305" cy="5981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流量增长板块部分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355330" y="4533900"/>
            <a:ext cx="35877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转化优化板块部分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275590" y="5492115"/>
            <a:ext cx="11667490" cy="982345"/>
          </a:xfrm>
          <a:prstGeom prst="roundRect">
            <a:avLst>
              <a:gd name="adj" fmla="val 1279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22"/>
            </p:custDataLst>
          </p:nvPr>
        </p:nvSpPr>
        <p:spPr>
          <a:xfrm>
            <a:off x="262255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会员体系完善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等级积分兑换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功能，高等级会员享专属客服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优先发货，目标会员复购率提升至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95" name="文本框 94"/>
          <p:cNvSpPr txBox="1"/>
          <p:nvPr>
            <p:custDataLst>
              <p:tags r:id="rId23"/>
            </p:custDataLst>
          </p:nvPr>
        </p:nvSpPr>
        <p:spPr>
          <a:xfrm>
            <a:off x="579501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售后体验优化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“7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天无理由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免费退换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服务，售后问题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24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小时内办结，提升用户满意度至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95%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96" name="文本框 95"/>
          <p:cNvSpPr txBox="1"/>
          <p:nvPr>
            <p:custDataLst>
              <p:tags r:id="rId24"/>
            </p:custDataLst>
          </p:nvPr>
        </p:nvSpPr>
        <p:spPr>
          <a:xfrm>
            <a:off x="8967470" y="5581015"/>
            <a:ext cx="293878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定期触达维护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每月向老用户推送专属优惠短信，季度发送产品使用指南，增强用户粘性与复购意愿。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10210" y="5601653"/>
            <a:ext cx="20955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PART.03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用户留存板块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5678170" y="5722620"/>
            <a:ext cx="0" cy="6311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850630" y="5683885"/>
            <a:ext cx="0" cy="6311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6733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568815" y="1224280"/>
            <a:ext cx="2643270" cy="4778267"/>
            <a:chOff x="14184" y="1378"/>
            <a:chExt cx="5016" cy="9065"/>
          </a:xfrm>
        </p:grpSpPr>
        <p:sp>
          <p:nvSpPr>
            <p:cNvPr id="2" name="任意多边形: 形状 137"/>
            <p:cNvSpPr/>
            <p:nvPr/>
          </p:nvSpPr>
          <p:spPr>
            <a:xfrm flipH="1">
              <a:off x="15853" y="3088"/>
              <a:ext cx="3347" cy="5645"/>
            </a:xfrm>
            <a:custGeom>
              <a:avLst/>
              <a:gdLst>
                <a:gd name="connsiteX0" fmla="*/ 332847 w 2125061"/>
                <a:gd name="connsiteY0" fmla="*/ 0 h 3584428"/>
                <a:gd name="connsiteX1" fmla="*/ 2125061 w 2125061"/>
                <a:gd name="connsiteY1" fmla="*/ 1792214 h 3584428"/>
                <a:gd name="connsiteX2" fmla="*/ 332847 w 2125061"/>
                <a:gd name="connsiteY2" fmla="*/ 3584428 h 3584428"/>
                <a:gd name="connsiteX3" fmla="*/ 149604 w 2125061"/>
                <a:gd name="connsiteY3" fmla="*/ 3575175 h 3584428"/>
                <a:gd name="connsiteX4" fmla="*/ 0 w 2125061"/>
                <a:gd name="connsiteY4" fmla="*/ 3552343 h 3584428"/>
                <a:gd name="connsiteX5" fmla="*/ 0 w 2125061"/>
                <a:gd name="connsiteY5" fmla="*/ 32085 h 3584428"/>
                <a:gd name="connsiteX6" fmla="*/ 149604 w 2125061"/>
                <a:gd name="connsiteY6" fmla="*/ 9253 h 3584428"/>
                <a:gd name="connsiteX7" fmla="*/ 332847 w 2125061"/>
                <a:gd name="connsiteY7" fmla="*/ 0 h 358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5061" h="3584428">
                  <a:moveTo>
                    <a:pt x="332847" y="0"/>
                  </a:moveTo>
                  <a:cubicBezTo>
                    <a:pt x="1322659" y="0"/>
                    <a:pt x="2125061" y="802402"/>
                    <a:pt x="2125061" y="1792214"/>
                  </a:cubicBezTo>
                  <a:cubicBezTo>
                    <a:pt x="2125061" y="2782026"/>
                    <a:pt x="1322659" y="3584428"/>
                    <a:pt x="332847" y="3584428"/>
                  </a:cubicBezTo>
                  <a:cubicBezTo>
                    <a:pt x="270984" y="3584428"/>
                    <a:pt x="209853" y="3581294"/>
                    <a:pt x="149604" y="3575175"/>
                  </a:cubicBezTo>
                  <a:lnTo>
                    <a:pt x="0" y="3552343"/>
                  </a:lnTo>
                  <a:lnTo>
                    <a:pt x="0" y="32085"/>
                  </a:lnTo>
                  <a:lnTo>
                    <a:pt x="149604" y="9253"/>
                  </a:lnTo>
                  <a:cubicBezTo>
                    <a:pt x="209853" y="3135"/>
                    <a:pt x="270984" y="0"/>
                    <a:pt x="3328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" name="任意多边形: 形状 133"/>
            <p:cNvSpPr/>
            <p:nvPr/>
          </p:nvSpPr>
          <p:spPr>
            <a:xfrm flipH="1">
              <a:off x="14184" y="1378"/>
              <a:ext cx="4977" cy="9065"/>
            </a:xfrm>
            <a:custGeom>
              <a:avLst/>
              <a:gdLst>
                <a:gd name="connsiteX0" fmla="*/ 442913 w 3321050"/>
                <a:gd name="connsiteY0" fmla="*/ 0 h 5756274"/>
                <a:gd name="connsiteX1" fmla="*/ 3321050 w 3321050"/>
                <a:gd name="connsiteY1" fmla="*/ 2878137 h 5756274"/>
                <a:gd name="connsiteX2" fmla="*/ 442913 w 3321050"/>
                <a:gd name="connsiteY2" fmla="*/ 5756274 h 5756274"/>
                <a:gd name="connsiteX3" fmla="*/ 148640 w 3321050"/>
                <a:gd name="connsiteY3" fmla="*/ 5741415 h 5756274"/>
                <a:gd name="connsiteX4" fmla="*/ 0 w 3321050"/>
                <a:gd name="connsiteY4" fmla="*/ 5718730 h 5756274"/>
                <a:gd name="connsiteX5" fmla="*/ 0 w 3321050"/>
                <a:gd name="connsiteY5" fmla="*/ 4842359 h 5756274"/>
                <a:gd name="connsiteX6" fmla="*/ 36893 w 3321050"/>
                <a:gd name="connsiteY6" fmla="*/ 4851845 h 5756274"/>
                <a:gd name="connsiteX7" fmla="*/ 442913 w 3321050"/>
                <a:gd name="connsiteY7" fmla="*/ 4892775 h 5756274"/>
                <a:gd name="connsiteX8" fmla="*/ 2457551 w 3321050"/>
                <a:gd name="connsiteY8" fmla="*/ 2878137 h 5756274"/>
                <a:gd name="connsiteX9" fmla="*/ 442913 w 3321050"/>
                <a:gd name="connsiteY9" fmla="*/ 863499 h 5756274"/>
                <a:gd name="connsiteX10" fmla="*/ 36893 w 3321050"/>
                <a:gd name="connsiteY10" fmla="*/ 904429 h 5756274"/>
                <a:gd name="connsiteX11" fmla="*/ 0 w 3321050"/>
                <a:gd name="connsiteY11" fmla="*/ 913916 h 5756274"/>
                <a:gd name="connsiteX12" fmla="*/ 0 w 3321050"/>
                <a:gd name="connsiteY12" fmla="*/ 37545 h 5756274"/>
                <a:gd name="connsiteX13" fmla="*/ 148640 w 3321050"/>
                <a:gd name="connsiteY13" fmla="*/ 14860 h 5756274"/>
                <a:gd name="connsiteX14" fmla="*/ 442913 w 3321050"/>
                <a:gd name="connsiteY14" fmla="*/ 0 h 575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1050" h="5756274">
                  <a:moveTo>
                    <a:pt x="442913" y="0"/>
                  </a:moveTo>
                  <a:cubicBezTo>
                    <a:pt x="2032464" y="0"/>
                    <a:pt x="3321050" y="1288586"/>
                    <a:pt x="3321050" y="2878137"/>
                  </a:cubicBezTo>
                  <a:cubicBezTo>
                    <a:pt x="3321050" y="4467688"/>
                    <a:pt x="2032464" y="5756274"/>
                    <a:pt x="442913" y="5756274"/>
                  </a:cubicBezTo>
                  <a:cubicBezTo>
                    <a:pt x="343566" y="5756274"/>
                    <a:pt x="245395" y="5751241"/>
                    <a:pt x="148640" y="5741415"/>
                  </a:cubicBezTo>
                  <a:lnTo>
                    <a:pt x="0" y="5718730"/>
                  </a:lnTo>
                  <a:lnTo>
                    <a:pt x="0" y="4842359"/>
                  </a:lnTo>
                  <a:lnTo>
                    <a:pt x="36893" y="4851845"/>
                  </a:lnTo>
                  <a:cubicBezTo>
                    <a:pt x="168041" y="4878682"/>
                    <a:pt x="303831" y="4892775"/>
                    <a:pt x="442913" y="4892775"/>
                  </a:cubicBezTo>
                  <a:cubicBezTo>
                    <a:pt x="1555567" y="4892775"/>
                    <a:pt x="2457551" y="3990791"/>
                    <a:pt x="2457551" y="2878137"/>
                  </a:cubicBezTo>
                  <a:cubicBezTo>
                    <a:pt x="2457551" y="1765483"/>
                    <a:pt x="1555567" y="863499"/>
                    <a:pt x="442913" y="863499"/>
                  </a:cubicBezTo>
                  <a:cubicBezTo>
                    <a:pt x="303831" y="863499"/>
                    <a:pt x="168041" y="877593"/>
                    <a:pt x="36893" y="904429"/>
                  </a:cubicBezTo>
                  <a:lnTo>
                    <a:pt x="0" y="913916"/>
                  </a:lnTo>
                  <a:lnTo>
                    <a:pt x="0" y="37545"/>
                  </a:lnTo>
                  <a:lnTo>
                    <a:pt x="148640" y="14860"/>
                  </a:lnTo>
                  <a:cubicBezTo>
                    <a:pt x="245395" y="5034"/>
                    <a:pt x="343566" y="0"/>
                    <a:pt x="442913" y="0"/>
                  </a:cubicBezTo>
                  <a:close/>
                </a:path>
              </a:pathLst>
            </a:cu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78" name="文本框 177"/>
          <p:cNvSpPr txBox="1"/>
          <p:nvPr/>
        </p:nvSpPr>
        <p:spPr>
          <a:xfrm>
            <a:off x="10321290" y="3275648"/>
            <a:ext cx="209486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业绩突围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精细运营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725025" y="1414780"/>
            <a:ext cx="1014095" cy="1014095"/>
            <a:chOff x="15283" y="2027"/>
            <a:chExt cx="1597" cy="1597"/>
          </a:xfrm>
        </p:grpSpPr>
        <p:sp>
          <p:nvSpPr>
            <p:cNvPr id="62" name="椭圆 61"/>
            <p:cNvSpPr/>
            <p:nvPr>
              <p:custDataLst>
                <p:tags r:id="rId1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2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流量增长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105265" y="3278505"/>
            <a:ext cx="1014095" cy="1014095"/>
            <a:chOff x="15283" y="2027"/>
            <a:chExt cx="1597" cy="1597"/>
          </a:xfrm>
        </p:grpSpPr>
        <p:sp>
          <p:nvSpPr>
            <p:cNvPr id="12" name="椭圆 11"/>
            <p:cNvSpPr/>
            <p:nvPr>
              <p:custDataLst>
                <p:tags r:id="rId3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转化优化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180955" y="5142230"/>
            <a:ext cx="1014095" cy="1014095"/>
            <a:chOff x="15283" y="2027"/>
            <a:chExt cx="1597" cy="1597"/>
          </a:xfrm>
        </p:grpSpPr>
        <p:sp>
          <p:nvSpPr>
            <p:cNvPr id="15" name="椭圆 14"/>
            <p:cNvSpPr/>
            <p:nvPr>
              <p:custDataLst>
                <p:tags r:id="rId5"/>
              </p:custDataLst>
            </p:nvPr>
          </p:nvSpPr>
          <p:spPr>
            <a:xfrm>
              <a:off x="15283" y="2027"/>
              <a:ext cx="1597" cy="1597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15386" y="2269"/>
              <a:ext cx="1391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用户留存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99235" y="1414145"/>
            <a:ext cx="7606030" cy="1160780"/>
            <a:chOff x="360" y="1996"/>
            <a:chExt cx="11978" cy="1828"/>
          </a:xfrm>
        </p:grpSpPr>
        <p:grpSp>
          <p:nvGrpSpPr>
            <p:cNvPr id="22" name="组合 21"/>
            <p:cNvGrpSpPr/>
            <p:nvPr/>
          </p:nvGrpSpPr>
          <p:grpSpPr>
            <a:xfrm>
              <a:off x="360" y="1996"/>
              <a:ext cx="3753" cy="1828"/>
              <a:chOff x="234" y="1872"/>
              <a:chExt cx="3753" cy="1828"/>
            </a:xfrm>
          </p:grpSpPr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34" y="2539"/>
                <a:ext cx="3753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新增抖音直播带货，每周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场直播，为店铺带来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35%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新流量。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全域渠道拓展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24" name="文本框 2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每月产出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12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篇产品测评短视频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+ 8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篇干货图文，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吸引精准潜在客群。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内容流量激活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584" y="1996"/>
              <a:ext cx="3754" cy="1828"/>
              <a:chOff x="234" y="1872"/>
              <a:chExt cx="3754" cy="1828"/>
            </a:xfrm>
          </p:grpSpPr>
          <p:sp>
            <p:nvSpPr>
              <p:cNvPr id="28" name="文本框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推出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老带新得满减券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活动，每月发起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2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次社群专属秒杀。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1499235" y="3109595"/>
            <a:ext cx="7606030" cy="1376680"/>
            <a:chOff x="360" y="1996"/>
            <a:chExt cx="11978" cy="2168"/>
          </a:xfrm>
        </p:grpSpPr>
        <p:grpSp>
          <p:nvGrpSpPr>
            <p:cNvPr id="43" name="组合 42"/>
            <p:cNvGrpSpPr/>
            <p:nvPr/>
          </p:nvGrpSpPr>
          <p:grpSpPr>
            <a:xfrm>
              <a:off x="360" y="1996"/>
              <a:ext cx="3754" cy="1828"/>
              <a:chOff x="234" y="1872"/>
              <a:chExt cx="3754" cy="1828"/>
            </a:xfrm>
          </p:grpSpPr>
          <p:sp>
            <p:nvSpPr>
              <p:cNvPr id="44" name="文本框 4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9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月底前完成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TOP20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产品详情页改版，降低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30%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页面跳出率。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产品页面升级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48" name="文本框 4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中秋、双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11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等节点提前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45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天筹备，目标活动期间转化率提升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25%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9" name="圆角矩形 4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营销活动提效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84" y="1996"/>
              <a:ext cx="3754" cy="2168"/>
              <a:chOff x="234" y="1872"/>
              <a:chExt cx="3754" cy="2168"/>
            </a:xfrm>
          </p:grpSpPr>
          <p:sp>
            <p:nvSpPr>
              <p:cNvPr id="54" name="文本框 5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34" y="2539"/>
                <a:ext cx="3754" cy="1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开展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期客服专项培训，优化响应话术，提升客诉解决率至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98%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1F2329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1499235" y="4881245"/>
            <a:ext cx="7606030" cy="1160780"/>
            <a:chOff x="360" y="1996"/>
            <a:chExt cx="11978" cy="1828"/>
          </a:xfrm>
        </p:grpSpPr>
        <p:grpSp>
          <p:nvGrpSpPr>
            <p:cNvPr id="59" name="组合 58"/>
            <p:cNvGrpSpPr/>
            <p:nvPr/>
          </p:nvGrpSpPr>
          <p:grpSpPr>
            <a:xfrm>
              <a:off x="360" y="1996"/>
              <a:ext cx="3754" cy="1828"/>
              <a:chOff x="234" y="1872"/>
              <a:chExt cx="3754" cy="1828"/>
            </a:xfrm>
          </p:grpSpPr>
          <p:sp>
            <p:nvSpPr>
              <p:cNvPr id="60" name="文本框 5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新增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等级积分兑换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功能，目标老会员复购率提升至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40%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会员体系完善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4472" y="1996"/>
              <a:ext cx="3754" cy="1828"/>
              <a:chOff x="234" y="1872"/>
              <a:chExt cx="3754" cy="1828"/>
            </a:xfrm>
          </p:grpSpPr>
          <p:sp>
            <p:nvSpPr>
              <p:cNvPr id="68" name="文本框 6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推出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“7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天无理由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+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免费退换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” 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服务，提升用户满意度至</a:t>
                </a: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 95%</a:t>
                </a: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  <a:sym typeface="+mn-ea"/>
                  </a:rPr>
                  <a:t>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69" name="圆角矩形 68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内容流量激活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8584" y="1996"/>
              <a:ext cx="3754" cy="1828"/>
              <a:chOff x="234" y="1872"/>
              <a:chExt cx="3754" cy="1828"/>
            </a:xfrm>
          </p:grpSpPr>
          <p:sp>
            <p:nvSpPr>
              <p:cNvPr id="72" name="文本框 7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34" y="2539"/>
                <a:ext cx="3754" cy="11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每月向老用户推送专属优惠短信，增强用户粘性与复购意愿。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  <p:sp>
            <p:nvSpPr>
              <p:cNvPr id="73" name="圆角矩形 72"/>
              <p:cNvSpPr/>
              <p:nvPr/>
            </p:nvSpPr>
            <p:spPr>
              <a:xfrm>
                <a:off x="360" y="1872"/>
                <a:ext cx="2400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413" y="1901"/>
                <a:ext cx="229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社群流量裂变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sp>
        <p:nvSpPr>
          <p:cNvPr id="75" name="圆角矩形 74"/>
          <p:cNvSpPr/>
          <p:nvPr/>
        </p:nvSpPr>
        <p:spPr>
          <a:xfrm>
            <a:off x="267335" y="1224280"/>
            <a:ext cx="1015365" cy="493268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02260" y="1414145"/>
            <a:ext cx="960120" cy="990600"/>
            <a:chOff x="372" y="1938"/>
            <a:chExt cx="1512" cy="1560"/>
          </a:xfrm>
        </p:grpSpPr>
        <p:sp>
          <p:nvSpPr>
            <p:cNvPr id="76" name="文本框 75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8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全平台直播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02260" y="2606040"/>
            <a:ext cx="960120" cy="990600"/>
            <a:chOff x="372" y="1938"/>
            <a:chExt cx="1512" cy="1560"/>
          </a:xfrm>
        </p:grpSpPr>
        <p:sp>
          <p:nvSpPr>
            <p:cNvPr id="81" name="文本框 80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6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大爆款推文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02260" y="3797935"/>
            <a:ext cx="960120" cy="990600"/>
            <a:chOff x="372" y="1938"/>
            <a:chExt cx="1512" cy="1560"/>
          </a:xfrm>
        </p:grpSpPr>
        <p:sp>
          <p:nvSpPr>
            <p:cNvPr id="89" name="文本框 88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7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天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无理由退换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02260" y="4989830"/>
            <a:ext cx="960120" cy="990600"/>
            <a:chOff x="372" y="1938"/>
            <a:chExt cx="1512" cy="1560"/>
          </a:xfrm>
        </p:grpSpPr>
        <p:sp>
          <p:nvSpPr>
            <p:cNvPr id="93" name="文本框 92"/>
            <p:cNvSpPr txBox="1"/>
            <p:nvPr/>
          </p:nvSpPr>
          <p:spPr>
            <a:xfrm>
              <a:off x="372" y="1938"/>
              <a:ext cx="854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9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1074" y="2370"/>
              <a:ext cx="7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72" y="2993"/>
              <a:ext cx="1512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大社区活动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cxnSp>
        <p:nvCxnSpPr>
          <p:cNvPr id="96" name="直接连接符 95"/>
          <p:cNvCxnSpPr/>
          <p:nvPr/>
        </p:nvCxnSpPr>
        <p:spPr>
          <a:xfrm>
            <a:off x="1619885" y="2766060"/>
            <a:ext cx="7565390" cy="0"/>
          </a:xfrm>
          <a:prstGeom prst="line">
            <a:avLst/>
          </a:prstGeom>
          <a:ln w="28575" cmpd="sng">
            <a:solidFill>
              <a:schemeClr val="accent5">
                <a:alpha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579245" y="4525010"/>
            <a:ext cx="7565390" cy="0"/>
          </a:xfrm>
          <a:prstGeom prst="line">
            <a:avLst/>
          </a:prstGeom>
          <a:ln w="28575" cmpd="sng">
            <a:solidFill>
              <a:schemeClr val="accent5">
                <a:alpha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05" name="Google Shape;8605;p85"/>
          <p:cNvGrpSpPr/>
          <p:nvPr/>
        </p:nvGrpSpPr>
        <p:grpSpPr>
          <a:xfrm>
            <a:off x="11455400" y="2719070"/>
            <a:ext cx="554355" cy="48768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16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241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153" name="任意多边形 152"/>
          <p:cNvSpPr/>
          <p:nvPr/>
        </p:nvSpPr>
        <p:spPr>
          <a:xfrm flipH="1">
            <a:off x="99060" y="1205865"/>
            <a:ext cx="1852930" cy="39173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18" h="6169">
                <a:moveTo>
                  <a:pt x="2918" y="0"/>
                </a:moveTo>
                <a:lnTo>
                  <a:pt x="2918" y="6169"/>
                </a:lnTo>
                <a:lnTo>
                  <a:pt x="2911" y="6168"/>
                </a:lnTo>
                <a:cubicBezTo>
                  <a:pt x="1288" y="6076"/>
                  <a:pt x="0" y="4731"/>
                  <a:pt x="0" y="3084"/>
                </a:cubicBezTo>
                <a:cubicBezTo>
                  <a:pt x="0" y="1445"/>
                  <a:pt x="1277" y="104"/>
                  <a:pt x="2891" y="2"/>
                </a:cubicBezTo>
                <a:lnTo>
                  <a:pt x="2918" y="0"/>
                </a:lnTo>
                <a:close/>
              </a:path>
            </a:pathLst>
          </a:custGeom>
          <a:solidFill>
            <a:schemeClr val="accent5"/>
          </a:solidFill>
          <a:ln w="228600"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1" name="任意多边形: 形状 140"/>
          <p:cNvSpPr/>
          <p:nvPr/>
        </p:nvSpPr>
        <p:spPr>
          <a:xfrm>
            <a:off x="1078865" y="1186180"/>
            <a:ext cx="4669155" cy="1882140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3" name="任意多边形: 形状 142"/>
          <p:cNvSpPr/>
          <p:nvPr/>
        </p:nvSpPr>
        <p:spPr>
          <a:xfrm>
            <a:off x="1078865" y="3231515"/>
            <a:ext cx="4669155" cy="1882140"/>
          </a:xfrm>
          <a:custGeom>
            <a:avLst/>
            <a:gdLst>
              <a:gd name="connsiteX0" fmla="*/ 1208115 w 4669300"/>
              <a:gd name="connsiteY0" fmla="*/ 0 h 1882379"/>
              <a:gd name="connsiteX1" fmla="*/ 4669300 w 4669300"/>
              <a:gd name="connsiteY1" fmla="*/ 0 h 1882379"/>
              <a:gd name="connsiteX2" fmla="*/ 4669300 w 4669300"/>
              <a:gd name="connsiteY2" fmla="*/ 1882379 h 1882379"/>
              <a:gd name="connsiteX3" fmla="*/ 0 w 4669300"/>
              <a:gd name="connsiteY3" fmla="*/ 1882379 h 1882379"/>
              <a:gd name="connsiteX4" fmla="*/ 60742 w 4669300"/>
              <a:gd name="connsiteY4" fmla="*/ 1853118 h 1882379"/>
              <a:gd name="connsiteX5" fmla="*/ 1200875 w 4669300"/>
              <a:gd name="connsiteY5" fmla="*/ 143371 h 1882379"/>
              <a:gd name="connsiteX6" fmla="*/ 1208115 w 4669300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0" h="1882379">
                <a:moveTo>
                  <a:pt x="1208115" y="0"/>
                </a:moveTo>
                <a:lnTo>
                  <a:pt x="4669300" y="0"/>
                </a:lnTo>
                <a:lnTo>
                  <a:pt x="4669300" y="1882379"/>
                </a:lnTo>
                <a:lnTo>
                  <a:pt x="0" y="1882379"/>
                </a:lnTo>
                <a:lnTo>
                  <a:pt x="60742" y="1853118"/>
                </a:lnTo>
                <a:cubicBezTo>
                  <a:pt x="684270" y="1514397"/>
                  <a:pt x="1125758" y="883039"/>
                  <a:pt x="1200875" y="143371"/>
                </a:cubicBezTo>
                <a:lnTo>
                  <a:pt x="1208115" y="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074410" y="1182370"/>
            <a:ext cx="5964555" cy="879475"/>
            <a:chOff x="9459" y="3433"/>
            <a:chExt cx="9393" cy="1385"/>
          </a:xfrm>
        </p:grpSpPr>
        <p:sp>
          <p:nvSpPr>
            <p:cNvPr id="34" name="文本框 33"/>
            <p:cNvSpPr txBox="1"/>
            <p:nvPr>
              <p:custDataLst>
                <p:tags r:id="rId1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，下半年将完成育儿阶段、消费偏好等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大维度标签补全，目标提升会员复购率至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数字化会员体系升级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532755" y="1457960"/>
            <a:ext cx="380365" cy="328295"/>
            <a:chOff x="6133" y="3277"/>
            <a:chExt cx="599" cy="517"/>
          </a:xfrm>
        </p:grpSpPr>
        <p:sp>
          <p:nvSpPr>
            <p:cNvPr id="84" name="椭圆 83"/>
            <p:cNvSpPr/>
            <p:nvPr>
              <p:custDataLst>
                <p:tags r:id="rId2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" name="文本框 84"/>
            <p:cNvSpPr txBox="1"/>
            <p:nvPr>
              <p:custDataLst>
                <p:tags r:id="rId3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532755" y="2455545"/>
            <a:ext cx="380365" cy="328295"/>
            <a:chOff x="6133" y="3277"/>
            <a:chExt cx="599" cy="517"/>
          </a:xfrm>
        </p:grpSpPr>
        <p:sp>
          <p:nvSpPr>
            <p:cNvPr id="87" name="椭圆 86"/>
            <p:cNvSpPr/>
            <p:nvPr>
              <p:custDataLst>
                <p:tags r:id="rId4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5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5532755" y="3453765"/>
            <a:ext cx="380365" cy="328295"/>
            <a:chOff x="6133" y="3277"/>
            <a:chExt cx="599" cy="517"/>
          </a:xfrm>
        </p:grpSpPr>
        <p:sp>
          <p:nvSpPr>
            <p:cNvPr id="100" name="椭圆 99"/>
            <p:cNvSpPr/>
            <p:nvPr>
              <p:custDataLst>
                <p:tags r:id="rId6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1" name="文本框 100"/>
            <p:cNvSpPr txBox="1"/>
            <p:nvPr>
              <p:custDataLst>
                <p:tags r:id="rId7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5532755" y="4451985"/>
            <a:ext cx="380365" cy="328295"/>
            <a:chOff x="6133" y="3277"/>
            <a:chExt cx="599" cy="517"/>
          </a:xfrm>
        </p:grpSpPr>
        <p:sp>
          <p:nvSpPr>
            <p:cNvPr id="103" name="椭圆 102"/>
            <p:cNvSpPr/>
            <p:nvPr>
              <p:custDataLst>
                <p:tags r:id="rId8"/>
              </p:custDataLst>
            </p:nvPr>
          </p:nvSpPr>
          <p:spPr>
            <a:xfrm>
              <a:off x="6160" y="3277"/>
              <a:ext cx="517" cy="51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9"/>
              </p:custDataLst>
            </p:nvPr>
          </p:nvSpPr>
          <p:spPr>
            <a:xfrm>
              <a:off x="6133" y="3319"/>
              <a:ext cx="5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074410" y="2202815"/>
            <a:ext cx="5964555" cy="879475"/>
            <a:chOff x="9459" y="3433"/>
            <a:chExt cx="9393" cy="1385"/>
          </a:xfrm>
        </p:grpSpPr>
        <p:sp>
          <p:nvSpPr>
            <p:cNvPr id="107" name="文本框 106"/>
            <p:cNvSpPr txBox="1"/>
            <p:nvPr>
              <p:custDataLst>
                <p:tags r:id="rId10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，联合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家主力工厂搭建快速响应机制，优化区域分仓布局，将西北区域配送时效从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设置柔性供应链优化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12" name="文本框 111"/>
          <p:cNvSpPr txBox="1"/>
          <p:nvPr/>
        </p:nvSpPr>
        <p:spPr>
          <a:xfrm>
            <a:off x="2188210" y="1539875"/>
            <a:ext cx="333121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公司项目板块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472055" y="2418715"/>
            <a:ext cx="1393190" cy="502920"/>
            <a:chOff x="3775" y="4855"/>
            <a:chExt cx="2194" cy="792"/>
          </a:xfrm>
        </p:grpSpPr>
        <p:sp>
          <p:nvSpPr>
            <p:cNvPr id="114" name="圆角矩形 113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精准运营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3993515" y="2418715"/>
            <a:ext cx="1393825" cy="503555"/>
            <a:chOff x="3775" y="4855"/>
            <a:chExt cx="2195" cy="793"/>
          </a:xfrm>
        </p:grpSpPr>
        <p:sp>
          <p:nvSpPr>
            <p:cNvPr id="118" name="圆角矩形 117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效率提升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6074410" y="3223260"/>
            <a:ext cx="5964555" cy="879475"/>
            <a:chOff x="9459" y="3433"/>
            <a:chExt cx="9393" cy="1385"/>
          </a:xfrm>
        </p:grpSpPr>
        <p:sp>
          <p:nvSpPr>
            <p:cNvPr id="129" name="文本框 128"/>
            <p:cNvSpPr txBox="1"/>
            <p:nvPr>
              <p:custDataLst>
                <p:tags r:id="rId11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完成会员标签补全、西北分仓优化及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家体验店选址，建立月度数据看板，核心指标未达预期时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稳定阶段性进度管控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074410" y="4243705"/>
            <a:ext cx="5964555" cy="879475"/>
            <a:chOff x="9459" y="3433"/>
            <a:chExt cx="9393" cy="1385"/>
          </a:xfrm>
        </p:grpSpPr>
        <p:sp>
          <p:nvSpPr>
            <p:cNvPr id="133" name="文本框 132"/>
            <p:cNvSpPr txBox="1"/>
            <p:nvPr>
              <p:custDataLst>
                <p:tags r:id="rId12"/>
              </p:custDataLst>
            </p:nvPr>
          </p:nvSpPr>
          <p:spPr>
            <a:xfrm>
              <a:off x="9459" y="3996"/>
              <a:ext cx="9393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针对会员数据隐私风险，联合法务部完善合规流程；提前与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4" name="圆角矩形 133"/>
            <p:cNvSpPr/>
            <p:nvPr/>
          </p:nvSpPr>
          <p:spPr>
            <a:xfrm>
              <a:off x="9459" y="3433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459" y="3462"/>
              <a:ext cx="3345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源头防控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全流程风险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36" name="文本框 135"/>
          <p:cNvSpPr txBox="1"/>
          <p:nvPr/>
        </p:nvSpPr>
        <p:spPr>
          <a:xfrm>
            <a:off x="2188210" y="3503930"/>
            <a:ext cx="333121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精准资源配置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2471420" y="4382770"/>
            <a:ext cx="1393825" cy="503555"/>
            <a:chOff x="3775" y="4855"/>
            <a:chExt cx="2195" cy="793"/>
          </a:xfrm>
        </p:grpSpPr>
        <p:sp>
          <p:nvSpPr>
            <p:cNvPr id="138" name="圆角矩形 137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节点追踪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3993515" y="4382770"/>
            <a:ext cx="1393825" cy="503555"/>
            <a:chOff x="3775" y="4855"/>
            <a:chExt cx="2195" cy="793"/>
          </a:xfrm>
        </p:grpSpPr>
        <p:sp>
          <p:nvSpPr>
            <p:cNvPr id="142" name="圆角矩形 141"/>
            <p:cNvSpPr/>
            <p:nvPr/>
          </p:nvSpPr>
          <p:spPr>
            <a:xfrm>
              <a:off x="3775" y="4855"/>
              <a:ext cx="2195" cy="793"/>
            </a:xfrm>
            <a:prstGeom prst="roundRect">
              <a:avLst>
                <a:gd name="adj" fmla="val 1563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3828" y="4913"/>
              <a:ext cx="2089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预判应对</a:t>
              </a: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99060" y="2693670"/>
            <a:ext cx="163703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策略落地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202565" y="5550218"/>
            <a:ext cx="2850515" cy="880745"/>
            <a:chOff x="234" y="8713"/>
            <a:chExt cx="4489" cy="1387"/>
          </a:xfrm>
        </p:grpSpPr>
        <p:sp>
          <p:nvSpPr>
            <p:cNvPr id="156" name="圆角矩形 155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核心指标锚定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13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聚焦会员复购率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、单店客流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800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人次核心目标。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3169920" y="5550218"/>
            <a:ext cx="2850515" cy="880745"/>
            <a:chOff x="234" y="8713"/>
            <a:chExt cx="4489" cy="1387"/>
          </a:xfrm>
        </p:grpSpPr>
        <p:sp>
          <p:nvSpPr>
            <p:cNvPr id="186" name="圆角矩形 185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跨部协同机制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88" name="文本框 187"/>
            <p:cNvSpPr txBox="1"/>
            <p:nvPr>
              <p:custDataLst>
                <p:tags r:id="rId14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建立每周产销协同会，打通数据与供应链链路。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6137275" y="5550218"/>
            <a:ext cx="2850515" cy="880745"/>
            <a:chOff x="234" y="8713"/>
            <a:chExt cx="4489" cy="1387"/>
          </a:xfrm>
        </p:grpSpPr>
        <p:sp>
          <p:nvSpPr>
            <p:cNvPr id="190" name="圆角矩形 189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数据动态复盘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2" name="文本框 191"/>
            <p:cNvSpPr txBox="1"/>
            <p:nvPr>
              <p:custDataLst>
                <p:tags r:id="rId15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周度拆解看板数据，异常指标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小时响应。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9104630" y="5550218"/>
            <a:ext cx="2850515" cy="880745"/>
            <a:chOff x="234" y="8713"/>
            <a:chExt cx="4489" cy="1387"/>
          </a:xfrm>
        </p:grpSpPr>
        <p:sp>
          <p:nvSpPr>
            <p:cNvPr id="194" name="圆角矩形 193"/>
            <p:cNvSpPr/>
            <p:nvPr/>
          </p:nvSpPr>
          <p:spPr>
            <a:xfrm>
              <a:off x="234" y="8713"/>
              <a:ext cx="4489" cy="1387"/>
            </a:xfrm>
            <a:prstGeom prst="roundRect">
              <a:avLst>
                <a:gd name="adj" fmla="val 11694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268" y="8747"/>
              <a:ext cx="1779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团队激励配套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6" name="文本框 195"/>
            <p:cNvSpPr txBox="1"/>
            <p:nvPr>
              <p:custDataLst>
                <p:tags r:id="rId16"/>
              </p:custDataLst>
            </p:nvPr>
          </p:nvSpPr>
          <p:spPr>
            <a:xfrm>
              <a:off x="2034" y="8893"/>
              <a:ext cx="239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设置项目达标奖，关联复购、时效等核心指标。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97" name="直接连接符 196"/>
          <p:cNvCxnSpPr/>
          <p:nvPr/>
        </p:nvCxnSpPr>
        <p:spPr>
          <a:xfrm>
            <a:off x="1327150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4300855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>
            <a:off x="7274560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>
            <a:off x="10248265" y="5725160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稻壳儿小白白(http://dwz.cn/Wu2UP)"/>
          <p:cNvSpPr/>
          <p:nvPr/>
        </p:nvSpPr>
        <p:spPr>
          <a:xfrm>
            <a:off x="640715" y="2085975"/>
            <a:ext cx="554355" cy="556260"/>
          </a:xfrm>
          <a:custGeom>
            <a:avLst/>
            <a:gdLst>
              <a:gd name="T0" fmla="*/ 199626678 w 634"/>
              <a:gd name="T1" fmla="*/ 258727921 h 634"/>
              <a:gd name="T2" fmla="*/ 199626678 w 634"/>
              <a:gd name="T3" fmla="*/ 258727921 h 634"/>
              <a:gd name="T4" fmla="*/ 218361673 w 634"/>
              <a:gd name="T5" fmla="*/ 239225869 h 634"/>
              <a:gd name="T6" fmla="*/ 218361673 w 634"/>
              <a:gd name="T7" fmla="*/ 85809673 h 634"/>
              <a:gd name="T8" fmla="*/ 199626678 w 634"/>
              <a:gd name="T9" fmla="*/ 76708501 h 634"/>
              <a:gd name="T10" fmla="*/ 189935665 w 634"/>
              <a:gd name="T11" fmla="*/ 85809673 h 634"/>
              <a:gd name="T12" fmla="*/ 189935665 w 634"/>
              <a:gd name="T13" fmla="*/ 239225869 h 634"/>
              <a:gd name="T14" fmla="*/ 199626678 w 634"/>
              <a:gd name="T15" fmla="*/ 258727921 h 634"/>
              <a:gd name="T16" fmla="*/ 275213689 w 634"/>
              <a:gd name="T17" fmla="*/ 258727921 h 634"/>
              <a:gd name="T18" fmla="*/ 275213689 w 634"/>
              <a:gd name="T19" fmla="*/ 258727921 h 634"/>
              <a:gd name="T20" fmla="*/ 294594913 w 634"/>
              <a:gd name="T21" fmla="*/ 239225869 h 634"/>
              <a:gd name="T22" fmla="*/ 294594913 w 634"/>
              <a:gd name="T23" fmla="*/ 124163924 h 634"/>
              <a:gd name="T24" fmla="*/ 275213689 w 634"/>
              <a:gd name="T25" fmla="*/ 115062751 h 634"/>
              <a:gd name="T26" fmla="*/ 266168904 w 634"/>
              <a:gd name="T27" fmla="*/ 124163924 h 634"/>
              <a:gd name="T28" fmla="*/ 266168904 w 634"/>
              <a:gd name="T29" fmla="*/ 239225869 h 634"/>
              <a:gd name="T30" fmla="*/ 275213689 w 634"/>
              <a:gd name="T31" fmla="*/ 258727921 h 634"/>
              <a:gd name="T32" fmla="*/ 123393439 w 634"/>
              <a:gd name="T33" fmla="*/ 258727921 h 634"/>
              <a:gd name="T34" fmla="*/ 123393439 w 634"/>
              <a:gd name="T35" fmla="*/ 258727921 h 634"/>
              <a:gd name="T36" fmla="*/ 142774662 w 634"/>
              <a:gd name="T37" fmla="*/ 239225869 h 634"/>
              <a:gd name="T38" fmla="*/ 142774662 w 634"/>
              <a:gd name="T39" fmla="*/ 191120592 h 634"/>
              <a:gd name="T40" fmla="*/ 123393439 w 634"/>
              <a:gd name="T41" fmla="*/ 182020226 h 634"/>
              <a:gd name="T42" fmla="*/ 113703229 w 634"/>
              <a:gd name="T43" fmla="*/ 191120592 h 634"/>
              <a:gd name="T44" fmla="*/ 113703229 w 634"/>
              <a:gd name="T45" fmla="*/ 239225869 h 634"/>
              <a:gd name="T46" fmla="*/ 123393439 w 634"/>
              <a:gd name="T47" fmla="*/ 258727921 h 634"/>
              <a:gd name="T48" fmla="*/ 0 w 634"/>
              <a:gd name="T49" fmla="*/ 0 h 634"/>
              <a:gd name="T50" fmla="*/ 0 w 634"/>
              <a:gd name="T51" fmla="*/ 0 h 634"/>
              <a:gd name="T52" fmla="*/ 0 w 634"/>
              <a:gd name="T53" fmla="*/ 28603224 h 634"/>
              <a:gd name="T54" fmla="*/ 28426008 w 634"/>
              <a:gd name="T55" fmla="*/ 28603224 h 634"/>
              <a:gd name="T56" fmla="*/ 28426008 w 634"/>
              <a:gd name="T57" fmla="*/ 267829093 h 634"/>
              <a:gd name="T58" fmla="*/ 75587011 w 634"/>
              <a:gd name="T59" fmla="*/ 315934369 h 634"/>
              <a:gd name="T60" fmla="*/ 151819447 w 634"/>
              <a:gd name="T61" fmla="*/ 315934369 h 634"/>
              <a:gd name="T62" fmla="*/ 104658444 w 634"/>
              <a:gd name="T63" fmla="*/ 411495069 h 634"/>
              <a:gd name="T64" fmla="*/ 142774662 w 634"/>
              <a:gd name="T65" fmla="*/ 411495069 h 634"/>
              <a:gd name="T66" fmla="*/ 189935665 w 634"/>
              <a:gd name="T67" fmla="*/ 315934369 h 634"/>
              <a:gd name="T68" fmla="*/ 218361673 w 634"/>
              <a:gd name="T69" fmla="*/ 315934369 h 634"/>
              <a:gd name="T70" fmla="*/ 266168904 w 634"/>
              <a:gd name="T71" fmla="*/ 411495069 h 634"/>
              <a:gd name="T72" fmla="*/ 304285122 w 634"/>
              <a:gd name="T73" fmla="*/ 411495069 h 634"/>
              <a:gd name="T74" fmla="*/ 256477891 w 634"/>
              <a:gd name="T75" fmla="*/ 315934369 h 634"/>
              <a:gd name="T76" fmla="*/ 332711130 w 634"/>
              <a:gd name="T77" fmla="*/ 315934369 h 634"/>
              <a:gd name="T78" fmla="*/ 379872133 w 634"/>
              <a:gd name="T79" fmla="*/ 267829093 h 634"/>
              <a:gd name="T80" fmla="*/ 379872133 w 634"/>
              <a:gd name="T81" fmla="*/ 28603224 h 634"/>
              <a:gd name="T82" fmla="*/ 408943566 w 634"/>
              <a:gd name="T83" fmla="*/ 28603224 h 634"/>
              <a:gd name="T84" fmla="*/ 408943566 w 634"/>
              <a:gd name="T85" fmla="*/ 0 h 634"/>
              <a:gd name="T86" fmla="*/ 0 w 634"/>
              <a:gd name="T87" fmla="*/ 0 h 634"/>
              <a:gd name="T88" fmla="*/ 351446125 w 634"/>
              <a:gd name="T89" fmla="*/ 267829093 h 634"/>
              <a:gd name="T90" fmla="*/ 351446125 w 634"/>
              <a:gd name="T91" fmla="*/ 267829093 h 634"/>
              <a:gd name="T92" fmla="*/ 332711130 w 634"/>
              <a:gd name="T93" fmla="*/ 296432318 h 634"/>
              <a:gd name="T94" fmla="*/ 75587011 w 634"/>
              <a:gd name="T95" fmla="*/ 296432318 h 634"/>
              <a:gd name="T96" fmla="*/ 47161003 w 634"/>
              <a:gd name="T97" fmla="*/ 267829093 h 634"/>
              <a:gd name="T98" fmla="*/ 47161003 w 634"/>
              <a:gd name="T99" fmla="*/ 28603224 h 634"/>
              <a:gd name="T100" fmla="*/ 351446125 w 634"/>
              <a:gd name="T101" fmla="*/ 28603224 h 634"/>
              <a:gd name="T102" fmla="*/ 351446125 w 634"/>
              <a:gd name="T103" fmla="*/ 267829093 h 6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634" h="634">
                <a:moveTo>
                  <a:pt x="309" y="398"/>
                </a:moveTo>
                <a:lnTo>
                  <a:pt x="309" y="398"/>
                </a:lnTo>
                <a:cubicBezTo>
                  <a:pt x="324" y="398"/>
                  <a:pt x="338" y="383"/>
                  <a:pt x="338" y="368"/>
                </a:cubicBezTo>
                <a:cubicBezTo>
                  <a:pt x="338" y="132"/>
                  <a:pt x="338" y="132"/>
                  <a:pt x="338" y="132"/>
                </a:cubicBezTo>
                <a:cubicBezTo>
                  <a:pt x="338" y="132"/>
                  <a:pt x="324" y="118"/>
                  <a:pt x="309" y="118"/>
                </a:cubicBezTo>
                <a:lnTo>
                  <a:pt x="294" y="132"/>
                </a:lnTo>
                <a:cubicBezTo>
                  <a:pt x="294" y="368"/>
                  <a:pt x="294" y="368"/>
                  <a:pt x="294" y="368"/>
                </a:cubicBezTo>
                <a:cubicBezTo>
                  <a:pt x="294" y="383"/>
                  <a:pt x="309" y="398"/>
                  <a:pt x="309" y="398"/>
                </a:cubicBezTo>
                <a:close/>
                <a:moveTo>
                  <a:pt x="426" y="398"/>
                </a:moveTo>
                <a:lnTo>
                  <a:pt x="426" y="398"/>
                </a:lnTo>
                <a:cubicBezTo>
                  <a:pt x="442" y="398"/>
                  <a:pt x="456" y="383"/>
                  <a:pt x="456" y="368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56" y="191"/>
                  <a:pt x="442" y="177"/>
                  <a:pt x="426" y="177"/>
                </a:cubicBezTo>
                <a:lnTo>
                  <a:pt x="412" y="191"/>
                </a:lnTo>
                <a:cubicBezTo>
                  <a:pt x="412" y="368"/>
                  <a:pt x="412" y="368"/>
                  <a:pt x="412" y="368"/>
                </a:cubicBezTo>
                <a:cubicBezTo>
                  <a:pt x="412" y="383"/>
                  <a:pt x="426" y="398"/>
                  <a:pt x="426" y="398"/>
                </a:cubicBezTo>
                <a:close/>
                <a:moveTo>
                  <a:pt x="191" y="398"/>
                </a:moveTo>
                <a:lnTo>
                  <a:pt x="191" y="398"/>
                </a:lnTo>
                <a:cubicBezTo>
                  <a:pt x="206" y="398"/>
                  <a:pt x="221" y="383"/>
                  <a:pt x="221" y="368"/>
                </a:cubicBezTo>
                <a:cubicBezTo>
                  <a:pt x="221" y="294"/>
                  <a:pt x="221" y="294"/>
                  <a:pt x="221" y="294"/>
                </a:cubicBezTo>
                <a:cubicBezTo>
                  <a:pt x="221" y="280"/>
                  <a:pt x="206" y="280"/>
                  <a:pt x="191" y="280"/>
                </a:cubicBezTo>
                <a:cubicBezTo>
                  <a:pt x="191" y="280"/>
                  <a:pt x="176" y="280"/>
                  <a:pt x="176" y="294"/>
                </a:cubicBezTo>
                <a:cubicBezTo>
                  <a:pt x="176" y="368"/>
                  <a:pt x="176" y="368"/>
                  <a:pt x="176" y="368"/>
                </a:cubicBezTo>
                <a:cubicBezTo>
                  <a:pt x="176" y="383"/>
                  <a:pt x="191" y="398"/>
                  <a:pt x="191" y="398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73"/>
                  <a:pt x="44" y="412"/>
                  <a:pt x="44" y="412"/>
                </a:cubicBezTo>
                <a:cubicBezTo>
                  <a:pt x="44" y="456"/>
                  <a:pt x="73" y="486"/>
                  <a:pt x="117" y="486"/>
                </a:cubicBezTo>
                <a:cubicBezTo>
                  <a:pt x="235" y="486"/>
                  <a:pt x="235" y="486"/>
                  <a:pt x="235" y="486"/>
                </a:cubicBezTo>
                <a:cubicBezTo>
                  <a:pt x="162" y="633"/>
                  <a:pt x="162" y="633"/>
                  <a:pt x="162" y="633"/>
                </a:cubicBezTo>
                <a:cubicBezTo>
                  <a:pt x="221" y="633"/>
                  <a:pt x="221" y="633"/>
                  <a:pt x="221" y="633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338" y="486"/>
                  <a:pt x="338" y="486"/>
                  <a:pt x="338" y="486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397" y="486"/>
                  <a:pt x="397" y="486"/>
                  <a:pt x="397" y="486"/>
                </a:cubicBezTo>
                <a:cubicBezTo>
                  <a:pt x="515" y="486"/>
                  <a:pt x="515" y="486"/>
                  <a:pt x="515" y="486"/>
                </a:cubicBezTo>
                <a:cubicBezTo>
                  <a:pt x="559" y="486"/>
                  <a:pt x="588" y="456"/>
                  <a:pt x="588" y="412"/>
                </a:cubicBezTo>
                <a:cubicBezTo>
                  <a:pt x="588" y="412"/>
                  <a:pt x="588" y="73"/>
                  <a:pt x="588" y="44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33" y="0"/>
                  <a:pt x="633" y="0"/>
                </a:cubicBezTo>
                <a:lnTo>
                  <a:pt x="0" y="0"/>
                </a:lnTo>
                <a:close/>
                <a:moveTo>
                  <a:pt x="544" y="412"/>
                </a:moveTo>
                <a:lnTo>
                  <a:pt x="544" y="412"/>
                </a:lnTo>
                <a:cubicBezTo>
                  <a:pt x="544" y="442"/>
                  <a:pt x="530" y="456"/>
                  <a:pt x="515" y="456"/>
                </a:cubicBezTo>
                <a:cubicBezTo>
                  <a:pt x="117" y="456"/>
                  <a:pt x="117" y="456"/>
                  <a:pt x="117" y="456"/>
                </a:cubicBezTo>
                <a:cubicBezTo>
                  <a:pt x="88" y="456"/>
                  <a:pt x="73" y="442"/>
                  <a:pt x="73" y="412"/>
                </a:cubicBezTo>
                <a:cubicBezTo>
                  <a:pt x="73" y="412"/>
                  <a:pt x="73" y="59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73"/>
                  <a:pt x="544" y="412"/>
                  <a:pt x="544" y="4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121908" tIns="60955" rIns="121908" bIns="6095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空心弧 16"/>
          <p:cNvSpPr/>
          <p:nvPr/>
        </p:nvSpPr>
        <p:spPr>
          <a:xfrm>
            <a:off x="3451225" y="2006600"/>
            <a:ext cx="5248275" cy="5328920"/>
          </a:xfrm>
          <a:prstGeom prst="blockArc">
            <a:avLst>
              <a:gd name="adj1" fmla="val 10800000"/>
              <a:gd name="adj2" fmla="val 21594514"/>
              <a:gd name="adj3" fmla="val 12087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1620" y="2006600"/>
            <a:ext cx="76200" cy="26638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283710" y="2842260"/>
            <a:ext cx="3592830" cy="359283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任意多边形: 形状 140"/>
          <p:cNvSpPr/>
          <p:nvPr/>
        </p:nvSpPr>
        <p:spPr>
          <a:xfrm flipV="1">
            <a:off x="6835140" y="4803140"/>
            <a:ext cx="4902200" cy="1727835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任意多边形: 形状 140"/>
          <p:cNvSpPr/>
          <p:nvPr/>
        </p:nvSpPr>
        <p:spPr>
          <a:xfrm flipH="1" flipV="1">
            <a:off x="422275" y="4803140"/>
            <a:ext cx="4902200" cy="1727835"/>
          </a:xfrm>
          <a:custGeom>
            <a:avLst/>
            <a:gdLst>
              <a:gd name="connsiteX0" fmla="*/ 0 w 4669302"/>
              <a:gd name="connsiteY0" fmla="*/ 0 h 1882379"/>
              <a:gd name="connsiteX1" fmla="*/ 4669302 w 4669302"/>
              <a:gd name="connsiteY1" fmla="*/ 0 h 1882379"/>
              <a:gd name="connsiteX2" fmla="*/ 4669302 w 4669302"/>
              <a:gd name="connsiteY2" fmla="*/ 1882379 h 1882379"/>
              <a:gd name="connsiteX3" fmla="*/ 1208117 w 4669302"/>
              <a:gd name="connsiteY3" fmla="*/ 1882379 h 1882379"/>
              <a:gd name="connsiteX4" fmla="*/ 1200877 w 4669302"/>
              <a:gd name="connsiteY4" fmla="*/ 1739009 h 1882379"/>
              <a:gd name="connsiteX5" fmla="*/ 60744 w 4669302"/>
              <a:gd name="connsiteY5" fmla="*/ 29262 h 1882379"/>
              <a:gd name="connsiteX6" fmla="*/ 0 w 4669302"/>
              <a:gd name="connsiteY6" fmla="*/ 0 h 188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9302" h="1882379">
                <a:moveTo>
                  <a:pt x="0" y="0"/>
                </a:moveTo>
                <a:lnTo>
                  <a:pt x="4669302" y="0"/>
                </a:lnTo>
                <a:lnTo>
                  <a:pt x="4669302" y="1882379"/>
                </a:lnTo>
                <a:lnTo>
                  <a:pt x="1208117" y="1882379"/>
                </a:lnTo>
                <a:lnTo>
                  <a:pt x="1200877" y="1739009"/>
                </a:lnTo>
                <a:cubicBezTo>
                  <a:pt x="1125760" y="999342"/>
                  <a:pt x="684272" y="367983"/>
                  <a:pt x="60744" y="2926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8480" y="2006600"/>
            <a:ext cx="3027680" cy="2345690"/>
            <a:chOff x="1003" y="1511"/>
            <a:chExt cx="4768" cy="3694"/>
          </a:xfrm>
        </p:grpSpPr>
        <p:sp>
          <p:nvSpPr>
            <p:cNvPr id="112" name="文本框 111"/>
            <p:cNvSpPr txBox="1"/>
            <p:nvPr/>
          </p:nvSpPr>
          <p:spPr>
            <a:xfrm>
              <a:off x="1003" y="1511"/>
              <a:ext cx="4768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公司项目板块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1064" y="2764"/>
              <a:ext cx="2194" cy="792"/>
              <a:chOff x="3775" y="4855"/>
              <a:chExt cx="2194" cy="792"/>
            </a:xfrm>
          </p:grpSpPr>
          <p:sp>
            <p:nvSpPr>
              <p:cNvPr id="114" name="圆角矩形 113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精准运营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3460" y="2764"/>
              <a:ext cx="2195" cy="793"/>
              <a:chOff x="3775" y="4855"/>
              <a:chExt cx="2195" cy="793"/>
            </a:xfrm>
          </p:grpSpPr>
          <p:sp>
            <p:nvSpPr>
              <p:cNvPr id="118" name="圆角矩形 117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效率提升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064" y="3704"/>
              <a:ext cx="4404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，联合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家主力工厂搭建快速响应机制。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85200" y="2006600"/>
            <a:ext cx="3034665" cy="2568575"/>
            <a:chOff x="876" y="1511"/>
            <a:chExt cx="4779" cy="4045"/>
          </a:xfrm>
        </p:grpSpPr>
        <p:sp>
          <p:nvSpPr>
            <p:cNvPr id="16" name="文本框 15"/>
            <p:cNvSpPr txBox="1"/>
            <p:nvPr/>
          </p:nvSpPr>
          <p:spPr>
            <a:xfrm>
              <a:off x="876" y="1511"/>
              <a:ext cx="4778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精准资源配置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064" y="2764"/>
              <a:ext cx="2195" cy="793"/>
              <a:chOff x="3775" y="4855"/>
              <a:chExt cx="2195" cy="793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3828" y="4913"/>
                <a:ext cx="2089" cy="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节点追踪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460" y="2764"/>
              <a:ext cx="2195" cy="793"/>
              <a:chOff x="3775" y="4855"/>
              <a:chExt cx="2195" cy="793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3775" y="4855"/>
                <a:ext cx="2195" cy="793"/>
              </a:xfrm>
              <a:prstGeom prst="roundRect">
                <a:avLst>
                  <a:gd name="adj" fmla="val 156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828" y="4913"/>
                <a:ext cx="2089" cy="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预判应对</a:t>
                </a:r>
                <a:endParaRPr kumimoji="0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1064" y="3704"/>
              <a:ext cx="4404" cy="1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针对会员数据隐私风险，联合法务部完善合规流程；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4455160" y="3394710"/>
            <a:ext cx="316801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策略落地保障体系</a:t>
            </a: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10870" y="4963160"/>
            <a:ext cx="3441700" cy="1380490"/>
            <a:chOff x="1000" y="7769"/>
            <a:chExt cx="5420" cy="2174"/>
          </a:xfrm>
        </p:grpSpPr>
        <p:sp>
          <p:nvSpPr>
            <p:cNvPr id="129" name="文本框 128"/>
            <p:cNvSpPr txBox="1"/>
            <p:nvPr>
              <p:custDataLst>
                <p:tags r:id="rId1"/>
              </p:custDataLst>
            </p:nvPr>
          </p:nvSpPr>
          <p:spPr>
            <a:xfrm>
              <a:off x="1000" y="8782"/>
              <a:ext cx="5420" cy="1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完成会员标签补全、西北分仓优化及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家体验店选址，建立月度数据看板，核心指标未达预期时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稳定阶段性进度管控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8169910" y="5606415"/>
            <a:ext cx="344170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针对会员数据隐私风险，联合法务部完善合规流程；提前与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2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家备选工厂签订协议，应对主力工厂产能波动。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347835" y="4963160"/>
            <a:ext cx="2238375" cy="511175"/>
          </a:xfrm>
          <a:prstGeom prst="roundRect">
            <a:avLst>
              <a:gd name="adj" fmla="val 1509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13545" y="5058410"/>
            <a:ext cx="2269490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源头防控全流程风险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16230" y="901700"/>
            <a:ext cx="5635625" cy="880745"/>
            <a:chOff x="320" y="1424"/>
            <a:chExt cx="8875" cy="1387"/>
          </a:xfrm>
        </p:grpSpPr>
        <p:sp>
          <p:nvSpPr>
            <p:cNvPr id="156" name="圆角矩形 155"/>
            <p:cNvSpPr/>
            <p:nvPr/>
          </p:nvSpPr>
          <p:spPr>
            <a:xfrm>
              <a:off x="320" y="1424"/>
              <a:ext cx="8875" cy="138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498" y="1588"/>
              <a:ext cx="1060" cy="106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214745" y="901700"/>
            <a:ext cx="5635625" cy="880745"/>
            <a:chOff x="320" y="1424"/>
            <a:chExt cx="8875" cy="1387"/>
          </a:xfrm>
        </p:grpSpPr>
        <p:sp>
          <p:nvSpPr>
            <p:cNvPr id="43" name="圆角矩形 42"/>
            <p:cNvSpPr/>
            <p:nvPr/>
          </p:nvSpPr>
          <p:spPr>
            <a:xfrm>
              <a:off x="320" y="1424"/>
              <a:ext cx="8875" cy="138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885" y="1570"/>
              <a:ext cx="1060" cy="106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109" name="文本框 108"/>
          <p:cNvSpPr txBox="1"/>
          <p:nvPr>
            <p:custDataLst>
              <p:tags r:id="rId3"/>
            </p:custDataLst>
          </p:nvPr>
        </p:nvSpPr>
        <p:spPr>
          <a:xfrm>
            <a:off x="11029315" y="1070610"/>
            <a:ext cx="6629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流量增长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422275" y="1087755"/>
            <a:ext cx="6629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转化优化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1280160" y="995363"/>
            <a:ext cx="113093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9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月底前完成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TOP20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产品详情页改版，降低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30%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页面跳出率。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2587625" y="995363"/>
            <a:ext cx="121412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中秋、双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等节点提前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天筹备，目标活动期间转化率提升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25%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7"/>
            </p:custDataLst>
          </p:nvPr>
        </p:nvSpPr>
        <p:spPr>
          <a:xfrm>
            <a:off x="3978275" y="995363"/>
            <a:ext cx="11842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活动，每月发起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8"/>
            </p:custDataLst>
          </p:nvPr>
        </p:nvSpPr>
        <p:spPr>
          <a:xfrm>
            <a:off x="6854190" y="995363"/>
            <a:ext cx="110744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新增抖音直播带货，每周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场直播，为店铺带来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35%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新流量。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8149590" y="995363"/>
            <a:ext cx="121412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每月产出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12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篇产品测评短视频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 + 8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篇干货图文，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吸引精准潜在客群。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10"/>
            </p:custDataLst>
          </p:nvPr>
        </p:nvSpPr>
        <p:spPr>
          <a:xfrm>
            <a:off x="9551670" y="995363"/>
            <a:ext cx="11842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推出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老带新得满减券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活动，每月发起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次社群专属秒杀。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62" name="弧形 61"/>
          <p:cNvSpPr/>
          <p:nvPr/>
        </p:nvSpPr>
        <p:spPr>
          <a:xfrm>
            <a:off x="3720465" y="2312035"/>
            <a:ext cx="4674235" cy="4636770"/>
          </a:xfrm>
          <a:prstGeom prst="arc">
            <a:avLst>
              <a:gd name="adj1" fmla="val 10721425"/>
              <a:gd name="adj2" fmla="val 46699"/>
            </a:avLst>
          </a:prstGeom>
          <a:ln w="508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3" name="弧形 62"/>
          <p:cNvSpPr/>
          <p:nvPr/>
        </p:nvSpPr>
        <p:spPr>
          <a:xfrm flipV="1">
            <a:off x="4155440" y="2640965"/>
            <a:ext cx="3860165" cy="3900170"/>
          </a:xfrm>
          <a:prstGeom prst="arc">
            <a:avLst>
              <a:gd name="adj1" fmla="val 10933051"/>
              <a:gd name="adj2" fmla="val 21471755"/>
            </a:avLst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197" name="直接连接符 196"/>
          <p:cNvCxnSpPr/>
          <p:nvPr/>
        </p:nvCxnSpPr>
        <p:spPr>
          <a:xfrm>
            <a:off x="249936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389001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805561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9457690" y="1092835"/>
            <a:ext cx="0" cy="5118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29260" y="2006600"/>
            <a:ext cx="76200" cy="26638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8680" name="Google Shape;8680;p85"/>
          <p:cNvGrpSpPr/>
          <p:nvPr/>
        </p:nvGrpSpPr>
        <p:grpSpPr>
          <a:xfrm>
            <a:off x="5594350" y="5144770"/>
            <a:ext cx="889635" cy="838835"/>
            <a:chOff x="2792800" y="3228700"/>
            <a:chExt cx="267950" cy="251900"/>
          </a:xfrm>
          <a:solidFill>
            <a:schemeClr val="bg1"/>
          </a:solidFill>
        </p:grpSpPr>
        <p:sp>
          <p:nvSpPr>
            <p:cNvPr id="8681" name="Google Shape;8681;p85"/>
            <p:cNvSpPr/>
            <p:nvPr/>
          </p:nvSpPr>
          <p:spPr>
            <a:xfrm>
              <a:off x="2852950" y="3276325"/>
              <a:ext cx="128625" cy="109675"/>
            </a:xfrm>
            <a:custGeom>
              <a:avLst/>
              <a:gdLst/>
              <a:ahLst/>
              <a:cxnLst/>
              <a:rect l="l" t="t" r="r" b="b"/>
              <a:pathLst>
                <a:path w="5145" h="4387" extrusionOk="0">
                  <a:moveTo>
                    <a:pt x="2953" y="2501"/>
                  </a:moveTo>
                  <a:cubicBezTo>
                    <a:pt x="2928" y="2501"/>
                    <a:pt x="2904" y="2501"/>
                    <a:pt x="2879" y="2502"/>
                  </a:cubicBezTo>
                  <a:lnTo>
                    <a:pt x="2879" y="2502"/>
                  </a:lnTo>
                  <a:cubicBezTo>
                    <a:pt x="2906" y="2504"/>
                    <a:pt x="2933" y="2506"/>
                    <a:pt x="2961" y="2506"/>
                  </a:cubicBezTo>
                  <a:cubicBezTo>
                    <a:pt x="2986" y="2506"/>
                    <a:pt x="3012" y="2505"/>
                    <a:pt x="3038" y="2503"/>
                  </a:cubicBezTo>
                  <a:lnTo>
                    <a:pt x="3038" y="2503"/>
                  </a:lnTo>
                  <a:cubicBezTo>
                    <a:pt x="3010" y="2501"/>
                    <a:pt x="2981" y="2501"/>
                    <a:pt x="2953" y="2501"/>
                  </a:cubicBezTo>
                  <a:close/>
                  <a:moveTo>
                    <a:pt x="2953" y="620"/>
                  </a:moveTo>
                  <a:cubicBezTo>
                    <a:pt x="3787" y="620"/>
                    <a:pt x="4215" y="1644"/>
                    <a:pt x="3620" y="2239"/>
                  </a:cubicBezTo>
                  <a:cubicBezTo>
                    <a:pt x="3450" y="2402"/>
                    <a:pt x="3244" y="2486"/>
                    <a:pt x="3038" y="2503"/>
                  </a:cubicBezTo>
                  <a:lnTo>
                    <a:pt x="3038" y="2503"/>
                  </a:lnTo>
                  <a:cubicBezTo>
                    <a:pt x="3379" y="2516"/>
                    <a:pt x="3717" y="2611"/>
                    <a:pt x="4025" y="2787"/>
                  </a:cubicBezTo>
                  <a:cubicBezTo>
                    <a:pt x="4168" y="2858"/>
                    <a:pt x="4215" y="3049"/>
                    <a:pt x="4144" y="3215"/>
                  </a:cubicBezTo>
                  <a:cubicBezTo>
                    <a:pt x="4078" y="3314"/>
                    <a:pt x="3967" y="3367"/>
                    <a:pt x="3857" y="3367"/>
                  </a:cubicBezTo>
                  <a:cubicBezTo>
                    <a:pt x="3808" y="3367"/>
                    <a:pt x="3760" y="3357"/>
                    <a:pt x="3715" y="3334"/>
                  </a:cubicBezTo>
                  <a:cubicBezTo>
                    <a:pt x="3477" y="3203"/>
                    <a:pt x="3215" y="3138"/>
                    <a:pt x="2953" y="3138"/>
                  </a:cubicBezTo>
                  <a:cubicBezTo>
                    <a:pt x="2691" y="3138"/>
                    <a:pt x="2429" y="3203"/>
                    <a:pt x="2191" y="3334"/>
                  </a:cubicBezTo>
                  <a:cubicBezTo>
                    <a:pt x="2146" y="3364"/>
                    <a:pt x="2097" y="3378"/>
                    <a:pt x="2047" y="3378"/>
                  </a:cubicBezTo>
                  <a:cubicBezTo>
                    <a:pt x="1938" y="3378"/>
                    <a:pt x="1828" y="3313"/>
                    <a:pt x="1762" y="3215"/>
                  </a:cubicBezTo>
                  <a:cubicBezTo>
                    <a:pt x="1691" y="3049"/>
                    <a:pt x="1739" y="2858"/>
                    <a:pt x="1882" y="2787"/>
                  </a:cubicBezTo>
                  <a:cubicBezTo>
                    <a:pt x="2193" y="2609"/>
                    <a:pt x="2535" y="2514"/>
                    <a:pt x="2879" y="2502"/>
                  </a:cubicBezTo>
                  <a:lnTo>
                    <a:pt x="2879" y="2502"/>
                  </a:lnTo>
                  <a:cubicBezTo>
                    <a:pt x="2420" y="2464"/>
                    <a:pt x="2001" y="2106"/>
                    <a:pt x="2001" y="1572"/>
                  </a:cubicBezTo>
                  <a:cubicBezTo>
                    <a:pt x="2001" y="1048"/>
                    <a:pt x="2429" y="620"/>
                    <a:pt x="2953" y="620"/>
                  </a:cubicBezTo>
                  <a:close/>
                  <a:moveTo>
                    <a:pt x="2953" y="0"/>
                  </a:moveTo>
                  <a:cubicBezTo>
                    <a:pt x="1000" y="0"/>
                    <a:pt x="0" y="2358"/>
                    <a:pt x="1405" y="3739"/>
                  </a:cubicBezTo>
                  <a:cubicBezTo>
                    <a:pt x="1852" y="4186"/>
                    <a:pt x="2401" y="4386"/>
                    <a:pt x="2940" y="4386"/>
                  </a:cubicBezTo>
                  <a:cubicBezTo>
                    <a:pt x="4066" y="4386"/>
                    <a:pt x="5144" y="3512"/>
                    <a:pt x="5144" y="2191"/>
                  </a:cubicBezTo>
                  <a:cubicBezTo>
                    <a:pt x="5144" y="977"/>
                    <a:pt x="4168" y="0"/>
                    <a:pt x="2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2" name="Google Shape;8682;p85"/>
            <p:cNvSpPr/>
            <p:nvPr/>
          </p:nvSpPr>
          <p:spPr>
            <a:xfrm>
              <a:off x="2792800" y="3228700"/>
              <a:ext cx="267950" cy="204225"/>
            </a:xfrm>
            <a:custGeom>
              <a:avLst/>
              <a:gdLst/>
              <a:ahLst/>
              <a:cxnLst/>
              <a:rect l="l" t="t" r="r" b="b"/>
              <a:pathLst>
                <a:path w="10718" h="8169" extrusionOk="0">
                  <a:moveTo>
                    <a:pt x="5344" y="1259"/>
                  </a:moveTo>
                  <a:cubicBezTo>
                    <a:pt x="6799" y="1259"/>
                    <a:pt x="8193" y="2389"/>
                    <a:pt x="8193" y="4096"/>
                  </a:cubicBezTo>
                  <a:cubicBezTo>
                    <a:pt x="8193" y="5644"/>
                    <a:pt x="6931" y="6906"/>
                    <a:pt x="5359" y="6930"/>
                  </a:cubicBezTo>
                  <a:cubicBezTo>
                    <a:pt x="2835" y="6930"/>
                    <a:pt x="1573" y="3882"/>
                    <a:pt x="3359" y="2096"/>
                  </a:cubicBezTo>
                  <a:cubicBezTo>
                    <a:pt x="3937" y="1518"/>
                    <a:pt x="4647" y="1259"/>
                    <a:pt x="5344" y="1259"/>
                  </a:cubicBezTo>
                  <a:close/>
                  <a:moveTo>
                    <a:pt x="930" y="0"/>
                  </a:moveTo>
                  <a:cubicBezTo>
                    <a:pt x="406" y="0"/>
                    <a:pt x="1" y="429"/>
                    <a:pt x="1" y="953"/>
                  </a:cubicBezTo>
                  <a:lnTo>
                    <a:pt x="1" y="7240"/>
                  </a:lnTo>
                  <a:cubicBezTo>
                    <a:pt x="1" y="7764"/>
                    <a:pt x="430" y="8169"/>
                    <a:pt x="930" y="8169"/>
                  </a:cubicBezTo>
                  <a:lnTo>
                    <a:pt x="9789" y="8169"/>
                  </a:lnTo>
                  <a:cubicBezTo>
                    <a:pt x="10289" y="8169"/>
                    <a:pt x="10717" y="7764"/>
                    <a:pt x="10717" y="7240"/>
                  </a:cubicBezTo>
                  <a:lnTo>
                    <a:pt x="10717" y="953"/>
                  </a:lnTo>
                  <a:cubicBezTo>
                    <a:pt x="10717" y="429"/>
                    <a:pt x="10289" y="0"/>
                    <a:pt x="97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3" name="Google Shape;8683;p85"/>
            <p:cNvSpPr/>
            <p:nvPr/>
          </p:nvSpPr>
          <p:spPr>
            <a:xfrm>
              <a:off x="2919025" y="3307275"/>
              <a:ext cx="15500" cy="16100"/>
            </a:xfrm>
            <a:custGeom>
              <a:avLst/>
              <a:gdLst/>
              <a:ahLst/>
              <a:cxnLst/>
              <a:rect l="l" t="t" r="r" b="b"/>
              <a:pathLst>
                <a:path w="620" h="644" extrusionOk="0">
                  <a:moveTo>
                    <a:pt x="310" y="1"/>
                  </a:moveTo>
                  <a:cubicBezTo>
                    <a:pt x="144" y="1"/>
                    <a:pt x="1" y="144"/>
                    <a:pt x="1" y="334"/>
                  </a:cubicBezTo>
                  <a:cubicBezTo>
                    <a:pt x="1" y="501"/>
                    <a:pt x="144" y="644"/>
                    <a:pt x="310" y="644"/>
                  </a:cubicBezTo>
                  <a:cubicBezTo>
                    <a:pt x="477" y="644"/>
                    <a:pt x="620" y="501"/>
                    <a:pt x="620" y="334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4" name="Google Shape;8684;p85"/>
            <p:cNvSpPr/>
            <p:nvPr/>
          </p:nvSpPr>
          <p:spPr>
            <a:xfrm>
              <a:off x="2852700" y="3448975"/>
              <a:ext cx="148175" cy="31625"/>
            </a:xfrm>
            <a:custGeom>
              <a:avLst/>
              <a:gdLst/>
              <a:ahLst/>
              <a:cxnLst/>
              <a:rect l="l" t="t" r="r" b="b"/>
              <a:pathLst>
                <a:path w="5927" h="1265" extrusionOk="0">
                  <a:moveTo>
                    <a:pt x="1820" y="1"/>
                  </a:moveTo>
                  <a:cubicBezTo>
                    <a:pt x="1749" y="215"/>
                    <a:pt x="1630" y="429"/>
                    <a:pt x="1534" y="620"/>
                  </a:cubicBezTo>
                  <a:lnTo>
                    <a:pt x="439" y="620"/>
                  </a:lnTo>
                  <a:cubicBezTo>
                    <a:pt x="425" y="618"/>
                    <a:pt x="411" y="618"/>
                    <a:pt x="398" y="618"/>
                  </a:cubicBezTo>
                  <a:cubicBezTo>
                    <a:pt x="0" y="618"/>
                    <a:pt x="0" y="1265"/>
                    <a:pt x="398" y="1265"/>
                  </a:cubicBezTo>
                  <a:cubicBezTo>
                    <a:pt x="411" y="1265"/>
                    <a:pt x="425" y="1264"/>
                    <a:pt x="439" y="1263"/>
                  </a:cubicBezTo>
                  <a:lnTo>
                    <a:pt x="5488" y="1263"/>
                  </a:lnTo>
                  <a:cubicBezTo>
                    <a:pt x="5502" y="1264"/>
                    <a:pt x="5515" y="1265"/>
                    <a:pt x="5529" y="1265"/>
                  </a:cubicBezTo>
                  <a:cubicBezTo>
                    <a:pt x="5926" y="1265"/>
                    <a:pt x="5926" y="618"/>
                    <a:pt x="5529" y="618"/>
                  </a:cubicBezTo>
                  <a:cubicBezTo>
                    <a:pt x="5515" y="618"/>
                    <a:pt x="5502" y="618"/>
                    <a:pt x="5488" y="620"/>
                  </a:cubicBezTo>
                  <a:lnTo>
                    <a:pt x="4392" y="620"/>
                  </a:lnTo>
                  <a:cubicBezTo>
                    <a:pt x="4273" y="429"/>
                    <a:pt x="4178" y="215"/>
                    <a:pt x="4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57" name="Google Shape;8657;p85"/>
          <p:cNvGrpSpPr/>
          <p:nvPr/>
        </p:nvGrpSpPr>
        <p:grpSpPr>
          <a:xfrm>
            <a:off x="5162550" y="1105535"/>
            <a:ext cx="462280" cy="435610"/>
            <a:chOff x="2765425" y="2792300"/>
            <a:chExt cx="285800" cy="268350"/>
          </a:xfrm>
          <a:solidFill>
            <a:schemeClr val="bg1"/>
          </a:solidFill>
        </p:grpSpPr>
        <p:sp>
          <p:nvSpPr>
            <p:cNvPr id="8658" name="Google Shape;8658;p85"/>
            <p:cNvSpPr/>
            <p:nvPr/>
          </p:nvSpPr>
          <p:spPr>
            <a:xfrm>
              <a:off x="2945225" y="2792300"/>
              <a:ext cx="106000" cy="110800"/>
            </a:xfrm>
            <a:custGeom>
              <a:avLst/>
              <a:gdLst/>
              <a:ahLst/>
              <a:cxnLst/>
              <a:rect l="l" t="t" r="r" b="b"/>
              <a:pathLst>
                <a:path w="4240" h="4432" extrusionOk="0">
                  <a:moveTo>
                    <a:pt x="334" y="0"/>
                  </a:moveTo>
                  <a:cubicBezTo>
                    <a:pt x="143" y="0"/>
                    <a:pt x="0" y="143"/>
                    <a:pt x="0" y="334"/>
                  </a:cubicBezTo>
                  <a:lnTo>
                    <a:pt x="0" y="4120"/>
                  </a:lnTo>
                  <a:cubicBezTo>
                    <a:pt x="0" y="4215"/>
                    <a:pt x="48" y="4311"/>
                    <a:pt x="143" y="4382"/>
                  </a:cubicBezTo>
                  <a:cubicBezTo>
                    <a:pt x="188" y="4412"/>
                    <a:pt x="250" y="4432"/>
                    <a:pt x="314" y="4432"/>
                  </a:cubicBezTo>
                  <a:cubicBezTo>
                    <a:pt x="353" y="4432"/>
                    <a:pt x="393" y="4424"/>
                    <a:pt x="429" y="4406"/>
                  </a:cubicBezTo>
                  <a:lnTo>
                    <a:pt x="4001" y="3120"/>
                  </a:lnTo>
                  <a:cubicBezTo>
                    <a:pt x="4168" y="3072"/>
                    <a:pt x="4239" y="2882"/>
                    <a:pt x="4168" y="2715"/>
                  </a:cubicBezTo>
                  <a:cubicBezTo>
                    <a:pt x="3573" y="1096"/>
                    <a:pt x="2049" y="24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9" name="Google Shape;8659;p85"/>
            <p:cNvSpPr/>
            <p:nvPr/>
          </p:nvSpPr>
          <p:spPr>
            <a:xfrm>
              <a:off x="2765425" y="2855400"/>
              <a:ext cx="263000" cy="205250"/>
            </a:xfrm>
            <a:custGeom>
              <a:avLst/>
              <a:gdLst/>
              <a:ahLst/>
              <a:cxnLst/>
              <a:rect l="l" t="t" r="r" b="b"/>
              <a:pathLst>
                <a:path w="10520" h="8210" extrusionOk="0">
                  <a:moveTo>
                    <a:pt x="5621" y="1"/>
                  </a:moveTo>
                  <a:lnTo>
                    <a:pt x="5621" y="24"/>
                  </a:lnTo>
                  <a:cubicBezTo>
                    <a:pt x="1620" y="24"/>
                    <a:pt x="0" y="5168"/>
                    <a:pt x="3287" y="7455"/>
                  </a:cubicBezTo>
                  <a:cubicBezTo>
                    <a:pt x="4035" y="7979"/>
                    <a:pt x="4837" y="8210"/>
                    <a:pt x="5612" y="8210"/>
                  </a:cubicBezTo>
                  <a:cubicBezTo>
                    <a:pt x="8217" y="8210"/>
                    <a:pt x="10519" y="5597"/>
                    <a:pt x="9455" y="2715"/>
                  </a:cubicBezTo>
                  <a:cubicBezTo>
                    <a:pt x="9400" y="2587"/>
                    <a:pt x="9288" y="2501"/>
                    <a:pt x="9164" y="2501"/>
                  </a:cubicBezTo>
                  <a:cubicBezTo>
                    <a:pt x="9126" y="2501"/>
                    <a:pt x="9088" y="2509"/>
                    <a:pt x="9050" y="2525"/>
                  </a:cubicBezTo>
                  <a:lnTo>
                    <a:pt x="5930" y="3644"/>
                  </a:lnTo>
                  <a:lnTo>
                    <a:pt x="5930" y="334"/>
                  </a:lnTo>
                  <a:cubicBezTo>
                    <a:pt x="5930" y="144"/>
                    <a:pt x="5787" y="1"/>
                    <a:pt x="5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711" name="Google Shape;8711;p85"/>
          <p:cNvGrpSpPr/>
          <p:nvPr/>
        </p:nvGrpSpPr>
        <p:grpSpPr>
          <a:xfrm>
            <a:off x="6344285" y="1176655"/>
            <a:ext cx="440690" cy="386715"/>
            <a:chOff x="5108775" y="3665100"/>
            <a:chExt cx="269725" cy="235775"/>
          </a:xfrm>
          <a:solidFill>
            <a:schemeClr val="bg1"/>
          </a:solidFill>
        </p:grpSpPr>
        <p:sp>
          <p:nvSpPr>
            <p:cNvPr id="8712" name="Google Shape;8712;p85"/>
            <p:cNvSpPr/>
            <p:nvPr/>
          </p:nvSpPr>
          <p:spPr>
            <a:xfrm>
              <a:off x="5204025" y="3853225"/>
              <a:ext cx="47050" cy="47650"/>
            </a:xfrm>
            <a:custGeom>
              <a:avLst/>
              <a:gdLst/>
              <a:ahLst/>
              <a:cxnLst/>
              <a:rect l="l" t="t" r="r" b="b"/>
              <a:pathLst>
                <a:path w="1882" h="1906" extrusionOk="0">
                  <a:moveTo>
                    <a:pt x="953" y="1"/>
                  </a:moveTo>
                  <a:cubicBezTo>
                    <a:pt x="429" y="1"/>
                    <a:pt x="1" y="429"/>
                    <a:pt x="1" y="953"/>
                  </a:cubicBezTo>
                  <a:cubicBezTo>
                    <a:pt x="1" y="1477"/>
                    <a:pt x="429" y="1906"/>
                    <a:pt x="953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3" name="Google Shape;8713;p85"/>
            <p:cNvSpPr/>
            <p:nvPr/>
          </p:nvSpPr>
          <p:spPr>
            <a:xfrm>
              <a:off x="5283200" y="3853225"/>
              <a:ext cx="47075" cy="47650"/>
            </a:xfrm>
            <a:custGeom>
              <a:avLst/>
              <a:gdLst/>
              <a:ahLst/>
              <a:cxnLst/>
              <a:rect l="l" t="t" r="r" b="b"/>
              <a:pathLst>
                <a:path w="1883" h="1906" extrusionOk="0">
                  <a:moveTo>
                    <a:pt x="954" y="1"/>
                  </a:moveTo>
                  <a:cubicBezTo>
                    <a:pt x="430" y="1"/>
                    <a:pt x="1" y="429"/>
                    <a:pt x="1" y="953"/>
                  </a:cubicBezTo>
                  <a:cubicBezTo>
                    <a:pt x="1" y="1477"/>
                    <a:pt x="430" y="1906"/>
                    <a:pt x="954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4" name="Google Shape;8714;p85"/>
            <p:cNvSpPr/>
            <p:nvPr/>
          </p:nvSpPr>
          <p:spPr>
            <a:xfrm>
              <a:off x="5108775" y="3665100"/>
              <a:ext cx="269725" cy="188150"/>
            </a:xfrm>
            <a:custGeom>
              <a:avLst/>
              <a:gdLst/>
              <a:ahLst/>
              <a:cxnLst/>
              <a:rect l="l" t="t" r="r" b="b"/>
              <a:pathLst>
                <a:path w="10789" h="7526" extrusionOk="0">
                  <a:moveTo>
                    <a:pt x="358" y="0"/>
                  </a:moveTo>
                  <a:cubicBezTo>
                    <a:pt x="191" y="0"/>
                    <a:pt x="48" y="119"/>
                    <a:pt x="24" y="262"/>
                  </a:cubicBezTo>
                  <a:cubicBezTo>
                    <a:pt x="0" y="453"/>
                    <a:pt x="143" y="619"/>
                    <a:pt x="334" y="619"/>
                  </a:cubicBezTo>
                  <a:lnTo>
                    <a:pt x="1644" y="619"/>
                  </a:lnTo>
                  <a:lnTo>
                    <a:pt x="3168" y="5930"/>
                  </a:lnTo>
                  <a:lnTo>
                    <a:pt x="3049" y="6168"/>
                  </a:lnTo>
                  <a:cubicBezTo>
                    <a:pt x="2739" y="6787"/>
                    <a:pt x="3191" y="7526"/>
                    <a:pt x="3882" y="7526"/>
                  </a:cubicBezTo>
                  <a:lnTo>
                    <a:pt x="9169" y="7526"/>
                  </a:lnTo>
                  <a:cubicBezTo>
                    <a:pt x="9336" y="7526"/>
                    <a:pt x="9455" y="7406"/>
                    <a:pt x="9478" y="7264"/>
                  </a:cubicBezTo>
                  <a:cubicBezTo>
                    <a:pt x="9502" y="7073"/>
                    <a:pt x="9359" y="6906"/>
                    <a:pt x="9169" y="6906"/>
                  </a:cubicBezTo>
                  <a:lnTo>
                    <a:pt x="3882" y="6906"/>
                  </a:lnTo>
                  <a:cubicBezTo>
                    <a:pt x="3644" y="6906"/>
                    <a:pt x="3501" y="6668"/>
                    <a:pt x="3596" y="6454"/>
                  </a:cubicBezTo>
                  <a:lnTo>
                    <a:pt x="3692" y="6287"/>
                  </a:lnTo>
                  <a:lnTo>
                    <a:pt x="9169" y="6287"/>
                  </a:lnTo>
                  <a:cubicBezTo>
                    <a:pt x="9312" y="6287"/>
                    <a:pt x="9431" y="6192"/>
                    <a:pt x="9478" y="6049"/>
                  </a:cubicBezTo>
                  <a:lnTo>
                    <a:pt x="10741" y="1643"/>
                  </a:lnTo>
                  <a:cubicBezTo>
                    <a:pt x="10788" y="1453"/>
                    <a:pt x="10645" y="1262"/>
                    <a:pt x="10431" y="1262"/>
                  </a:cubicBezTo>
                  <a:lnTo>
                    <a:pt x="2477" y="1262"/>
                  </a:lnTo>
                  <a:lnTo>
                    <a:pt x="2191" y="215"/>
                  </a:lnTo>
                  <a:cubicBezTo>
                    <a:pt x="2144" y="95"/>
                    <a:pt x="2025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241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全力冲刺业绩突围目标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489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48920" y="3792855"/>
            <a:ext cx="11711940" cy="2673985"/>
          </a:xfrm>
          <a:prstGeom prst="roundRect">
            <a:avLst>
              <a:gd name="adj" fmla="val 6981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384810" y="4008755"/>
            <a:ext cx="3568065" cy="965200"/>
            <a:chOff x="642" y="1655"/>
            <a:chExt cx="5619" cy="1520"/>
          </a:xfrm>
        </p:grpSpPr>
        <p:sp>
          <p:nvSpPr>
            <p:cNvPr id="34" name="文本框 33"/>
            <p:cNvSpPr txBox="1"/>
            <p:nvPr>
              <p:custDataLst>
                <p:tags r:id="rId4"/>
              </p:custDataLst>
            </p:nvPr>
          </p:nvSpPr>
          <p:spPr>
            <a:xfrm>
              <a:off x="642" y="221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78" y="1655"/>
              <a:ext cx="3226" cy="562"/>
              <a:chOff x="678" y="1655"/>
              <a:chExt cx="3226" cy="562"/>
            </a:xfrm>
          </p:grpSpPr>
          <p:sp>
            <p:nvSpPr>
              <p:cNvPr id="35" name="圆角矩形 34"/>
              <p:cNvSpPr/>
              <p:nvPr>
                <p:custDataLst>
                  <p:tags r:id="rId5"/>
                </p:custDataLst>
              </p:nvPr>
            </p:nvSpPr>
            <p:spPr>
              <a:xfrm>
                <a:off x="678" y="1655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78" y="1684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数字化会员体系升级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</p:grp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>
            <a:off x="384810" y="5272405"/>
            <a:ext cx="3568065" cy="965200"/>
            <a:chOff x="642" y="3575"/>
            <a:chExt cx="5619" cy="1520"/>
          </a:xfrm>
        </p:grpSpPr>
        <p:sp>
          <p:nvSpPr>
            <p:cNvPr id="107" name="文本框 106"/>
            <p:cNvSpPr txBox="1"/>
            <p:nvPr>
              <p:custDataLst>
                <p:tags r:id="rId8"/>
              </p:custDataLst>
            </p:nvPr>
          </p:nvSpPr>
          <p:spPr>
            <a:xfrm>
              <a:off x="642" y="413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08" name="圆角矩形 107"/>
            <p:cNvSpPr/>
            <p:nvPr>
              <p:custDataLst>
                <p:tags r:id="rId9"/>
              </p:custDataLst>
            </p:nvPr>
          </p:nvSpPr>
          <p:spPr>
            <a:xfrm>
              <a:off x="678" y="3575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10"/>
              </p:custDataLst>
            </p:nvPr>
          </p:nvSpPr>
          <p:spPr>
            <a:xfrm>
              <a:off x="678" y="3604"/>
              <a:ext cx="3174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设置柔性供应链优化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170545" y="4008755"/>
            <a:ext cx="3621405" cy="965200"/>
            <a:chOff x="12983" y="1655"/>
            <a:chExt cx="5703" cy="1520"/>
          </a:xfrm>
        </p:grpSpPr>
        <p:sp>
          <p:nvSpPr>
            <p:cNvPr id="129" name="文本框 128"/>
            <p:cNvSpPr txBox="1"/>
            <p:nvPr>
              <p:custDataLst>
                <p:tags r:id="rId12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130" name="圆角矩形 129"/>
              <p:cNvSpPr/>
              <p:nvPr>
                <p:custDataLst>
                  <p:tags r:id="rId13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</a:rPr>
                  <a:t>稳定阶段性进度管控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15"/>
            </p:custDataLst>
          </p:nvPr>
        </p:nvGrpSpPr>
        <p:grpSpPr>
          <a:xfrm>
            <a:off x="8170545" y="5271770"/>
            <a:ext cx="3621405" cy="965200"/>
            <a:chOff x="12983" y="1655"/>
            <a:chExt cx="5703" cy="1520"/>
          </a:xfrm>
        </p:grpSpPr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38" name="圆角矩形 37"/>
              <p:cNvSpPr/>
              <p:nvPr>
                <p:custDataLst>
                  <p:tags r:id="rId17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Heavy" panose="020B0A00000000000000" pitchFamily="34" charset="-122"/>
                    <a:sym typeface="+mn-ea"/>
                  </a:rPr>
                  <a:t>源头防控全流程风险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endParaRPr>
              </a:p>
            </p:txBody>
          </p:sp>
        </p:grpSp>
      </p:grpSp>
      <p:graphicFrame>
        <p:nvGraphicFramePr>
          <p:cNvPr id="183" name="图表 182"/>
          <p:cNvGraphicFramePr/>
          <p:nvPr/>
        </p:nvGraphicFramePr>
        <p:xfrm>
          <a:off x="-207645" y="781050"/>
          <a:ext cx="10346690" cy="326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" name="圆角矩形 48"/>
          <p:cNvSpPr/>
          <p:nvPr/>
        </p:nvSpPr>
        <p:spPr>
          <a:xfrm>
            <a:off x="10139045" y="92646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9045" y="184340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0139045" y="276034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820400" y="96774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店铺流量整体呈上升趋势，因素对流量有显著正面影响。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820400" y="1889125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一步分析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4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10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月份流量优化的营销策略成功经验。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820400" y="281051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应该制定特定的提升计划对流量的季节性进行深入分析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9"/>
            </p:custDataLst>
          </p:nvPr>
        </p:nvSpPr>
        <p:spPr>
          <a:xfrm>
            <a:off x="10087610" y="96774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整体上升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20"/>
            </p:custDataLst>
          </p:nvPr>
        </p:nvSpPr>
        <p:spPr>
          <a:xfrm>
            <a:off x="10087610" y="1885315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具体分析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5" name="文本框 64"/>
          <p:cNvSpPr txBox="1"/>
          <p:nvPr>
            <p:custDataLst>
              <p:tags r:id="rId21"/>
            </p:custDataLst>
          </p:nvPr>
        </p:nvSpPr>
        <p:spPr>
          <a:xfrm>
            <a:off x="10087610" y="280289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制定计划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cxnSp>
        <p:nvCxnSpPr>
          <p:cNvPr id="198" name="直接连接符 197"/>
          <p:cNvCxnSpPr/>
          <p:nvPr/>
        </p:nvCxnSpPr>
        <p:spPr>
          <a:xfrm>
            <a:off x="10831830" y="298386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31830" y="205803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0831830" y="113220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2"/>
            </p:custDataLst>
          </p:nvPr>
        </p:nvGrpSpPr>
        <p:grpSpPr>
          <a:xfrm>
            <a:off x="4914900" y="3958590"/>
            <a:ext cx="2408555" cy="2409190"/>
            <a:chOff x="3472116" y="1218975"/>
            <a:chExt cx="5247768" cy="5247752"/>
          </a:xfrm>
        </p:grpSpPr>
        <p:sp>
          <p:nvSpPr>
            <p:cNvPr id="2" name="弧形 1"/>
            <p:cNvSpPr/>
            <p:nvPr>
              <p:custDataLst>
                <p:tags r:id="rId23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7269933"/>
                <a:gd name="adj2" fmla="val 10092442"/>
              </a:avLst>
            </a:prstGeom>
            <a:ln w="31750">
              <a:gradFill>
                <a:gsLst>
                  <a:gs pos="2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24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957933"/>
                <a:gd name="adj2" fmla="val 3742040"/>
              </a:avLst>
            </a:prstGeom>
            <a:ln w="31750">
              <a:gradFill>
                <a:gsLst>
                  <a:gs pos="90000">
                    <a:schemeClr val="accent1">
                      <a:alpha val="0"/>
                    </a:schemeClr>
                  </a:gs>
                  <a:gs pos="18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5" name="弧形 74"/>
            <p:cNvSpPr/>
            <p:nvPr>
              <p:custDataLst>
                <p:tags r:id="rId25"/>
              </p:custDataLst>
            </p:nvPr>
          </p:nvSpPr>
          <p:spPr>
            <a:xfrm flipH="1">
              <a:off x="3472116" y="1218975"/>
              <a:ext cx="5247768" cy="5247752"/>
            </a:xfrm>
            <a:prstGeom prst="arc">
              <a:avLst>
                <a:gd name="adj1" fmla="val 3876692"/>
                <a:gd name="adj2" fmla="val 6956782"/>
              </a:avLst>
            </a:prstGeom>
            <a:ln w="3175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45" name="椭圆 44"/>
          <p:cNvSpPr/>
          <p:nvPr>
            <p:custDataLst>
              <p:tags r:id="rId26"/>
            </p:custDataLst>
          </p:nvPr>
        </p:nvSpPr>
        <p:spPr>
          <a:xfrm>
            <a:off x="5433695" y="3973830"/>
            <a:ext cx="1342390" cy="1343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>
            <p:custDataLst>
              <p:tags r:id="rId27"/>
            </p:custDataLst>
          </p:nvPr>
        </p:nvSpPr>
        <p:spPr>
          <a:xfrm>
            <a:off x="5950585" y="4754245"/>
            <a:ext cx="1342390" cy="13430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>
            <p:custDataLst>
              <p:tags r:id="rId28"/>
            </p:custDataLst>
          </p:nvPr>
        </p:nvSpPr>
        <p:spPr>
          <a:xfrm>
            <a:off x="4916805" y="4761230"/>
            <a:ext cx="1342390" cy="13430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1" name="任意多边形: 形状 60"/>
          <p:cNvSpPr/>
          <p:nvPr>
            <p:custDataLst>
              <p:tags r:id="rId29"/>
            </p:custDataLst>
          </p:nvPr>
        </p:nvSpPr>
        <p:spPr>
          <a:xfrm>
            <a:off x="5229225" y="4246245"/>
            <a:ext cx="1751330" cy="1530985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30"/>
            </p:custDataLst>
          </p:nvPr>
        </p:nvSpPr>
        <p:spPr>
          <a:xfrm>
            <a:off x="5097780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预判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应对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31"/>
            </p:custDataLst>
          </p:nvPr>
        </p:nvSpPr>
        <p:spPr>
          <a:xfrm>
            <a:off x="6155055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精准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运营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32"/>
            </p:custDataLst>
          </p:nvPr>
        </p:nvSpPr>
        <p:spPr>
          <a:xfrm>
            <a:off x="5649595" y="431038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节点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追踪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grpSp>
        <p:nvGrpSpPr>
          <p:cNvPr id="9569" name="Google Shape;9569;p88"/>
          <p:cNvGrpSpPr/>
          <p:nvPr/>
        </p:nvGrpSpPr>
        <p:grpSpPr>
          <a:xfrm>
            <a:off x="5902325" y="5006975"/>
            <a:ext cx="401320" cy="400685"/>
            <a:chOff x="6264975" y="3220950"/>
            <a:chExt cx="268525" cy="267950"/>
          </a:xfrm>
          <a:solidFill>
            <a:schemeClr val="accent5"/>
          </a:solidFill>
        </p:grpSpPr>
        <p:sp>
          <p:nvSpPr>
            <p:cNvPr id="9570" name="Google Shape;9570;p88"/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1" name="Google Shape;9571;p88"/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2" name="Google Shape;9572;p88"/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3" name="Google Shape;9573;p88"/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4" name="Google Shape;9574;p88"/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5" name="Google Shape;9575;p88"/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576" name="Google Shape;9576;p88"/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33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6"/>
          <p:cNvSpPr/>
          <p:nvPr>
            <p:custDataLst>
              <p:tags r:id="rId1"/>
            </p:custDataLst>
          </p:nvPr>
        </p:nvSpPr>
        <p:spPr>
          <a:xfrm>
            <a:off x="365125" y="5536565"/>
            <a:ext cx="430276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矩形: 圆角 6"/>
          <p:cNvSpPr/>
          <p:nvPr>
            <p:custDataLst>
              <p:tags r:id="rId2"/>
            </p:custDataLst>
          </p:nvPr>
        </p:nvSpPr>
        <p:spPr>
          <a:xfrm>
            <a:off x="3937000" y="5536565"/>
            <a:ext cx="4381500" cy="816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角 5"/>
          <p:cNvSpPr/>
          <p:nvPr>
            <p:custDataLst>
              <p:tags r:id="rId3"/>
            </p:custDataLst>
          </p:nvPr>
        </p:nvSpPr>
        <p:spPr>
          <a:xfrm>
            <a:off x="7339965" y="5536565"/>
            <a:ext cx="4613910" cy="8166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85445" y="1177925"/>
          <a:ext cx="5494020" cy="186626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9800"/>
                <a:gridCol w="629920"/>
                <a:gridCol w="784860"/>
                <a:gridCol w="784860"/>
                <a:gridCol w="784860"/>
                <a:gridCol w="784860"/>
                <a:gridCol w="784860"/>
              </a:tblGrid>
              <a:tr h="2000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业绩情况</a:t>
                      </a:r>
                      <a:endParaRPr lang="zh-CN" altLang="en-US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Q1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Q2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</a:tr>
              <a:tr h="240665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4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5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6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目标业绩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12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63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实际业绩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13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14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是否完成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85445" y="3265805"/>
          <a:ext cx="5492115" cy="187071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6625"/>
                <a:gridCol w="632460"/>
                <a:gridCol w="784860"/>
                <a:gridCol w="784225"/>
                <a:gridCol w="784860"/>
                <a:gridCol w="784225"/>
                <a:gridCol w="784860"/>
              </a:tblGrid>
              <a:tr h="2628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业绩情况</a:t>
                      </a:r>
                      <a:endParaRPr lang="zh-CN" altLang="en-US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Q3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Q4</a:t>
                      </a:r>
                      <a:endParaRPr lang="en-US" altLang="zh-CN" sz="95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</a:tr>
              <a:tr h="262890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7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9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10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  <a:endParaRPr lang="zh-CN" altLang="en-US" sz="95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目标业绩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18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38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实际业绩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19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16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17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15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20</a:t>
                      </a:r>
                      <a:endParaRPr lang="en-US" altLang="zh-CN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Heavy" panose="020B0A00000000000000" pitchFamily="34" charset="-122"/>
                        </a:rPr>
                        <a:t>是否完成</a:t>
                      </a:r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Heavy" panose="020B0A00000000000000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9" name="图形 27"/>
          <p:cNvSpPr/>
          <p:nvPr/>
        </p:nvSpPr>
        <p:spPr>
          <a:xfrm>
            <a:off x="339725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" name="图形 27"/>
          <p:cNvSpPr/>
          <p:nvPr/>
        </p:nvSpPr>
        <p:spPr>
          <a:xfrm>
            <a:off x="275209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图形 27"/>
          <p:cNvSpPr/>
          <p:nvPr/>
        </p:nvSpPr>
        <p:spPr>
          <a:xfrm>
            <a:off x="468820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" name="图形 27"/>
          <p:cNvSpPr/>
          <p:nvPr/>
        </p:nvSpPr>
        <p:spPr>
          <a:xfrm>
            <a:off x="533336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" name="图形 27"/>
          <p:cNvSpPr/>
          <p:nvPr/>
        </p:nvSpPr>
        <p:spPr>
          <a:xfrm>
            <a:off x="5335264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" name="图形 27"/>
          <p:cNvSpPr/>
          <p:nvPr/>
        </p:nvSpPr>
        <p:spPr>
          <a:xfrm>
            <a:off x="299528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" name="图形 27"/>
          <p:cNvSpPr/>
          <p:nvPr/>
        </p:nvSpPr>
        <p:spPr>
          <a:xfrm>
            <a:off x="377506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4" name="图形 27"/>
          <p:cNvSpPr/>
          <p:nvPr/>
        </p:nvSpPr>
        <p:spPr>
          <a:xfrm>
            <a:off x="221550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" name="图形 27"/>
          <p:cNvSpPr/>
          <p:nvPr/>
        </p:nvSpPr>
        <p:spPr>
          <a:xfrm>
            <a:off x="1435097" y="4758108"/>
            <a:ext cx="325752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042410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554849" y="4758108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61135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图形 27"/>
          <p:cNvSpPr/>
          <p:nvPr/>
        </p:nvSpPr>
        <p:spPr>
          <a:xfrm>
            <a:off x="210693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6"/>
            </p:custDataLst>
          </p:nvPr>
        </p:nvSpPr>
        <p:spPr>
          <a:xfrm>
            <a:off x="1205865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付费流量优化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7"/>
            </p:custDataLst>
          </p:nvPr>
        </p:nvSpPr>
        <p:spPr>
          <a:xfrm>
            <a:off x="8319135" y="5603875"/>
            <a:ext cx="26517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活动流量抢占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椭圆 48"/>
          <p:cNvSpPr/>
          <p:nvPr>
            <p:custDataLst>
              <p:tags r:id="rId8"/>
            </p:custDataLst>
          </p:nvPr>
        </p:nvSpPr>
        <p:spPr>
          <a:xfrm>
            <a:off x="47434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9"/>
            </p:custDataLst>
          </p:nvPr>
        </p:nvSpPr>
        <p:spPr>
          <a:xfrm>
            <a:off x="4762500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免费流量挖掘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椭圆 49"/>
          <p:cNvSpPr/>
          <p:nvPr>
            <p:custDataLst>
              <p:tags r:id="rId10"/>
            </p:custDataLst>
          </p:nvPr>
        </p:nvSpPr>
        <p:spPr>
          <a:xfrm>
            <a:off x="4042410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11"/>
            </p:custDataLst>
          </p:nvPr>
        </p:nvSpPr>
        <p:spPr>
          <a:xfrm>
            <a:off x="743775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56" name="Google Shape;8589;p85"/>
          <p:cNvGrpSpPr/>
          <p:nvPr/>
        </p:nvGrpSpPr>
        <p:grpSpPr>
          <a:xfrm>
            <a:off x="593090" y="5760720"/>
            <a:ext cx="431800" cy="365125"/>
            <a:chOff x="1771678" y="1944952"/>
            <a:chExt cx="363490" cy="307268"/>
          </a:xfrm>
          <a:solidFill>
            <a:schemeClr val="bg1"/>
          </a:solidFill>
        </p:grpSpPr>
        <p:sp>
          <p:nvSpPr>
            <p:cNvPr id="57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1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4129405" y="5760085"/>
            <a:ext cx="415290" cy="36576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9" name="Google Shape;8609;p85"/>
          <p:cNvGrpSpPr/>
          <p:nvPr/>
        </p:nvGrpSpPr>
        <p:grpSpPr>
          <a:xfrm>
            <a:off x="7580630" y="5758815"/>
            <a:ext cx="413385" cy="340360"/>
            <a:chOff x="3950800" y="2388650"/>
            <a:chExt cx="267925" cy="219700"/>
          </a:xfrm>
          <a:solidFill>
            <a:schemeClr val="bg1"/>
          </a:solidFill>
        </p:grpSpPr>
        <p:sp>
          <p:nvSpPr>
            <p:cNvPr id="8610" name="Google Shape;8610;p85"/>
            <p:cNvSpPr/>
            <p:nvPr/>
          </p:nvSpPr>
          <p:spPr>
            <a:xfrm>
              <a:off x="4138925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1" y="1"/>
                  </a:moveTo>
                  <a:cubicBezTo>
                    <a:pt x="215" y="382"/>
                    <a:pt x="358" y="834"/>
                    <a:pt x="358" y="1263"/>
                  </a:cubicBezTo>
                  <a:cubicBezTo>
                    <a:pt x="358" y="1715"/>
                    <a:pt x="239" y="2144"/>
                    <a:pt x="1" y="2525"/>
                  </a:cubicBezTo>
                  <a:lnTo>
                    <a:pt x="3192" y="2525"/>
                  </a:lnTo>
                  <a:lnTo>
                    <a:pt x="3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1" name="Google Shape;8611;p85"/>
            <p:cNvSpPr/>
            <p:nvPr/>
          </p:nvSpPr>
          <p:spPr>
            <a:xfrm>
              <a:off x="4037725" y="2467050"/>
              <a:ext cx="110150" cy="94275"/>
            </a:xfrm>
            <a:custGeom>
              <a:avLst/>
              <a:gdLst/>
              <a:ahLst/>
              <a:cxnLst/>
              <a:rect l="l" t="t" r="r" b="b"/>
              <a:pathLst>
                <a:path w="4406" h="3771" extrusionOk="0">
                  <a:moveTo>
                    <a:pt x="1881" y="627"/>
                  </a:moveTo>
                  <a:cubicBezTo>
                    <a:pt x="3001" y="627"/>
                    <a:pt x="3572" y="1984"/>
                    <a:pt x="2786" y="2794"/>
                  </a:cubicBezTo>
                  <a:cubicBezTo>
                    <a:pt x="2527" y="3045"/>
                    <a:pt x="2212" y="3158"/>
                    <a:pt x="1903" y="3158"/>
                  </a:cubicBezTo>
                  <a:cubicBezTo>
                    <a:pt x="1247" y="3158"/>
                    <a:pt x="619" y="2650"/>
                    <a:pt x="619" y="1889"/>
                  </a:cubicBezTo>
                  <a:cubicBezTo>
                    <a:pt x="619" y="1198"/>
                    <a:pt x="1191" y="627"/>
                    <a:pt x="1881" y="627"/>
                  </a:cubicBezTo>
                  <a:close/>
                  <a:moveTo>
                    <a:pt x="1901" y="1"/>
                  </a:moveTo>
                  <a:cubicBezTo>
                    <a:pt x="930" y="1"/>
                    <a:pt x="0" y="759"/>
                    <a:pt x="0" y="1889"/>
                  </a:cubicBezTo>
                  <a:cubicBezTo>
                    <a:pt x="0" y="2937"/>
                    <a:pt x="834" y="3770"/>
                    <a:pt x="1881" y="3770"/>
                  </a:cubicBezTo>
                  <a:cubicBezTo>
                    <a:pt x="3572" y="3770"/>
                    <a:pt x="4406" y="1746"/>
                    <a:pt x="3215" y="555"/>
                  </a:cubicBezTo>
                  <a:cubicBezTo>
                    <a:pt x="2832" y="172"/>
                    <a:pt x="2362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2" name="Google Shape;8612;p85"/>
            <p:cNvSpPr/>
            <p:nvPr/>
          </p:nvSpPr>
          <p:spPr>
            <a:xfrm>
              <a:off x="4069275" y="2498775"/>
              <a:ext cx="31575" cy="31000"/>
            </a:xfrm>
            <a:custGeom>
              <a:avLst/>
              <a:gdLst/>
              <a:ahLst/>
              <a:cxnLst/>
              <a:rect l="l" t="t" r="r" b="b"/>
              <a:pathLst>
                <a:path w="1263" h="1240" extrusionOk="0">
                  <a:moveTo>
                    <a:pt x="619" y="1"/>
                  </a:moveTo>
                  <a:cubicBezTo>
                    <a:pt x="286" y="1"/>
                    <a:pt x="0" y="287"/>
                    <a:pt x="0" y="620"/>
                  </a:cubicBezTo>
                  <a:cubicBezTo>
                    <a:pt x="0" y="977"/>
                    <a:pt x="286" y="1239"/>
                    <a:pt x="619" y="1239"/>
                  </a:cubicBezTo>
                  <a:cubicBezTo>
                    <a:pt x="977" y="1239"/>
                    <a:pt x="1262" y="977"/>
                    <a:pt x="1262" y="620"/>
                  </a:cubicBezTo>
                  <a:cubicBezTo>
                    <a:pt x="1262" y="287"/>
                    <a:pt x="977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3" name="Google Shape;8613;p85"/>
            <p:cNvSpPr/>
            <p:nvPr/>
          </p:nvSpPr>
          <p:spPr>
            <a:xfrm>
              <a:off x="3950800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0" y="1"/>
                  </a:moveTo>
                  <a:lnTo>
                    <a:pt x="0" y="2525"/>
                  </a:lnTo>
                  <a:lnTo>
                    <a:pt x="3191" y="2525"/>
                  </a:lnTo>
                  <a:cubicBezTo>
                    <a:pt x="2977" y="2144"/>
                    <a:pt x="2858" y="1715"/>
                    <a:pt x="2858" y="1263"/>
                  </a:cubicBezTo>
                  <a:cubicBezTo>
                    <a:pt x="2858" y="834"/>
                    <a:pt x="2977" y="382"/>
                    <a:pt x="3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4" name="Google Shape;8614;p85"/>
            <p:cNvSpPr/>
            <p:nvPr/>
          </p:nvSpPr>
          <p:spPr>
            <a:xfrm>
              <a:off x="3950800" y="2388650"/>
              <a:ext cx="267925" cy="78600"/>
            </a:xfrm>
            <a:custGeom>
              <a:avLst/>
              <a:gdLst/>
              <a:ahLst/>
              <a:cxnLst/>
              <a:rect l="l" t="t" r="r" b="b"/>
              <a:pathLst>
                <a:path w="10717" h="3144" extrusionOk="0">
                  <a:moveTo>
                    <a:pt x="6001" y="1262"/>
                  </a:moveTo>
                  <a:cubicBezTo>
                    <a:pt x="6406" y="1262"/>
                    <a:pt x="6406" y="1882"/>
                    <a:pt x="6001" y="1882"/>
                  </a:cubicBezTo>
                  <a:lnTo>
                    <a:pt x="4739" y="1882"/>
                  </a:lnTo>
                  <a:cubicBezTo>
                    <a:pt x="4311" y="1882"/>
                    <a:pt x="4311" y="1262"/>
                    <a:pt x="4739" y="1262"/>
                  </a:cubicBezTo>
                  <a:close/>
                  <a:moveTo>
                    <a:pt x="3477" y="0"/>
                  </a:moveTo>
                  <a:cubicBezTo>
                    <a:pt x="3358" y="0"/>
                    <a:pt x="3239" y="72"/>
                    <a:pt x="3191" y="167"/>
                  </a:cubicBezTo>
                  <a:lnTo>
                    <a:pt x="2644" y="1262"/>
                  </a:lnTo>
                  <a:lnTo>
                    <a:pt x="1905" y="1262"/>
                  </a:lnTo>
                  <a:lnTo>
                    <a:pt x="1905" y="953"/>
                  </a:lnTo>
                  <a:cubicBezTo>
                    <a:pt x="1905" y="750"/>
                    <a:pt x="1750" y="649"/>
                    <a:pt x="1596" y="649"/>
                  </a:cubicBezTo>
                  <a:cubicBezTo>
                    <a:pt x="1441" y="649"/>
                    <a:pt x="1286" y="750"/>
                    <a:pt x="1286" y="953"/>
                  </a:cubicBezTo>
                  <a:lnTo>
                    <a:pt x="1286" y="1262"/>
                  </a:lnTo>
                  <a:lnTo>
                    <a:pt x="310" y="1262"/>
                  </a:lnTo>
                  <a:cubicBezTo>
                    <a:pt x="143" y="1262"/>
                    <a:pt x="0" y="1405"/>
                    <a:pt x="0" y="1572"/>
                  </a:cubicBezTo>
                  <a:lnTo>
                    <a:pt x="0" y="3144"/>
                  </a:lnTo>
                  <a:lnTo>
                    <a:pt x="3715" y="3144"/>
                  </a:lnTo>
                  <a:cubicBezTo>
                    <a:pt x="4180" y="2727"/>
                    <a:pt x="4769" y="2519"/>
                    <a:pt x="5358" y="2519"/>
                  </a:cubicBezTo>
                  <a:cubicBezTo>
                    <a:pt x="5948" y="2519"/>
                    <a:pt x="6537" y="2727"/>
                    <a:pt x="7002" y="3144"/>
                  </a:cubicBezTo>
                  <a:lnTo>
                    <a:pt x="10717" y="3144"/>
                  </a:lnTo>
                  <a:lnTo>
                    <a:pt x="10717" y="1572"/>
                  </a:lnTo>
                  <a:cubicBezTo>
                    <a:pt x="10717" y="1405"/>
                    <a:pt x="10574" y="1262"/>
                    <a:pt x="10407" y="1262"/>
                  </a:cubicBezTo>
                  <a:lnTo>
                    <a:pt x="8073" y="1262"/>
                  </a:lnTo>
                  <a:lnTo>
                    <a:pt x="7526" y="167"/>
                  </a:lnTo>
                  <a:cubicBezTo>
                    <a:pt x="7478" y="72"/>
                    <a:pt x="7359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15" name="Google Shape;8615;p85"/>
            <p:cNvSpPr/>
            <p:nvPr/>
          </p:nvSpPr>
          <p:spPr>
            <a:xfrm>
              <a:off x="3950800" y="2561300"/>
              <a:ext cx="267925" cy="47050"/>
            </a:xfrm>
            <a:custGeom>
              <a:avLst/>
              <a:gdLst/>
              <a:ahLst/>
              <a:cxnLst/>
              <a:rect l="l" t="t" r="r" b="b"/>
              <a:pathLst>
                <a:path w="10717" h="1882" extrusionOk="0">
                  <a:moveTo>
                    <a:pt x="0" y="0"/>
                  </a:moveTo>
                  <a:lnTo>
                    <a:pt x="0" y="1572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10407" y="1882"/>
                  </a:lnTo>
                  <a:cubicBezTo>
                    <a:pt x="10574" y="1882"/>
                    <a:pt x="10717" y="1739"/>
                    <a:pt x="10717" y="1572"/>
                  </a:cubicBezTo>
                  <a:lnTo>
                    <a:pt x="10717" y="0"/>
                  </a:lnTo>
                  <a:lnTo>
                    <a:pt x="7002" y="0"/>
                  </a:lnTo>
                  <a:cubicBezTo>
                    <a:pt x="6549" y="405"/>
                    <a:pt x="5978" y="643"/>
                    <a:pt x="5358" y="643"/>
                  </a:cubicBezTo>
                  <a:cubicBezTo>
                    <a:pt x="4763" y="643"/>
                    <a:pt x="4168" y="405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62" name="矩形 61"/>
          <p:cNvSpPr/>
          <p:nvPr>
            <p:custDataLst>
              <p:tags r:id="rId12"/>
            </p:custDataLst>
          </p:nvPr>
        </p:nvSpPr>
        <p:spPr>
          <a:xfrm>
            <a:off x="6036945" y="1170305"/>
            <a:ext cx="2838450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3"/>
            </p:custDataLst>
          </p:nvPr>
        </p:nvSpPr>
        <p:spPr>
          <a:xfrm>
            <a:off x="9044940" y="1170305"/>
            <a:ext cx="2806065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14"/>
            </p:custDataLst>
          </p:nvPr>
        </p:nvGrpSpPr>
        <p:grpSpPr>
          <a:xfrm>
            <a:off x="6211570" y="1363345"/>
            <a:ext cx="2521585" cy="1292225"/>
            <a:chOff x="1000" y="7769"/>
            <a:chExt cx="3971" cy="2035"/>
          </a:xfrm>
        </p:grpSpPr>
        <p:sp>
          <p:nvSpPr>
            <p:cNvPr id="129" name="文本框 128"/>
            <p:cNvSpPr txBox="1"/>
            <p:nvPr>
              <p:custDataLst>
                <p:tags r:id="rId15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42%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，消费偏好等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大维度标签补全，目标提升会员复购率至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以上。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>
              <p:custDataLst>
                <p:tags r:id="rId16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17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数字化会员体系升级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18"/>
            </p:custDataLst>
          </p:nvPr>
        </p:nvGrpSpPr>
        <p:grpSpPr>
          <a:xfrm>
            <a:off x="6211570" y="2915285"/>
            <a:ext cx="2521585" cy="1292225"/>
            <a:chOff x="1000" y="7769"/>
            <a:chExt cx="3971" cy="2035"/>
          </a:xfrm>
        </p:grpSpPr>
        <p:sp>
          <p:nvSpPr>
            <p:cNvPr id="70" name="文本框 69"/>
            <p:cNvSpPr txBox="1"/>
            <p:nvPr>
              <p:custDataLst>
                <p:tags r:id="rId19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针对童装、辅食等核心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，优化区域分仓布局，将西北区域配送时效从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小时压缩至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20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1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设置柔性供应链优化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22"/>
            </p:custDataLst>
          </p:nvPr>
        </p:nvGrpSpPr>
        <p:grpSpPr>
          <a:xfrm>
            <a:off x="9198610" y="1363345"/>
            <a:ext cx="2521585" cy="1292225"/>
            <a:chOff x="1000" y="7769"/>
            <a:chExt cx="3971" cy="2035"/>
          </a:xfrm>
        </p:grpSpPr>
        <p:sp>
          <p:nvSpPr>
            <p:cNvPr id="74" name="文本框 73"/>
            <p:cNvSpPr txBox="1"/>
            <p:nvPr>
              <p:custDataLst>
                <p:tags r:id="rId23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完成会员标签补全建立月度数据看板，核心指标未达预期时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5" name="圆角矩形 74"/>
            <p:cNvSpPr/>
            <p:nvPr>
              <p:custDataLst>
                <p:tags r:id="rId24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5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稳定阶段性进度管控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26"/>
            </p:custDataLst>
          </p:nvPr>
        </p:nvGrpSpPr>
        <p:grpSpPr>
          <a:xfrm>
            <a:off x="9198610" y="2915285"/>
            <a:ext cx="2521585" cy="1292225"/>
            <a:chOff x="1000" y="7769"/>
            <a:chExt cx="3971" cy="2035"/>
          </a:xfrm>
        </p:grpSpPr>
        <p:sp>
          <p:nvSpPr>
            <p:cNvPr id="78" name="文本框 77"/>
            <p:cNvSpPr txBox="1"/>
            <p:nvPr>
              <p:custDataLst>
                <p:tags r:id="rId27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针对会员数据隐私风险，提前与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28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29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源头防控全流程风险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sp>
        <p:nvSpPr>
          <p:cNvPr id="199" name="矩形 198"/>
          <p:cNvSpPr/>
          <p:nvPr/>
        </p:nvSpPr>
        <p:spPr>
          <a:xfrm>
            <a:off x="601281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当前业绩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6894830" y="4523105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+30%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6107430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95401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年底目标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044815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2" name="任意多边形: 形状 17"/>
          <p:cNvSpPr/>
          <p:nvPr/>
        </p:nvSpPr>
        <p:spPr>
          <a:xfrm flipV="1">
            <a:off x="6912610" y="4420870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01065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当前业绩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105265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95184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年底目标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1042650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80%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939655" y="4558030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+30%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4" name="任意多边形: 形状 17"/>
          <p:cNvSpPr/>
          <p:nvPr/>
        </p:nvSpPr>
        <p:spPr>
          <a:xfrm flipV="1">
            <a:off x="9957435" y="4455795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5585" y="17907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店铺流量提升策略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sp>
        <p:nvSpPr>
          <p:cNvPr id="2" name="矩形: 圆角 2"/>
          <p:cNvSpPr/>
          <p:nvPr/>
        </p:nvSpPr>
        <p:spPr>
          <a:xfrm>
            <a:off x="219710" y="95059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235585" y="1356360"/>
          <a:ext cx="3667760" cy="16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13121" y="1032814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产品各平台售额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3" name="矩形: 圆角 2"/>
          <p:cNvSpPr/>
          <p:nvPr/>
        </p:nvSpPr>
        <p:spPr>
          <a:xfrm>
            <a:off x="219710" y="289115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4" name="矩形: 圆角 2"/>
          <p:cNvSpPr/>
          <p:nvPr>
            <p:custDataLst>
              <p:tags r:id="rId4"/>
            </p:custDataLst>
          </p:nvPr>
        </p:nvSpPr>
        <p:spPr>
          <a:xfrm>
            <a:off x="213995" y="4848860"/>
            <a:ext cx="9194165" cy="1794510"/>
          </a:xfrm>
          <a:prstGeom prst="roundRect">
            <a:avLst>
              <a:gd name="adj" fmla="val 4317"/>
            </a:avLst>
          </a:prstGeom>
          <a:solidFill>
            <a:schemeClr val="accent5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3121" y="2985439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产品各平台售额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219710" y="3231515"/>
          <a:ext cx="1699260" cy="149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" name="文本框 38"/>
          <p:cNvSpPr txBox="1"/>
          <p:nvPr>
            <p:custDataLst>
              <p:tags r:id="rId5"/>
            </p:custDataLst>
          </p:nvPr>
        </p:nvSpPr>
        <p:spPr>
          <a:xfrm>
            <a:off x="1851660" y="3012440"/>
            <a:ext cx="2051685" cy="1552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线下销售是店铺流量和销售的主要驱动力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2.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电商平台销售额相对较低需改进和优化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3.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代理销售表现良好，可考虑进步深化与代理商的合作。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</p:txBody>
      </p:sp>
      <p:graphicFrame>
        <p:nvGraphicFramePr>
          <p:cNvPr id="42" name="图表 41" descr="7b0a202020202263686172745265734964223a20223230343731343133220a7d0a"/>
          <p:cNvGraphicFramePr/>
          <p:nvPr/>
        </p:nvGraphicFramePr>
        <p:xfrm>
          <a:off x="4225290" y="930275"/>
          <a:ext cx="7672070" cy="373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362903" y="541718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现有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万会员标签覆盖率仅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42%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，下半年将完成育儿阶段、消费偏好等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大维度标签补全，目标提升会员复购率至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35%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以上。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1" name="矩形: 圆角 2"/>
          <p:cNvSpPr/>
          <p:nvPr>
            <p:custDataLst>
              <p:tags r:id="rId7"/>
            </p:custDataLst>
          </p:nvPr>
        </p:nvSpPr>
        <p:spPr>
          <a:xfrm>
            <a:off x="362903" y="504380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362903" y="504380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数字化会员体系升级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9"/>
            </p:custDataLst>
          </p:nvPr>
        </p:nvSpPr>
        <p:spPr>
          <a:xfrm>
            <a:off x="363220" y="617537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Q3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完成会员标签补全、西北分仓优化及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家体验店选址，建立月度数据看板，核心指标未达预期时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小时内调整策略。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  <a:sym typeface="+mn-ea"/>
            </a:endParaRPr>
          </a:p>
        </p:txBody>
      </p:sp>
      <p:sp>
        <p:nvSpPr>
          <p:cNvPr id="53" name="矩形: 圆角 2"/>
          <p:cNvSpPr/>
          <p:nvPr>
            <p:custDataLst>
              <p:tags r:id="rId10"/>
            </p:custDataLst>
          </p:nvPr>
        </p:nvSpPr>
        <p:spPr>
          <a:xfrm>
            <a:off x="362903" y="580199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1"/>
            </p:custDataLst>
          </p:nvPr>
        </p:nvSpPr>
        <p:spPr>
          <a:xfrm>
            <a:off x="362903" y="580199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稳定阶段性进度管控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9530080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3895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精准运营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10833735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77550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数据驱动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9530080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573895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转化提效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0833735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77550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人群定向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9530080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73895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公域拓客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0833735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877550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场景运营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9530080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573895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复购提升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10833735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877550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活动定向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图表 149" descr="7b0a202020202263686172745265734964223a20223230343736333930220a7d0a"/>
          <p:cNvGraphicFramePr/>
          <p:nvPr/>
        </p:nvGraphicFramePr>
        <p:xfrm>
          <a:off x="264795" y="978535"/>
          <a:ext cx="4442460" cy="209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6479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商品转化优化策略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227925" y="3250899"/>
            <a:ext cx="2227269" cy="3359380"/>
            <a:chOff x="1013" y="2219"/>
            <a:chExt cx="4767" cy="7189"/>
          </a:xfrm>
        </p:grpSpPr>
        <p:sp>
          <p:nvSpPr>
            <p:cNvPr id="4" name="矩形: 圆顶角 16"/>
            <p:cNvSpPr/>
            <p:nvPr>
              <p:custDataLst>
                <p:tags r:id="rId3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矩形: 圆顶角 15"/>
            <p:cNvSpPr/>
            <p:nvPr>
              <p:custDataLst>
                <p:tags r:id="rId4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5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6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商品选品调整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7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01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8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基于上半年销售数据，淘汰滞销商品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款，新增潜力款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款（聚焦家居百货品类），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月底完成选品更新。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19" name="组合 118"/>
          <p:cNvGrpSpPr/>
          <p:nvPr>
            <p:custDataLst>
              <p:tags r:id="rId9"/>
            </p:custDataLst>
          </p:nvPr>
        </p:nvGrpSpPr>
        <p:grpSpPr>
          <a:xfrm>
            <a:off x="2598704" y="3250899"/>
            <a:ext cx="2226945" cy="3359380"/>
            <a:chOff x="1013" y="2219"/>
            <a:chExt cx="4767" cy="7189"/>
          </a:xfrm>
        </p:grpSpPr>
        <p:sp>
          <p:nvSpPr>
            <p:cNvPr id="120" name="矩形: 圆顶角 16"/>
            <p:cNvSpPr/>
            <p:nvPr>
              <p:custDataLst>
                <p:tags r:id="rId10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1" name="矩形: 圆顶角 15"/>
            <p:cNvSpPr/>
            <p:nvPr>
              <p:custDataLst>
                <p:tags r:id="rId11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2" name="椭圆 121"/>
            <p:cNvSpPr/>
            <p:nvPr>
              <p:custDataLst>
                <p:tags r:id="rId12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3" name="文本框 122"/>
            <p:cNvSpPr txBox="1"/>
            <p:nvPr>
              <p:custDataLst>
                <p:tags r:id="rId13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定价策略调整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14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5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对热销商品维持原价，推出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“2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件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组合套餐；对新品设置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首单立减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元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，平衡利润与转化。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26" name="组合 125"/>
          <p:cNvGrpSpPr/>
          <p:nvPr>
            <p:custDataLst>
              <p:tags r:id="rId16"/>
            </p:custDataLst>
          </p:nvPr>
        </p:nvGrpSpPr>
        <p:grpSpPr>
          <a:xfrm>
            <a:off x="4969159" y="3250899"/>
            <a:ext cx="2226945" cy="3359380"/>
            <a:chOff x="1013" y="2219"/>
            <a:chExt cx="4767" cy="7189"/>
          </a:xfrm>
        </p:grpSpPr>
        <p:sp>
          <p:nvSpPr>
            <p:cNvPr id="127" name="矩形: 圆顶角 16"/>
            <p:cNvSpPr/>
            <p:nvPr>
              <p:custDataLst>
                <p:tags r:id="rId17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8" name="矩形: 圆顶角 15"/>
            <p:cNvSpPr/>
            <p:nvPr>
              <p:custDataLst>
                <p:tags r:id="rId18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9" name="椭圆 128"/>
            <p:cNvSpPr/>
            <p:nvPr>
              <p:custDataLst>
                <p:tags r:id="rId19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20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评价管理提升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21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22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对负面评价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小时内处理；每周筛选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条优质评价置顶，目标商品好评率维持在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98%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以上。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33" name="组合 132"/>
          <p:cNvGrpSpPr/>
          <p:nvPr>
            <p:custDataLst>
              <p:tags r:id="rId23"/>
            </p:custDataLst>
          </p:nvPr>
        </p:nvGrpSpPr>
        <p:grpSpPr>
          <a:xfrm>
            <a:off x="7339614" y="3250899"/>
            <a:ext cx="2226945" cy="3359380"/>
            <a:chOff x="1013" y="2219"/>
            <a:chExt cx="4767" cy="7189"/>
          </a:xfrm>
        </p:grpSpPr>
        <p:sp>
          <p:nvSpPr>
            <p:cNvPr id="134" name="矩形: 圆顶角 16"/>
            <p:cNvSpPr/>
            <p:nvPr>
              <p:custDataLst>
                <p:tags r:id="rId24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矩形: 圆顶角 15"/>
            <p:cNvSpPr/>
            <p:nvPr>
              <p:custDataLst>
                <p:tags r:id="rId25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6" name="椭圆 135"/>
            <p:cNvSpPr/>
            <p:nvPr>
              <p:custDataLst>
                <p:tags r:id="rId26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7" name="文本框 136"/>
            <p:cNvSpPr txBox="1"/>
            <p:nvPr>
              <p:custDataLst>
                <p:tags r:id="rId27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客服转化赋能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28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29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开展客服专项培训，培训内容涵盖商品知识与催单技巧，客服响应控制在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分钟内，目标客服转化率提升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30"/>
            </p:custDataLst>
          </p:nvPr>
        </p:nvGrpSpPr>
        <p:grpSpPr>
          <a:xfrm>
            <a:off x="9710069" y="3250899"/>
            <a:ext cx="2226945" cy="3359380"/>
            <a:chOff x="1013" y="2219"/>
            <a:chExt cx="4767" cy="7189"/>
          </a:xfrm>
        </p:grpSpPr>
        <p:sp>
          <p:nvSpPr>
            <p:cNvPr id="141" name="矩形: 圆顶角 16"/>
            <p:cNvSpPr/>
            <p:nvPr>
              <p:custDataLst>
                <p:tags r:id="rId31"/>
              </p:custDataLst>
            </p:nvPr>
          </p:nvSpPr>
          <p:spPr>
            <a:xfrm rot="5400000" flipH="1">
              <a:off x="373" y="3938"/>
              <a:ext cx="7125" cy="3689"/>
            </a:xfrm>
            <a:prstGeom prst="round2SameRect">
              <a:avLst>
                <a:gd name="adj1" fmla="val 5758"/>
                <a:gd name="adj2" fmla="val 0"/>
              </a:avLst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2" name="矩形: 圆顶角 15"/>
            <p:cNvSpPr/>
            <p:nvPr>
              <p:custDataLst>
                <p:tags r:id="rId32"/>
              </p:custDataLst>
            </p:nvPr>
          </p:nvSpPr>
          <p:spPr>
            <a:xfrm rot="16200000">
              <a:off x="-1970" y="5280"/>
              <a:ext cx="7125" cy="1002"/>
            </a:xfrm>
            <a:prstGeom prst="round2Same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3" name="椭圆 142"/>
            <p:cNvSpPr/>
            <p:nvPr>
              <p:custDataLst>
                <p:tags r:id="rId33"/>
              </p:custDataLst>
            </p:nvPr>
          </p:nvSpPr>
          <p:spPr>
            <a:xfrm>
              <a:off x="2573" y="2604"/>
              <a:ext cx="2498" cy="2559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34"/>
              </p:custDataLst>
            </p:nvPr>
          </p:nvSpPr>
          <p:spPr>
            <a:xfrm>
              <a:off x="1013" y="2220"/>
              <a:ext cx="1116" cy="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转化数据复盘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35"/>
              </p:custDataLst>
            </p:nvPr>
          </p:nvSpPr>
          <p:spPr>
            <a:xfrm>
              <a:off x="1092" y="8620"/>
              <a:ext cx="1246" cy="78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31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05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31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36"/>
              </p:custDataLst>
            </p:nvPr>
          </p:nvSpPr>
          <p:spPr>
            <a:xfrm>
              <a:off x="2121" y="5493"/>
              <a:ext cx="3659" cy="38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15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分析商品转化数据，重点关注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加购率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下单转化率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，针对低转化商品制定优化方案，持续提升整体转化水平。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sp>
        <p:nvSpPr>
          <p:cNvPr id="151" name="文本框 150"/>
          <p:cNvSpPr txBox="1"/>
          <p:nvPr>
            <p:custDataLst>
              <p:tags r:id="rId37"/>
            </p:custDataLst>
          </p:nvPr>
        </p:nvSpPr>
        <p:spPr>
          <a:xfrm>
            <a:off x="4958080" y="1397000"/>
            <a:ext cx="20599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销售额在第二季度有显著提升，显示出商品转化优化策略的有效性。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2" name="文本框 151"/>
          <p:cNvSpPr txBox="1"/>
          <p:nvPr>
            <p:custDataLst>
              <p:tags r:id="rId38"/>
            </p:custDataLst>
          </p:nvPr>
        </p:nvSpPr>
        <p:spPr>
          <a:xfrm>
            <a:off x="7322820" y="1397000"/>
            <a:ext cx="222948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需要进一步分析第二季度销售额增长的具体原因，并将其作为未来销售策略的一部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3" name="文本框 152"/>
          <p:cNvSpPr txBox="1"/>
          <p:nvPr>
            <p:custDataLst>
              <p:tags r:id="rId39"/>
            </p:custDataLst>
          </p:nvPr>
        </p:nvSpPr>
        <p:spPr>
          <a:xfrm>
            <a:off x="9857105" y="1397000"/>
            <a:ext cx="21551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为了保持销售增长的趋势，建议持续监测市场动态，并对策略进行优化调整。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54" name="直接连接符 153"/>
          <p:cNvCxnSpPr/>
          <p:nvPr/>
        </p:nvCxnSpPr>
        <p:spPr>
          <a:xfrm>
            <a:off x="7170420" y="1397000"/>
            <a:ext cx="0" cy="63119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>
            <a:off x="9704705" y="1397000"/>
            <a:ext cx="0" cy="63119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6" name="圆角矩形 155"/>
          <p:cNvSpPr/>
          <p:nvPr>
            <p:custDataLst>
              <p:tags r:id="rId40"/>
            </p:custDataLst>
          </p:nvPr>
        </p:nvSpPr>
        <p:spPr>
          <a:xfrm>
            <a:off x="5005705" y="2223135"/>
            <a:ext cx="6931025" cy="847090"/>
          </a:xfrm>
          <a:prstGeom prst="roundRect">
            <a:avLst>
              <a:gd name="adj" fmla="val 6981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41"/>
            </p:custDataLst>
          </p:nvPr>
        </p:nvSpPr>
        <p:spPr>
          <a:xfrm>
            <a:off x="5986145" y="2362200"/>
            <a:ext cx="581596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搭建会员体系、开展复购活动并进行客户分层，提升客户粘性，促进二次消费。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4991735" y="1094105"/>
            <a:ext cx="978535" cy="280670"/>
            <a:chOff x="7742" y="1723"/>
            <a:chExt cx="1541" cy="442"/>
          </a:xfrm>
        </p:grpSpPr>
        <p:sp>
          <p:nvSpPr>
            <p:cNvPr id="158" name="圆角矩形 157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7742" y="1723"/>
              <a:ext cx="1541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PART.01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416800" y="1094105"/>
            <a:ext cx="993775" cy="280670"/>
            <a:chOff x="7742" y="1723"/>
            <a:chExt cx="1565" cy="442"/>
          </a:xfrm>
        </p:grpSpPr>
        <p:sp>
          <p:nvSpPr>
            <p:cNvPr id="162" name="圆角矩形 161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7742" y="1723"/>
              <a:ext cx="1565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PART.02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9857740" y="1082675"/>
            <a:ext cx="993775" cy="280670"/>
            <a:chOff x="7742" y="1723"/>
            <a:chExt cx="1565" cy="442"/>
          </a:xfrm>
        </p:grpSpPr>
        <p:sp>
          <p:nvSpPr>
            <p:cNvPr id="165" name="圆角矩形 164"/>
            <p:cNvSpPr/>
            <p:nvPr/>
          </p:nvSpPr>
          <p:spPr>
            <a:xfrm>
              <a:off x="7788" y="1725"/>
              <a:ext cx="1450" cy="440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7742" y="1723"/>
              <a:ext cx="1565" cy="40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  <a:sym typeface="+mn-ea"/>
                </a:rPr>
                <a:t>PART.03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endParaRPr>
            </a:p>
          </p:txBody>
        </p:sp>
      </p:grpSp>
      <p:grpSp>
        <p:nvGrpSpPr>
          <p:cNvPr id="8711" name="Google Shape;8711;p85"/>
          <p:cNvGrpSpPr/>
          <p:nvPr/>
        </p:nvGrpSpPr>
        <p:grpSpPr>
          <a:xfrm>
            <a:off x="5201285" y="2405301"/>
            <a:ext cx="567055" cy="497840"/>
            <a:chOff x="5108775" y="3665100"/>
            <a:chExt cx="269725" cy="235775"/>
          </a:xfrm>
          <a:solidFill>
            <a:schemeClr val="accent5"/>
          </a:solidFill>
        </p:grpSpPr>
        <p:sp>
          <p:nvSpPr>
            <p:cNvPr id="8712" name="Google Shape;8712;p85"/>
            <p:cNvSpPr/>
            <p:nvPr/>
          </p:nvSpPr>
          <p:spPr>
            <a:xfrm>
              <a:off x="5204025" y="3853225"/>
              <a:ext cx="47050" cy="47650"/>
            </a:xfrm>
            <a:custGeom>
              <a:avLst/>
              <a:gdLst/>
              <a:ahLst/>
              <a:cxnLst/>
              <a:rect l="l" t="t" r="r" b="b"/>
              <a:pathLst>
                <a:path w="1882" h="1906" extrusionOk="0">
                  <a:moveTo>
                    <a:pt x="953" y="1"/>
                  </a:moveTo>
                  <a:cubicBezTo>
                    <a:pt x="429" y="1"/>
                    <a:pt x="1" y="429"/>
                    <a:pt x="1" y="953"/>
                  </a:cubicBezTo>
                  <a:cubicBezTo>
                    <a:pt x="1" y="1477"/>
                    <a:pt x="429" y="1906"/>
                    <a:pt x="953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3" name="Google Shape;8713;p85"/>
            <p:cNvSpPr/>
            <p:nvPr/>
          </p:nvSpPr>
          <p:spPr>
            <a:xfrm>
              <a:off x="5283200" y="3853225"/>
              <a:ext cx="47075" cy="47650"/>
            </a:xfrm>
            <a:custGeom>
              <a:avLst/>
              <a:gdLst/>
              <a:ahLst/>
              <a:cxnLst/>
              <a:rect l="l" t="t" r="r" b="b"/>
              <a:pathLst>
                <a:path w="1883" h="1906" extrusionOk="0">
                  <a:moveTo>
                    <a:pt x="954" y="1"/>
                  </a:moveTo>
                  <a:cubicBezTo>
                    <a:pt x="430" y="1"/>
                    <a:pt x="1" y="429"/>
                    <a:pt x="1" y="953"/>
                  </a:cubicBezTo>
                  <a:cubicBezTo>
                    <a:pt x="1" y="1477"/>
                    <a:pt x="430" y="1906"/>
                    <a:pt x="954" y="1906"/>
                  </a:cubicBezTo>
                  <a:cubicBezTo>
                    <a:pt x="1477" y="1906"/>
                    <a:pt x="1882" y="1477"/>
                    <a:pt x="1882" y="953"/>
                  </a:cubicBezTo>
                  <a:cubicBezTo>
                    <a:pt x="1882" y="429"/>
                    <a:pt x="1477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714" name="Google Shape;8714;p85"/>
            <p:cNvSpPr/>
            <p:nvPr/>
          </p:nvSpPr>
          <p:spPr>
            <a:xfrm>
              <a:off x="5108775" y="3665100"/>
              <a:ext cx="269725" cy="188150"/>
            </a:xfrm>
            <a:custGeom>
              <a:avLst/>
              <a:gdLst/>
              <a:ahLst/>
              <a:cxnLst/>
              <a:rect l="l" t="t" r="r" b="b"/>
              <a:pathLst>
                <a:path w="10789" h="7526" extrusionOk="0">
                  <a:moveTo>
                    <a:pt x="358" y="0"/>
                  </a:moveTo>
                  <a:cubicBezTo>
                    <a:pt x="191" y="0"/>
                    <a:pt x="48" y="119"/>
                    <a:pt x="24" y="262"/>
                  </a:cubicBezTo>
                  <a:cubicBezTo>
                    <a:pt x="0" y="453"/>
                    <a:pt x="143" y="619"/>
                    <a:pt x="334" y="619"/>
                  </a:cubicBezTo>
                  <a:lnTo>
                    <a:pt x="1644" y="619"/>
                  </a:lnTo>
                  <a:lnTo>
                    <a:pt x="3168" y="5930"/>
                  </a:lnTo>
                  <a:lnTo>
                    <a:pt x="3049" y="6168"/>
                  </a:lnTo>
                  <a:cubicBezTo>
                    <a:pt x="2739" y="6787"/>
                    <a:pt x="3191" y="7526"/>
                    <a:pt x="3882" y="7526"/>
                  </a:cubicBezTo>
                  <a:lnTo>
                    <a:pt x="9169" y="7526"/>
                  </a:lnTo>
                  <a:cubicBezTo>
                    <a:pt x="9336" y="7526"/>
                    <a:pt x="9455" y="7406"/>
                    <a:pt x="9478" y="7264"/>
                  </a:cubicBezTo>
                  <a:cubicBezTo>
                    <a:pt x="9502" y="7073"/>
                    <a:pt x="9359" y="6906"/>
                    <a:pt x="9169" y="6906"/>
                  </a:cubicBezTo>
                  <a:lnTo>
                    <a:pt x="3882" y="6906"/>
                  </a:lnTo>
                  <a:cubicBezTo>
                    <a:pt x="3644" y="6906"/>
                    <a:pt x="3501" y="6668"/>
                    <a:pt x="3596" y="6454"/>
                  </a:cubicBezTo>
                  <a:lnTo>
                    <a:pt x="3692" y="6287"/>
                  </a:lnTo>
                  <a:lnTo>
                    <a:pt x="9169" y="6287"/>
                  </a:lnTo>
                  <a:cubicBezTo>
                    <a:pt x="9312" y="6287"/>
                    <a:pt x="9431" y="6192"/>
                    <a:pt x="9478" y="6049"/>
                  </a:cubicBezTo>
                  <a:lnTo>
                    <a:pt x="10741" y="1643"/>
                  </a:lnTo>
                  <a:cubicBezTo>
                    <a:pt x="10788" y="1453"/>
                    <a:pt x="10645" y="1262"/>
                    <a:pt x="10431" y="1262"/>
                  </a:cubicBezTo>
                  <a:lnTo>
                    <a:pt x="2477" y="1262"/>
                  </a:lnTo>
                  <a:lnTo>
                    <a:pt x="2191" y="215"/>
                  </a:lnTo>
                  <a:cubicBezTo>
                    <a:pt x="2144" y="95"/>
                    <a:pt x="2025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589" name="Google Shape;8589;p85"/>
          <p:cNvGrpSpPr/>
          <p:nvPr/>
        </p:nvGrpSpPr>
        <p:grpSpPr>
          <a:xfrm>
            <a:off x="1305598" y="3822629"/>
            <a:ext cx="484653" cy="409691"/>
            <a:chOff x="1771678" y="1944952"/>
            <a:chExt cx="363490" cy="307268"/>
          </a:xfrm>
          <a:solidFill>
            <a:schemeClr val="accent5"/>
          </a:solidFill>
        </p:grpSpPr>
        <p:sp>
          <p:nvSpPr>
            <p:cNvPr id="8590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1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2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3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594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3635278" y="3831934"/>
            <a:ext cx="466088" cy="409907"/>
            <a:chOff x="3370325" y="2380850"/>
            <a:chExt cx="269125" cy="235850"/>
          </a:xfrm>
          <a:solidFill>
            <a:schemeClr val="accent5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49" name="Google Shape;8649;p85"/>
          <p:cNvGrpSpPr/>
          <p:nvPr/>
        </p:nvGrpSpPr>
        <p:grpSpPr>
          <a:xfrm>
            <a:off x="8481974" y="3815487"/>
            <a:ext cx="341308" cy="466088"/>
            <a:chOff x="3986525" y="2792650"/>
            <a:chExt cx="197075" cy="268175"/>
          </a:xfrm>
          <a:solidFill>
            <a:schemeClr val="accent5"/>
          </a:solidFill>
        </p:grpSpPr>
        <p:sp>
          <p:nvSpPr>
            <p:cNvPr id="8650" name="Google Shape;8650;p85"/>
            <p:cNvSpPr/>
            <p:nvPr/>
          </p:nvSpPr>
          <p:spPr>
            <a:xfrm>
              <a:off x="4028775" y="2982725"/>
              <a:ext cx="111325" cy="15600"/>
            </a:xfrm>
            <a:custGeom>
              <a:avLst/>
              <a:gdLst/>
              <a:ahLst/>
              <a:cxnLst/>
              <a:rect l="l" t="t" r="r" b="b"/>
              <a:pathLst>
                <a:path w="4453" h="624" extrusionOk="0">
                  <a:moveTo>
                    <a:pt x="316" y="1"/>
                  </a:moveTo>
                  <a:cubicBezTo>
                    <a:pt x="172" y="1"/>
                    <a:pt x="70" y="113"/>
                    <a:pt x="48" y="266"/>
                  </a:cubicBezTo>
                  <a:cubicBezTo>
                    <a:pt x="1" y="456"/>
                    <a:pt x="144" y="623"/>
                    <a:pt x="334" y="623"/>
                  </a:cubicBezTo>
                  <a:lnTo>
                    <a:pt x="4121" y="623"/>
                  </a:lnTo>
                  <a:cubicBezTo>
                    <a:pt x="4287" y="623"/>
                    <a:pt x="4430" y="504"/>
                    <a:pt x="4430" y="337"/>
                  </a:cubicBezTo>
                  <a:cubicBezTo>
                    <a:pt x="4453" y="159"/>
                    <a:pt x="4329" y="2"/>
                    <a:pt x="4157" y="2"/>
                  </a:cubicBezTo>
                  <a:cubicBezTo>
                    <a:pt x="4145" y="2"/>
                    <a:pt x="4133" y="2"/>
                    <a:pt x="4121" y="4"/>
                  </a:cubicBezTo>
                  <a:lnTo>
                    <a:pt x="358" y="4"/>
                  </a:lnTo>
                  <a:cubicBezTo>
                    <a:pt x="344" y="2"/>
                    <a:pt x="330" y="1"/>
                    <a:pt x="3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1" name="Google Shape;8651;p85"/>
            <p:cNvSpPr/>
            <p:nvPr/>
          </p:nvSpPr>
          <p:spPr>
            <a:xfrm>
              <a:off x="4029375" y="3013700"/>
              <a:ext cx="113375" cy="47125"/>
            </a:xfrm>
            <a:custGeom>
              <a:avLst/>
              <a:gdLst/>
              <a:ahLst/>
              <a:cxnLst/>
              <a:rect l="l" t="t" r="r" b="b"/>
              <a:pathLst>
                <a:path w="4535" h="1885" extrusionOk="0">
                  <a:moveTo>
                    <a:pt x="4118" y="1"/>
                  </a:moveTo>
                  <a:cubicBezTo>
                    <a:pt x="4103" y="1"/>
                    <a:pt x="4088" y="2"/>
                    <a:pt x="4073" y="3"/>
                  </a:cubicBezTo>
                  <a:lnTo>
                    <a:pt x="334" y="3"/>
                  </a:lnTo>
                  <a:cubicBezTo>
                    <a:pt x="167" y="3"/>
                    <a:pt x="48" y="122"/>
                    <a:pt x="24" y="265"/>
                  </a:cubicBezTo>
                  <a:cubicBezTo>
                    <a:pt x="1" y="456"/>
                    <a:pt x="144" y="622"/>
                    <a:pt x="310" y="622"/>
                  </a:cubicBezTo>
                  <a:lnTo>
                    <a:pt x="667" y="622"/>
                  </a:lnTo>
                  <a:cubicBezTo>
                    <a:pt x="810" y="1337"/>
                    <a:pt x="1430" y="1861"/>
                    <a:pt x="2168" y="1885"/>
                  </a:cubicBezTo>
                  <a:cubicBezTo>
                    <a:pt x="2620" y="1885"/>
                    <a:pt x="3049" y="1718"/>
                    <a:pt x="3358" y="1361"/>
                  </a:cubicBezTo>
                  <a:cubicBezTo>
                    <a:pt x="3525" y="1146"/>
                    <a:pt x="3668" y="908"/>
                    <a:pt x="3740" y="622"/>
                  </a:cubicBezTo>
                  <a:lnTo>
                    <a:pt x="4073" y="622"/>
                  </a:lnTo>
                  <a:cubicBezTo>
                    <a:pt x="4088" y="624"/>
                    <a:pt x="4103" y="625"/>
                    <a:pt x="4118" y="625"/>
                  </a:cubicBezTo>
                  <a:cubicBezTo>
                    <a:pt x="4534" y="625"/>
                    <a:pt x="4534" y="1"/>
                    <a:pt x="41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52" name="Google Shape;8652;p85"/>
            <p:cNvSpPr/>
            <p:nvPr/>
          </p:nvSpPr>
          <p:spPr>
            <a:xfrm>
              <a:off x="3986525" y="2792650"/>
              <a:ext cx="197075" cy="174100"/>
            </a:xfrm>
            <a:custGeom>
              <a:avLst/>
              <a:gdLst/>
              <a:ahLst/>
              <a:cxnLst/>
              <a:rect l="l" t="t" r="r" b="b"/>
              <a:pathLst>
                <a:path w="7883" h="6964" extrusionOk="0">
                  <a:moveTo>
                    <a:pt x="5197" y="3764"/>
                  </a:moveTo>
                  <a:cubicBezTo>
                    <a:pt x="5435" y="3764"/>
                    <a:pt x="5642" y="4079"/>
                    <a:pt x="5406" y="4297"/>
                  </a:cubicBezTo>
                  <a:lnTo>
                    <a:pt x="4787" y="4940"/>
                  </a:lnTo>
                  <a:cubicBezTo>
                    <a:pt x="4727" y="4999"/>
                    <a:pt x="4644" y="5029"/>
                    <a:pt x="4560" y="5029"/>
                  </a:cubicBezTo>
                  <a:cubicBezTo>
                    <a:pt x="4477" y="5029"/>
                    <a:pt x="4394" y="4999"/>
                    <a:pt x="4334" y="4940"/>
                  </a:cubicBezTo>
                  <a:lnTo>
                    <a:pt x="3929" y="4535"/>
                  </a:lnTo>
                  <a:lnTo>
                    <a:pt x="3525" y="4940"/>
                  </a:lnTo>
                  <a:cubicBezTo>
                    <a:pt x="3465" y="4999"/>
                    <a:pt x="3388" y="5029"/>
                    <a:pt x="3307" y="5029"/>
                  </a:cubicBezTo>
                  <a:cubicBezTo>
                    <a:pt x="3227" y="5029"/>
                    <a:pt x="3144" y="4999"/>
                    <a:pt x="3072" y="4940"/>
                  </a:cubicBezTo>
                  <a:lnTo>
                    <a:pt x="2453" y="4297"/>
                  </a:lnTo>
                  <a:cubicBezTo>
                    <a:pt x="2235" y="4079"/>
                    <a:pt x="2432" y="3764"/>
                    <a:pt x="2676" y="3764"/>
                  </a:cubicBezTo>
                  <a:cubicBezTo>
                    <a:pt x="2752" y="3764"/>
                    <a:pt x="2832" y="3795"/>
                    <a:pt x="2905" y="3868"/>
                  </a:cubicBezTo>
                  <a:lnTo>
                    <a:pt x="3310" y="4273"/>
                  </a:lnTo>
                  <a:lnTo>
                    <a:pt x="3715" y="3868"/>
                  </a:lnTo>
                  <a:cubicBezTo>
                    <a:pt x="3775" y="3809"/>
                    <a:pt x="3852" y="3779"/>
                    <a:pt x="3932" y="3779"/>
                  </a:cubicBezTo>
                  <a:cubicBezTo>
                    <a:pt x="4013" y="3779"/>
                    <a:pt x="4096" y="3809"/>
                    <a:pt x="4168" y="3868"/>
                  </a:cubicBezTo>
                  <a:lnTo>
                    <a:pt x="4572" y="4273"/>
                  </a:lnTo>
                  <a:lnTo>
                    <a:pt x="4977" y="3868"/>
                  </a:lnTo>
                  <a:cubicBezTo>
                    <a:pt x="5045" y="3795"/>
                    <a:pt x="5122" y="3764"/>
                    <a:pt x="5197" y="3764"/>
                  </a:cubicBezTo>
                  <a:close/>
                  <a:moveTo>
                    <a:pt x="3935" y="1"/>
                  </a:moveTo>
                  <a:cubicBezTo>
                    <a:pt x="2954" y="1"/>
                    <a:pt x="1977" y="419"/>
                    <a:pt x="1286" y="1248"/>
                  </a:cubicBezTo>
                  <a:cubicBezTo>
                    <a:pt x="0" y="2796"/>
                    <a:pt x="286" y="5106"/>
                    <a:pt x="1953" y="6273"/>
                  </a:cubicBezTo>
                  <a:cubicBezTo>
                    <a:pt x="2167" y="6440"/>
                    <a:pt x="2334" y="6678"/>
                    <a:pt x="2358" y="6964"/>
                  </a:cubicBezTo>
                  <a:lnTo>
                    <a:pt x="5501" y="6964"/>
                  </a:lnTo>
                  <a:cubicBezTo>
                    <a:pt x="5549" y="6678"/>
                    <a:pt x="5715" y="6416"/>
                    <a:pt x="5930" y="6273"/>
                  </a:cubicBezTo>
                  <a:cubicBezTo>
                    <a:pt x="7668" y="5035"/>
                    <a:pt x="7883" y="2511"/>
                    <a:pt x="6382" y="1010"/>
                  </a:cubicBezTo>
                  <a:cubicBezTo>
                    <a:pt x="5696" y="336"/>
                    <a:pt x="4814" y="1"/>
                    <a:pt x="39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94" name="Google Shape;8694;p85"/>
          <p:cNvGrpSpPr/>
          <p:nvPr/>
        </p:nvGrpSpPr>
        <p:grpSpPr>
          <a:xfrm>
            <a:off x="10851676" y="3828990"/>
            <a:ext cx="464053" cy="465697"/>
            <a:chOff x="4529475" y="3220950"/>
            <a:chExt cx="267950" cy="267950"/>
          </a:xfrm>
          <a:solidFill>
            <a:schemeClr val="accent5"/>
          </a:solidFill>
        </p:grpSpPr>
        <p:sp>
          <p:nvSpPr>
            <p:cNvPr id="8695" name="Google Shape;8695;p85"/>
            <p:cNvSpPr/>
            <p:nvPr/>
          </p:nvSpPr>
          <p:spPr>
            <a:xfrm>
              <a:off x="4606450" y="3284050"/>
              <a:ext cx="190975" cy="125650"/>
            </a:xfrm>
            <a:custGeom>
              <a:avLst/>
              <a:gdLst/>
              <a:ahLst/>
              <a:cxnLst/>
              <a:rect l="l" t="t" r="r" b="b"/>
              <a:pathLst>
                <a:path w="7639" h="5026" extrusionOk="0">
                  <a:moveTo>
                    <a:pt x="2922" y="1874"/>
                  </a:moveTo>
                  <a:cubicBezTo>
                    <a:pt x="3084" y="1874"/>
                    <a:pt x="3233" y="2001"/>
                    <a:pt x="3233" y="2192"/>
                  </a:cubicBezTo>
                  <a:cubicBezTo>
                    <a:pt x="3233" y="2359"/>
                    <a:pt x="3090" y="2502"/>
                    <a:pt x="2923" y="2502"/>
                  </a:cubicBezTo>
                  <a:cubicBezTo>
                    <a:pt x="2637" y="2502"/>
                    <a:pt x="2494" y="2168"/>
                    <a:pt x="2685" y="1978"/>
                  </a:cubicBezTo>
                  <a:cubicBezTo>
                    <a:pt x="2756" y="1906"/>
                    <a:pt x="2841" y="1874"/>
                    <a:pt x="2922" y="1874"/>
                  </a:cubicBezTo>
                  <a:close/>
                  <a:moveTo>
                    <a:pt x="4184" y="1874"/>
                  </a:moveTo>
                  <a:cubicBezTo>
                    <a:pt x="4347" y="1874"/>
                    <a:pt x="4495" y="2001"/>
                    <a:pt x="4495" y="2192"/>
                  </a:cubicBezTo>
                  <a:cubicBezTo>
                    <a:pt x="4495" y="2359"/>
                    <a:pt x="4352" y="2502"/>
                    <a:pt x="4185" y="2502"/>
                  </a:cubicBezTo>
                  <a:cubicBezTo>
                    <a:pt x="3899" y="2502"/>
                    <a:pt x="3757" y="2168"/>
                    <a:pt x="3947" y="1978"/>
                  </a:cubicBezTo>
                  <a:cubicBezTo>
                    <a:pt x="4019" y="1906"/>
                    <a:pt x="4103" y="1874"/>
                    <a:pt x="4184" y="1874"/>
                  </a:cubicBezTo>
                  <a:close/>
                  <a:moveTo>
                    <a:pt x="5436" y="1874"/>
                  </a:moveTo>
                  <a:cubicBezTo>
                    <a:pt x="5598" y="1874"/>
                    <a:pt x="5757" y="2001"/>
                    <a:pt x="5757" y="2192"/>
                  </a:cubicBezTo>
                  <a:cubicBezTo>
                    <a:pt x="5757" y="2359"/>
                    <a:pt x="5614" y="2502"/>
                    <a:pt x="5447" y="2502"/>
                  </a:cubicBezTo>
                  <a:cubicBezTo>
                    <a:pt x="5162" y="2502"/>
                    <a:pt x="5019" y="2168"/>
                    <a:pt x="5209" y="1978"/>
                  </a:cubicBezTo>
                  <a:cubicBezTo>
                    <a:pt x="5273" y="1906"/>
                    <a:pt x="5355" y="1874"/>
                    <a:pt x="5436" y="1874"/>
                  </a:cubicBezTo>
                  <a:close/>
                  <a:moveTo>
                    <a:pt x="2894" y="1"/>
                  </a:moveTo>
                  <a:cubicBezTo>
                    <a:pt x="961" y="1"/>
                    <a:pt x="1" y="2342"/>
                    <a:pt x="1351" y="3716"/>
                  </a:cubicBezTo>
                  <a:lnTo>
                    <a:pt x="1351" y="4716"/>
                  </a:lnTo>
                  <a:cubicBezTo>
                    <a:pt x="1351" y="4835"/>
                    <a:pt x="1423" y="4954"/>
                    <a:pt x="1542" y="5002"/>
                  </a:cubicBezTo>
                  <a:cubicBezTo>
                    <a:pt x="1582" y="5018"/>
                    <a:pt x="1624" y="5026"/>
                    <a:pt x="1665" y="5026"/>
                  </a:cubicBezTo>
                  <a:cubicBezTo>
                    <a:pt x="1748" y="5026"/>
                    <a:pt x="1828" y="4994"/>
                    <a:pt x="1875" y="4931"/>
                  </a:cubicBezTo>
                  <a:lnTo>
                    <a:pt x="2471" y="4335"/>
                  </a:lnTo>
                  <a:cubicBezTo>
                    <a:pt x="2637" y="4383"/>
                    <a:pt x="2780" y="4383"/>
                    <a:pt x="2923" y="4383"/>
                  </a:cubicBezTo>
                  <a:lnTo>
                    <a:pt x="5447" y="4383"/>
                  </a:lnTo>
                  <a:cubicBezTo>
                    <a:pt x="6662" y="4383"/>
                    <a:pt x="7638" y="3406"/>
                    <a:pt x="7638" y="2192"/>
                  </a:cubicBezTo>
                  <a:cubicBezTo>
                    <a:pt x="7638" y="977"/>
                    <a:pt x="6662" y="1"/>
                    <a:pt x="5447" y="1"/>
                  </a:cubicBezTo>
                  <a:lnTo>
                    <a:pt x="2923" y="1"/>
                  </a:lnTo>
                  <a:cubicBezTo>
                    <a:pt x="2913" y="1"/>
                    <a:pt x="2903" y="1"/>
                    <a:pt x="28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96" name="Google Shape;8696;p85"/>
            <p:cNvSpPr/>
            <p:nvPr/>
          </p:nvSpPr>
          <p:spPr>
            <a:xfrm>
              <a:off x="4529475" y="3220950"/>
              <a:ext cx="157800" cy="267950"/>
            </a:xfrm>
            <a:custGeom>
              <a:avLst/>
              <a:gdLst/>
              <a:ahLst/>
              <a:cxnLst/>
              <a:rect l="l" t="t" r="r" b="b"/>
              <a:pathLst>
                <a:path w="6312" h="10718" extrusionOk="0">
                  <a:moveTo>
                    <a:pt x="3197" y="1262"/>
                  </a:moveTo>
                  <a:cubicBezTo>
                    <a:pt x="3465" y="1262"/>
                    <a:pt x="3614" y="1580"/>
                    <a:pt x="3430" y="1787"/>
                  </a:cubicBezTo>
                  <a:cubicBezTo>
                    <a:pt x="3359" y="1858"/>
                    <a:pt x="3274" y="1890"/>
                    <a:pt x="3193" y="1890"/>
                  </a:cubicBezTo>
                  <a:cubicBezTo>
                    <a:pt x="3031" y="1890"/>
                    <a:pt x="2882" y="1763"/>
                    <a:pt x="2882" y="1572"/>
                  </a:cubicBezTo>
                  <a:cubicBezTo>
                    <a:pt x="2882" y="1406"/>
                    <a:pt x="3001" y="1263"/>
                    <a:pt x="3168" y="1263"/>
                  </a:cubicBezTo>
                  <a:cubicBezTo>
                    <a:pt x="3178" y="1262"/>
                    <a:pt x="3187" y="1262"/>
                    <a:pt x="3197" y="1262"/>
                  </a:cubicBezTo>
                  <a:close/>
                  <a:moveTo>
                    <a:pt x="3544" y="8810"/>
                  </a:moveTo>
                  <a:cubicBezTo>
                    <a:pt x="3940" y="8810"/>
                    <a:pt x="3940" y="9433"/>
                    <a:pt x="3544" y="9433"/>
                  </a:cubicBezTo>
                  <a:cubicBezTo>
                    <a:pt x="3530" y="9433"/>
                    <a:pt x="3516" y="9433"/>
                    <a:pt x="3502" y="9431"/>
                  </a:cubicBezTo>
                  <a:lnTo>
                    <a:pt x="2882" y="9431"/>
                  </a:lnTo>
                  <a:cubicBezTo>
                    <a:pt x="2867" y="9433"/>
                    <a:pt x="2852" y="9433"/>
                    <a:pt x="2838" y="9433"/>
                  </a:cubicBezTo>
                  <a:cubicBezTo>
                    <a:pt x="2421" y="9433"/>
                    <a:pt x="2421" y="8810"/>
                    <a:pt x="2838" y="8810"/>
                  </a:cubicBezTo>
                  <a:cubicBezTo>
                    <a:pt x="2852" y="8810"/>
                    <a:pt x="2867" y="8810"/>
                    <a:pt x="2882" y="8812"/>
                  </a:cubicBezTo>
                  <a:lnTo>
                    <a:pt x="3502" y="8812"/>
                  </a:lnTo>
                  <a:cubicBezTo>
                    <a:pt x="3516" y="8810"/>
                    <a:pt x="3530" y="8810"/>
                    <a:pt x="3544" y="8810"/>
                  </a:cubicBezTo>
                  <a:close/>
                  <a:moveTo>
                    <a:pt x="953" y="1"/>
                  </a:moveTo>
                  <a:cubicBezTo>
                    <a:pt x="429" y="1"/>
                    <a:pt x="1" y="406"/>
                    <a:pt x="1" y="929"/>
                  </a:cubicBezTo>
                  <a:lnTo>
                    <a:pt x="1" y="9788"/>
                  </a:lnTo>
                  <a:cubicBezTo>
                    <a:pt x="25" y="10288"/>
                    <a:pt x="429" y="10693"/>
                    <a:pt x="953" y="10717"/>
                  </a:cubicBezTo>
                  <a:lnTo>
                    <a:pt x="5383" y="10717"/>
                  </a:lnTo>
                  <a:cubicBezTo>
                    <a:pt x="5883" y="10717"/>
                    <a:pt x="6312" y="10288"/>
                    <a:pt x="6312" y="9765"/>
                  </a:cubicBezTo>
                  <a:lnTo>
                    <a:pt x="6312" y="7550"/>
                  </a:lnTo>
                  <a:lnTo>
                    <a:pt x="5764" y="7550"/>
                  </a:lnTo>
                  <a:lnTo>
                    <a:pt x="5407" y="7907"/>
                  </a:lnTo>
                  <a:cubicBezTo>
                    <a:pt x="5227" y="8087"/>
                    <a:pt x="4981" y="8188"/>
                    <a:pt x="4728" y="8188"/>
                  </a:cubicBezTo>
                  <a:cubicBezTo>
                    <a:pt x="4612" y="8188"/>
                    <a:pt x="4495" y="8166"/>
                    <a:pt x="4383" y="8121"/>
                  </a:cubicBezTo>
                  <a:cubicBezTo>
                    <a:pt x="4025" y="7955"/>
                    <a:pt x="3787" y="7621"/>
                    <a:pt x="3811" y="7240"/>
                  </a:cubicBezTo>
                  <a:lnTo>
                    <a:pt x="3811" y="6502"/>
                  </a:lnTo>
                  <a:cubicBezTo>
                    <a:pt x="3406" y="6002"/>
                    <a:pt x="3168" y="5359"/>
                    <a:pt x="3168" y="4716"/>
                  </a:cubicBezTo>
                  <a:cubicBezTo>
                    <a:pt x="3168" y="3168"/>
                    <a:pt x="4430" y="1906"/>
                    <a:pt x="6002" y="1906"/>
                  </a:cubicBezTo>
                  <a:lnTo>
                    <a:pt x="6312" y="1906"/>
                  </a:lnTo>
                  <a:lnTo>
                    <a:pt x="6312" y="929"/>
                  </a:lnTo>
                  <a:cubicBezTo>
                    <a:pt x="6312" y="406"/>
                    <a:pt x="5883" y="1"/>
                    <a:pt x="5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8680" name="Google Shape;8680;p85"/>
          <p:cNvGrpSpPr/>
          <p:nvPr/>
        </p:nvGrpSpPr>
        <p:grpSpPr>
          <a:xfrm>
            <a:off x="6049477" y="3821503"/>
            <a:ext cx="464053" cy="437803"/>
            <a:chOff x="2792800" y="3228700"/>
            <a:chExt cx="267950" cy="251900"/>
          </a:xfrm>
          <a:solidFill>
            <a:schemeClr val="accent5"/>
          </a:solidFill>
        </p:grpSpPr>
        <p:sp>
          <p:nvSpPr>
            <p:cNvPr id="8681" name="Google Shape;8681;p85"/>
            <p:cNvSpPr/>
            <p:nvPr/>
          </p:nvSpPr>
          <p:spPr>
            <a:xfrm>
              <a:off x="2852950" y="3276325"/>
              <a:ext cx="128625" cy="109675"/>
            </a:xfrm>
            <a:custGeom>
              <a:avLst/>
              <a:gdLst/>
              <a:ahLst/>
              <a:cxnLst/>
              <a:rect l="l" t="t" r="r" b="b"/>
              <a:pathLst>
                <a:path w="5145" h="4387" extrusionOk="0">
                  <a:moveTo>
                    <a:pt x="2953" y="2501"/>
                  </a:moveTo>
                  <a:cubicBezTo>
                    <a:pt x="2928" y="2501"/>
                    <a:pt x="2904" y="2501"/>
                    <a:pt x="2879" y="2502"/>
                  </a:cubicBezTo>
                  <a:lnTo>
                    <a:pt x="2879" y="2502"/>
                  </a:lnTo>
                  <a:cubicBezTo>
                    <a:pt x="2906" y="2504"/>
                    <a:pt x="2933" y="2506"/>
                    <a:pt x="2961" y="2506"/>
                  </a:cubicBezTo>
                  <a:cubicBezTo>
                    <a:pt x="2986" y="2506"/>
                    <a:pt x="3012" y="2505"/>
                    <a:pt x="3038" y="2503"/>
                  </a:cubicBezTo>
                  <a:lnTo>
                    <a:pt x="3038" y="2503"/>
                  </a:lnTo>
                  <a:cubicBezTo>
                    <a:pt x="3010" y="2501"/>
                    <a:pt x="2981" y="2501"/>
                    <a:pt x="2953" y="2501"/>
                  </a:cubicBezTo>
                  <a:close/>
                  <a:moveTo>
                    <a:pt x="2953" y="620"/>
                  </a:moveTo>
                  <a:cubicBezTo>
                    <a:pt x="3787" y="620"/>
                    <a:pt x="4215" y="1644"/>
                    <a:pt x="3620" y="2239"/>
                  </a:cubicBezTo>
                  <a:cubicBezTo>
                    <a:pt x="3450" y="2402"/>
                    <a:pt x="3244" y="2486"/>
                    <a:pt x="3038" y="2503"/>
                  </a:cubicBezTo>
                  <a:lnTo>
                    <a:pt x="3038" y="2503"/>
                  </a:lnTo>
                  <a:cubicBezTo>
                    <a:pt x="3379" y="2516"/>
                    <a:pt x="3717" y="2611"/>
                    <a:pt x="4025" y="2787"/>
                  </a:cubicBezTo>
                  <a:cubicBezTo>
                    <a:pt x="4168" y="2858"/>
                    <a:pt x="4215" y="3049"/>
                    <a:pt x="4144" y="3215"/>
                  </a:cubicBezTo>
                  <a:cubicBezTo>
                    <a:pt x="4078" y="3314"/>
                    <a:pt x="3967" y="3367"/>
                    <a:pt x="3857" y="3367"/>
                  </a:cubicBezTo>
                  <a:cubicBezTo>
                    <a:pt x="3808" y="3367"/>
                    <a:pt x="3760" y="3357"/>
                    <a:pt x="3715" y="3334"/>
                  </a:cubicBezTo>
                  <a:cubicBezTo>
                    <a:pt x="3477" y="3203"/>
                    <a:pt x="3215" y="3138"/>
                    <a:pt x="2953" y="3138"/>
                  </a:cubicBezTo>
                  <a:cubicBezTo>
                    <a:pt x="2691" y="3138"/>
                    <a:pt x="2429" y="3203"/>
                    <a:pt x="2191" y="3334"/>
                  </a:cubicBezTo>
                  <a:cubicBezTo>
                    <a:pt x="2146" y="3364"/>
                    <a:pt x="2097" y="3378"/>
                    <a:pt x="2047" y="3378"/>
                  </a:cubicBezTo>
                  <a:cubicBezTo>
                    <a:pt x="1938" y="3378"/>
                    <a:pt x="1828" y="3313"/>
                    <a:pt x="1762" y="3215"/>
                  </a:cubicBezTo>
                  <a:cubicBezTo>
                    <a:pt x="1691" y="3049"/>
                    <a:pt x="1739" y="2858"/>
                    <a:pt x="1882" y="2787"/>
                  </a:cubicBezTo>
                  <a:cubicBezTo>
                    <a:pt x="2193" y="2609"/>
                    <a:pt x="2535" y="2514"/>
                    <a:pt x="2879" y="2502"/>
                  </a:cubicBezTo>
                  <a:lnTo>
                    <a:pt x="2879" y="2502"/>
                  </a:lnTo>
                  <a:cubicBezTo>
                    <a:pt x="2420" y="2464"/>
                    <a:pt x="2001" y="2106"/>
                    <a:pt x="2001" y="1572"/>
                  </a:cubicBezTo>
                  <a:cubicBezTo>
                    <a:pt x="2001" y="1048"/>
                    <a:pt x="2429" y="620"/>
                    <a:pt x="2953" y="620"/>
                  </a:cubicBezTo>
                  <a:close/>
                  <a:moveTo>
                    <a:pt x="2953" y="0"/>
                  </a:moveTo>
                  <a:cubicBezTo>
                    <a:pt x="1000" y="0"/>
                    <a:pt x="0" y="2358"/>
                    <a:pt x="1405" y="3739"/>
                  </a:cubicBezTo>
                  <a:cubicBezTo>
                    <a:pt x="1852" y="4186"/>
                    <a:pt x="2401" y="4386"/>
                    <a:pt x="2940" y="4386"/>
                  </a:cubicBezTo>
                  <a:cubicBezTo>
                    <a:pt x="4066" y="4386"/>
                    <a:pt x="5144" y="3512"/>
                    <a:pt x="5144" y="2191"/>
                  </a:cubicBezTo>
                  <a:cubicBezTo>
                    <a:pt x="5144" y="977"/>
                    <a:pt x="4168" y="0"/>
                    <a:pt x="2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2" name="Google Shape;8682;p85"/>
            <p:cNvSpPr/>
            <p:nvPr/>
          </p:nvSpPr>
          <p:spPr>
            <a:xfrm>
              <a:off x="2792800" y="3228700"/>
              <a:ext cx="267950" cy="204225"/>
            </a:xfrm>
            <a:custGeom>
              <a:avLst/>
              <a:gdLst/>
              <a:ahLst/>
              <a:cxnLst/>
              <a:rect l="l" t="t" r="r" b="b"/>
              <a:pathLst>
                <a:path w="10718" h="8169" extrusionOk="0">
                  <a:moveTo>
                    <a:pt x="5344" y="1259"/>
                  </a:moveTo>
                  <a:cubicBezTo>
                    <a:pt x="6799" y="1259"/>
                    <a:pt x="8193" y="2389"/>
                    <a:pt x="8193" y="4096"/>
                  </a:cubicBezTo>
                  <a:cubicBezTo>
                    <a:pt x="8193" y="5644"/>
                    <a:pt x="6931" y="6906"/>
                    <a:pt x="5359" y="6930"/>
                  </a:cubicBezTo>
                  <a:cubicBezTo>
                    <a:pt x="2835" y="6930"/>
                    <a:pt x="1573" y="3882"/>
                    <a:pt x="3359" y="2096"/>
                  </a:cubicBezTo>
                  <a:cubicBezTo>
                    <a:pt x="3937" y="1518"/>
                    <a:pt x="4647" y="1259"/>
                    <a:pt x="5344" y="1259"/>
                  </a:cubicBezTo>
                  <a:close/>
                  <a:moveTo>
                    <a:pt x="930" y="0"/>
                  </a:moveTo>
                  <a:cubicBezTo>
                    <a:pt x="406" y="0"/>
                    <a:pt x="1" y="429"/>
                    <a:pt x="1" y="953"/>
                  </a:cubicBezTo>
                  <a:lnTo>
                    <a:pt x="1" y="7240"/>
                  </a:lnTo>
                  <a:cubicBezTo>
                    <a:pt x="1" y="7764"/>
                    <a:pt x="430" y="8169"/>
                    <a:pt x="930" y="8169"/>
                  </a:cubicBezTo>
                  <a:lnTo>
                    <a:pt x="9789" y="8169"/>
                  </a:lnTo>
                  <a:cubicBezTo>
                    <a:pt x="10289" y="8169"/>
                    <a:pt x="10717" y="7764"/>
                    <a:pt x="10717" y="7240"/>
                  </a:cubicBezTo>
                  <a:lnTo>
                    <a:pt x="10717" y="953"/>
                  </a:lnTo>
                  <a:cubicBezTo>
                    <a:pt x="10717" y="429"/>
                    <a:pt x="10289" y="0"/>
                    <a:pt x="97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3" name="Google Shape;8683;p85"/>
            <p:cNvSpPr/>
            <p:nvPr/>
          </p:nvSpPr>
          <p:spPr>
            <a:xfrm>
              <a:off x="2919025" y="3307275"/>
              <a:ext cx="15500" cy="16100"/>
            </a:xfrm>
            <a:custGeom>
              <a:avLst/>
              <a:gdLst/>
              <a:ahLst/>
              <a:cxnLst/>
              <a:rect l="l" t="t" r="r" b="b"/>
              <a:pathLst>
                <a:path w="620" h="644" extrusionOk="0">
                  <a:moveTo>
                    <a:pt x="310" y="1"/>
                  </a:moveTo>
                  <a:cubicBezTo>
                    <a:pt x="144" y="1"/>
                    <a:pt x="1" y="144"/>
                    <a:pt x="1" y="334"/>
                  </a:cubicBezTo>
                  <a:cubicBezTo>
                    <a:pt x="1" y="501"/>
                    <a:pt x="144" y="644"/>
                    <a:pt x="310" y="644"/>
                  </a:cubicBezTo>
                  <a:cubicBezTo>
                    <a:pt x="477" y="644"/>
                    <a:pt x="620" y="501"/>
                    <a:pt x="620" y="334"/>
                  </a:cubicBezTo>
                  <a:cubicBezTo>
                    <a:pt x="620" y="144"/>
                    <a:pt x="477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684" name="Google Shape;8684;p85"/>
            <p:cNvSpPr/>
            <p:nvPr/>
          </p:nvSpPr>
          <p:spPr>
            <a:xfrm>
              <a:off x="2852700" y="3448975"/>
              <a:ext cx="148175" cy="31625"/>
            </a:xfrm>
            <a:custGeom>
              <a:avLst/>
              <a:gdLst/>
              <a:ahLst/>
              <a:cxnLst/>
              <a:rect l="l" t="t" r="r" b="b"/>
              <a:pathLst>
                <a:path w="5927" h="1265" extrusionOk="0">
                  <a:moveTo>
                    <a:pt x="1820" y="1"/>
                  </a:moveTo>
                  <a:cubicBezTo>
                    <a:pt x="1749" y="215"/>
                    <a:pt x="1630" y="429"/>
                    <a:pt x="1534" y="620"/>
                  </a:cubicBezTo>
                  <a:lnTo>
                    <a:pt x="439" y="620"/>
                  </a:lnTo>
                  <a:cubicBezTo>
                    <a:pt x="425" y="618"/>
                    <a:pt x="411" y="618"/>
                    <a:pt x="398" y="618"/>
                  </a:cubicBezTo>
                  <a:cubicBezTo>
                    <a:pt x="0" y="618"/>
                    <a:pt x="0" y="1265"/>
                    <a:pt x="398" y="1265"/>
                  </a:cubicBezTo>
                  <a:cubicBezTo>
                    <a:pt x="411" y="1265"/>
                    <a:pt x="425" y="1264"/>
                    <a:pt x="439" y="1263"/>
                  </a:cubicBezTo>
                  <a:lnTo>
                    <a:pt x="5488" y="1263"/>
                  </a:lnTo>
                  <a:cubicBezTo>
                    <a:pt x="5502" y="1264"/>
                    <a:pt x="5515" y="1265"/>
                    <a:pt x="5529" y="1265"/>
                  </a:cubicBezTo>
                  <a:cubicBezTo>
                    <a:pt x="5926" y="1265"/>
                    <a:pt x="5926" y="618"/>
                    <a:pt x="5529" y="618"/>
                  </a:cubicBezTo>
                  <a:cubicBezTo>
                    <a:pt x="5515" y="618"/>
                    <a:pt x="5502" y="618"/>
                    <a:pt x="5488" y="620"/>
                  </a:cubicBezTo>
                  <a:lnTo>
                    <a:pt x="4392" y="620"/>
                  </a:lnTo>
                  <a:cubicBezTo>
                    <a:pt x="4273" y="429"/>
                    <a:pt x="4178" y="215"/>
                    <a:pt x="4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</p:spTree>
    <p:custDataLst>
      <p:tags r:id="rId42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64"/>
          <p:cNvSpPr/>
          <p:nvPr>
            <p:custDataLst>
              <p:tags r:id="rId1"/>
            </p:custDataLst>
          </p:nvPr>
        </p:nvSpPr>
        <p:spPr>
          <a:xfrm>
            <a:off x="6044565" y="273177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1" name="圆角矩形 70"/>
          <p:cNvSpPr/>
          <p:nvPr>
            <p:custDataLst>
              <p:tags r:id="rId2"/>
            </p:custDataLst>
          </p:nvPr>
        </p:nvSpPr>
        <p:spPr>
          <a:xfrm>
            <a:off x="6044565" y="406781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72" name="圆角矩形 71"/>
          <p:cNvSpPr/>
          <p:nvPr>
            <p:custDataLst>
              <p:tags r:id="rId3"/>
            </p:custDataLst>
          </p:nvPr>
        </p:nvSpPr>
        <p:spPr>
          <a:xfrm>
            <a:off x="6044565" y="5403850"/>
            <a:ext cx="5782945" cy="1181735"/>
          </a:xfrm>
          <a:prstGeom prst="roundRect">
            <a:avLst>
              <a:gd name="adj" fmla="val 31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274320" y="906780"/>
            <a:ext cx="5320030" cy="5711190"/>
          </a:xfrm>
          <a:prstGeom prst="roundRect">
            <a:avLst>
              <a:gd name="adj" fmla="val 3865"/>
            </a:avLst>
          </a:prstGeom>
          <a:solidFill>
            <a:schemeClr val="accent5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43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工作项目类型分类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8955" y="1118870"/>
            <a:ext cx="4733290" cy="1403350"/>
            <a:chOff x="419" y="1741"/>
            <a:chExt cx="7454" cy="2210"/>
          </a:xfrm>
        </p:grpSpPr>
        <p:sp>
          <p:nvSpPr>
            <p:cNvPr id="43" name="圆角矩形 42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项目一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7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涵盖线上商城、线下门店收银一体化、会员管理、供应链协同四大模块，支持百万级用户并发，项目周期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6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个月，最终实现客户线上订单占比从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提升至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40%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零售电商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智慧购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新建项目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528955" y="2684145"/>
            <a:ext cx="4733290" cy="1403350"/>
            <a:chOff x="419" y="1741"/>
            <a:chExt cx="7454" cy="2210"/>
          </a:xfrm>
        </p:grpSpPr>
        <p:sp>
          <p:nvSpPr>
            <p:cNvPr id="12" name="圆角矩形 11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开发基于物联网与大数据的供应链调度系统，实现原材料采购、生产计划、物流配送的实时可视化管理，解决传统调度响应慢、库存积压问题，项目上线后客户库存周转率提升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25%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供应链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智能调度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系统开发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528955" y="4249420"/>
            <a:ext cx="4733290" cy="1403350"/>
            <a:chOff x="419" y="1741"/>
            <a:chExt cx="7454" cy="2210"/>
          </a:xfrm>
        </p:grpSpPr>
        <p:sp>
          <p:nvSpPr>
            <p:cNvPr id="20" name="圆角矩形 19"/>
            <p:cNvSpPr/>
            <p:nvPr/>
          </p:nvSpPr>
          <p:spPr>
            <a:xfrm>
              <a:off x="437" y="1741"/>
              <a:ext cx="1480" cy="620"/>
            </a:xfrm>
            <a:prstGeom prst="roundRect">
              <a:avLst>
                <a:gd name="adj" fmla="val 26153"/>
              </a:avLst>
            </a:pr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项目三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任意形状 56"/>
            <p:cNvSpPr/>
            <p:nvPr/>
          </p:nvSpPr>
          <p:spPr>
            <a:xfrm>
              <a:off x="6895" y="1933"/>
              <a:ext cx="921" cy="323"/>
            </a:xfrm>
            <a:prstGeom prst="roundRect">
              <a:avLst>
                <a:gd name="adj" fmla="val 21052"/>
              </a:avLst>
            </a:prstGeom>
            <a:solidFill>
              <a:schemeClr val="accent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已完成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9" y="2499"/>
              <a:ext cx="7397" cy="1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联合公司风控部门，为城商行客户开发小微贷款智能风控模型，整合企业经营数据、征信数据、行业数据共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类数据源，通过机器学习算法实现贷款审批自动化，审批时效从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天缩短至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917" y="1829"/>
              <a:ext cx="5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科技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小微贷风控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模型开发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2010" y="2411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010" y="1790"/>
              <a:ext cx="5863" cy="0"/>
            </a:xfrm>
            <a:prstGeom prst="line">
              <a:avLst/>
            </a:prstGeom>
            <a:ln w="2540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5"/>
                  </a:gs>
                </a:gsLst>
                <a:lin ang="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500380" y="5807075"/>
            <a:ext cx="188531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2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41.7%</a:t>
            </a:r>
            <a:endParaRPr kumimoji="0" lang="en-US" altLang="zh-CN" sz="42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85695" y="5945505"/>
            <a:ext cx="307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新建开发类项目占全年项目总量的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41.7%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，聚焦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1”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的产品与系统搭建。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003925" y="1854835"/>
            <a:ext cx="5904865" cy="769620"/>
            <a:chOff x="3788" y="-3405"/>
            <a:chExt cx="9299" cy="1212"/>
          </a:xfrm>
        </p:grpSpPr>
        <p:sp>
          <p:nvSpPr>
            <p:cNvPr id="38" name="文本框 37"/>
            <p:cNvSpPr txBox="1"/>
            <p:nvPr/>
          </p:nvSpPr>
          <p:spPr>
            <a:xfrm>
              <a:off x="3788" y="-3405"/>
              <a:ext cx="872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企业内部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数字化办公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平台新建项目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788" y="-2627"/>
              <a:ext cx="9299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为公司内部搭建集协同办公、流程审批、知识管理、数据看板于一体的数字化平台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03925" y="983615"/>
            <a:ext cx="1493520" cy="860425"/>
            <a:chOff x="9311" y="1741"/>
            <a:chExt cx="2352" cy="1355"/>
          </a:xfrm>
        </p:grpSpPr>
        <p:sp>
          <p:nvSpPr>
            <p:cNvPr id="41" name="文本框 40"/>
            <p:cNvSpPr txBox="1"/>
            <p:nvPr/>
          </p:nvSpPr>
          <p:spPr>
            <a:xfrm>
              <a:off x="9311" y="1741"/>
              <a:ext cx="1577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12 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500" y="2432"/>
              <a:ext cx="116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个部门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633970" y="983615"/>
            <a:ext cx="2015490" cy="860425"/>
            <a:chOff x="11836" y="1741"/>
            <a:chExt cx="3174" cy="1355"/>
          </a:xfrm>
        </p:grpSpPr>
        <p:sp>
          <p:nvSpPr>
            <p:cNvPr id="51" name="文本框 50"/>
            <p:cNvSpPr txBox="1"/>
            <p:nvPr/>
          </p:nvSpPr>
          <p:spPr>
            <a:xfrm>
              <a:off x="11836" y="1741"/>
              <a:ext cx="2312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300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3847" y="2432"/>
              <a:ext cx="1163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位员工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9785985" y="983615"/>
            <a:ext cx="1334135" cy="860425"/>
            <a:chOff x="15266" y="1741"/>
            <a:chExt cx="2101" cy="1355"/>
          </a:xfrm>
        </p:grpSpPr>
        <p:sp>
          <p:nvSpPr>
            <p:cNvPr id="54" name="文本框 53"/>
            <p:cNvSpPr txBox="1"/>
            <p:nvPr/>
          </p:nvSpPr>
          <p:spPr>
            <a:xfrm>
              <a:off x="15266" y="1741"/>
              <a:ext cx="91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5 </a:t>
              </a:r>
              <a:endPara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6020" y="2432"/>
              <a:ext cx="1347" cy="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独立办公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6003925" y="2731770"/>
            <a:ext cx="76200" cy="3853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4763" tIns="1011970" rIns="524291" bIns="2430577" numCol="1" spcCol="1270" anchor="ctr" anchorCtr="0">
            <a:noAutofit/>
          </a:bodyPr>
          <a:lstStyle/>
          <a:p>
            <a:pPr marL="0" marR="0" lvl="0" indent="0" algn="ctr" defTabSz="2400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Freeform 61"/>
          <p:cNvSpPr>
            <a:spLocks noChangeArrowheads="1"/>
          </p:cNvSpPr>
          <p:nvPr/>
        </p:nvSpPr>
        <p:spPr bwMode="auto">
          <a:xfrm>
            <a:off x="6208554" y="2921000"/>
            <a:ext cx="596265" cy="850265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58000" y="288544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阿里云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合作的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云服务器迁移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实现云资源弹性伸缩、灾备能力提升，项目完成后客户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IT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运维成本降低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58000" y="421005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某第三方支付公司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支付接口对接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替代原有单一支付接口，同时争取到支付费率优惠，客户每年支付手续费节省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8000" y="5534660"/>
            <a:ext cx="48329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某行业数据公司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数据融合应用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合作项目：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项目上线后证券公司投研部门工作效率提升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，客户持仓风险发生率降低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819130" y="3510915"/>
            <a:ext cx="1008380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19130" y="4846320"/>
            <a:ext cx="1008380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63835" y="6182360"/>
            <a:ext cx="1463675" cy="403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alpha val="6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03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>
                  <a:alpha val="6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2" name="Freeform 5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84741" y="4390390"/>
            <a:ext cx="643890" cy="643890"/>
          </a:xfrm>
          <a:custGeom>
            <a:avLst/>
            <a:gdLst>
              <a:gd name="T0" fmla="*/ 934 w 935"/>
              <a:gd name="T1" fmla="*/ 817 h 935"/>
              <a:gd name="T2" fmla="*/ 934 w 935"/>
              <a:gd name="T3" fmla="*/ 934 h 935"/>
              <a:gd name="T4" fmla="*/ 0 w 935"/>
              <a:gd name="T5" fmla="*/ 934 h 935"/>
              <a:gd name="T6" fmla="*/ 0 w 935"/>
              <a:gd name="T7" fmla="*/ 817 h 935"/>
              <a:gd name="T8" fmla="*/ 467 w 935"/>
              <a:gd name="T9" fmla="*/ 584 h 935"/>
              <a:gd name="T10" fmla="*/ 934 w 935"/>
              <a:gd name="T11" fmla="*/ 817 h 935"/>
              <a:gd name="T12" fmla="*/ 467 w 935"/>
              <a:gd name="T13" fmla="*/ 467 h 935"/>
              <a:gd name="T14" fmla="*/ 235 w 935"/>
              <a:gd name="T15" fmla="*/ 235 h 935"/>
              <a:gd name="T16" fmla="*/ 467 w 935"/>
              <a:gd name="T17" fmla="*/ 0 h 935"/>
              <a:gd name="T18" fmla="*/ 699 w 935"/>
              <a:gd name="T19" fmla="*/ 235 h 935"/>
              <a:gd name="T20" fmla="*/ 467 w 935"/>
              <a:gd name="T21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5" h="935">
                <a:moveTo>
                  <a:pt x="934" y="817"/>
                </a:moveTo>
                <a:lnTo>
                  <a:pt x="934" y="934"/>
                </a:lnTo>
                <a:lnTo>
                  <a:pt x="0" y="934"/>
                </a:lnTo>
                <a:lnTo>
                  <a:pt x="0" y="817"/>
                </a:lnTo>
                <a:cubicBezTo>
                  <a:pt x="0" y="661"/>
                  <a:pt x="311" y="584"/>
                  <a:pt x="467" y="584"/>
                </a:cubicBezTo>
                <a:cubicBezTo>
                  <a:pt x="623" y="584"/>
                  <a:pt x="934" y="661"/>
                  <a:pt x="934" y="817"/>
                </a:cubicBezTo>
                <a:close/>
                <a:moveTo>
                  <a:pt x="467" y="467"/>
                </a:moveTo>
                <a:cubicBezTo>
                  <a:pt x="339" y="467"/>
                  <a:pt x="235" y="364"/>
                  <a:pt x="235" y="235"/>
                </a:cubicBezTo>
                <a:cubicBezTo>
                  <a:pt x="235" y="107"/>
                  <a:pt x="339" y="0"/>
                  <a:pt x="467" y="0"/>
                </a:cubicBezTo>
                <a:cubicBezTo>
                  <a:pt x="596" y="0"/>
                  <a:pt x="699" y="106"/>
                  <a:pt x="699" y="235"/>
                </a:cubicBezTo>
                <a:cubicBezTo>
                  <a:pt x="699" y="363"/>
                  <a:pt x="596" y="467"/>
                  <a:pt x="467" y="46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34" name="Freeform 13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22841" y="5687695"/>
            <a:ext cx="567690" cy="632460"/>
          </a:xfrm>
          <a:custGeom>
            <a:avLst/>
            <a:gdLst>
              <a:gd name="T0" fmla="*/ 817 w 1050"/>
              <a:gd name="T1" fmla="*/ 468 h 1168"/>
              <a:gd name="T2" fmla="*/ 817 w 1050"/>
              <a:gd name="T3" fmla="*/ 350 h 1168"/>
              <a:gd name="T4" fmla="*/ 232 w 1050"/>
              <a:gd name="T5" fmla="*/ 350 h 1168"/>
              <a:gd name="T6" fmla="*/ 232 w 1050"/>
              <a:gd name="T7" fmla="*/ 468 h 1168"/>
              <a:gd name="T8" fmla="*/ 817 w 1050"/>
              <a:gd name="T9" fmla="*/ 468 h 1168"/>
              <a:gd name="T10" fmla="*/ 817 w 1050"/>
              <a:gd name="T11" fmla="*/ 700 h 1168"/>
              <a:gd name="T12" fmla="*/ 817 w 1050"/>
              <a:gd name="T13" fmla="*/ 585 h 1168"/>
              <a:gd name="T14" fmla="*/ 232 w 1050"/>
              <a:gd name="T15" fmla="*/ 585 h 1168"/>
              <a:gd name="T16" fmla="*/ 232 w 1050"/>
              <a:gd name="T17" fmla="*/ 700 h 1168"/>
              <a:gd name="T18" fmla="*/ 817 w 1050"/>
              <a:gd name="T19" fmla="*/ 700 h 1168"/>
              <a:gd name="T20" fmla="*/ 642 w 1050"/>
              <a:gd name="T21" fmla="*/ 935 h 1168"/>
              <a:gd name="T22" fmla="*/ 642 w 1050"/>
              <a:gd name="T23" fmla="*/ 818 h 1168"/>
              <a:gd name="T24" fmla="*/ 232 w 1050"/>
              <a:gd name="T25" fmla="*/ 818 h 1168"/>
              <a:gd name="T26" fmla="*/ 232 w 1050"/>
              <a:gd name="T27" fmla="*/ 935 h 1168"/>
              <a:gd name="T28" fmla="*/ 642 w 1050"/>
              <a:gd name="T29" fmla="*/ 935 h 1168"/>
              <a:gd name="T30" fmla="*/ 525 w 1050"/>
              <a:gd name="T31" fmla="*/ 118 h 1168"/>
              <a:gd name="T32" fmla="*/ 467 w 1050"/>
              <a:gd name="T33" fmla="*/ 175 h 1168"/>
              <a:gd name="T34" fmla="*/ 525 w 1050"/>
              <a:gd name="T35" fmla="*/ 235 h 1168"/>
              <a:gd name="T36" fmla="*/ 582 w 1050"/>
              <a:gd name="T37" fmla="*/ 175 h 1168"/>
              <a:gd name="T38" fmla="*/ 525 w 1050"/>
              <a:gd name="T39" fmla="*/ 118 h 1168"/>
              <a:gd name="T40" fmla="*/ 1049 w 1050"/>
              <a:gd name="T41" fmla="*/ 235 h 1168"/>
              <a:gd name="T42" fmla="*/ 1049 w 1050"/>
              <a:gd name="T43" fmla="*/ 1050 h 1168"/>
              <a:gd name="T44" fmla="*/ 932 w 1050"/>
              <a:gd name="T45" fmla="*/ 1167 h 1168"/>
              <a:gd name="T46" fmla="*/ 117 w 1050"/>
              <a:gd name="T47" fmla="*/ 1167 h 1168"/>
              <a:gd name="T48" fmla="*/ 0 w 1050"/>
              <a:gd name="T49" fmla="*/ 1050 h 1168"/>
              <a:gd name="T50" fmla="*/ 0 w 1050"/>
              <a:gd name="T51" fmla="*/ 235 h 1168"/>
              <a:gd name="T52" fmla="*/ 117 w 1050"/>
              <a:gd name="T53" fmla="*/ 118 h 1168"/>
              <a:gd name="T54" fmla="*/ 361 w 1050"/>
              <a:gd name="T55" fmla="*/ 118 h 1168"/>
              <a:gd name="T56" fmla="*/ 525 w 1050"/>
              <a:gd name="T57" fmla="*/ 0 h 1168"/>
              <a:gd name="T58" fmla="*/ 689 w 1050"/>
              <a:gd name="T59" fmla="*/ 118 h 1168"/>
              <a:gd name="T60" fmla="*/ 932 w 1050"/>
              <a:gd name="T61" fmla="*/ 118 h 1168"/>
              <a:gd name="T62" fmla="*/ 1049 w 1050"/>
              <a:gd name="T63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0" h="1168">
                <a:moveTo>
                  <a:pt x="817" y="468"/>
                </a:moveTo>
                <a:lnTo>
                  <a:pt x="817" y="350"/>
                </a:lnTo>
                <a:lnTo>
                  <a:pt x="232" y="350"/>
                </a:lnTo>
                <a:lnTo>
                  <a:pt x="232" y="468"/>
                </a:lnTo>
                <a:lnTo>
                  <a:pt x="817" y="468"/>
                </a:lnTo>
                <a:close/>
                <a:moveTo>
                  <a:pt x="817" y="700"/>
                </a:moveTo>
                <a:lnTo>
                  <a:pt x="817" y="585"/>
                </a:lnTo>
                <a:lnTo>
                  <a:pt x="232" y="585"/>
                </a:lnTo>
                <a:lnTo>
                  <a:pt x="232" y="700"/>
                </a:lnTo>
                <a:lnTo>
                  <a:pt x="817" y="700"/>
                </a:lnTo>
                <a:close/>
                <a:moveTo>
                  <a:pt x="642" y="935"/>
                </a:moveTo>
                <a:lnTo>
                  <a:pt x="642" y="818"/>
                </a:lnTo>
                <a:lnTo>
                  <a:pt x="232" y="818"/>
                </a:lnTo>
                <a:lnTo>
                  <a:pt x="232" y="935"/>
                </a:lnTo>
                <a:lnTo>
                  <a:pt x="642" y="935"/>
                </a:lnTo>
                <a:close/>
                <a:moveTo>
                  <a:pt x="525" y="118"/>
                </a:moveTo>
                <a:cubicBezTo>
                  <a:pt x="493" y="118"/>
                  <a:pt x="467" y="143"/>
                  <a:pt x="467" y="175"/>
                </a:cubicBezTo>
                <a:cubicBezTo>
                  <a:pt x="467" y="208"/>
                  <a:pt x="493" y="235"/>
                  <a:pt x="525" y="235"/>
                </a:cubicBezTo>
                <a:cubicBezTo>
                  <a:pt x="558" y="235"/>
                  <a:pt x="582" y="208"/>
                  <a:pt x="582" y="175"/>
                </a:cubicBezTo>
                <a:cubicBezTo>
                  <a:pt x="582" y="143"/>
                  <a:pt x="558" y="118"/>
                  <a:pt x="525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5" y="118"/>
                  <a:pt x="117" y="118"/>
                </a:cubicBezTo>
                <a:lnTo>
                  <a:pt x="361" y="118"/>
                </a:lnTo>
                <a:cubicBezTo>
                  <a:pt x="385" y="50"/>
                  <a:pt x="449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项目团队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配置情况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团队协作模式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采用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项目组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跨部门支持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双轨模式，以核心成员为推进核心。项目组负责全流程，含需求拆解、进度把控、风险预警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项核心工作。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27" name="组合 126"/>
          <p:cNvGrpSpPr/>
          <p:nvPr>
            <p:custDataLst>
              <p:tags r:id="rId7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1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团队沟通机制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1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日常用飞书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企业微信同步动态，确保信息传递无延迟。每周开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次项目例会，复盘进度、定周任务、解协作问题。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2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1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核心成员构成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核心成员需具备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年以上相关经验，确保需求理解与执行能力达标。明确各岗位职责边界，避免工作重叠，保障项目推进有序。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74" name="组合 73"/>
          <p:cNvGrpSpPr/>
          <p:nvPr>
            <p:custDataLst>
              <p:tags r:id="rId17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人员变动情况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全年核心成员变动率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，低于行业平均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，团队稳定性较强。变动原因分两类：内部调岗（占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）、个人离职（占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32" name="组合 131"/>
          <p:cNvGrpSpPr/>
          <p:nvPr>
            <p:custDataLst>
              <p:tags r:id="rId22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2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2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2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团队激励机制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36" name="文本框 135"/>
            <p:cNvSpPr txBox="1"/>
            <p:nvPr>
              <p:custDataLst>
                <p:tags r:id="rId2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物质激励：项目达标后，核心成员获现金奖金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/[X]%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项目分红。成长激励：优先推荐优秀成员参与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个公司重点项目。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42" name="组合 141"/>
          <p:cNvGrpSpPr/>
          <p:nvPr>
            <p:custDataLst>
              <p:tags r:id="rId2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2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2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3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资源支持配置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3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每个项目配置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套专业工具（如项目管理软件、设计工具）。项目专项预算占总预算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，保障开发、测试等环节资源充足。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32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5" name="文本框 154"/>
          <p:cNvSpPr txBox="1"/>
          <p:nvPr>
            <p:custDataLst>
              <p:tags r:id="rId33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系列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的人员配置相对较少，特别是类别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只有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应分析其工作效率和项目进展，确保不会影响整体项目进度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各系列团队配置合理，没有发现异常数据说明项目团队配置按计划进行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-3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提升团队能力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提高市场竞争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-9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优化客户服务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15595" y="1040130"/>
            <a:ext cx="11588750" cy="523875"/>
          </a:xfrm>
          <a:prstGeom prst="roundRect">
            <a:avLst>
              <a:gd name="adj" fmla="val 106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288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项目关联方情况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18490" y="1102360"/>
            <a:ext cx="2238375" cy="414020"/>
            <a:chOff x="3072" y="1580"/>
            <a:chExt cx="3525" cy="652"/>
          </a:xfrm>
        </p:grpSpPr>
        <p:sp>
          <p:nvSpPr>
            <p:cNvPr id="63" name="文本框 62"/>
            <p:cNvSpPr txBox="1"/>
            <p:nvPr/>
          </p:nvSpPr>
          <p:spPr>
            <a:xfrm>
              <a:off x="3909" y="1592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内部关联部门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072" y="1580"/>
              <a:ext cx="718" cy="652"/>
              <a:chOff x="2646" y="1565"/>
              <a:chExt cx="718" cy="652"/>
            </a:xfrm>
          </p:grpSpPr>
          <p:sp>
            <p:nvSpPr>
              <p:cNvPr id="13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646" y="1601"/>
                <a:ext cx="71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01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4424045" y="1094740"/>
            <a:ext cx="2288540" cy="414020"/>
            <a:chOff x="7959" y="1580"/>
            <a:chExt cx="3604" cy="652"/>
          </a:xfrm>
        </p:grpSpPr>
        <p:sp>
          <p:nvSpPr>
            <p:cNvPr id="64" name="文本框 63"/>
            <p:cNvSpPr txBox="1"/>
            <p:nvPr/>
          </p:nvSpPr>
          <p:spPr>
            <a:xfrm>
              <a:off x="8875" y="1592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外部关联项目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959" y="1580"/>
              <a:ext cx="761" cy="652"/>
              <a:chOff x="2646" y="1565"/>
              <a:chExt cx="761" cy="652"/>
            </a:xfrm>
          </p:grpSpPr>
          <p:sp>
            <p:nvSpPr>
              <p:cNvPr id="9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646" y="1601"/>
                <a:ext cx="761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02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8279765" y="1094740"/>
            <a:ext cx="2514600" cy="414020"/>
            <a:chOff x="12601" y="1580"/>
            <a:chExt cx="3960" cy="652"/>
          </a:xfrm>
        </p:grpSpPr>
        <p:sp>
          <p:nvSpPr>
            <p:cNvPr id="65" name="文本框 64"/>
            <p:cNvSpPr txBox="1"/>
            <p:nvPr/>
          </p:nvSpPr>
          <p:spPr>
            <a:xfrm>
              <a:off x="13473" y="1592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关联方沟通机制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2601" y="1580"/>
              <a:ext cx="762" cy="652"/>
              <a:chOff x="2646" y="1565"/>
              <a:chExt cx="762" cy="652"/>
            </a:xfrm>
          </p:grpSpPr>
          <p:sp>
            <p:nvSpPr>
              <p:cNvPr id="19" name="任意形状 12"/>
              <p:cNvSpPr/>
              <p:nvPr/>
            </p:nvSpPr>
            <p:spPr>
              <a:xfrm>
                <a:off x="2668" y="1565"/>
                <a:ext cx="675" cy="652"/>
              </a:xfrm>
              <a:custGeom>
                <a:avLst/>
                <a:gdLst>
                  <a:gd name="connsiteX0" fmla="*/ 675640 w 675639"/>
                  <a:gd name="connsiteY0" fmla="*/ 337820 h 675639"/>
                  <a:gd name="connsiteX1" fmla="*/ 337820 w 675639"/>
                  <a:gd name="connsiteY1" fmla="*/ 675640 h 675639"/>
                  <a:gd name="connsiteX2" fmla="*/ 0 w 675639"/>
                  <a:gd name="connsiteY2" fmla="*/ 337820 h 675639"/>
                  <a:gd name="connsiteX3" fmla="*/ 337820 w 675639"/>
                  <a:gd name="connsiteY3" fmla="*/ 0 h 675639"/>
                  <a:gd name="connsiteX4" fmla="*/ 675640 w 675639"/>
                  <a:gd name="connsiteY4" fmla="*/ 337820 h 67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639" h="675639">
                    <a:moveTo>
                      <a:pt x="675640" y="337820"/>
                    </a:moveTo>
                    <a:cubicBezTo>
                      <a:pt x="675640" y="524393"/>
                      <a:pt x="524393" y="675640"/>
                      <a:pt x="337820" y="675640"/>
                    </a:cubicBezTo>
                    <a:cubicBezTo>
                      <a:pt x="151247" y="675640"/>
                      <a:pt x="0" y="524393"/>
                      <a:pt x="0" y="337820"/>
                    </a:cubicBezTo>
                    <a:cubicBezTo>
                      <a:pt x="0" y="151247"/>
                      <a:pt x="151247" y="0"/>
                      <a:pt x="337820" y="0"/>
                    </a:cubicBezTo>
                    <a:cubicBezTo>
                      <a:pt x="524393" y="0"/>
                      <a:pt x="675640" y="151247"/>
                      <a:pt x="675640" y="3378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646" y="1601"/>
                <a:ext cx="762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03</a:t>
                </a:r>
                <a:endParaRPr kumimoji="1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618490" y="1679575"/>
            <a:ext cx="3351530" cy="2305685"/>
            <a:chOff x="974" y="2645"/>
            <a:chExt cx="5278" cy="3631"/>
          </a:xfrm>
        </p:grpSpPr>
        <p:sp>
          <p:nvSpPr>
            <p:cNvPr id="20" name="任意形状 19"/>
            <p:cNvSpPr/>
            <p:nvPr/>
          </p:nvSpPr>
          <p:spPr>
            <a:xfrm flipH="1">
              <a:off x="1033" y="3510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1" name="任意形状 20"/>
            <p:cNvSpPr/>
            <p:nvPr/>
          </p:nvSpPr>
          <p:spPr>
            <a:xfrm>
              <a:off x="1075" y="3860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1075" y="4852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74" y="2645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涉及产品部、技术部、运营部等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个核心部门，主要协作内容如下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309" y="3510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产品部：负责需求梳理、原型设计及需求文档交付，确保产品功能符合用户预期。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309" y="4447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技术部：提供后端开发、前端迭代及测试支持，保障产品功能稳定上线。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309" y="5384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运营部：配合产品上线节奏，开展用户推广、活动策划及用户反馈收集工作。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6" name="任意形状 21"/>
            <p:cNvSpPr/>
            <p:nvPr/>
          </p:nvSpPr>
          <p:spPr>
            <a:xfrm>
              <a:off x="1075" y="5808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448810" y="1679575"/>
            <a:ext cx="3351530" cy="2305050"/>
            <a:chOff x="7006" y="2645"/>
            <a:chExt cx="5278" cy="3630"/>
          </a:xfrm>
        </p:grpSpPr>
        <p:sp>
          <p:nvSpPr>
            <p:cNvPr id="52" name="任意形状 19"/>
            <p:cNvSpPr/>
            <p:nvPr/>
          </p:nvSpPr>
          <p:spPr>
            <a:xfrm flipH="1">
              <a:off x="7065" y="3509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3" name="任意形状 20"/>
            <p:cNvSpPr/>
            <p:nvPr/>
          </p:nvSpPr>
          <p:spPr>
            <a:xfrm>
              <a:off x="7107" y="3859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4" name="任意形状 21"/>
            <p:cNvSpPr/>
            <p:nvPr/>
          </p:nvSpPr>
          <p:spPr>
            <a:xfrm>
              <a:off x="7107" y="4851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7006" y="2645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包括字节跳动、极光数据、阿里云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等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家外部机构，合作内容涵盖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341" y="3509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字节跳动：提供信息流广告投放资源，助力产品新用户获客。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341" y="4446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极光数据：输出用户行为分析报告，为产品功能优化提供数据支撑。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7341" y="5383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阿里云：提供云服务器及数据存储服务，保障产品运行稳定性。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任意形状 21"/>
            <p:cNvSpPr/>
            <p:nvPr/>
          </p:nvSpPr>
          <p:spPr>
            <a:xfrm>
              <a:off x="7107" y="5807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279130" y="1679575"/>
            <a:ext cx="3351530" cy="2305685"/>
            <a:chOff x="2486" y="2347"/>
            <a:chExt cx="5278" cy="3631"/>
          </a:xfrm>
        </p:grpSpPr>
        <p:sp>
          <p:nvSpPr>
            <p:cNvPr id="61" name="任意形状 19"/>
            <p:cNvSpPr/>
            <p:nvPr/>
          </p:nvSpPr>
          <p:spPr>
            <a:xfrm flipH="1">
              <a:off x="2545" y="3211"/>
              <a:ext cx="120" cy="2767"/>
            </a:xfrm>
            <a:custGeom>
              <a:avLst/>
              <a:gdLst>
                <a:gd name="connsiteX0" fmla="*/ 0 w 12700"/>
                <a:gd name="connsiteY0" fmla="*/ 0 h 1998980"/>
                <a:gd name="connsiteX1" fmla="*/ 0 w 12700"/>
                <a:gd name="connsiteY1" fmla="*/ 1998980 h 199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0" h="1998980">
                  <a:moveTo>
                    <a:pt x="0" y="0"/>
                  </a:moveTo>
                  <a:lnTo>
                    <a:pt x="0" y="1998980"/>
                  </a:lnTo>
                </a:path>
              </a:pathLst>
            </a:custGeom>
            <a:ln w="15875" cap="flat" cmpd="sng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2" name="任意形状 20"/>
            <p:cNvSpPr/>
            <p:nvPr/>
          </p:nvSpPr>
          <p:spPr>
            <a:xfrm>
              <a:off x="2587" y="3561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5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6" name="任意形状 21"/>
            <p:cNvSpPr/>
            <p:nvPr/>
          </p:nvSpPr>
          <p:spPr>
            <a:xfrm>
              <a:off x="2587" y="4553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486" y="2347"/>
              <a:ext cx="527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建立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定期会议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即时沟通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双轨机制，确保协作高效</a:t>
              </a:r>
              <a:endPara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821" y="3211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日组织线下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线上结合的关联方协调会，同步项目进度、同步待解决问题。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21" y="4148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日常沟通使用企业微信专属群，技术、运营等关键岗位人员实时响应需求变更或紧急问题。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821" y="5085"/>
              <a:ext cx="4792" cy="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会议后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小时内输出会议纪要及待办清单，明确责任方与完成时限，避免信息遗漏。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71" name="任意形状 21"/>
            <p:cNvSpPr/>
            <p:nvPr/>
          </p:nvSpPr>
          <p:spPr>
            <a:xfrm>
              <a:off x="2587" y="5509"/>
              <a:ext cx="156" cy="156"/>
            </a:xfrm>
            <a:custGeom>
              <a:avLst/>
              <a:gdLst>
                <a:gd name="connsiteX0" fmla="*/ 99060 w 99060"/>
                <a:gd name="connsiteY0" fmla="*/ 49530 h 99060"/>
                <a:gd name="connsiteX1" fmla="*/ 49530 w 99060"/>
                <a:gd name="connsiteY1" fmla="*/ 99060 h 99060"/>
                <a:gd name="connsiteX2" fmla="*/ 0 w 99060"/>
                <a:gd name="connsiteY2" fmla="*/ 49530 h 99060"/>
                <a:gd name="connsiteX3" fmla="*/ 49530 w 99060"/>
                <a:gd name="connsiteY3" fmla="*/ 0 h 99060"/>
                <a:gd name="connsiteX4" fmla="*/ 99060 w 99060"/>
                <a:gd name="connsiteY4" fmla="*/ 49530 h 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" h="99060">
                  <a:moveTo>
                    <a:pt x="99060" y="49530"/>
                  </a:moveTo>
                  <a:cubicBezTo>
                    <a:pt x="99060" y="76885"/>
                    <a:pt x="76885" y="99060"/>
                    <a:pt x="49530" y="99060"/>
                  </a:cubicBezTo>
                  <a:cubicBezTo>
                    <a:pt x="22175" y="99060"/>
                    <a:pt x="0" y="76885"/>
                    <a:pt x="0" y="49530"/>
                  </a:cubicBezTo>
                  <a:cubicBezTo>
                    <a:pt x="0" y="22175"/>
                    <a:pt x="22175" y="0"/>
                    <a:pt x="49530" y="0"/>
                  </a:cubicBezTo>
                  <a:cubicBezTo>
                    <a:pt x="76885" y="0"/>
                    <a:pt x="99060" y="22176"/>
                    <a:pt x="99060" y="49530"/>
                  </a:cubicBezTo>
                  <a:close/>
                </a:path>
              </a:pathLst>
            </a:custGeom>
            <a:solidFill>
              <a:schemeClr val="accent1"/>
            </a:solidFill>
            <a:ln w="77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93" name="任意形状 89"/>
          <p:cNvSpPr/>
          <p:nvPr/>
        </p:nvSpPr>
        <p:spPr>
          <a:xfrm>
            <a:off x="1554480" y="4418330"/>
            <a:ext cx="10344785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4" name="任意形状 90"/>
          <p:cNvSpPr/>
          <p:nvPr/>
        </p:nvSpPr>
        <p:spPr>
          <a:xfrm>
            <a:off x="1554480" y="4848860"/>
            <a:ext cx="10349865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5" name="任意形状 91"/>
          <p:cNvSpPr/>
          <p:nvPr/>
        </p:nvSpPr>
        <p:spPr>
          <a:xfrm>
            <a:off x="1673225" y="5279390"/>
            <a:ext cx="10231120" cy="309880"/>
          </a:xfrm>
          <a:custGeom>
            <a:avLst/>
            <a:gdLst>
              <a:gd name="connsiteX0" fmla="*/ 0 w 8879840"/>
              <a:gd name="connsiteY0" fmla="*/ 0 h 309880"/>
              <a:gd name="connsiteX1" fmla="*/ 8879840 w 8879840"/>
              <a:gd name="connsiteY1" fmla="*/ 0 h 309880"/>
              <a:gd name="connsiteX2" fmla="*/ 8879840 w 8879840"/>
              <a:gd name="connsiteY2" fmla="*/ 309880 h 309880"/>
              <a:gd name="connsiteX3" fmla="*/ 0 w 8879840"/>
              <a:gd name="connsiteY3" fmla="*/ 30988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9840" h="309880">
                <a:moveTo>
                  <a:pt x="0" y="0"/>
                </a:moveTo>
                <a:lnTo>
                  <a:pt x="8879840" y="0"/>
                </a:lnTo>
                <a:lnTo>
                  <a:pt x="8879840" y="309880"/>
                </a:lnTo>
                <a:lnTo>
                  <a:pt x="0" y="309880"/>
                </a:lnTo>
                <a:close/>
              </a:path>
            </a:pathLst>
          </a:custGeom>
          <a:solidFill>
            <a:schemeClr val="accent5">
              <a:alpha val="20000"/>
            </a:schemeClr>
          </a:solidFill>
          <a:ln w="11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6" name="任意形状 103"/>
          <p:cNvSpPr/>
          <p:nvPr/>
        </p:nvSpPr>
        <p:spPr>
          <a:xfrm>
            <a:off x="309880" y="4418330"/>
            <a:ext cx="1437005" cy="309880"/>
          </a:xfrm>
          <a:custGeom>
            <a:avLst/>
            <a:gdLst>
              <a:gd name="connsiteX0" fmla="*/ 154940 w 1396999"/>
              <a:gd name="connsiteY0" fmla="*/ 0 h 309879"/>
              <a:gd name="connsiteX1" fmla="*/ 1397000 w 1396999"/>
              <a:gd name="connsiteY1" fmla="*/ 0 h 309879"/>
              <a:gd name="connsiteX2" fmla="*/ 1397000 w 1396999"/>
              <a:gd name="connsiteY2" fmla="*/ 309880 h 309879"/>
              <a:gd name="connsiteX3" fmla="*/ 154940 w 1396999"/>
              <a:gd name="connsiteY3" fmla="*/ 309880 h 309879"/>
              <a:gd name="connsiteX4" fmla="*/ 0 w 1396999"/>
              <a:gd name="connsiteY4" fmla="*/ 154940 h 309879"/>
              <a:gd name="connsiteX5" fmla="*/ 0 w 1396999"/>
              <a:gd name="connsiteY5" fmla="*/ 154940 h 309879"/>
              <a:gd name="connsiteX6" fmla="*/ 154940 w 1396999"/>
              <a:gd name="connsiteY6" fmla="*/ 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79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内部关联部门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7" name="任意形状 104"/>
          <p:cNvSpPr/>
          <p:nvPr/>
        </p:nvSpPr>
        <p:spPr>
          <a:xfrm>
            <a:off x="309880" y="4848860"/>
            <a:ext cx="1437005" cy="309880"/>
          </a:xfrm>
          <a:custGeom>
            <a:avLst/>
            <a:gdLst>
              <a:gd name="connsiteX0" fmla="*/ 154940 w 1396999"/>
              <a:gd name="connsiteY0" fmla="*/ 0 h 309880"/>
              <a:gd name="connsiteX1" fmla="*/ 1397000 w 1396999"/>
              <a:gd name="connsiteY1" fmla="*/ 0 h 309880"/>
              <a:gd name="connsiteX2" fmla="*/ 1397000 w 1396999"/>
              <a:gd name="connsiteY2" fmla="*/ 309880 h 309880"/>
              <a:gd name="connsiteX3" fmla="*/ 154940 w 1396999"/>
              <a:gd name="connsiteY3" fmla="*/ 309880 h 309880"/>
              <a:gd name="connsiteX4" fmla="*/ 0 w 1396999"/>
              <a:gd name="connsiteY4" fmla="*/ 154940 h 309880"/>
              <a:gd name="connsiteX5" fmla="*/ 0 w 1396999"/>
              <a:gd name="connsiteY5" fmla="*/ 154940 h 309880"/>
              <a:gd name="connsiteX6" fmla="*/ 154940 w 1396999"/>
              <a:gd name="connsiteY6" fmla="*/ 0 h 30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80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外部关联项目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8" name="任意形状 105"/>
          <p:cNvSpPr/>
          <p:nvPr/>
        </p:nvSpPr>
        <p:spPr>
          <a:xfrm>
            <a:off x="309880" y="5279390"/>
            <a:ext cx="1437005" cy="309880"/>
          </a:xfrm>
          <a:custGeom>
            <a:avLst/>
            <a:gdLst>
              <a:gd name="connsiteX0" fmla="*/ 154940 w 1396999"/>
              <a:gd name="connsiteY0" fmla="*/ 0 h 309879"/>
              <a:gd name="connsiteX1" fmla="*/ 1397000 w 1396999"/>
              <a:gd name="connsiteY1" fmla="*/ 0 h 309879"/>
              <a:gd name="connsiteX2" fmla="*/ 1397000 w 1396999"/>
              <a:gd name="connsiteY2" fmla="*/ 309880 h 309879"/>
              <a:gd name="connsiteX3" fmla="*/ 154940 w 1396999"/>
              <a:gd name="connsiteY3" fmla="*/ 309880 h 309879"/>
              <a:gd name="connsiteX4" fmla="*/ 0 w 1396999"/>
              <a:gd name="connsiteY4" fmla="*/ 154940 h 309879"/>
              <a:gd name="connsiteX5" fmla="*/ 0 w 1396999"/>
              <a:gd name="connsiteY5" fmla="*/ 154940 h 309879"/>
              <a:gd name="connsiteX6" fmla="*/ 154940 w 1396999"/>
              <a:gd name="connsiteY6" fmla="*/ 0 h 309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6999" h="309879">
                <a:moveTo>
                  <a:pt x="154940" y="0"/>
                </a:moveTo>
                <a:lnTo>
                  <a:pt x="1397000" y="0"/>
                </a:lnTo>
                <a:lnTo>
                  <a:pt x="1397000" y="309880"/>
                </a:lnTo>
                <a:lnTo>
                  <a:pt x="154940" y="309880"/>
                </a:lnTo>
                <a:cubicBezTo>
                  <a:pt x="69850" y="309880"/>
                  <a:pt x="0" y="240030"/>
                  <a:pt x="0" y="154940"/>
                </a:cubicBezTo>
                <a:lnTo>
                  <a:pt x="0" y="154940"/>
                </a:lnTo>
                <a:cubicBezTo>
                  <a:pt x="1270" y="69850"/>
                  <a:pt x="69850" y="0"/>
                  <a:pt x="154940" y="0"/>
                </a:cubicBezTo>
                <a:close/>
              </a:path>
            </a:pathLst>
          </a:custGeom>
          <a:solidFill>
            <a:schemeClr val="accent1"/>
          </a:solidFill>
          <a:ln w="448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关联方沟通机制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0" name="任意形状 83"/>
          <p:cNvSpPr/>
          <p:nvPr/>
        </p:nvSpPr>
        <p:spPr>
          <a:xfrm>
            <a:off x="309880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项目名称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时间安排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81" name="任意形状 84"/>
          <p:cNvSpPr/>
          <p:nvPr/>
        </p:nvSpPr>
        <p:spPr>
          <a:xfrm>
            <a:off x="4944745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第二季度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2" name="任意形状 85"/>
          <p:cNvSpPr/>
          <p:nvPr/>
        </p:nvSpPr>
        <p:spPr>
          <a:xfrm>
            <a:off x="7263765" y="5861050"/>
            <a:ext cx="2317750" cy="497840"/>
          </a:xfrm>
          <a:custGeom>
            <a:avLst/>
            <a:gdLst>
              <a:gd name="connsiteX0" fmla="*/ 0 w 2252979"/>
              <a:gd name="connsiteY0" fmla="*/ 0 h 497840"/>
              <a:gd name="connsiteX1" fmla="*/ 2252980 w 2252979"/>
              <a:gd name="connsiteY1" fmla="*/ 0 h 497840"/>
              <a:gd name="connsiteX2" fmla="*/ 2252980 w 2252979"/>
              <a:gd name="connsiteY2" fmla="*/ 497840 h 497840"/>
              <a:gd name="connsiteX3" fmla="*/ 0 w 2252979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79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第三季度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3" name="任意形状 86"/>
          <p:cNvSpPr/>
          <p:nvPr/>
        </p:nvSpPr>
        <p:spPr>
          <a:xfrm>
            <a:off x="9580880" y="5861050"/>
            <a:ext cx="2317750" cy="497840"/>
          </a:xfrm>
          <a:custGeom>
            <a:avLst/>
            <a:gdLst>
              <a:gd name="connsiteX0" fmla="*/ 0 w 2252979"/>
              <a:gd name="connsiteY0" fmla="*/ 0 h 497840"/>
              <a:gd name="connsiteX1" fmla="*/ 2252981 w 2252979"/>
              <a:gd name="connsiteY1" fmla="*/ 0 h 497840"/>
              <a:gd name="connsiteX2" fmla="*/ 2252981 w 2252979"/>
              <a:gd name="connsiteY2" fmla="*/ 497840 h 497840"/>
              <a:gd name="connsiteX3" fmla="*/ 0 w 2252979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79" h="497840">
                <a:moveTo>
                  <a:pt x="0" y="0"/>
                </a:moveTo>
                <a:lnTo>
                  <a:pt x="2252981" y="0"/>
                </a:lnTo>
                <a:lnTo>
                  <a:pt x="2252981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第四季度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99" name="任意形状 115"/>
          <p:cNvSpPr/>
          <p:nvPr/>
        </p:nvSpPr>
        <p:spPr>
          <a:xfrm>
            <a:off x="2627630" y="5861050"/>
            <a:ext cx="2317750" cy="497840"/>
          </a:xfrm>
          <a:custGeom>
            <a:avLst/>
            <a:gdLst>
              <a:gd name="connsiteX0" fmla="*/ 0 w 2252980"/>
              <a:gd name="connsiteY0" fmla="*/ 0 h 497840"/>
              <a:gd name="connsiteX1" fmla="*/ 2252980 w 2252980"/>
              <a:gd name="connsiteY1" fmla="*/ 0 h 497840"/>
              <a:gd name="connsiteX2" fmla="*/ 2252980 w 2252980"/>
              <a:gd name="connsiteY2" fmla="*/ 497840 h 497840"/>
              <a:gd name="connsiteX3" fmla="*/ 0 w 2252980"/>
              <a:gd name="connsiteY3" fmla="*/ 497840 h 4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980" h="497840">
                <a:moveTo>
                  <a:pt x="0" y="0"/>
                </a:moveTo>
                <a:lnTo>
                  <a:pt x="2252980" y="0"/>
                </a:lnTo>
                <a:lnTo>
                  <a:pt x="2252980" y="497840"/>
                </a:lnTo>
                <a:lnTo>
                  <a:pt x="0" y="497840"/>
                </a:lnTo>
                <a:close/>
              </a:path>
            </a:pathLst>
          </a:custGeom>
          <a:solidFill>
            <a:schemeClr val="accent5"/>
          </a:solidFill>
          <a:ln w="1148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第一季度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2011680" y="4485640"/>
            <a:ext cx="354965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涉及产品部、技术部、运营部等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3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个核心部门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5871845" y="4485640"/>
            <a:ext cx="273558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呈现了项目运行的资源基础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2733040" y="4911090"/>
            <a:ext cx="35833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流量合作、极光数据、用户数据分析、服务器供应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3488055" y="5340985"/>
            <a:ext cx="4216400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定期会议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即时沟通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双轨机制，确保协作高效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9298305" y="4485640"/>
            <a:ext cx="18434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完善项目整体概况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7105650" y="4911090"/>
            <a:ext cx="3583305" cy="1803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助力产品新用户获客，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保障产品运行稳定性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9450070" y="5340985"/>
            <a:ext cx="2180590" cy="15875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同步项目进度、同步待解决问题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/>
          <p:cNvSpPr/>
          <p:nvPr/>
        </p:nvSpPr>
        <p:spPr>
          <a:xfrm>
            <a:off x="6400165" y="1729105"/>
            <a:ext cx="5490210" cy="2167255"/>
          </a:xfrm>
          <a:prstGeom prst="roundRect">
            <a:avLst>
              <a:gd name="adj" fmla="val 451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3431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aphicFrame>
        <p:nvGraphicFramePr>
          <p:cNvPr id="23" name="图表 22"/>
          <p:cNvGraphicFramePr/>
          <p:nvPr/>
        </p:nvGraphicFramePr>
        <p:xfrm>
          <a:off x="224155" y="897255"/>
          <a:ext cx="5862955" cy="3071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矩形 14"/>
          <p:cNvSpPr/>
          <p:nvPr/>
        </p:nvSpPr>
        <p:spPr>
          <a:xfrm>
            <a:off x="234315" y="4175760"/>
            <a:ext cx="11653520" cy="5257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关键指标完成情况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284480" y="4966695"/>
            <a:ext cx="2190750" cy="1319530"/>
            <a:chOff x="448" y="7560"/>
            <a:chExt cx="3450" cy="2078"/>
          </a:xfrm>
        </p:grpSpPr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448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800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448" y="9108"/>
              <a:ext cx="3450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年初目标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3422650" y="4966695"/>
            <a:ext cx="2190750" cy="1319530"/>
            <a:chOff x="5150" y="7560"/>
            <a:chExt cx="3450" cy="2078"/>
          </a:xfrm>
        </p:grpSpPr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150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920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150" y="9108"/>
              <a:ext cx="3451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实际完成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10" name="直线连接符 21"/>
          <p:cNvCxnSpPr/>
          <p:nvPr>
            <p:custDataLst>
              <p:tags r:id="rId8"/>
            </p:custDataLst>
          </p:nvPr>
        </p:nvCxnSpPr>
        <p:spPr>
          <a:xfrm>
            <a:off x="294894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6560820" y="4966695"/>
            <a:ext cx="2190750" cy="1320165"/>
            <a:chOff x="448" y="7560"/>
            <a:chExt cx="3450" cy="2079"/>
          </a:xfrm>
        </p:grpSpPr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448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115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448" y="9108"/>
              <a:ext cx="3450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完成率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2"/>
            </p:custDataLst>
          </p:nvPr>
        </p:nvGrpSpPr>
        <p:grpSpPr>
          <a:xfrm>
            <a:off x="9698990" y="4966695"/>
            <a:ext cx="2191385" cy="1320165"/>
            <a:chOff x="5150" y="7560"/>
            <a:chExt cx="3451" cy="2079"/>
          </a:xfrm>
        </p:grpSpPr>
        <p:sp>
          <p:nvSpPr>
            <p:cNvPr id="38" name="文本框 37"/>
            <p:cNvSpPr txBox="1"/>
            <p:nvPr>
              <p:custDataLst>
                <p:tags r:id="rId13"/>
              </p:custDataLst>
            </p:nvPr>
          </p:nvSpPr>
          <p:spPr>
            <a:xfrm>
              <a:off x="5150" y="7560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4"/>
              </p:custDataLst>
            </p:nvPr>
          </p:nvSpPr>
          <p:spPr>
            <a:xfrm>
              <a:off x="5150" y="9108"/>
              <a:ext cx="3451" cy="531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同比增长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cxnSp>
        <p:nvCxnSpPr>
          <p:cNvPr id="41" name="直线连接符 21"/>
          <p:cNvCxnSpPr/>
          <p:nvPr>
            <p:custDataLst>
              <p:tags r:id="rId15"/>
            </p:custDataLst>
          </p:nvPr>
        </p:nvCxnSpPr>
        <p:spPr>
          <a:xfrm>
            <a:off x="922528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21"/>
          <p:cNvCxnSpPr/>
          <p:nvPr>
            <p:custDataLst>
              <p:tags r:id="rId16"/>
            </p:custDataLst>
          </p:nvPr>
        </p:nvCxnSpPr>
        <p:spPr>
          <a:xfrm>
            <a:off x="6087110" y="4976384"/>
            <a:ext cx="0" cy="1300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560185" y="1844040"/>
            <a:ext cx="5251450" cy="193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·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核心产品营收偏低，需分析原因并制定提升策略。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·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推论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活跃用户数高，表明产品具有较好的用户粘性，应保持并强化用户活跃度。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6400165" y="1168400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422073" y="1171575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核心产品营收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260715" y="1165225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282623" y="1168400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用户活跃度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10121265" y="1171575"/>
            <a:ext cx="1733550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0143173" y="1174750"/>
            <a:ext cx="16897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成本增长总额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0637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1160" y="3098800"/>
            <a:ext cx="5594350" cy="18294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70295" y="3100705"/>
            <a:ext cx="5594350" cy="18294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69660" y="1085850"/>
            <a:ext cx="5594985" cy="18294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1160" y="1085850"/>
            <a:ext cx="5594350" cy="18275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2" name="任意形状 9"/>
          <p:cNvSpPr/>
          <p:nvPr/>
        </p:nvSpPr>
        <p:spPr>
          <a:xfrm>
            <a:off x="4175125" y="1084580"/>
            <a:ext cx="1810385" cy="1830705"/>
          </a:xfrm>
          <a:custGeom>
            <a:avLst/>
            <a:gdLst>
              <a:gd name="connsiteX0" fmla="*/ 1786890 w 1786889"/>
              <a:gd name="connsiteY0" fmla="*/ 0 h 1785620"/>
              <a:gd name="connsiteX1" fmla="*/ 1786890 w 1786889"/>
              <a:gd name="connsiteY1" fmla="*/ 1018540 h 1785620"/>
              <a:gd name="connsiteX2" fmla="*/ 1018540 w 1786889"/>
              <a:gd name="connsiteY2" fmla="*/ 1785620 h 1785620"/>
              <a:gd name="connsiteX3" fmla="*/ 0 w 1786889"/>
              <a:gd name="connsiteY3" fmla="*/ 1785620 h 1785620"/>
              <a:gd name="connsiteX4" fmla="*/ 1786890 w 1786889"/>
              <a:gd name="connsiteY4" fmla="*/ 0 h 17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889" h="1785620">
                <a:moveTo>
                  <a:pt x="1786890" y="0"/>
                </a:moveTo>
                <a:lnTo>
                  <a:pt x="1786890" y="1018540"/>
                </a:lnTo>
                <a:cubicBezTo>
                  <a:pt x="1383030" y="1060450"/>
                  <a:pt x="1060450" y="1381760"/>
                  <a:pt x="1018540" y="1785620"/>
                </a:cubicBezTo>
                <a:lnTo>
                  <a:pt x="0" y="1785620"/>
                </a:lnTo>
                <a:cubicBezTo>
                  <a:pt x="45720" y="820420"/>
                  <a:pt x="820420" y="45720"/>
                  <a:pt x="178689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能力提升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" name="任意形状 10"/>
          <p:cNvSpPr/>
          <p:nvPr/>
        </p:nvSpPr>
        <p:spPr>
          <a:xfrm>
            <a:off x="6169660" y="1085850"/>
            <a:ext cx="1809115" cy="1828800"/>
          </a:xfrm>
          <a:custGeom>
            <a:avLst/>
            <a:gdLst>
              <a:gd name="connsiteX0" fmla="*/ 1785620 w 1785619"/>
              <a:gd name="connsiteY0" fmla="*/ 1785620 h 1785619"/>
              <a:gd name="connsiteX1" fmla="*/ 767080 w 1785619"/>
              <a:gd name="connsiteY1" fmla="*/ 1785620 h 1785619"/>
              <a:gd name="connsiteX2" fmla="*/ 0 w 1785619"/>
              <a:gd name="connsiteY2" fmla="*/ 1018540 h 1785619"/>
              <a:gd name="connsiteX3" fmla="*/ 0 w 1785619"/>
              <a:gd name="connsiteY3" fmla="*/ 0 h 1785619"/>
              <a:gd name="connsiteX4" fmla="*/ 1785620 w 1785619"/>
              <a:gd name="connsiteY4" fmla="*/ 1785620 h 1785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5619" h="1785619">
                <a:moveTo>
                  <a:pt x="1785620" y="1785620"/>
                </a:moveTo>
                <a:lnTo>
                  <a:pt x="767080" y="1785620"/>
                </a:lnTo>
                <a:cubicBezTo>
                  <a:pt x="725170" y="1381760"/>
                  <a:pt x="403860" y="1060450"/>
                  <a:pt x="0" y="1018540"/>
                </a:cubicBezTo>
                <a:lnTo>
                  <a:pt x="0" y="0"/>
                </a:lnTo>
                <a:cubicBezTo>
                  <a:pt x="965200" y="45720"/>
                  <a:pt x="1739900" y="820420"/>
                  <a:pt x="1785620" y="1785620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晋升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渠道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任意形状 11"/>
          <p:cNvSpPr/>
          <p:nvPr/>
        </p:nvSpPr>
        <p:spPr>
          <a:xfrm>
            <a:off x="6169660" y="3100070"/>
            <a:ext cx="1809115" cy="1830070"/>
          </a:xfrm>
          <a:custGeom>
            <a:avLst/>
            <a:gdLst>
              <a:gd name="connsiteX0" fmla="*/ 1785620 w 1785619"/>
              <a:gd name="connsiteY0" fmla="*/ 0 h 1786889"/>
              <a:gd name="connsiteX1" fmla="*/ 0 w 1785619"/>
              <a:gd name="connsiteY1" fmla="*/ 1786890 h 1786889"/>
              <a:gd name="connsiteX2" fmla="*/ 0 w 1785619"/>
              <a:gd name="connsiteY2" fmla="*/ 768350 h 1786889"/>
              <a:gd name="connsiteX3" fmla="*/ 767080 w 1785619"/>
              <a:gd name="connsiteY3" fmla="*/ 1270 h 1786889"/>
              <a:gd name="connsiteX4" fmla="*/ 1785620 w 1785619"/>
              <a:gd name="connsiteY4" fmla="*/ 1270 h 178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5619" h="1786889">
                <a:moveTo>
                  <a:pt x="1785620" y="0"/>
                </a:moveTo>
                <a:cubicBezTo>
                  <a:pt x="1739900" y="965200"/>
                  <a:pt x="965200" y="1739900"/>
                  <a:pt x="0" y="1786890"/>
                </a:cubicBezTo>
                <a:lnTo>
                  <a:pt x="0" y="768350"/>
                </a:lnTo>
                <a:cubicBezTo>
                  <a:pt x="403860" y="726440"/>
                  <a:pt x="725170" y="405130"/>
                  <a:pt x="767080" y="1270"/>
                </a:cubicBezTo>
                <a:lnTo>
                  <a:pt x="1785620" y="127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搭建优化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" name="任意形状 12"/>
          <p:cNvSpPr/>
          <p:nvPr/>
        </p:nvSpPr>
        <p:spPr>
          <a:xfrm>
            <a:off x="4175125" y="3098800"/>
            <a:ext cx="1810385" cy="1830070"/>
          </a:xfrm>
          <a:custGeom>
            <a:avLst/>
            <a:gdLst>
              <a:gd name="connsiteX0" fmla="*/ 1786890 w 1786889"/>
              <a:gd name="connsiteY0" fmla="*/ 768350 h 1786890"/>
              <a:gd name="connsiteX1" fmla="*/ 1786890 w 1786889"/>
              <a:gd name="connsiteY1" fmla="*/ 1786890 h 1786890"/>
              <a:gd name="connsiteX2" fmla="*/ 0 w 1786889"/>
              <a:gd name="connsiteY2" fmla="*/ 0 h 1786890"/>
              <a:gd name="connsiteX3" fmla="*/ 1018540 w 1786889"/>
              <a:gd name="connsiteY3" fmla="*/ 0 h 1786890"/>
              <a:gd name="connsiteX4" fmla="*/ 1786890 w 1786889"/>
              <a:gd name="connsiteY4" fmla="*/ 768350 h 1786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889" h="1786890">
                <a:moveTo>
                  <a:pt x="1786890" y="768350"/>
                </a:moveTo>
                <a:lnTo>
                  <a:pt x="1786890" y="1786890"/>
                </a:lnTo>
                <a:cubicBezTo>
                  <a:pt x="820420" y="1741170"/>
                  <a:pt x="45720" y="966470"/>
                  <a:pt x="0" y="0"/>
                </a:cubicBezTo>
                <a:lnTo>
                  <a:pt x="1018540" y="0"/>
                </a:lnTo>
                <a:cubicBezTo>
                  <a:pt x="1061720" y="405130"/>
                  <a:pt x="1383030" y="726440"/>
                  <a:pt x="1786890" y="768350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团队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协作优化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196840" y="2123440"/>
            <a:ext cx="1750060" cy="17786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64820" y="1162050"/>
            <a:ext cx="3815080" cy="1733550"/>
            <a:chOff x="772" y="2840"/>
            <a:chExt cx="6008" cy="2730"/>
          </a:xfrm>
        </p:grpSpPr>
        <p:sp>
          <p:nvSpPr>
            <p:cNvPr id="32" name="文本框 31"/>
            <p:cNvSpPr txBox="1"/>
            <p:nvPr/>
          </p:nvSpPr>
          <p:spPr>
            <a:xfrm>
              <a:off x="772" y="3340"/>
              <a:ext cx="6008" cy="22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培训概况：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全年组织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场专项培训，覆盖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人次，技能考核通过率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100%​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重点成效：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产品思维培训：优化需求文档，评审通过率从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75%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92%​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72" y="2840"/>
              <a:ext cx="3884" cy="4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培训赋能，夯实专业基础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78775" y="1162050"/>
            <a:ext cx="3815080" cy="1733550"/>
            <a:chOff x="772" y="2840"/>
            <a:chExt cx="6008" cy="2730"/>
          </a:xfrm>
        </p:grpSpPr>
        <p:sp>
          <p:nvSpPr>
            <p:cNvPr id="39" name="文本框 38"/>
            <p:cNvSpPr txBox="1"/>
            <p:nvPr/>
          </p:nvSpPr>
          <p:spPr>
            <a:xfrm>
              <a:off x="772" y="3340"/>
              <a:ext cx="6008" cy="22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骨干晋升：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人晋升（李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XX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项目经理、王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XX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技术组长），带动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项流程优化，人均效率升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18%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专项组落地：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组建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人用户体验小组，核心功能使用率升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23%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操作便捷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好评占比从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68%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81%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72" y="2840"/>
              <a:ext cx="5962" cy="4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人才晋升，激活组织活力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64820" y="3139440"/>
            <a:ext cx="3815080" cy="141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机制内容：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周例会：每周一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分钟，同步进度、明确协作事项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月复盘：每月末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小时，拆解偏差、完善规则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协作成效：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问题响应时长从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24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小时缩至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小时，效率升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25%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，跨部门项目返工率从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降至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3%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936865" y="3139440"/>
            <a:ext cx="3815080" cy="141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工具应用：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引入飞书项目管理看板，拆解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个任务阶段（需求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开发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测试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上线），实时追进度、预警风险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交付成果：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任务准时率从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80%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95%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V3.0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项目各阶段交付偏差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≤1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天（往期平均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天）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966075" y="4571683"/>
            <a:ext cx="3785870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工具提效，保障任务交付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文本框 81"/>
          <p:cNvSpPr txBox="1"/>
          <p:nvPr/>
        </p:nvSpPr>
        <p:spPr>
          <a:xfrm>
            <a:off x="705485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全年开展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场专项培训，员工技能考核，实现全员能力覆盖。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05485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培训赋能，夯实专业基础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2" name="文本框 81"/>
          <p:cNvSpPr txBox="1"/>
          <p:nvPr/>
        </p:nvSpPr>
        <p:spPr>
          <a:xfrm>
            <a:off x="3575050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核心成员晋升，带动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流程优化，人均效率提升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，强化团队领导力。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3575050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周例会机制，打通沟通壁垒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4" name="文本框 81"/>
          <p:cNvSpPr txBox="1"/>
          <p:nvPr/>
        </p:nvSpPr>
        <p:spPr>
          <a:xfrm>
            <a:off x="6445250" y="580961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建立每月末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小时复盘拆解偏差定规则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的沟通模式，规范协作流程。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445250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人才晋升，激活组织活力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6" name="文本框 81"/>
          <p:cNvSpPr txBox="1"/>
          <p:nvPr/>
        </p:nvSpPr>
        <p:spPr>
          <a:xfrm>
            <a:off x="9314815" y="5801995"/>
            <a:ext cx="22256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将任务拆分为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需求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开发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测试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-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 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阶段。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9314815" y="5437505"/>
            <a:ext cx="2225675" cy="3022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工具提效，保障任务交付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68" name="直线连接符 67"/>
          <p:cNvCxnSpPr/>
          <p:nvPr/>
        </p:nvCxnSpPr>
        <p:spPr>
          <a:xfrm>
            <a:off x="3242805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>
            <a:off x="6112574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/>
          <p:cNvCxnSpPr/>
          <p:nvPr/>
        </p:nvCxnSpPr>
        <p:spPr>
          <a:xfrm>
            <a:off x="8982343" y="5445464"/>
            <a:ext cx="0" cy="903605"/>
          </a:xfrm>
          <a:prstGeom prst="line">
            <a:avLst/>
          </a:prstGeom>
          <a:ln w="158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61"/>
          <p:cNvSpPr>
            <a:spLocks noChangeArrowheads="1"/>
          </p:cNvSpPr>
          <p:nvPr/>
        </p:nvSpPr>
        <p:spPr bwMode="auto">
          <a:xfrm>
            <a:off x="5712460" y="2499995"/>
            <a:ext cx="717550" cy="1022985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思源黑体 CN Heavy" panose="020B0A00000000000000" pitchFamily="34" charset="-122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思源黑体 CN Heavy" panose="020B0A00000000000000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291084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培训概况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371729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重点成效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621270" y="121793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骨干晋升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8438515" y="1217930"/>
            <a:ext cx="866140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专项组落地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64820" y="4571683"/>
            <a:ext cx="3700145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会议机制，打通沟通壁垒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291084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机制内容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371729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协作成效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621270" y="4650740"/>
            <a:ext cx="747395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工具应用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8438515" y="4650740"/>
            <a:ext cx="866140" cy="218440"/>
          </a:xfrm>
          <a:prstGeom prst="roundRect">
            <a:avLst>
              <a:gd name="adj" fmla="val 3255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交付成果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2288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关键指标完成情况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6240" y="5226685"/>
            <a:ext cx="11492230" cy="1534160"/>
            <a:chOff x="547" y="6516"/>
            <a:chExt cx="18098" cy="2416"/>
          </a:xfrm>
        </p:grpSpPr>
        <p:sp>
          <p:nvSpPr>
            <p:cNvPr id="2" name="任意形状 45"/>
            <p:cNvSpPr/>
            <p:nvPr/>
          </p:nvSpPr>
          <p:spPr>
            <a:xfrm>
              <a:off x="547" y="6849"/>
              <a:ext cx="8821" cy="1816"/>
            </a:xfrm>
            <a:prstGeom prst="roundRect">
              <a:avLst>
                <a:gd name="adj" fmla="val 12254"/>
              </a:avLst>
            </a:prstGeom>
            <a:solidFill>
              <a:schemeClr val="accent5"/>
            </a:solidFill>
            <a:ln w="16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" name="任意形状 46"/>
            <p:cNvSpPr/>
            <p:nvPr/>
          </p:nvSpPr>
          <p:spPr>
            <a:xfrm>
              <a:off x="9832" y="6869"/>
              <a:ext cx="8813" cy="1796"/>
            </a:xfrm>
            <a:prstGeom prst="roundRect">
              <a:avLst>
                <a:gd name="adj" fmla="val 13185"/>
              </a:avLst>
            </a:prstGeom>
            <a:solidFill>
              <a:schemeClr val="accent1"/>
            </a:solidFill>
            <a:ln w="16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8" name="任意形状 30"/>
            <p:cNvSpPr/>
            <p:nvPr/>
          </p:nvSpPr>
          <p:spPr>
            <a:xfrm>
              <a:off x="8332" y="6516"/>
              <a:ext cx="2536" cy="2416"/>
            </a:xfrm>
            <a:custGeom>
              <a:avLst/>
              <a:gdLst>
                <a:gd name="connsiteX0" fmla="*/ 1610360 w 1610359"/>
                <a:gd name="connsiteY0" fmla="*/ 805180 h 1610360"/>
                <a:gd name="connsiteX1" fmla="*/ 805180 w 1610359"/>
                <a:gd name="connsiteY1" fmla="*/ 1610360 h 1610360"/>
                <a:gd name="connsiteX2" fmla="*/ 0 w 1610359"/>
                <a:gd name="connsiteY2" fmla="*/ 805180 h 1610360"/>
                <a:gd name="connsiteX3" fmla="*/ 805180 w 1610359"/>
                <a:gd name="connsiteY3" fmla="*/ 0 h 1610360"/>
                <a:gd name="connsiteX4" fmla="*/ 1610360 w 1610359"/>
                <a:gd name="connsiteY4" fmla="*/ 805180 h 161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0359" h="1610360">
                  <a:moveTo>
                    <a:pt x="1610360" y="805180"/>
                  </a:moveTo>
                  <a:cubicBezTo>
                    <a:pt x="1610360" y="1249869"/>
                    <a:pt x="1249869" y="1610360"/>
                    <a:pt x="805180" y="1610360"/>
                  </a:cubicBezTo>
                  <a:cubicBezTo>
                    <a:pt x="360492" y="1610360"/>
                    <a:pt x="0" y="1249869"/>
                    <a:pt x="0" y="805180"/>
                  </a:cubicBezTo>
                  <a:cubicBezTo>
                    <a:pt x="0" y="360491"/>
                    <a:pt x="360492" y="0"/>
                    <a:pt x="805180" y="0"/>
                  </a:cubicBezTo>
                  <a:cubicBezTo>
                    <a:pt x="1249869" y="0"/>
                    <a:pt x="1610360" y="360491"/>
                    <a:pt x="1610360" y="80518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123" y="6854"/>
              <a:ext cx="295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未达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指标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16" y="7106"/>
              <a:ext cx="7616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新客户签约数</a:t>
              </a:r>
              <a:endPara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64" y="7925"/>
              <a:ext cx="67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目标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家，实际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家，差距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家（完成率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73%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861" y="7106"/>
              <a:ext cx="7616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项目交付周期</a:t>
              </a:r>
              <a:endPara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077" y="7925"/>
              <a:ext cx="69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部分项目延期率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个重点项目中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4 </a:t>
              </a: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个延期）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1"/>
            </p:custDataLst>
          </p:nvPr>
        </p:nvGrpSpPr>
        <p:grpSpPr>
          <a:xfrm>
            <a:off x="456248" y="866140"/>
            <a:ext cx="11278235" cy="3421380"/>
            <a:chOff x="736" y="1400"/>
            <a:chExt cx="17761" cy="5388"/>
          </a:xfrm>
        </p:grpSpPr>
        <p:grpSp>
          <p:nvGrpSpPr>
            <p:cNvPr id="16" name="组合 15"/>
            <p:cNvGrpSpPr/>
            <p:nvPr/>
          </p:nvGrpSpPr>
          <p:grpSpPr>
            <a:xfrm>
              <a:off x="736" y="1400"/>
              <a:ext cx="8304" cy="1684"/>
              <a:chOff x="716" y="1484"/>
              <a:chExt cx="8304" cy="1684"/>
            </a:xfrm>
          </p:grpSpPr>
          <p:sp>
            <p:nvSpPr>
              <p:cNvPr id="17" name="文本框 8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全年重点跟进潜在客户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65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家，最终签约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家，其中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Q3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Q4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签约量仅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家（占全年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36%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），成为未达目标的关键阶段。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0" name="圆角矩形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差距表现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6" y="3252"/>
              <a:ext cx="8304" cy="1684"/>
              <a:chOff x="716" y="1484"/>
              <a:chExt cx="8304" cy="1684"/>
            </a:xfrm>
          </p:grpSpPr>
          <p:sp>
            <p:nvSpPr>
              <p:cNvPr id="24" name="文本框 8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仅依赖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线上电商平台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老客户推荐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类渠道，未拓展代理商，错失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家偏好线下沟通的传统行业客户（如制造业、零售业客户）。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0" name="圆角矩形 29"/>
              <p:cNvSpPr/>
              <p:nvPr>
                <p:custDataLst>
                  <p:tags r:id="rId5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核心原因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736" y="5104"/>
              <a:ext cx="8304" cy="1684"/>
              <a:chOff x="716" y="1484"/>
              <a:chExt cx="8304" cy="1684"/>
            </a:xfrm>
          </p:grpSpPr>
          <p:sp>
            <p:nvSpPr>
              <p:cNvPr id="33" name="文本框 8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16" y="215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直接导致年度新客户贡献营收仅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180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万，较预期的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250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万缺口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70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万，影响整体营收目标完成进度。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4" name="圆角矩形 33"/>
              <p:cNvSpPr/>
              <p:nvPr>
                <p:custDataLst>
                  <p:tags r:id="rId7"/>
                </p:custDataLst>
              </p:nvPr>
            </p:nvSpPr>
            <p:spPr>
              <a:xfrm>
                <a:off x="722" y="148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实际影响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0193" y="1400"/>
              <a:ext cx="8304" cy="1684"/>
              <a:chOff x="10173" y="1602"/>
              <a:chExt cx="8304" cy="1684"/>
            </a:xfrm>
          </p:grpSpPr>
          <p:sp>
            <p:nvSpPr>
              <p:cNvPr id="36" name="文本框 8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173" y="2270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4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个延期项目平均延期时长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个工作日，数据监控系统搭建项目（原计划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45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天交付）因技术资源临时抽调，最终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53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天交付。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9"/>
                </p:custDataLst>
              </p:nvPr>
            </p:nvSpPr>
            <p:spPr>
              <a:xfrm>
                <a:off x="16087" y="1602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差距表现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0193" y="3252"/>
              <a:ext cx="8304" cy="1684"/>
              <a:chOff x="10173" y="3804"/>
              <a:chExt cx="8304" cy="1684"/>
            </a:xfrm>
          </p:grpSpPr>
          <p:sp>
            <p:nvSpPr>
              <p:cNvPr id="43" name="文本框 8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173" y="4472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全年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28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个项目中，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12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个项目存在需求变更，且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60%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变更发生在开发中后期（如编码完成后新增功能模块），需重新调整开发方案。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6087" y="3804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核心原因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193" y="5104"/>
              <a:ext cx="8304" cy="1684"/>
              <a:chOff x="10173" y="6006"/>
              <a:chExt cx="8304" cy="1684"/>
            </a:xfrm>
          </p:grpSpPr>
          <p:sp>
            <p:nvSpPr>
              <p:cNvPr id="52" name="文本框 8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173" y="6674"/>
                <a:ext cx="830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1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个项目因延期扣减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5%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合同款，影响客户满意度（延期项目客户满意度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75%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，较按时交付项目的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92%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低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17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个百分点）。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54" name="圆角矩形 5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6087" y="6006"/>
                <a:ext cx="2390" cy="616"/>
              </a:xfrm>
              <a:prstGeom prst="roundRect">
                <a:avLst>
                  <a:gd name="adj" fmla="val 2288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实际影响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24130" y="4338955"/>
            <a:ext cx="12091670" cy="1014730"/>
            <a:chOff x="1" y="1132"/>
            <a:chExt cx="19042" cy="1598"/>
          </a:xfrm>
        </p:grpSpPr>
        <p:sp>
          <p:nvSpPr>
            <p:cNvPr id="78" name="文本框 77"/>
            <p:cNvSpPr txBox="1"/>
            <p:nvPr>
              <p:custDataLst>
                <p:tags r:id="rId14"/>
              </p:custDataLst>
            </p:nvPr>
          </p:nvSpPr>
          <p:spPr>
            <a:xfrm>
              <a:off x="1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65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5"/>
              </p:custDataLst>
            </p:nvPr>
          </p:nvSpPr>
          <p:spPr>
            <a:xfrm>
              <a:off x="3899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36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百分比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1" name="直线连接符 21"/>
            <p:cNvCxnSpPr/>
            <p:nvPr>
              <p:custDataLst>
                <p:tags r:id="rId16"/>
              </p:custDataLst>
            </p:nvPr>
          </p:nvCxnSpPr>
          <p:spPr>
            <a:xfrm>
              <a:off x="3675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>
              <p:custDataLst>
                <p:tags r:id="rId17"/>
              </p:custDataLst>
            </p:nvPr>
          </p:nvSpPr>
          <p:spPr>
            <a:xfrm>
              <a:off x="7797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28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18"/>
              </p:custDataLst>
            </p:nvPr>
          </p:nvSpPr>
          <p:spPr>
            <a:xfrm>
              <a:off x="11695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180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万元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5" name="直线连接符 21"/>
            <p:cNvCxnSpPr/>
            <p:nvPr>
              <p:custDataLst>
                <p:tags r:id="rId19"/>
              </p:custDataLst>
            </p:nvPr>
          </p:nvCxnSpPr>
          <p:spPr>
            <a:xfrm>
              <a:off x="11471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21"/>
            <p:cNvCxnSpPr/>
            <p:nvPr>
              <p:custDataLst>
                <p:tags r:id="rId20"/>
              </p:custDataLst>
            </p:nvPr>
          </p:nvCxnSpPr>
          <p:spPr>
            <a:xfrm>
              <a:off x="7573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/>
            <p:cNvSpPr txBox="1"/>
            <p:nvPr>
              <p:custDataLst>
                <p:tags r:id="rId21"/>
              </p:custDataLst>
            </p:nvPr>
          </p:nvSpPr>
          <p:spPr>
            <a:xfrm>
              <a:off x="15593" y="1132"/>
              <a:ext cx="3450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60" b="0" i="0" u="none" strike="noStrike" kern="1200" spc="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86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个重点</a:t>
              </a:r>
              <a:endParaRPr kumimoji="0" lang="zh-CN" altLang="en-US" sz="18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cxnSp>
          <p:nvCxnSpPr>
            <p:cNvPr id="88" name="直线连接符 21"/>
            <p:cNvCxnSpPr/>
            <p:nvPr>
              <p:custDataLst>
                <p:tags r:id="rId22"/>
              </p:custDataLst>
            </p:nvPr>
          </p:nvCxnSpPr>
          <p:spPr>
            <a:xfrm>
              <a:off x="15369" y="1552"/>
              <a:ext cx="0" cy="75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3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5844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13385" y="2411095"/>
            <a:ext cx="11313795" cy="4013835"/>
            <a:chOff x="651" y="3796"/>
            <a:chExt cx="17817" cy="6321"/>
          </a:xfrm>
        </p:grpSpPr>
        <p:sp>
          <p:nvSpPr>
            <p:cNvPr id="5" name="圆角矩形 4"/>
            <p:cNvSpPr/>
            <p:nvPr/>
          </p:nvSpPr>
          <p:spPr>
            <a:xfrm>
              <a:off x="5688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第二季度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1" y="9583"/>
              <a:ext cx="4155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第三季度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74" y="9583"/>
              <a:ext cx="4156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第一季度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314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第四季度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graphicFrame>
          <p:nvGraphicFramePr>
            <p:cNvPr id="7" name="Chart 4"/>
            <p:cNvGraphicFramePr/>
            <p:nvPr/>
          </p:nvGraphicFramePr>
          <p:xfrm>
            <a:off x="651" y="3796"/>
            <a:ext cx="4880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graphicFrame>
          <p:nvGraphicFramePr>
            <p:cNvPr id="18" name="Chart 4"/>
            <p:cNvGraphicFramePr/>
            <p:nvPr/>
          </p:nvGraphicFramePr>
          <p:xfrm>
            <a:off x="5549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1" name="Chart 4"/>
            <p:cNvGraphicFramePr/>
            <p:nvPr/>
          </p:nvGraphicFramePr>
          <p:xfrm>
            <a:off x="9881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9" name="Chart 4"/>
            <p:cNvGraphicFramePr/>
            <p:nvPr/>
          </p:nvGraphicFramePr>
          <p:xfrm>
            <a:off x="14170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1641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一月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8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三月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30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四月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95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六月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3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七月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541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876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4210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3101" y="9220"/>
              <a:ext cx="648" cy="3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九月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528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7232" y="9220"/>
              <a:ext cx="964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十二月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054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二月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67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五月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673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八月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796" y="9220"/>
              <a:ext cx="98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十一月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48" name="任意形状 45"/>
          <p:cNvSpPr/>
          <p:nvPr/>
        </p:nvSpPr>
        <p:spPr>
          <a:xfrm>
            <a:off x="834390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9" name="任意形状 45"/>
          <p:cNvSpPr/>
          <p:nvPr/>
        </p:nvSpPr>
        <p:spPr>
          <a:xfrm>
            <a:off x="3599815" y="1468755"/>
            <a:ext cx="2558415" cy="92837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0" name="任意形状 45"/>
          <p:cNvSpPr/>
          <p:nvPr/>
        </p:nvSpPr>
        <p:spPr>
          <a:xfrm>
            <a:off x="6365240" y="1458278"/>
            <a:ext cx="2558415" cy="949325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1" name="任意形状 45"/>
          <p:cNvSpPr/>
          <p:nvPr/>
        </p:nvSpPr>
        <p:spPr>
          <a:xfrm>
            <a:off x="9131935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4558" y="1564323"/>
            <a:ext cx="24180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指标呈现积极的上升趋势，进一步分析其原因，并制定策略以维持和增强这一趋势。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674745" y="1564323"/>
            <a:ext cx="2408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指标呈现下降趋势，需要调查下降的原因并制定相应的改善措施。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51918" y="1564323"/>
            <a:ext cx="2385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在后续的工作中，应关注核心指标的变动，并及时做出相应的业务调整和优化。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180513" y="1564323"/>
            <a:ext cx="24612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在观察期间呈现积极的增长六月份达到新高，应继续关注并优化促成该趋势的因素。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34390" y="1115060"/>
            <a:ext cx="255905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第一季度总结汇报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3611880" y="1115060"/>
            <a:ext cx="254635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第二季度总结汇报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6365875" y="1115695"/>
            <a:ext cx="255778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  <a:sym typeface="+mn-ea"/>
              </a:rPr>
              <a:t>第三季度总结汇报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9130665" y="1115695"/>
            <a:ext cx="255778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第四季度总结汇报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8.xml><?xml version="1.0" encoding="utf-8"?>
<p:tagLst xmlns:p="http://schemas.openxmlformats.org/presentationml/2006/main">
  <p:tag name="KSO_WM_SLIDE_NOBEATY" val="1"/>
</p:tagLst>
</file>

<file path=ppt/tags/tag189.xml><?xml version="1.0" encoding="utf-8"?>
<p:tagLst xmlns:p="http://schemas.openxmlformats.org/presentationml/2006/main">
  <p:tag name="KSO_WM_SLIDE_NOBEATY" val="1"/>
</p:tagLst>
</file>

<file path=ppt/tags/tag190.xml><?xml version="1.0" encoding="utf-8"?>
<p:tagLst xmlns:p="http://schemas.openxmlformats.org/presentationml/2006/main">
  <p:tag name="KSO_WM_SLIDE_NOBEATY" val="1"/>
</p:tagLst>
</file>

<file path=ppt/tags/tag191.xml><?xml version="1.0" encoding="utf-8"?>
<p:tagLst xmlns:p="http://schemas.openxmlformats.org/presentationml/2006/main">
  <p:tag name="KSO_WM_SLIDE_NOBEATY" val="1"/>
</p:tagLst>
</file>

<file path=ppt/tags/tag192.xml><?xml version="1.0" encoding="utf-8"?>
<p:tagLst xmlns:p="http://schemas.openxmlformats.org/presentationml/2006/main">
  <p:tag name="KSO_WM_SLIDE_NOBEATY" val="1"/>
</p:tagLst>
</file>

<file path=ppt/tags/tag193.xml><?xml version="1.0" encoding="utf-8"?>
<p:tagLst xmlns:p="http://schemas.openxmlformats.org/presentationml/2006/main">
  <p:tag name="KSO_WM_SLIDE_NOBEATY" val="1"/>
</p:tagLst>
</file>

<file path=ppt/tags/tag194.xml><?xml version="1.0" encoding="utf-8"?>
<p:tagLst xmlns:p="http://schemas.openxmlformats.org/presentationml/2006/main">
  <p:tag name="KSO_WM_SLIDE_NOBEATY" val="1"/>
</p:tagLst>
</file>

<file path=ppt/tags/tag195.xml><?xml version="1.0" encoding="utf-8"?>
<p:tagLst xmlns:p="http://schemas.openxmlformats.org/presentationml/2006/main">
  <p:tag name="KSO_WM_SLIDE_NOBEATY" val="1"/>
</p:tagLst>
</file>

<file path=ppt/tags/tag196.xml><?xml version="1.0" encoding="utf-8"?>
<p:tagLst xmlns:p="http://schemas.openxmlformats.org/presentationml/2006/main">
  <p:tag name="KSO_WM_SLIDE_NOBEATY" val="1"/>
</p:tagLst>
</file>

<file path=ppt/tags/tag197.xml><?xml version="1.0" encoding="utf-8"?>
<p:tagLst xmlns:p="http://schemas.openxmlformats.org/presentationml/2006/main">
  <p:tag name="KSO_WM_SLIDE_NOBEATY" val="1"/>
</p:tagLst>
</file>

<file path=ppt/tags/tag198.xml><?xml version="1.0" encoding="utf-8"?>
<p:tagLst xmlns:p="http://schemas.openxmlformats.org/presentationml/2006/main">
  <p:tag name="KSO_WM_SLIDE_NOBEATY" val="1"/>
</p:tagLst>
</file>

<file path=ppt/tags/tag199.xml><?xml version="1.0" encoding="utf-8"?>
<p:tagLst xmlns:p="http://schemas.openxmlformats.org/presentationml/2006/main">
  <p:tag name="KSO_WM_SLIDE_NOBEATY" val="1"/>
</p:tagLst>
</file>

<file path=ppt/tags/tag200.xml><?xml version="1.0" encoding="utf-8"?>
<p:tagLst xmlns:p="http://schemas.openxmlformats.org/presentationml/2006/main">
  <p:tag name="ADJUSTMENTS" val="45.35654"/>
</p:tagLst>
</file>

<file path=ppt/tags/tag201.xml><?xml version="1.0" encoding="utf-8"?>
<p:tagLst xmlns:p="http://schemas.openxmlformats.org/presentationml/2006/main">
  <p:tag name="ADJUSTMENTS" val="45.35654"/>
</p:tagLst>
</file>

<file path=ppt/tags/tag202.xml><?xml version="1.0" encoding="utf-8"?>
<p:tagLst xmlns:p="http://schemas.openxmlformats.org/presentationml/2006/main">
  <p:tag name="ADJUSTMENTS" val="45.35654"/>
</p:tagLst>
</file>

<file path=ppt/tags/tag203.xml><?xml version="1.0" encoding="utf-8"?>
<p:tagLst xmlns:p="http://schemas.openxmlformats.org/presentationml/2006/main">
  <p:tag name="ADJUSTMENTS" val="45.35654"/>
</p:tagLst>
</file>

<file path=ppt/tags/tag204.xml><?xml version="1.0" encoding="utf-8"?>
<p:tagLst xmlns:p="http://schemas.openxmlformats.org/presentationml/2006/main">
  <p:tag name="KSO_WM_SLIDE_NOBEATY" val="1"/>
</p:tagLst>
</file>

<file path=ppt/tags/tag205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147.375"/>
  <p:tag name="WIDTH" val="250.5327"/>
  <p:tag name="LEFT" val="353.4572"/>
  <p:tag name="TOP" val="227.3569"/>
</p:tagLst>
</file>

<file path=ppt/tags/tag206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219.2225"/>
  <p:tag name="WIDTH" val="147.3602"/>
  <p:tag name="LEFT" val="479.9999"/>
  <p:tag name="TOP" val="80.1759"/>
</p:tagLst>
</file>

<file path=ppt/tags/tag207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LINEWEIGHT" val="1"/>
  <p:tag name="HEIGHT" val="218.2524"/>
  <p:tag name="WIDTH" val="147.3845"/>
  <p:tag name="LEFT" val="332.6157"/>
  <p:tag name="TOP" val="80.1237"/>
</p:tagLst>
</file>

<file path=ppt/tags/tag208.xml><?xml version="1.0" encoding="utf-8"?>
<p:tagLst xmlns:p="http://schemas.openxmlformats.org/presentationml/2006/main">
  <p:tag name="KSO_WM_SLIDE_NOBEATY" val="1"/>
</p:tagLst>
</file>

<file path=ppt/tags/tag209.xml><?xml version="1.0" encoding="utf-8"?>
<p:tagLst xmlns:p="http://schemas.openxmlformats.org/presentationml/2006/main">
  <p:tag name="KSO_WM_SLIDE_NOBEATY" val="1"/>
</p:tagLst>
</file>

<file path=ppt/tags/tag210.xml><?xml version="1.0" encoding="utf-8"?>
<p:tagLst xmlns:p="http://schemas.openxmlformats.org/presentationml/2006/main">
  <p:tag name="KSO_WM_SLIDE_NOBEATY" val="1"/>
</p:tagLst>
</file>

<file path=ppt/tags/tag211.xml><?xml version="1.0" encoding="utf-8"?>
<p:tagLst xmlns:p="http://schemas.openxmlformats.org/presentationml/2006/main">
  <p:tag name="KSO_WM_SLIDE_NOBEATY" val="1"/>
</p:tagLst>
</file>

<file path=ppt/tags/tag212.xml><?xml version="1.0" encoding="utf-8"?>
<p:tagLst xmlns:p="http://schemas.openxmlformats.org/presentationml/2006/main">
  <p:tag name="KSO_WM_SLIDE_NOBEATY" val="1"/>
</p:tagLst>
</file>

<file path=ppt/tags/tag213.xml><?xml version="1.0" encoding="utf-8"?>
<p:tagLst xmlns:p="http://schemas.openxmlformats.org/presentationml/2006/main">
  <p:tag name="KSO_WM_SLIDE_NOBEATY" val="1"/>
</p:tagLst>
</file>

<file path=ppt/tags/tag214.xml><?xml version="1.0" encoding="utf-8"?>
<p:tagLst xmlns:p="http://schemas.openxmlformats.org/presentationml/2006/main">
  <p:tag name="KSO_WM_SLIDE_NOBEATY" val="1"/>
</p:tagLst>
</file>

<file path=ppt/tags/tag215.xml><?xml version="1.0" encoding="utf-8"?>
<p:tagLst xmlns:p="http://schemas.openxmlformats.org/presentationml/2006/main">
  <p:tag name="KSO_WM_SLIDE_NOBEATY" val="1"/>
</p:tagLst>
</file>

<file path=ppt/tags/tag216.xml><?xml version="1.0" encoding="utf-8"?>
<p:tagLst xmlns:p="http://schemas.openxmlformats.org/presentationml/2006/main">
  <p:tag name="KSO_WM_SLIDE_NOBEATY" val="1"/>
</p:tagLst>
</file>

<file path=ppt/tags/tag217.xml><?xml version="1.0" encoding="utf-8"?>
<p:tagLst xmlns:p="http://schemas.openxmlformats.org/presentationml/2006/main">
  <p:tag name="KSO_WM_SLIDE_NOBEATY" val="1"/>
</p:tagLst>
</file>

<file path=ppt/tags/tag218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19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6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7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8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29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3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8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3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42.xml><?xml version="1.0" encoding="utf-8"?>
<p:tagLst xmlns:p="http://schemas.openxmlformats.org/presentationml/2006/main">
  <p:tag name="KSO_WM_SLIDE_NOBEATY" val="1"/>
</p:tagLst>
</file>

<file path=ppt/tags/tag243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4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5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6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7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8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4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5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58.xml><?xml version="1.0" encoding="utf-8"?>
<p:tagLst xmlns:p="http://schemas.openxmlformats.org/presentationml/2006/main">
  <p:tag name="KSO_WM_SLIDE_NOBEATY" val="1"/>
</p:tagLst>
</file>

<file path=ppt/tags/tag25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60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1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2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3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4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5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6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7.xml><?xml version="1.0" encoding="utf-8"?>
<p:tagLst xmlns:p="http://schemas.openxmlformats.org/presentationml/2006/main">
  <p:tag name="KSO_WM_DIAGRAM_VIRTUALLY_FRAME" val="{&quot;height&quot;:187.1,&quot;left&quot;:0,&quot;top&quot;:156.35,&quot;width&quot;:679.1}"/>
</p:tagLst>
</file>

<file path=ppt/tags/tag268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69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5.xml><?xml version="1.0" encoding="utf-8"?>
<p:tagLst xmlns:p="http://schemas.openxmlformats.org/presentationml/2006/main">
  <p:tag name="KSO_WM_SLIDE_NOBEATY" val="1"/>
</p:tagLst>
</file>

<file path=ppt/tags/tag276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7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78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79.xml><?xml version="1.0" encoding="utf-8"?>
<p:tagLst xmlns:p="http://schemas.openxmlformats.org/presentationml/2006/main">
  <p:tag name="KSO_WM_DIAGRAM_VIRTUALLY_FRAME" val="{&quot;height&quot;:595.95,&quot;left&quot;:-103.2,&quot;top&quot;:101.35,&quot;width&quot;:947.2}"/>
</p:tagLst>
</file>

<file path=ppt/tags/tag280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1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2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3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4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5.xml><?xml version="1.0" encoding="utf-8"?>
<p:tagLst xmlns:p="http://schemas.openxmlformats.org/presentationml/2006/main">
  <p:tag name="KSO_WM_DIAGRAM_VIRTUALLY_FRAME" val="{&quot;height&quot;:182.4,&quot;left&quot;:0,&quot;top&quot;:161.05,&quot;width&quot;:331.6}"/>
</p:tagLst>
</file>

<file path=ppt/tags/tag286.xml><?xml version="1.0" encoding="utf-8"?>
<p:tagLst xmlns:p="http://schemas.openxmlformats.org/presentationml/2006/main">
  <p:tag name="KSO_WM_SLIDE_NOBEATY" val="1"/>
</p:tagLst>
</file>

<file path=ppt/tags/tag28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8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8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4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5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6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29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4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5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6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07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8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0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3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4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15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6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7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18.xml><?xml version="1.0" encoding="utf-8"?>
<p:tagLst xmlns:p="http://schemas.openxmlformats.org/presentationml/2006/main">
  <p:tag name="KSO_WM_SLIDE_NOBEATY" val="1"/>
</p:tagLst>
</file>

<file path=ppt/tags/tag319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0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1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2.xml><?xml version="1.0" encoding="utf-8"?>
<p:tagLst xmlns:p="http://schemas.openxmlformats.org/presentationml/2006/main">
  <p:tag name="TABLE_ENDDRAG_ORIGIN_RECT" val="494*147"/>
  <p:tag name="TABLE_ENDDRAG_RECT" val="28*143*494*147"/>
</p:tagLst>
</file>

<file path=ppt/tags/tag323.xml><?xml version="1.0" encoding="utf-8"?>
<p:tagLst xmlns:p="http://schemas.openxmlformats.org/presentationml/2006/main">
  <p:tag name="TABLE_ENDDRAG_ORIGIN_RECT" val="432*147"/>
  <p:tag name="TABLE_ENDDRAG_RECT" val="28*143*432*147"/>
</p:tagLst>
</file>

<file path=ppt/tags/tag324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5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6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7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8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29.xml><?xml version="1.0" encoding="utf-8"?>
<p:tagLst xmlns:p="http://schemas.openxmlformats.org/presentationml/2006/main">
  <p:tag name="KSO_WM_DIAGRAM_VIRTUALLY_FRAME" val="{&quot;height&quot;:64.3008306962025,&quot;left&quot;:21.75,&quot;top&quot;:435.95,&quot;width&quot;:919.5}"/>
</p:tagLst>
</file>

<file path=ppt/tags/tag330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1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2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6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8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39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0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1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2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6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48.xml><?xml version="1.0" encoding="utf-8"?>
<p:tagLst xmlns:p="http://schemas.openxmlformats.org/presentationml/2006/main">
  <p:tag name="KSO_WM_SLIDE_NOBEATY" val="1"/>
</p:tagLst>
</file>

<file path=ppt/tags/tag349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0.xml><?xml version="1.0" encoding="utf-8"?>
<p:tagLst xmlns:p="http://schemas.openxmlformats.org/presentationml/2006/main">
  <p:tag name="KSO_WM_DIAGRAM_VIRTUALLY_FRAME" val="{&quot;height&quot;:210.5,&quot;left&quot;:21.05,&quot;top&quot;:301.75,&quot;width&quot;:917.5}"/>
</p:tagLst>
</file>

<file path=ppt/tags/tag351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2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3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4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5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6.xml><?xml version="1.0" encoding="utf-8"?>
<p:tagLst xmlns:p="http://schemas.openxmlformats.org/presentationml/2006/main">
  <p:tag name="KSO_WM_DIAGRAM_VIRTUALLY_FRAME" val="{&quot;height&quot;:436.35,&quot;left&quot;:16.85,&quot;top&quot;:92.15,&quot;width&quot;:916.3}"/>
</p:tagLst>
</file>

<file path=ppt/tags/tag357.xml><?xml version="1.0" encoding="utf-8"?>
<p:tagLst xmlns:p="http://schemas.openxmlformats.org/presentationml/2006/main">
  <p:tag name="KSO_WM_SLIDE_NOBEATY" val="1"/>
</p:tagLst>
</file>

<file path=ppt/tags/tag35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5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6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7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3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4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5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6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7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8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89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0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1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2.xml><?xml version="1.0" encoding="utf-8"?>
<p:tagLst xmlns:p="http://schemas.openxmlformats.org/presentationml/2006/main">
  <p:tag name="KSO_WM_DIAGRAM_VIRTUALLY_FRAME" val="{&quot;height&quot;:446.46811023622047,&quot;left&quot;:-326.73007874015747,&quot;top&quot;:74.0262992125984,&quot;width&quot;:1270.7524425190677}"/>
</p:tagLst>
</file>

<file path=ppt/tags/tag393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4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5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6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397.xml><?xml version="1.0" encoding="utf-8"?>
<p:tagLst xmlns:p="http://schemas.openxmlformats.org/presentationml/2006/main">
  <p:tag name="KSO_WM_DIAGRAM_VIRTUALLY_FRAME" val="{&quot;height&quot;:312.3,&quot;left&quot;:475.35,&quot;top&quot;:92.15,&quot;width&quot;:457.8}"/>
</p:tagLst>
</file>

<file path=ppt/tags/tag398.xml><?xml version="1.0" encoding="utf-8"?>
<p:tagLst xmlns:p="http://schemas.openxmlformats.org/presentationml/2006/main">
  <p:tag name="KSO_WM_SLIDE_NOBEATY" val="1"/>
</p:tagLst>
</file>

<file path=ppt/tags/tag399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0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1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2.xml><?xml version="1.0" encoding="utf-8"?>
<p:tagLst xmlns:p="http://schemas.openxmlformats.org/presentationml/2006/main">
  <p:tag name="KSO_WM_DIAGRAM_VIRTUALLY_FRAME" val="{&quot;height&quot;:213.65,&quot;left&quot;:21.05,&quot;top&quot;:298.65,&quot;width&quot;:918.75}"/>
</p:tagLst>
</file>

<file path=ppt/tags/tag403.xml><?xml version="1.0" encoding="utf-8"?>
<p:tagLst xmlns:p="http://schemas.openxmlformats.org/presentationml/2006/main">
  <p:tag name="KSO_WM_DIAGRAM_VIRTUALLY_FRAME" val="{&quot;height&quot;:361.3572440944882,&quot;left&quot;:36.09992125984252,&quot;top&quot;:147.5428346456693,&quot;width&quot;:887.8}"/>
</p:tagLst>
</file>

<file path=ppt/tags/tag404.xml><?xml version="1.0" encoding="utf-8"?>
<p:tagLst xmlns:p="http://schemas.openxmlformats.org/presentationml/2006/main">
  <p:tag name="KSO_WM_DIAGRAM_VIRTUALLY_FRAME" val="{&quot;height&quot;:361.3572440944882,&quot;left&quot;:36.09992125984252,&quot;top&quot;:147.5428346456693,&quot;width&quot;:887.8}"/>
</p:tagLst>
</file>

<file path=ppt/tags/tag405.xml><?xml version="1.0" encoding="utf-8"?>
<p:tagLst xmlns:p="http://schemas.openxmlformats.org/presentationml/2006/main">
  <p:tag name="KSO_WM_SLIDE_NOBEATY" val="1"/>
</p:tagLst>
</file>

<file path=ppt/tags/tag40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0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1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2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6.xml><?xml version="1.0" encoding="utf-8"?>
<p:tagLst xmlns:p="http://schemas.openxmlformats.org/presentationml/2006/main">
  <p:tag name="KSO_WM_DIAGRAM_VIRTUALLY_FRAME" val="{&quot;height&quot;:428.15,&quot;left&quot;:28.55,&quot;top&quot;:81.65,&quot;width&quot;:903.1}"/>
</p:tagLst>
</file>

<file path=ppt/tags/tag43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438.xml><?xml version="1.0" encoding="utf-8"?>
<p:tagLst xmlns:p="http://schemas.openxmlformats.org/presentationml/2006/main">
  <p:tag name="KSO_WM_SLIDE_NOBEATY" val="1"/>
</p:tagLst>
</file>

<file path=ppt/tags/tag439.xml><?xml version="1.0" encoding="utf-8"?>
<p:tagLst xmlns:p="http://schemas.openxmlformats.org/presentationml/2006/main">
  <p:tag name="KSO_WM_SLIDE_NOBEATY" val="1"/>
</p:tagLst>
</file>

<file path=ppt/tags/tag44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5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6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7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8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49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55.xml><?xml version="1.0" encoding="utf-8"?>
<p:tagLst xmlns:p="http://schemas.openxmlformats.org/presentationml/2006/main">
  <p:tag name="KSO_WM_SLIDE_NOBEATY" val="1"/>
</p:tagLst>
</file>

<file path=ppt/tags/tag456.xml><?xml version="1.0" encoding="utf-8"?>
<p:tagLst xmlns:p="http://schemas.openxmlformats.org/presentationml/2006/main">
  <p:tag name="KSO_WM_SLIDE_NOBEATY" val="1"/>
</p:tagLst>
</file>

<file path=ppt/tags/tag457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58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59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0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1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2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3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4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5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6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7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8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69.xml><?xml version="1.0" encoding="utf-8"?>
<p:tagLst xmlns:p="http://schemas.openxmlformats.org/presentationml/2006/main">
  <p:tag name="KSO_WM_DIAGRAM_VIRTUALLY_FRAME" val="{&quot;height&quot;:456.15,&quot;left&quot;:35.92503937007874,&quot;top&quot;:68.2,&quot;width&quot;:889.4999606299212}"/>
</p:tagLst>
</file>

<file path=ppt/tags/tag470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1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2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3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4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5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6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7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8.xml><?xml version="1.0" encoding="utf-8"?>
<p:tagLst xmlns:p="http://schemas.openxmlformats.org/presentationml/2006/main">
  <p:tag name="KSO_WM_DIAGRAM_VIRTUALLY_FRAME" val="{&quot;height&quot;:152.6,&quot;left&quot;:22.375748031496073,&quot;top&quot;:378.0102362204724,&quot;width&quot;:913.874251968504}"/>
</p:tagLst>
</file>

<file path=ppt/tags/tag479.xml><?xml version="1.0" encoding="utf-8"?>
<p:tagLst xmlns:p="http://schemas.openxmlformats.org/presentationml/2006/main">
  <p:tag name="KSO_WM_SLIDE_NOBEATY" val="1"/>
</p:tagLst>
</file>

<file path=ppt/tags/tag480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多彩-19">
    <a:dk1>
      <a:srgbClr val="000000"/>
    </a:dk1>
    <a:lt1>
      <a:srgbClr val="FFFFFF"/>
    </a:lt1>
    <a:dk2>
      <a:srgbClr val="445668"/>
    </a:dk2>
    <a:lt2>
      <a:srgbClr val="FEFFFF"/>
    </a:lt2>
    <a:accent1>
      <a:srgbClr val="195DFF"/>
    </a:accent1>
    <a:accent2>
      <a:srgbClr val="F53F3F"/>
    </a:accent2>
    <a:accent3>
      <a:srgbClr val="FF7D00"/>
    </a:accent3>
    <a:accent4>
      <a:srgbClr val="F8BB1F"/>
    </a:accent4>
    <a:accent5>
      <a:srgbClr val="13B528"/>
    </a:accent5>
    <a:accent6>
      <a:srgbClr val="712ED1"/>
    </a:accent6>
    <a:hlink>
      <a:srgbClr val="304FFE"/>
    </a:hlink>
    <a:folHlink>
      <a:srgbClr val="00B0F0"/>
    </a:folHlink>
  </a:clrScheme>
  <a:fontScheme name="MiSans">
    <a:majorFont>
      <a:latin typeface="MiSans Heavy"/>
      <a:ea typeface="MiSans Heavy"/>
      <a:cs typeface=""/>
    </a:majorFont>
    <a:minorFont>
      <a:latin typeface="MiSans Normal"/>
      <a:ea typeface="MiSans Normal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