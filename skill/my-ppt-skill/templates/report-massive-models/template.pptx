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5" Type="http://schemas.openxmlformats.org/officeDocument/2006/relationships/custom-properties" Target="docProps/custom.xml"/><Relationship Id="rId4"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1" r:id="rId14"/>
    <p:sldId id="325" r:id="rId15"/>
    <p:sldId id="323" r:id="rId16"/>
    <p:sldId id="326" r:id="rId17"/>
    <p:sldId id="316" r:id="rId18"/>
    <p:sldId id="317" r:id="rId19"/>
    <p:sldId id="301" r:id="rId20"/>
    <p:sldId id="302" r:id="rId21"/>
    <p:sldId id="303" r:id="rId22"/>
    <p:sldId id="304" r:id="rId23"/>
    <p:sldId id="305" r:id="rId24"/>
    <p:sldId id="306" r:id="rId25"/>
    <p:sldId id="307" r:id="rId26"/>
    <p:sldId id="308" r:id="rId27"/>
    <p:sldId id="309" r:id="rId28"/>
    <p:sldId id="310" r:id="rId30"/>
    <p:sldId id="312" r:id="rId31"/>
    <p:sldId id="313" r:id="rId32"/>
    <p:sldId id="314" r:id="rId33"/>
    <p:sldId id="315" r:id="rId34"/>
    <p:sldId id="318" r:id="rId35"/>
    <p:sldId id="319" r:id="rId36"/>
    <p:sldId id="320" r:id="rId37"/>
    <p:sldId id="321" r:id="rId38"/>
    <p:sldId id="322" r:id="rId39"/>
    <p:sldId id="324" r:id="rId40"/>
    <p:sldId id="327" r:id="rId41"/>
    <p:sldId id="328" r:id="rId42"/>
    <p:sldId id="329" r:id="rId43"/>
    <p:sldId id="330" r:id="rId44"/>
    <p:sldId id="331" r:id="rId45"/>
    <p:sldId id="332" r:id="rId46"/>
    <p:sldId id="333" r:id="rId47"/>
    <p:sldId id="334" r:id="rId48"/>
    <p:sldId id="335" r:id="rId49"/>
    <p:sldId id="336" r:id="rId50"/>
    <p:sldId id="337" r:id="rId51"/>
    <p:sldId id="338"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1" Type="http://schemas.openxmlformats.org/officeDocument/2006/relationships/tableStyles" Target="tableStyles.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重点工作成果展示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品牌推广计划</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联合知名充电运营商推出“充电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用车”权益包，投放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个一线城市核心商圈广告，累计触达目标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万人次</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内容营销策略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打造“城市通勤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周末露营”短视频内容，在汽车平台发布专题，累计播放量超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万次，内容转化率高于行业平均水平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营销活动策划</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个新一线城市举办“深度试驾体验日”活动，邀请媒体、</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KOL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及潜在客户参与，累计吸引</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余人到场，促成订单转化</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市场调研与定位</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岁开展调研，回收问卷</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2100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份，明确“座舱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长续航”为痛点，为家用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车型提供数据支撑</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社交媒体管理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搭建品牌矩阵，覆盖用户超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万人，通过每日车型知识分享、专门试驾福利推送，社圈活跃度稳定在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数据分析与优化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建立营销数据监测模型，分析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个线上投放渠道效果，将预算向短视频平台倾斜，优化后整体营销花费降低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推广计划与市场调研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内容营销与媒体管理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营销策划与数据优化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工作职责</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在这</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个多月的实际工作中，始终做到参谋到位但不越位：督促、督办、建议到位但不拍板</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参谋与执行的平衡</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维护并协调部门和管理人员之间的团结，沟通员工思想，了解生产和管理上的核心问题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协调团结，沟通思想</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认真履行督查、督办、巡查职责，做到了问题跟踪解决不分部门，积极帮助需要的部门完善和改进工作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助力部门完善工作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和同事探讨工艺和质量问题时虚心向同事请教，深入了解和发现生产和管理环节中出现的问题和薄弱环节</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工艺与质量探讨</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和系统主管一起从规范和治理公司生产环节入手，培养公司员工的“</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现场”和安全意识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生产规范与</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5S</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安全意识培养</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帮助生产系统建立和完善数据收集和分析体系，分别建立了车间生产信息跟踪数据反馈系统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完善生产系统数据管理</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Job Responsibilities</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围绕部门年度核心目标，我深度参与了多项重点项目，通过精准策略与高效执行，推动关键指标超额达成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财务分析、利润计算</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15896</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销售额</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9642</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花费</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8%</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6254</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净利润</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26%</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各部门收入占比</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损益数据同比分析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