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45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AF4"/>
    <a:srgbClr val="FFFFFF"/>
    <a:srgbClr val="C2D4F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1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8" Type="http://schemas.openxmlformats.org/officeDocument/2006/relationships/tableStyles" Target="tableStyles.xml"/><Relationship Id="rId60" Type="http://schemas.openxmlformats.org/officeDocument/2006/relationships/tags" Target="tags/tag906.xml"/><Relationship Id="rId3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/>
            </a:solidFill>
          </c:spPr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44736656"/>
        <c:axId val="1744733840"/>
      </c:barChart>
      <c:catAx>
        <c:axId val="1744736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3840"/>
        <c:crosses val="autoZero"/>
        <c:auto val="1"/>
        <c:lblAlgn val="ctr"/>
        <c:lblOffset val="100"/>
        <c:noMultiLvlLbl val="0"/>
      </c:catAx>
      <c:valAx>
        <c:axId val="1744733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7"/>
            <c:invertIfNegative val="0"/>
            <c:bubble3D val="0"/>
          </c:dPt>
          <c:dPt>
            <c:idx val="11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330" b="1" i="0" u="none" strike="noStrike" kern="1200" baseline="0">
                    <a:solidFill>
                      <a:schemeClr val="lt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1.5</c:v>
                </c:pt>
                <c:pt idx="5">
                  <c:v>2.5</c:v>
                </c:pt>
                <c:pt idx="6">
                  <c:v>1.2</c:v>
                </c:pt>
                <c:pt idx="7">
                  <c:v>4</c:v>
                </c:pt>
                <c:pt idx="8">
                  <c:v>2.5</c:v>
                </c:pt>
                <c:pt idx="9">
                  <c:v>1.8</c:v>
                </c:pt>
                <c:pt idx="10">
                  <c:v>1</c:v>
                </c:pt>
                <c:pt idx="11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88004448"/>
        <c:axId val="1988012064"/>
      </c:barChart>
      <c:catAx>
        <c:axId val="198800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12064"/>
        <c:crosses val="autoZero"/>
        <c:auto val="1"/>
        <c:lblAlgn val="ctr"/>
        <c:lblOffset val="100"/>
        <c:noMultiLvlLbl val="0"/>
      </c:catAx>
      <c:valAx>
        <c:axId val="19880120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0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产品销售业绩</c:v>
                </c:pt>
              </c:strCache>
            </c:strRef>
          </c:tx>
          <c:spPr>
            <a:ln w="34925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30"/>
            <c:spPr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Pt>
            <c:idx val="1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2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3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5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6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7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9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0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1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7c6ea8d3-5706-4974-9c6d-78b513c686a7}" type="VALUE">
                      <a:t>[VALUE]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4000</c:v>
                </c:pt>
                <c:pt idx="1">
                  <c:v>3000</c:v>
                </c:pt>
                <c:pt idx="2">
                  <c:v>3500</c:v>
                </c:pt>
                <c:pt idx="3">
                  <c:v>3300</c:v>
                </c:pt>
                <c:pt idx="4">
                  <c:v>3500</c:v>
                </c:pt>
                <c:pt idx="5">
                  <c:v>3000</c:v>
                </c:pt>
                <c:pt idx="6">
                  <c:v>4500</c:v>
                </c:pt>
                <c:pt idx="7">
                  <c:v>3500</c:v>
                </c:pt>
                <c:pt idx="8">
                  <c:v>2800</c:v>
                </c:pt>
                <c:pt idx="9">
                  <c:v>3700</c:v>
                </c:pt>
                <c:pt idx="10">
                  <c:v>4300</c:v>
                </c:pt>
                <c:pt idx="11">
                  <c:v>4800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rgbClr val="CBCBCB"/>
              </a:solidFill>
              <a:prstDash val="sysDash"/>
              <a:round/>
            </a:ln>
            <a:effectLst/>
          </c:spPr>
        </c:dropLines>
        <c:marker val="1"/>
        <c:smooth val="1"/>
        <c:axId val="629815672"/>
        <c:axId val="629816064"/>
      </c:lineChart>
      <c:catAx>
        <c:axId val="629815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6064"/>
        <c:crosses val="autoZero"/>
        <c:auto val="1"/>
        <c:lblAlgn val="ctr"/>
        <c:lblOffset val="100"/>
        <c:noMultiLvlLbl val="0"/>
      </c:catAx>
      <c:valAx>
        <c:axId val="629816064"/>
        <c:scaling>
          <c:orientation val="minMax"/>
          <c:max val="5000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5672"/>
        <c:crosses val="autoZero"/>
        <c:crossBetween val="between"/>
        <c:majorUnit val="10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图表标题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5.1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9.3</c:v>
                </c:pt>
                <c:pt idx="1">
                  <c:v>5.3</c:v>
                </c:pt>
                <c:pt idx="2">
                  <c:v>6.6</c:v>
                </c:pt>
                <c:pt idx="3">
                  <c:v>6.5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2"/>
        <c:overlap val="-60"/>
        <c:axId val="987585512"/>
        <c:axId val="987590104"/>
      </c:barChart>
      <c:catAx>
        <c:axId val="987585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90104"/>
        <c:crosses val="autoZero"/>
        <c:auto val="1"/>
        <c:lblAlgn val="ctr"/>
        <c:lblOffset val="100"/>
        <c:noMultiLvlLbl val="0"/>
      </c:catAx>
      <c:valAx>
        <c:axId val="9875901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2">
                  <a:alpha val="7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85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267970" y="273685"/>
            <a:ext cx="11664315" cy="6389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4199890" cy="54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3" hasCustomPrompt="1"/>
          </p:nvPr>
        </p:nvSpPr>
        <p:spPr>
          <a:xfrm>
            <a:off x="3890645" y="2921000"/>
            <a:ext cx="995680" cy="895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  <p:sp>
        <p:nvSpPr>
          <p:cNvPr id="7" name="矩形 6"/>
          <p:cNvSpPr/>
          <p:nvPr userDrawn="1"/>
        </p:nvSpPr>
        <p:spPr>
          <a:xfrm>
            <a:off x="4995545" y="3627755"/>
            <a:ext cx="4159885" cy="1695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4" hasCustomPrompt="1"/>
          </p:nvPr>
        </p:nvSpPr>
        <p:spPr>
          <a:xfrm>
            <a:off x="4953635" y="2722245"/>
            <a:ext cx="4041140" cy="617220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tags" Target="../tags/tag61.xml"/><Relationship Id="rId19" Type="http://schemas.openxmlformats.org/officeDocument/2006/relationships/tags" Target="../tags/tag62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tags" Target="../tags/tag107.xml"/><Relationship Id="rId3" Type="http://schemas.openxmlformats.org/officeDocument/2006/relationships/tags" Target="../tags/tag108.xml"/><Relationship Id="rId4" Type="http://schemas.openxmlformats.org/officeDocument/2006/relationships/tags" Target="../tags/tag109.xml"/><Relationship Id="rId5" Type="http://schemas.openxmlformats.org/officeDocument/2006/relationships/tags" Target="../tags/tag110.xml"/><Relationship Id="rId6" Type="http://schemas.openxmlformats.org/officeDocument/2006/relationships/tags" Target="../tags/tag111.xml"/><Relationship Id="rId7" Type="http://schemas.openxmlformats.org/officeDocument/2006/relationships/tags" Target="../tags/tag112.xml"/><Relationship Id="rId8" Type="http://schemas.openxmlformats.org/officeDocument/2006/relationships/tags" Target="../tags/tag113.xml"/><Relationship Id="rId9" Type="http://schemas.openxmlformats.org/officeDocument/2006/relationships/tags" Target="../tags/tag114.xml"/><Relationship Id="rId10" Type="http://schemas.openxmlformats.org/officeDocument/2006/relationships/tags" Target="../tags/tag115.xml"/><Relationship Id="rId1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tags" Target="../tags/tag116.xml"/><Relationship Id="rId6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image" Target="../media/image7.png"/><Relationship Id="rId14" Type="http://schemas.openxmlformats.org/officeDocument/2006/relationships/image" Target="../media/image1.svg"/><Relationship Id="rId15" Type="http://schemas.openxmlformats.org/officeDocument/2006/relationships/tags" Target="../tags/tag129.xml"/><Relationship Id="rId16" Type="http://schemas.openxmlformats.org/officeDocument/2006/relationships/image" Target="../media/image8.png"/><Relationship Id="rId17" Type="http://schemas.openxmlformats.org/officeDocument/2006/relationships/image" Target="../media/image2.svg"/><Relationship Id="rId18" Type="http://schemas.openxmlformats.org/officeDocument/2006/relationships/tags" Target="../tags/tag130.xml"/><Relationship Id="rId19" Type="http://schemas.openxmlformats.org/officeDocument/2006/relationships/image" Target="../media/image9.png"/><Relationship Id="rId20" Type="http://schemas.openxmlformats.org/officeDocument/2006/relationships/image" Target="../media/image3.svg"/><Relationship Id="rId21" Type="http://schemas.openxmlformats.org/officeDocument/2006/relationships/tags" Target="../tags/tag131.xml"/><Relationship Id="rId22" Type="http://schemas.openxmlformats.org/officeDocument/2006/relationships/tags" Target="../tags/tag132.xml"/><Relationship Id="rId23" Type="http://schemas.openxmlformats.org/officeDocument/2006/relationships/tags" Target="../tags/tag133.xml"/><Relationship Id="rId24" Type="http://schemas.openxmlformats.org/officeDocument/2006/relationships/tags" Target="../tags/tag134.xml"/><Relationship Id="rId25" Type="http://schemas.openxmlformats.org/officeDocument/2006/relationships/tags" Target="../tags/tag135.xml"/><Relationship Id="rId26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6.xml"/><Relationship Id="rId2" Type="http://schemas.openxmlformats.org/officeDocument/2006/relationships/tags" Target="../tags/tag137.xml"/><Relationship Id="rId3" Type="http://schemas.openxmlformats.org/officeDocument/2006/relationships/tags" Target="../tags/tag138.xml"/><Relationship Id="rId4" Type="http://schemas.openxmlformats.org/officeDocument/2006/relationships/tags" Target="../tags/tag139.xml"/><Relationship Id="rId5" Type="http://schemas.openxmlformats.org/officeDocument/2006/relationships/tags" Target="../tags/tag140.xml"/><Relationship Id="rId6" Type="http://schemas.openxmlformats.org/officeDocument/2006/relationships/tags" Target="../tags/tag141.xml"/><Relationship Id="rId7" Type="http://schemas.openxmlformats.org/officeDocument/2006/relationships/tags" Target="../tags/tag142.xml"/><Relationship Id="rId8" Type="http://schemas.openxmlformats.org/officeDocument/2006/relationships/tags" Target="../tags/tag143.xml"/><Relationship Id="rId9" Type="http://schemas.openxmlformats.org/officeDocument/2006/relationships/tags" Target="../tags/tag144.xml"/><Relationship Id="rId10" Type="http://schemas.openxmlformats.org/officeDocument/2006/relationships/tags" Target="../tags/tag145.xml"/><Relationship Id="rId11" Type="http://schemas.openxmlformats.org/officeDocument/2006/relationships/tags" Target="../tags/tag146.xml"/><Relationship Id="rId12" Type="http://schemas.openxmlformats.org/officeDocument/2006/relationships/tags" Target="../tags/tag147.xml"/><Relationship Id="rId13" Type="http://schemas.openxmlformats.org/officeDocument/2006/relationships/tags" Target="../tags/tag148.xml"/><Relationship Id="rId14" Type="http://schemas.openxmlformats.org/officeDocument/2006/relationships/tags" Target="../tags/tag149.xml"/><Relationship Id="rId15" Type="http://schemas.openxmlformats.org/officeDocument/2006/relationships/tags" Target="../tags/tag150.xml"/><Relationship Id="rId16" Type="http://schemas.openxmlformats.org/officeDocument/2006/relationships/tags" Target="../tags/tag151.xml"/><Relationship Id="rId17" Type="http://schemas.openxmlformats.org/officeDocument/2006/relationships/tags" Target="../tags/tag152.xml"/><Relationship Id="rId18" Type="http://schemas.openxmlformats.org/officeDocument/2006/relationships/tags" Target="../tags/tag153.xml"/><Relationship Id="rId19" Type="http://schemas.openxmlformats.org/officeDocument/2006/relationships/tags" Target="../tags/tag154.xml"/><Relationship Id="rId20" Type="http://schemas.openxmlformats.org/officeDocument/2006/relationships/tags" Target="../tags/tag155.xml"/><Relationship Id="rId21" Type="http://schemas.openxmlformats.org/officeDocument/2006/relationships/tags" Target="../tags/tag156.xml"/><Relationship Id="rId22" Type="http://schemas.openxmlformats.org/officeDocument/2006/relationships/tags" Target="../tags/tag157.xml"/><Relationship Id="rId23" Type="http://schemas.openxmlformats.org/officeDocument/2006/relationships/tags" Target="../tags/tag158.xml"/><Relationship Id="rId24" Type="http://schemas.openxmlformats.org/officeDocument/2006/relationships/tags" Target="../tags/tag159.xml"/><Relationship Id="rId25" Type="http://schemas.openxmlformats.org/officeDocument/2006/relationships/tags" Target="../tags/tag160.xml"/><Relationship Id="rId26" Type="http://schemas.openxmlformats.org/officeDocument/2006/relationships/tags" Target="../tags/tag161.xml"/><Relationship Id="rId27" Type="http://schemas.openxmlformats.org/officeDocument/2006/relationships/tags" Target="../tags/tag162.xml"/><Relationship Id="rId28" Type="http://schemas.openxmlformats.org/officeDocument/2006/relationships/tags" Target="../tags/tag163.xml"/><Relationship Id="rId29" Type="http://schemas.openxmlformats.org/officeDocument/2006/relationships/tags" Target="../tags/tag164.xml"/><Relationship Id="rId30" Type="http://schemas.openxmlformats.org/officeDocument/2006/relationships/tags" Target="../tags/tag165.xml"/><Relationship Id="rId31" Type="http://schemas.openxmlformats.org/officeDocument/2006/relationships/tags" Target="../tags/tag166.xml"/><Relationship Id="rId32" Type="http://schemas.openxmlformats.org/officeDocument/2006/relationships/tags" Target="../tags/tag167.xml"/><Relationship Id="rId33" Type="http://schemas.openxmlformats.org/officeDocument/2006/relationships/tags" Target="../tags/tag168.xml"/><Relationship Id="rId34" Type="http://schemas.openxmlformats.org/officeDocument/2006/relationships/tags" Target="../tags/tag169.xml"/><Relationship Id="rId35" Type="http://schemas.openxmlformats.org/officeDocument/2006/relationships/tags" Target="../tags/tag170.xml"/><Relationship Id="rId36" Type="http://schemas.openxmlformats.org/officeDocument/2006/relationships/tags" Target="../tags/tag171.xml"/><Relationship Id="rId37" Type="http://schemas.openxmlformats.org/officeDocument/2006/relationships/tags" Target="../tags/tag172.xml"/><Relationship Id="rId38" Type="http://schemas.openxmlformats.org/officeDocument/2006/relationships/tags" Target="../tags/tag173.xml"/><Relationship Id="rId39" Type="http://schemas.openxmlformats.org/officeDocument/2006/relationships/tags" Target="../tags/tag174.xml"/><Relationship Id="rId40" Type="http://schemas.openxmlformats.org/officeDocument/2006/relationships/tags" Target="../tags/tag175.xml"/><Relationship Id="rId41" Type="http://schemas.openxmlformats.org/officeDocument/2006/relationships/tags" Target="../tags/tag176.xml"/><Relationship Id="rId42" Type="http://schemas.openxmlformats.org/officeDocument/2006/relationships/tags" Target="../tags/tag177.xml"/><Relationship Id="rId43" Type="http://schemas.openxmlformats.org/officeDocument/2006/relationships/tags" Target="../tags/tag178.xml"/><Relationship Id="rId44" Type="http://schemas.openxmlformats.org/officeDocument/2006/relationships/tags" Target="../tags/tag179.xml"/><Relationship Id="rId45" Type="http://schemas.openxmlformats.org/officeDocument/2006/relationships/tags" Target="../tags/tag180.xml"/><Relationship Id="rId46" Type="http://schemas.openxmlformats.org/officeDocument/2006/relationships/tags" Target="../tags/tag181.xml"/><Relationship Id="rId47" Type="http://schemas.openxmlformats.org/officeDocument/2006/relationships/tags" Target="../tags/tag182.xml"/><Relationship Id="rId48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83.xml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84.xml"/><Relationship Id="rId2" Type="http://schemas.openxmlformats.org/officeDocument/2006/relationships/tags" Target="../tags/tag185.xml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tags" Target="../tags/tag190.xml"/><Relationship Id="rId8" Type="http://schemas.openxmlformats.org/officeDocument/2006/relationships/tags" Target="../tags/tag191.xml"/><Relationship Id="rId9" Type="http://schemas.openxmlformats.org/officeDocument/2006/relationships/tags" Target="../tags/tag192.xml"/><Relationship Id="rId10" Type="http://schemas.openxmlformats.org/officeDocument/2006/relationships/tags" Target="../tags/tag193.xml"/><Relationship Id="rId11" Type="http://schemas.openxmlformats.org/officeDocument/2006/relationships/tags" Target="../tags/tag194.xml"/><Relationship Id="rId12" Type="http://schemas.openxmlformats.org/officeDocument/2006/relationships/tags" Target="../tags/tag195.xml"/><Relationship Id="rId13" Type="http://schemas.openxmlformats.org/officeDocument/2006/relationships/tags" Target="../tags/tag196.xml"/><Relationship Id="rId14" Type="http://schemas.openxmlformats.org/officeDocument/2006/relationships/tags" Target="../tags/tag197.xml"/><Relationship Id="rId15" Type="http://schemas.openxmlformats.org/officeDocument/2006/relationships/tags" Target="../tags/tag198.xml"/><Relationship Id="rId16" Type="http://schemas.openxmlformats.org/officeDocument/2006/relationships/tags" Target="../tags/tag199.xml"/><Relationship Id="rId17" Type="http://schemas.openxmlformats.org/officeDocument/2006/relationships/tags" Target="../tags/tag200.xml"/><Relationship Id="rId18" Type="http://schemas.openxmlformats.org/officeDocument/2006/relationships/tags" Target="../tags/tag201.xml"/><Relationship Id="rId19" Type="http://schemas.openxmlformats.org/officeDocument/2006/relationships/tags" Target="../tags/tag202.xml"/><Relationship Id="rId20" Type="http://schemas.openxmlformats.org/officeDocument/2006/relationships/tags" Target="../tags/tag203.xml"/><Relationship Id="rId21" Type="http://schemas.openxmlformats.org/officeDocument/2006/relationships/tags" Target="../tags/tag204.xml"/><Relationship Id="rId22" Type="http://schemas.openxmlformats.org/officeDocument/2006/relationships/tags" Target="../tags/tag205.xml"/><Relationship Id="rId23" Type="http://schemas.openxmlformats.org/officeDocument/2006/relationships/tags" Target="../tags/tag206.xml"/><Relationship Id="rId24" Type="http://schemas.openxmlformats.org/officeDocument/2006/relationships/tags" Target="../tags/tag207.xml"/><Relationship Id="rId25" Type="http://schemas.openxmlformats.org/officeDocument/2006/relationships/tags" Target="../tags/tag208.xml"/><Relationship Id="rId26" Type="http://schemas.openxmlformats.org/officeDocument/2006/relationships/tags" Target="../tags/tag209.xml"/><Relationship Id="rId27" Type="http://schemas.openxmlformats.org/officeDocument/2006/relationships/tags" Target="../tags/tag210.xml"/><Relationship Id="rId28" Type="http://schemas.openxmlformats.org/officeDocument/2006/relationships/tags" Target="../tags/tag211.xml"/><Relationship Id="rId29" Type="http://schemas.openxmlformats.org/officeDocument/2006/relationships/tags" Target="../tags/tag212.xml"/><Relationship Id="rId30" Type="http://schemas.openxmlformats.org/officeDocument/2006/relationships/tags" Target="../tags/tag213.xml"/><Relationship Id="rId31" Type="http://schemas.openxmlformats.org/officeDocument/2006/relationships/tags" Target="../tags/tag214.xml"/><Relationship Id="rId32" Type="http://schemas.openxmlformats.org/officeDocument/2006/relationships/tags" Target="../tags/tag215.xml"/><Relationship Id="rId33" Type="http://schemas.openxmlformats.org/officeDocument/2006/relationships/tags" Target="../tags/tag216.xml"/><Relationship Id="rId34" Type="http://schemas.openxmlformats.org/officeDocument/2006/relationships/tags" Target="../tags/tag217.xml"/><Relationship Id="rId35" Type="http://schemas.openxmlformats.org/officeDocument/2006/relationships/tags" Target="../tags/tag218.xml"/><Relationship Id="rId36" Type="http://schemas.openxmlformats.org/officeDocument/2006/relationships/tags" Target="../tags/tag219.xml"/><Relationship Id="rId37" Type="http://schemas.openxmlformats.org/officeDocument/2006/relationships/tags" Target="../tags/tag220.xml"/><Relationship Id="rId38" Type="http://schemas.openxmlformats.org/officeDocument/2006/relationships/tags" Target="../tags/tag221.xml"/><Relationship Id="rId39" Type="http://schemas.openxmlformats.org/officeDocument/2006/relationships/tags" Target="../tags/tag222.xml"/><Relationship Id="rId40" Type="http://schemas.openxmlformats.org/officeDocument/2006/relationships/tags" Target="../tags/tag223.xml"/><Relationship Id="rId41" Type="http://schemas.openxmlformats.org/officeDocument/2006/relationships/tags" Target="../tags/tag224.xml"/><Relationship Id="rId42" Type="http://schemas.openxmlformats.org/officeDocument/2006/relationships/tags" Target="../tags/tag225.xml"/><Relationship Id="rId43" Type="http://schemas.openxmlformats.org/officeDocument/2006/relationships/tags" Target="../tags/tag226.xml"/><Relationship Id="rId44" Type="http://schemas.openxmlformats.org/officeDocument/2006/relationships/slideLayout" Target="../slideLayouts/slideLayout3.xml"/><Relationship Id="rId45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27.xml"/><Relationship Id="rId2" Type="http://schemas.openxmlformats.org/officeDocument/2006/relationships/tags" Target="../tags/tag228.xml"/><Relationship Id="rId3" Type="http://schemas.openxmlformats.org/officeDocument/2006/relationships/tags" Target="../tags/tag229.xml"/><Relationship Id="rId4" Type="http://schemas.openxmlformats.org/officeDocument/2006/relationships/tags" Target="../tags/tag230.xml"/><Relationship Id="rId5" Type="http://schemas.openxmlformats.org/officeDocument/2006/relationships/tags" Target="../tags/tag231.xml"/><Relationship Id="rId6" Type="http://schemas.openxmlformats.org/officeDocument/2006/relationships/tags" Target="../tags/tag232.xml"/><Relationship Id="rId7" Type="http://schemas.openxmlformats.org/officeDocument/2006/relationships/tags" Target="../tags/tag233.xml"/><Relationship Id="rId8" Type="http://schemas.openxmlformats.org/officeDocument/2006/relationships/tags" Target="../tags/tag234.xml"/><Relationship Id="rId9" Type="http://schemas.openxmlformats.org/officeDocument/2006/relationships/tags" Target="../tags/tag235.xml"/><Relationship Id="rId10" Type="http://schemas.openxmlformats.org/officeDocument/2006/relationships/tags" Target="../tags/tag236.xml"/><Relationship Id="rId1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Relationship Id="rId7" Type="http://schemas.openxmlformats.org/officeDocument/2006/relationships/tags" Target="../tags/tag243.xml"/><Relationship Id="rId8" Type="http://schemas.openxmlformats.org/officeDocument/2006/relationships/tags" Target="../tags/tag244.xml"/><Relationship Id="rId9" Type="http://schemas.openxmlformats.org/officeDocument/2006/relationships/tags" Target="../tags/tag245.xml"/><Relationship Id="rId10" Type="http://schemas.openxmlformats.org/officeDocument/2006/relationships/tags" Target="../tags/tag246.xml"/><Relationship Id="rId11" Type="http://schemas.openxmlformats.org/officeDocument/2006/relationships/tags" Target="../tags/tag247.xml"/><Relationship Id="rId12" Type="http://schemas.openxmlformats.org/officeDocument/2006/relationships/tags" Target="../tags/tag248.xml"/><Relationship Id="rId13" Type="http://schemas.openxmlformats.org/officeDocument/2006/relationships/tags" Target="../tags/tag249.xml"/><Relationship Id="rId14" Type="http://schemas.openxmlformats.org/officeDocument/2006/relationships/tags" Target="../tags/tag250.xml"/><Relationship Id="rId15" Type="http://schemas.openxmlformats.org/officeDocument/2006/relationships/tags" Target="../tags/tag251.xml"/><Relationship Id="rId16" Type="http://schemas.openxmlformats.org/officeDocument/2006/relationships/tags" Target="../tags/tag252.xml"/><Relationship Id="rId17" Type="http://schemas.openxmlformats.org/officeDocument/2006/relationships/tags" Target="../tags/tag253.xml"/><Relationship Id="rId18" Type="http://schemas.openxmlformats.org/officeDocument/2006/relationships/tags" Target="../tags/tag254.xml"/><Relationship Id="rId19" Type="http://schemas.openxmlformats.org/officeDocument/2006/relationships/tags" Target="../tags/tag255.xml"/><Relationship Id="rId20" Type="http://schemas.openxmlformats.org/officeDocument/2006/relationships/tags" Target="../tags/tag256.xml"/><Relationship Id="rId21" Type="http://schemas.openxmlformats.org/officeDocument/2006/relationships/tags" Target="../tags/tag257.xml"/><Relationship Id="rId22" Type="http://schemas.openxmlformats.org/officeDocument/2006/relationships/tags" Target="../tags/tag258.xml"/><Relationship Id="rId23" Type="http://schemas.openxmlformats.org/officeDocument/2006/relationships/tags" Target="../tags/tag259.xml"/><Relationship Id="rId24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tags" Target="../tags/tag264.xml"/><Relationship Id="rId6" Type="http://schemas.openxmlformats.org/officeDocument/2006/relationships/tags" Target="../tags/tag265.xml"/><Relationship Id="rId7" Type="http://schemas.openxmlformats.org/officeDocument/2006/relationships/tags" Target="../tags/tag266.xml"/><Relationship Id="rId8" Type="http://schemas.openxmlformats.org/officeDocument/2006/relationships/tags" Target="../tags/tag267.xml"/><Relationship Id="rId9" Type="http://schemas.openxmlformats.org/officeDocument/2006/relationships/tags" Target="../tags/tag268.xml"/><Relationship Id="rId10" Type="http://schemas.openxmlformats.org/officeDocument/2006/relationships/tags" Target="../tags/tag269.xml"/><Relationship Id="rId11" Type="http://schemas.openxmlformats.org/officeDocument/2006/relationships/tags" Target="../tags/tag270.xml"/><Relationship Id="rId12" Type="http://schemas.openxmlformats.org/officeDocument/2006/relationships/tags" Target="../tags/tag271.xml"/><Relationship Id="rId13" Type="http://schemas.openxmlformats.org/officeDocument/2006/relationships/tags" Target="../tags/tag272.xml"/><Relationship Id="rId14" Type="http://schemas.openxmlformats.org/officeDocument/2006/relationships/tags" Target="../tags/tag273.xml"/><Relationship Id="rId15" Type="http://schemas.openxmlformats.org/officeDocument/2006/relationships/tags" Target="../tags/tag274.xml"/><Relationship Id="rId16" Type="http://schemas.openxmlformats.org/officeDocument/2006/relationships/tags" Target="../tags/tag275.xml"/><Relationship Id="rId17" Type="http://schemas.openxmlformats.org/officeDocument/2006/relationships/tags" Target="../tags/tag276.xml"/><Relationship Id="rId18" Type="http://schemas.openxmlformats.org/officeDocument/2006/relationships/tags" Target="../tags/tag277.xml"/><Relationship Id="rId19" Type="http://schemas.openxmlformats.org/officeDocument/2006/relationships/tags" Target="../tags/tag278.xml"/><Relationship Id="rId20" Type="http://schemas.openxmlformats.org/officeDocument/2006/relationships/tags" Target="../tags/tag279.xml"/><Relationship Id="rId21" Type="http://schemas.openxmlformats.org/officeDocument/2006/relationships/tags" Target="../tags/tag280.xml"/><Relationship Id="rId22" Type="http://schemas.openxmlformats.org/officeDocument/2006/relationships/tags" Target="../tags/tag281.xml"/><Relationship Id="rId23" Type="http://schemas.openxmlformats.org/officeDocument/2006/relationships/tags" Target="../tags/tag282.xml"/><Relationship Id="rId24" Type="http://schemas.openxmlformats.org/officeDocument/2006/relationships/tags" Target="../tags/tag283.xml"/><Relationship Id="rId25" Type="http://schemas.openxmlformats.org/officeDocument/2006/relationships/tags" Target="../tags/tag284.xml"/><Relationship Id="rId26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86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Relationship Id="rId9" Type="http://schemas.openxmlformats.org/officeDocument/2006/relationships/tags" Target="../tags/tag294.xml"/><Relationship Id="rId10" Type="http://schemas.openxmlformats.org/officeDocument/2006/relationships/tags" Target="../tags/tag295.xml"/><Relationship Id="rId11" Type="http://schemas.openxmlformats.org/officeDocument/2006/relationships/tags" Target="../tags/tag296.xml"/><Relationship Id="rId12" Type="http://schemas.openxmlformats.org/officeDocument/2006/relationships/tags" Target="../tags/tag297.xml"/><Relationship Id="rId13" Type="http://schemas.openxmlformats.org/officeDocument/2006/relationships/tags" Target="../tags/tag298.xml"/><Relationship Id="rId14" Type="http://schemas.openxmlformats.org/officeDocument/2006/relationships/tags" Target="../tags/tag299.xml"/><Relationship Id="rId15" Type="http://schemas.openxmlformats.org/officeDocument/2006/relationships/tags" Target="../tags/tag300.xml"/><Relationship Id="rId16" Type="http://schemas.openxmlformats.org/officeDocument/2006/relationships/tags" Target="../tags/tag301.xml"/><Relationship Id="rId17" Type="http://schemas.openxmlformats.org/officeDocument/2006/relationships/tags" Target="../tags/tag302.xml"/><Relationship Id="rId18" Type="http://schemas.openxmlformats.org/officeDocument/2006/relationships/tags" Target="../tags/tag303.xml"/><Relationship Id="rId19" Type="http://schemas.openxmlformats.org/officeDocument/2006/relationships/tags" Target="../tags/tag304.xml"/><Relationship Id="rId20" Type="http://schemas.openxmlformats.org/officeDocument/2006/relationships/tags" Target="../tags/tag305.xml"/><Relationship Id="rId21" Type="http://schemas.openxmlformats.org/officeDocument/2006/relationships/tags" Target="../tags/tag306.xml"/><Relationship Id="rId22" Type="http://schemas.openxmlformats.org/officeDocument/2006/relationships/tags" Target="../tags/tag307.xml"/><Relationship Id="rId23" Type="http://schemas.openxmlformats.org/officeDocument/2006/relationships/tags" Target="../tags/tag308.xml"/><Relationship Id="rId24" Type="http://schemas.openxmlformats.org/officeDocument/2006/relationships/tags" Target="../tags/tag309.xml"/><Relationship Id="rId25" Type="http://schemas.openxmlformats.org/officeDocument/2006/relationships/tags" Target="../tags/tag310.xml"/><Relationship Id="rId26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tags" Target="../tags/tag313.xml"/><Relationship Id="rId5" Type="http://schemas.openxmlformats.org/officeDocument/2006/relationships/tags" Target="../tags/tag314.xml"/><Relationship Id="rId6" Type="http://schemas.openxmlformats.org/officeDocument/2006/relationships/tags" Target="../tags/tag315.xml"/><Relationship Id="rId7" Type="http://schemas.openxmlformats.org/officeDocument/2006/relationships/tags" Target="../tags/tag316.xml"/><Relationship Id="rId8" Type="http://schemas.openxmlformats.org/officeDocument/2006/relationships/tags" Target="../tags/tag317.xml"/><Relationship Id="rId9" Type="http://schemas.openxmlformats.org/officeDocument/2006/relationships/tags" Target="../tags/tag318.xml"/><Relationship Id="rId10" Type="http://schemas.openxmlformats.org/officeDocument/2006/relationships/tags" Target="../tags/tag319.xml"/><Relationship Id="rId11" Type="http://schemas.openxmlformats.org/officeDocument/2006/relationships/tags" Target="../tags/tag320.xml"/><Relationship Id="rId12" Type="http://schemas.openxmlformats.org/officeDocument/2006/relationships/tags" Target="../tags/tag321.xml"/><Relationship Id="rId13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22.xml"/><Relationship Id="rId2" Type="http://schemas.openxmlformats.org/officeDocument/2006/relationships/tags" Target="../tags/tag323.xml"/><Relationship Id="rId3" Type="http://schemas.openxmlformats.org/officeDocument/2006/relationships/tags" Target="../tags/tag324.xml"/><Relationship Id="rId4" Type="http://schemas.openxmlformats.org/officeDocument/2006/relationships/tags" Target="../tags/tag325.xml"/><Relationship Id="rId5" Type="http://schemas.openxmlformats.org/officeDocument/2006/relationships/tags" Target="../tags/tag326.xml"/><Relationship Id="rId6" Type="http://schemas.openxmlformats.org/officeDocument/2006/relationships/tags" Target="../tags/tag327.xml"/><Relationship Id="rId7" Type="http://schemas.openxmlformats.org/officeDocument/2006/relationships/tags" Target="../tags/tag328.xml"/><Relationship Id="rId8" Type="http://schemas.openxmlformats.org/officeDocument/2006/relationships/tags" Target="../tags/tag329.xml"/><Relationship Id="rId9" Type="http://schemas.openxmlformats.org/officeDocument/2006/relationships/tags" Target="../tags/tag330.xml"/><Relationship Id="rId10" Type="http://schemas.openxmlformats.org/officeDocument/2006/relationships/tags" Target="../tags/tag331.xml"/><Relationship Id="rId11" Type="http://schemas.openxmlformats.org/officeDocument/2006/relationships/tags" Target="../tags/tag332.xml"/><Relationship Id="rId12" Type="http://schemas.openxmlformats.org/officeDocument/2006/relationships/tags" Target="../tags/tag333.xml"/><Relationship Id="rId13" Type="http://schemas.openxmlformats.org/officeDocument/2006/relationships/tags" Target="../tags/tag334.xml"/><Relationship Id="rId14" Type="http://schemas.openxmlformats.org/officeDocument/2006/relationships/tags" Target="../tags/tag335.xml"/><Relationship Id="rId15" Type="http://schemas.openxmlformats.org/officeDocument/2006/relationships/tags" Target="../tags/tag336.xml"/><Relationship Id="rId16" Type="http://schemas.openxmlformats.org/officeDocument/2006/relationships/tags" Target="../tags/tag337.xml"/><Relationship Id="rId17" Type="http://schemas.openxmlformats.org/officeDocument/2006/relationships/tags" Target="../tags/tag338.xml"/><Relationship Id="rId18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tags" Target="../tags/tag339.xml"/><Relationship Id="rId6" Type="http://schemas.openxmlformats.org/officeDocument/2006/relationships/tags" Target="../tags/tag340.xml"/><Relationship Id="rId7" Type="http://schemas.openxmlformats.org/officeDocument/2006/relationships/tags" Target="../tags/tag341.xml"/><Relationship Id="rId8" Type="http://schemas.openxmlformats.org/officeDocument/2006/relationships/tags" Target="../tags/tag342.xml"/><Relationship Id="rId9" Type="http://schemas.openxmlformats.org/officeDocument/2006/relationships/tags" Target="../tags/tag343.xml"/><Relationship Id="rId10" Type="http://schemas.openxmlformats.org/officeDocument/2006/relationships/tags" Target="../tags/tag344.xml"/><Relationship Id="rId11" Type="http://schemas.openxmlformats.org/officeDocument/2006/relationships/tags" Target="../tags/tag345.xml"/><Relationship Id="rId12" Type="http://schemas.openxmlformats.org/officeDocument/2006/relationships/tags" Target="../tags/tag346.xml"/><Relationship Id="rId13" Type="http://schemas.openxmlformats.org/officeDocument/2006/relationships/tags" Target="../tags/tag347.xml"/><Relationship Id="rId14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48.xml"/><Relationship Id="rId2" Type="http://schemas.openxmlformats.org/officeDocument/2006/relationships/image" Target="../media/image10.png"/><Relationship Id="rId3" Type="http://schemas.openxmlformats.org/officeDocument/2006/relationships/image" Target="../media/image4.svg"/><Relationship Id="rId4" Type="http://schemas.openxmlformats.org/officeDocument/2006/relationships/image" Target="../media/image11.png"/><Relationship Id="rId5" Type="http://schemas.openxmlformats.org/officeDocument/2006/relationships/image" Target="../media/image5.svg"/><Relationship Id="rId6" Type="http://schemas.openxmlformats.org/officeDocument/2006/relationships/image" Target="../media/image12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7.svg"/><Relationship Id="rId10" Type="http://schemas.openxmlformats.org/officeDocument/2006/relationships/tags" Target="../tags/tag349.xml"/><Relationship Id="rId1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350.xml"/><Relationship Id="rId2" Type="http://schemas.openxmlformats.org/officeDocument/2006/relationships/tags" Target="../tags/tag351.xml"/><Relationship Id="rId3" Type="http://schemas.openxmlformats.org/officeDocument/2006/relationships/tags" Target="../tags/tag352.xml"/><Relationship Id="rId4" Type="http://schemas.openxmlformats.org/officeDocument/2006/relationships/tags" Target="../tags/tag353.xml"/><Relationship Id="rId5" Type="http://schemas.openxmlformats.org/officeDocument/2006/relationships/tags" Target="../tags/tag354.xml"/><Relationship Id="rId6" Type="http://schemas.openxmlformats.org/officeDocument/2006/relationships/tags" Target="../tags/tag355.xml"/><Relationship Id="rId7" Type="http://schemas.openxmlformats.org/officeDocument/2006/relationships/tags" Target="../tags/tag356.xml"/><Relationship Id="rId8" Type="http://schemas.openxmlformats.org/officeDocument/2006/relationships/tags" Target="../tags/tag357.xml"/><Relationship Id="rId9" Type="http://schemas.openxmlformats.org/officeDocument/2006/relationships/tags" Target="../tags/tag358.xml"/><Relationship Id="rId10" Type="http://schemas.openxmlformats.org/officeDocument/2006/relationships/tags" Target="../tags/tag359.xml"/><Relationship Id="rId11" Type="http://schemas.openxmlformats.org/officeDocument/2006/relationships/tags" Target="../tags/tag360.xml"/><Relationship Id="rId12" Type="http://schemas.openxmlformats.org/officeDocument/2006/relationships/tags" Target="../tags/tag361.xml"/><Relationship Id="rId13" Type="http://schemas.openxmlformats.org/officeDocument/2006/relationships/tags" Target="../tags/tag362.xml"/><Relationship Id="rId14" Type="http://schemas.openxmlformats.org/officeDocument/2006/relationships/tags" Target="../tags/tag363.xml"/><Relationship Id="rId15" Type="http://schemas.openxmlformats.org/officeDocument/2006/relationships/tags" Target="../tags/tag364.xml"/><Relationship Id="rId16" Type="http://schemas.openxmlformats.org/officeDocument/2006/relationships/tags" Target="../tags/tag365.xml"/><Relationship Id="rId17" Type="http://schemas.openxmlformats.org/officeDocument/2006/relationships/tags" Target="../tags/tag366.xml"/><Relationship Id="rId18" Type="http://schemas.openxmlformats.org/officeDocument/2006/relationships/tags" Target="../tags/tag367.xml"/><Relationship Id="rId19" Type="http://schemas.openxmlformats.org/officeDocument/2006/relationships/tags" Target="../tags/tag368.xml"/><Relationship Id="rId20" Type="http://schemas.openxmlformats.org/officeDocument/2006/relationships/tags" Target="../tags/tag369.xml"/><Relationship Id="rId21" Type="http://schemas.openxmlformats.org/officeDocument/2006/relationships/tags" Target="../tags/tag370.xml"/><Relationship Id="rId22" Type="http://schemas.openxmlformats.org/officeDocument/2006/relationships/tags" Target="../tags/tag371.xml"/><Relationship Id="rId23" Type="http://schemas.openxmlformats.org/officeDocument/2006/relationships/tags" Target="../tags/tag372.xml"/><Relationship Id="rId24" Type="http://schemas.openxmlformats.org/officeDocument/2006/relationships/tags" Target="../tags/tag373.xml"/><Relationship Id="rId25" Type="http://schemas.openxmlformats.org/officeDocument/2006/relationships/tags" Target="../tags/tag374.xml"/><Relationship Id="rId26" Type="http://schemas.openxmlformats.org/officeDocument/2006/relationships/tags" Target="../tags/tag375.xml"/><Relationship Id="rId27" Type="http://schemas.openxmlformats.org/officeDocument/2006/relationships/tags" Target="../tags/tag376.xml"/><Relationship Id="rId28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77.xml"/><Relationship Id="rId2" Type="http://schemas.openxmlformats.org/officeDocument/2006/relationships/tags" Target="../tags/tag378.xml"/><Relationship Id="rId3" Type="http://schemas.openxmlformats.org/officeDocument/2006/relationships/tags" Target="../tags/tag379.xml"/><Relationship Id="rId4" Type="http://schemas.openxmlformats.org/officeDocument/2006/relationships/tags" Target="../tags/tag380.xml"/><Relationship Id="rId5" Type="http://schemas.openxmlformats.org/officeDocument/2006/relationships/tags" Target="../tags/tag381.xml"/><Relationship Id="rId6" Type="http://schemas.openxmlformats.org/officeDocument/2006/relationships/tags" Target="../tags/tag382.xml"/><Relationship Id="rId7" Type="http://schemas.openxmlformats.org/officeDocument/2006/relationships/tags" Target="../tags/tag383.xml"/><Relationship Id="rId8" Type="http://schemas.openxmlformats.org/officeDocument/2006/relationships/tags" Target="../tags/tag384.xml"/><Relationship Id="rId9" Type="http://schemas.openxmlformats.org/officeDocument/2006/relationships/tags" Target="../tags/tag385.xml"/><Relationship Id="rId10" Type="http://schemas.openxmlformats.org/officeDocument/2006/relationships/tags" Target="../tags/tag386.xml"/><Relationship Id="rId11" Type="http://schemas.openxmlformats.org/officeDocument/2006/relationships/tags" Target="../tags/tag387.xml"/><Relationship Id="rId12" Type="http://schemas.openxmlformats.org/officeDocument/2006/relationships/tags" Target="../tags/tag388.xml"/><Relationship Id="rId13" Type="http://schemas.openxmlformats.org/officeDocument/2006/relationships/tags" Target="../tags/tag389.xml"/><Relationship Id="rId14" Type="http://schemas.openxmlformats.org/officeDocument/2006/relationships/tags" Target="../tags/tag390.xml"/><Relationship Id="rId15" Type="http://schemas.openxmlformats.org/officeDocument/2006/relationships/tags" Target="../tags/tag391.xml"/><Relationship Id="rId16" Type="http://schemas.openxmlformats.org/officeDocument/2006/relationships/tags" Target="../tags/tag392.xml"/><Relationship Id="rId17" Type="http://schemas.openxmlformats.org/officeDocument/2006/relationships/tags" Target="../tags/tag393.xml"/><Relationship Id="rId18" Type="http://schemas.openxmlformats.org/officeDocument/2006/relationships/tags" Target="../tags/tag394.xml"/><Relationship Id="rId19" Type="http://schemas.openxmlformats.org/officeDocument/2006/relationships/tags" Target="../tags/tag395.xml"/><Relationship Id="rId20" Type="http://schemas.openxmlformats.org/officeDocument/2006/relationships/tags" Target="../tags/tag396.xml"/><Relationship Id="rId21" Type="http://schemas.openxmlformats.org/officeDocument/2006/relationships/tags" Target="../tags/tag397.xml"/><Relationship Id="rId22" Type="http://schemas.openxmlformats.org/officeDocument/2006/relationships/tags" Target="../tags/tag398.xml"/><Relationship Id="rId23" Type="http://schemas.openxmlformats.org/officeDocument/2006/relationships/tags" Target="../tags/tag399.xml"/><Relationship Id="rId24" Type="http://schemas.openxmlformats.org/officeDocument/2006/relationships/tags" Target="../tags/tag400.xml"/><Relationship Id="rId25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01.xml"/><Relationship Id="rId2" Type="http://schemas.openxmlformats.org/officeDocument/2006/relationships/tags" Target="../tags/tag40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03.xml"/><Relationship Id="rId2" Type="http://schemas.openxmlformats.org/officeDocument/2006/relationships/tags" Target="../tags/tag404.xml"/><Relationship Id="rId3" Type="http://schemas.openxmlformats.org/officeDocument/2006/relationships/tags" Target="../tags/tag405.xml"/><Relationship Id="rId4" Type="http://schemas.openxmlformats.org/officeDocument/2006/relationships/tags" Target="../tags/tag406.xml"/><Relationship Id="rId5" Type="http://schemas.openxmlformats.org/officeDocument/2006/relationships/tags" Target="../tags/tag407.xml"/><Relationship Id="rId6" Type="http://schemas.openxmlformats.org/officeDocument/2006/relationships/tags" Target="../tags/tag408.xml"/><Relationship Id="rId7" Type="http://schemas.openxmlformats.org/officeDocument/2006/relationships/tags" Target="../tags/tag409.xml"/><Relationship Id="rId8" Type="http://schemas.openxmlformats.org/officeDocument/2006/relationships/tags" Target="../tags/tag410.xml"/><Relationship Id="rId9" Type="http://schemas.openxmlformats.org/officeDocument/2006/relationships/tags" Target="../tags/tag411.xml"/><Relationship Id="rId10" Type="http://schemas.openxmlformats.org/officeDocument/2006/relationships/tags" Target="../tags/tag412.xml"/><Relationship Id="rId11" Type="http://schemas.openxmlformats.org/officeDocument/2006/relationships/tags" Target="../tags/tag413.xml"/><Relationship Id="rId12" Type="http://schemas.openxmlformats.org/officeDocument/2006/relationships/tags" Target="../tags/tag414.xml"/><Relationship Id="rId13" Type="http://schemas.openxmlformats.org/officeDocument/2006/relationships/tags" Target="../tags/tag415.xml"/><Relationship Id="rId14" Type="http://schemas.openxmlformats.org/officeDocument/2006/relationships/tags" Target="../tags/tag416.xml"/><Relationship Id="rId15" Type="http://schemas.openxmlformats.org/officeDocument/2006/relationships/tags" Target="../tags/tag417.xml"/><Relationship Id="rId16" Type="http://schemas.openxmlformats.org/officeDocument/2006/relationships/tags" Target="../tags/tag418.xml"/><Relationship Id="rId17" Type="http://schemas.openxmlformats.org/officeDocument/2006/relationships/tags" Target="../tags/tag419.xml"/><Relationship Id="rId18" Type="http://schemas.openxmlformats.org/officeDocument/2006/relationships/tags" Target="../tags/tag420.xml"/><Relationship Id="rId19" Type="http://schemas.openxmlformats.org/officeDocument/2006/relationships/tags" Target="../tags/tag421.xml"/><Relationship Id="rId20" Type="http://schemas.openxmlformats.org/officeDocument/2006/relationships/tags" Target="../tags/tag422.xml"/><Relationship Id="rId21" Type="http://schemas.openxmlformats.org/officeDocument/2006/relationships/tags" Target="../tags/tag423.xml"/><Relationship Id="rId22" Type="http://schemas.openxmlformats.org/officeDocument/2006/relationships/tags" Target="../tags/tag424.xml"/><Relationship Id="rId23" Type="http://schemas.openxmlformats.org/officeDocument/2006/relationships/tags" Target="../tags/tag425.xml"/><Relationship Id="rId24" Type="http://schemas.openxmlformats.org/officeDocument/2006/relationships/tags" Target="../tags/tag426.xml"/><Relationship Id="rId25" Type="http://schemas.openxmlformats.org/officeDocument/2006/relationships/tags" Target="../tags/tag427.xml"/><Relationship Id="rId26" Type="http://schemas.openxmlformats.org/officeDocument/2006/relationships/tags" Target="../tags/tag428.xml"/><Relationship Id="rId27" Type="http://schemas.openxmlformats.org/officeDocument/2006/relationships/tags" Target="../tags/tag429.xml"/><Relationship Id="rId28" Type="http://schemas.openxmlformats.org/officeDocument/2006/relationships/tags" Target="../tags/tag430.xml"/><Relationship Id="rId29" Type="http://schemas.openxmlformats.org/officeDocument/2006/relationships/tags" Target="../tags/tag431.xml"/><Relationship Id="rId30" Type="http://schemas.openxmlformats.org/officeDocument/2006/relationships/tags" Target="../tags/tag432.xml"/><Relationship Id="rId31" Type="http://schemas.openxmlformats.org/officeDocument/2006/relationships/tags" Target="../tags/tag433.xml"/><Relationship Id="rId32" Type="http://schemas.openxmlformats.org/officeDocument/2006/relationships/tags" Target="../tags/tag434.xml"/><Relationship Id="rId33" Type="http://schemas.openxmlformats.org/officeDocument/2006/relationships/tags" Target="../tags/tag435.xml"/><Relationship Id="rId34" Type="http://schemas.openxmlformats.org/officeDocument/2006/relationships/tags" Target="../tags/tag436.xml"/><Relationship Id="rId35" Type="http://schemas.openxmlformats.org/officeDocument/2006/relationships/tags" Target="../tags/tag437.xml"/><Relationship Id="rId36" Type="http://schemas.openxmlformats.org/officeDocument/2006/relationships/tags" Target="../tags/tag438.xml"/><Relationship Id="rId37" Type="http://schemas.openxmlformats.org/officeDocument/2006/relationships/tags" Target="../tags/tag439.xml"/><Relationship Id="rId38" Type="http://schemas.openxmlformats.org/officeDocument/2006/relationships/tags" Target="../tags/tag440.xml"/><Relationship Id="rId39" Type="http://schemas.openxmlformats.org/officeDocument/2006/relationships/tags" Target="../tags/tag441.xml"/><Relationship Id="rId40" Type="http://schemas.openxmlformats.org/officeDocument/2006/relationships/tags" Target="../tags/tag442.xml"/><Relationship Id="rId41" Type="http://schemas.openxmlformats.org/officeDocument/2006/relationships/tags" Target="../tags/tag443.xml"/><Relationship Id="rId42" Type="http://schemas.openxmlformats.org/officeDocument/2006/relationships/tags" Target="../tags/tag444.xml"/><Relationship Id="rId43" Type="http://schemas.openxmlformats.org/officeDocument/2006/relationships/tags" Target="../tags/tag445.xml"/><Relationship Id="rId44" Type="http://schemas.openxmlformats.org/officeDocument/2006/relationships/tags" Target="../tags/tag446.xml"/><Relationship Id="rId45" Type="http://schemas.openxmlformats.org/officeDocument/2006/relationships/tags" Target="../tags/tag447.xml"/><Relationship Id="rId46" Type="http://schemas.openxmlformats.org/officeDocument/2006/relationships/tags" Target="../tags/tag448.xml"/><Relationship Id="rId47" Type="http://schemas.openxmlformats.org/officeDocument/2006/relationships/tags" Target="../tags/tag449.xml"/><Relationship Id="rId48" Type="http://schemas.openxmlformats.org/officeDocument/2006/relationships/tags" Target="../tags/tag450.xml"/><Relationship Id="rId49" Type="http://schemas.openxmlformats.org/officeDocument/2006/relationships/tags" Target="../tags/tag451.xml"/><Relationship Id="rId50" Type="http://schemas.openxmlformats.org/officeDocument/2006/relationships/tags" Target="../tags/tag452.xml"/><Relationship Id="rId51" Type="http://schemas.openxmlformats.org/officeDocument/2006/relationships/tags" Target="../tags/tag453.xml"/><Relationship Id="rId52" Type="http://schemas.openxmlformats.org/officeDocument/2006/relationships/tags" Target="../tags/tag454.xml"/><Relationship Id="rId53" Type="http://schemas.openxmlformats.org/officeDocument/2006/relationships/tags" Target="../tags/tag455.xml"/><Relationship Id="rId54" Type="http://schemas.openxmlformats.org/officeDocument/2006/relationships/tags" Target="../tags/tag456.xml"/><Relationship Id="rId55" Type="http://schemas.openxmlformats.org/officeDocument/2006/relationships/tags" Target="../tags/tag457.xml"/><Relationship Id="rId56" Type="http://schemas.openxmlformats.org/officeDocument/2006/relationships/tags" Target="../tags/tag458.xml"/><Relationship Id="rId57" Type="http://schemas.openxmlformats.org/officeDocument/2006/relationships/tags" Target="../tags/tag459.xml"/><Relationship Id="rId58" Type="http://schemas.openxmlformats.org/officeDocument/2006/relationships/tags" Target="../tags/tag460.xml"/><Relationship Id="rId59" Type="http://schemas.openxmlformats.org/officeDocument/2006/relationships/tags" Target="../tags/tag461.xml"/><Relationship Id="rId60" Type="http://schemas.openxmlformats.org/officeDocument/2006/relationships/tags" Target="../tags/tag462.xml"/><Relationship Id="rId61" Type="http://schemas.openxmlformats.org/officeDocument/2006/relationships/tags" Target="../tags/tag463.xml"/><Relationship Id="rId62" Type="http://schemas.openxmlformats.org/officeDocument/2006/relationships/tags" Target="../tags/tag464.xml"/><Relationship Id="rId63" Type="http://schemas.openxmlformats.org/officeDocument/2006/relationships/tags" Target="../tags/tag465.xml"/><Relationship Id="rId64" Type="http://schemas.openxmlformats.org/officeDocument/2006/relationships/tags" Target="../tags/tag466.xml"/><Relationship Id="rId65" Type="http://schemas.openxmlformats.org/officeDocument/2006/relationships/tags" Target="../tags/tag467.xml"/><Relationship Id="rId66" Type="http://schemas.openxmlformats.org/officeDocument/2006/relationships/tags" Target="../tags/tag468.xml"/><Relationship Id="rId67" Type="http://schemas.openxmlformats.org/officeDocument/2006/relationships/tags" Target="../tags/tag469.xml"/><Relationship Id="rId68" Type="http://schemas.openxmlformats.org/officeDocument/2006/relationships/tags" Target="../tags/tag470.xml"/><Relationship Id="rId69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471.xml"/><Relationship Id="rId2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472.xml"/><Relationship Id="rId2" Type="http://schemas.openxmlformats.org/officeDocument/2006/relationships/tags" Target="../tags/tag473.xml"/><Relationship Id="rId3" Type="http://schemas.openxmlformats.org/officeDocument/2006/relationships/tags" Target="../tags/tag474.xml"/><Relationship Id="rId4" Type="http://schemas.openxmlformats.org/officeDocument/2006/relationships/tags" Target="../tags/tag475.xml"/><Relationship Id="rId5" Type="http://schemas.openxmlformats.org/officeDocument/2006/relationships/tags" Target="../tags/tag476.xml"/><Relationship Id="rId6" Type="http://schemas.openxmlformats.org/officeDocument/2006/relationships/tags" Target="../tags/tag477.xml"/><Relationship Id="rId7" Type="http://schemas.openxmlformats.org/officeDocument/2006/relationships/tags" Target="../tags/tag478.xml"/><Relationship Id="rId8" Type="http://schemas.openxmlformats.org/officeDocument/2006/relationships/tags" Target="../tags/tag479.xml"/><Relationship Id="rId9" Type="http://schemas.openxmlformats.org/officeDocument/2006/relationships/tags" Target="../tags/tag480.xml"/><Relationship Id="rId10" Type="http://schemas.openxmlformats.org/officeDocument/2006/relationships/tags" Target="../tags/tag481.xml"/><Relationship Id="rId11" Type="http://schemas.openxmlformats.org/officeDocument/2006/relationships/tags" Target="../tags/tag482.xml"/><Relationship Id="rId12" Type="http://schemas.openxmlformats.org/officeDocument/2006/relationships/tags" Target="../tags/tag483.xml"/><Relationship Id="rId13" Type="http://schemas.openxmlformats.org/officeDocument/2006/relationships/tags" Target="../tags/tag484.xml"/><Relationship Id="rId14" Type="http://schemas.openxmlformats.org/officeDocument/2006/relationships/tags" Target="../tags/tag485.xml"/><Relationship Id="rId15" Type="http://schemas.openxmlformats.org/officeDocument/2006/relationships/tags" Target="../tags/tag486.xml"/><Relationship Id="rId16" Type="http://schemas.openxmlformats.org/officeDocument/2006/relationships/tags" Target="../tags/tag487.xml"/><Relationship Id="rId17" Type="http://schemas.openxmlformats.org/officeDocument/2006/relationships/tags" Target="../tags/tag488.xml"/><Relationship Id="rId18" Type="http://schemas.openxmlformats.org/officeDocument/2006/relationships/tags" Target="../tags/tag489.xml"/><Relationship Id="rId19" Type="http://schemas.openxmlformats.org/officeDocument/2006/relationships/tags" Target="../tags/tag490.xml"/><Relationship Id="rId20" Type="http://schemas.openxmlformats.org/officeDocument/2006/relationships/tags" Target="../tags/tag491.xml"/><Relationship Id="rId21" Type="http://schemas.openxmlformats.org/officeDocument/2006/relationships/tags" Target="../tags/tag492.xml"/><Relationship Id="rId22" Type="http://schemas.openxmlformats.org/officeDocument/2006/relationships/tags" Target="../tags/tag493.xml"/><Relationship Id="rId23" Type="http://schemas.openxmlformats.org/officeDocument/2006/relationships/tags" Target="../tags/tag494.xml"/><Relationship Id="rId24" Type="http://schemas.openxmlformats.org/officeDocument/2006/relationships/tags" Target="../tags/tag495.xml"/><Relationship Id="rId25" Type="http://schemas.openxmlformats.org/officeDocument/2006/relationships/tags" Target="../tags/tag496.xml"/><Relationship Id="rId26" Type="http://schemas.openxmlformats.org/officeDocument/2006/relationships/tags" Target="../tags/tag497.xml"/><Relationship Id="rId27" Type="http://schemas.openxmlformats.org/officeDocument/2006/relationships/tags" Target="../tags/tag498.xml"/><Relationship Id="rId28" Type="http://schemas.openxmlformats.org/officeDocument/2006/relationships/tags" Target="../tags/tag499.xml"/><Relationship Id="rId29" Type="http://schemas.openxmlformats.org/officeDocument/2006/relationships/tags" Target="../tags/tag500.xml"/><Relationship Id="rId30" Type="http://schemas.openxmlformats.org/officeDocument/2006/relationships/tags" Target="../tags/tag501.xml"/><Relationship Id="rId31" Type="http://schemas.openxmlformats.org/officeDocument/2006/relationships/tags" Target="../tags/tag502.xml"/><Relationship Id="rId32" Type="http://schemas.openxmlformats.org/officeDocument/2006/relationships/tags" Target="../tags/tag503.xml"/><Relationship Id="rId33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504.xml"/><Relationship Id="rId2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505.xml"/><Relationship Id="rId2" Type="http://schemas.openxmlformats.org/officeDocument/2006/relationships/tags" Target="../tags/tag506.xml"/><Relationship Id="rId3" Type="http://schemas.openxmlformats.org/officeDocument/2006/relationships/tags" Target="../tags/tag507.xml"/><Relationship Id="rId4" Type="http://schemas.openxmlformats.org/officeDocument/2006/relationships/tags" Target="../tags/tag508.xml"/><Relationship Id="rId5" Type="http://schemas.openxmlformats.org/officeDocument/2006/relationships/tags" Target="../tags/tag509.xml"/><Relationship Id="rId6" Type="http://schemas.openxmlformats.org/officeDocument/2006/relationships/tags" Target="../tags/tag510.xml"/><Relationship Id="rId7" Type="http://schemas.openxmlformats.org/officeDocument/2006/relationships/tags" Target="../tags/tag511.xml"/><Relationship Id="rId8" Type="http://schemas.openxmlformats.org/officeDocument/2006/relationships/tags" Target="../tags/tag512.xml"/><Relationship Id="rId9" Type="http://schemas.openxmlformats.org/officeDocument/2006/relationships/tags" Target="../tags/tag513.xml"/><Relationship Id="rId10" Type="http://schemas.openxmlformats.org/officeDocument/2006/relationships/tags" Target="../tags/tag514.xml"/><Relationship Id="rId11" Type="http://schemas.openxmlformats.org/officeDocument/2006/relationships/tags" Target="../tags/tag515.xml"/><Relationship Id="rId12" Type="http://schemas.openxmlformats.org/officeDocument/2006/relationships/tags" Target="../tags/tag516.xml"/><Relationship Id="rId13" Type="http://schemas.openxmlformats.org/officeDocument/2006/relationships/image" Target="../media/image14.png"/><Relationship Id="rId14" Type="http://schemas.openxmlformats.org/officeDocument/2006/relationships/image" Target="../media/image8.svg"/><Relationship Id="rId15" Type="http://schemas.openxmlformats.org/officeDocument/2006/relationships/tags" Target="../tags/tag517.xml"/><Relationship Id="rId16" Type="http://schemas.openxmlformats.org/officeDocument/2006/relationships/image" Target="../media/image15.png"/><Relationship Id="rId17" Type="http://schemas.openxmlformats.org/officeDocument/2006/relationships/image" Target="../media/image9.svg"/><Relationship Id="rId18" Type="http://schemas.openxmlformats.org/officeDocument/2006/relationships/tags" Target="../tags/tag518.xml"/><Relationship Id="rId19" Type="http://schemas.openxmlformats.org/officeDocument/2006/relationships/image" Target="../media/image16.png"/><Relationship Id="rId20" Type="http://schemas.openxmlformats.org/officeDocument/2006/relationships/image" Target="../media/image10.svg"/><Relationship Id="rId21" Type="http://schemas.openxmlformats.org/officeDocument/2006/relationships/tags" Target="../tags/tag519.xml"/><Relationship Id="rId22" Type="http://schemas.openxmlformats.org/officeDocument/2006/relationships/tags" Target="../tags/tag520.xml"/><Relationship Id="rId23" Type="http://schemas.openxmlformats.org/officeDocument/2006/relationships/tags" Target="../tags/tag521.xml"/><Relationship Id="rId24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522.xml"/><Relationship Id="rId3" Type="http://schemas.openxmlformats.org/officeDocument/2006/relationships/tags" Target="../tags/tag523.xml"/><Relationship Id="rId4" Type="http://schemas.openxmlformats.org/officeDocument/2006/relationships/tags" Target="../tags/tag524.xml"/><Relationship Id="rId5" Type="http://schemas.openxmlformats.org/officeDocument/2006/relationships/tags" Target="../tags/tag525.xml"/><Relationship Id="rId6" Type="http://schemas.openxmlformats.org/officeDocument/2006/relationships/tags" Target="../tags/tag526.xml"/><Relationship Id="rId7" Type="http://schemas.openxmlformats.org/officeDocument/2006/relationships/tags" Target="../tags/tag527.xml"/><Relationship Id="rId8" Type="http://schemas.openxmlformats.org/officeDocument/2006/relationships/tags" Target="../tags/tag528.xml"/><Relationship Id="rId9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529.xml"/><Relationship Id="rId3" Type="http://schemas.openxmlformats.org/officeDocument/2006/relationships/tags" Target="../tags/tag530.xml"/><Relationship Id="rId4" Type="http://schemas.openxmlformats.org/officeDocument/2006/relationships/tags" Target="../tags/tag531.xml"/><Relationship Id="rId5" Type="http://schemas.openxmlformats.org/officeDocument/2006/relationships/tags" Target="../tags/tag532.xml"/><Relationship Id="rId6" Type="http://schemas.openxmlformats.org/officeDocument/2006/relationships/tags" Target="../tags/tag533.xml"/><Relationship Id="rId7" Type="http://schemas.openxmlformats.org/officeDocument/2006/relationships/tags" Target="../tags/tag534.xml"/><Relationship Id="rId8" Type="http://schemas.openxmlformats.org/officeDocument/2006/relationships/tags" Target="../tags/tag535.xml"/><Relationship Id="rId9" Type="http://schemas.openxmlformats.org/officeDocument/2006/relationships/tags" Target="../tags/tag536.xml"/><Relationship Id="rId10" Type="http://schemas.openxmlformats.org/officeDocument/2006/relationships/tags" Target="../tags/tag537.xml"/><Relationship Id="rId11" Type="http://schemas.openxmlformats.org/officeDocument/2006/relationships/tags" Target="../tags/tag538.xml"/><Relationship Id="rId12" Type="http://schemas.openxmlformats.org/officeDocument/2006/relationships/tags" Target="../tags/tag539.xml"/><Relationship Id="rId13" Type="http://schemas.openxmlformats.org/officeDocument/2006/relationships/tags" Target="../tags/tag540.xml"/><Relationship Id="rId14" Type="http://schemas.openxmlformats.org/officeDocument/2006/relationships/tags" Target="../tags/tag541.xml"/><Relationship Id="rId15" Type="http://schemas.openxmlformats.org/officeDocument/2006/relationships/tags" Target="../tags/tag542.xml"/><Relationship Id="rId16" Type="http://schemas.openxmlformats.org/officeDocument/2006/relationships/tags" Target="../tags/tag543.xml"/><Relationship Id="rId17" Type="http://schemas.openxmlformats.org/officeDocument/2006/relationships/tags" Target="../tags/tag544.xml"/><Relationship Id="rId18" Type="http://schemas.openxmlformats.org/officeDocument/2006/relationships/tags" Target="../tags/tag545.xml"/><Relationship Id="rId19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46.xml"/><Relationship Id="rId2" Type="http://schemas.openxmlformats.org/officeDocument/2006/relationships/tags" Target="../tags/tag547.xml"/><Relationship Id="rId3" Type="http://schemas.openxmlformats.org/officeDocument/2006/relationships/tags" Target="../tags/tag548.xml"/><Relationship Id="rId4" Type="http://schemas.openxmlformats.org/officeDocument/2006/relationships/tags" Target="../tags/tag549.xml"/><Relationship Id="rId5" Type="http://schemas.openxmlformats.org/officeDocument/2006/relationships/tags" Target="../tags/tag550.xml"/><Relationship Id="rId6" Type="http://schemas.openxmlformats.org/officeDocument/2006/relationships/tags" Target="../tags/tag551.xml"/><Relationship Id="rId7" Type="http://schemas.openxmlformats.org/officeDocument/2006/relationships/tags" Target="../tags/tag552.xml"/><Relationship Id="rId8" Type="http://schemas.openxmlformats.org/officeDocument/2006/relationships/tags" Target="../tags/tag553.xml"/><Relationship Id="rId9" Type="http://schemas.openxmlformats.org/officeDocument/2006/relationships/tags" Target="../tags/tag554.xml"/><Relationship Id="rId10" Type="http://schemas.openxmlformats.org/officeDocument/2006/relationships/tags" Target="../tags/tag555.xml"/><Relationship Id="rId11" Type="http://schemas.openxmlformats.org/officeDocument/2006/relationships/tags" Target="../tags/tag556.xml"/><Relationship Id="rId12" Type="http://schemas.openxmlformats.org/officeDocument/2006/relationships/tags" Target="../tags/tag557.xml"/><Relationship Id="rId13" Type="http://schemas.openxmlformats.org/officeDocument/2006/relationships/tags" Target="../tags/tag558.xml"/><Relationship Id="rId14" Type="http://schemas.openxmlformats.org/officeDocument/2006/relationships/tags" Target="../tags/tag559.xml"/><Relationship Id="rId15" Type="http://schemas.openxmlformats.org/officeDocument/2006/relationships/tags" Target="../tags/tag560.xml"/><Relationship Id="rId16" Type="http://schemas.openxmlformats.org/officeDocument/2006/relationships/tags" Target="../tags/tag561.xml"/><Relationship Id="rId17" Type="http://schemas.openxmlformats.org/officeDocument/2006/relationships/tags" Target="../tags/tag562.xml"/><Relationship Id="rId18" Type="http://schemas.openxmlformats.org/officeDocument/2006/relationships/tags" Target="../tags/tag563.xml"/><Relationship Id="rId19" Type="http://schemas.openxmlformats.org/officeDocument/2006/relationships/tags" Target="../tags/tag564.xml"/><Relationship Id="rId20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565.xml"/><Relationship Id="rId2" Type="http://schemas.openxmlformats.org/officeDocument/2006/relationships/tags" Target="../tags/tag566.xml"/><Relationship Id="rId3" Type="http://schemas.openxmlformats.org/officeDocument/2006/relationships/tags" Target="../tags/tag567.xml"/><Relationship Id="rId4" Type="http://schemas.openxmlformats.org/officeDocument/2006/relationships/tags" Target="../tags/tag568.xml"/><Relationship Id="rId5" Type="http://schemas.openxmlformats.org/officeDocument/2006/relationships/tags" Target="../tags/tag569.xml"/><Relationship Id="rId6" Type="http://schemas.openxmlformats.org/officeDocument/2006/relationships/tags" Target="../tags/tag570.xml"/><Relationship Id="rId7" Type="http://schemas.openxmlformats.org/officeDocument/2006/relationships/tags" Target="../tags/tag571.xml"/><Relationship Id="rId8" Type="http://schemas.openxmlformats.org/officeDocument/2006/relationships/tags" Target="../tags/tag572.xml"/><Relationship Id="rId9" Type="http://schemas.openxmlformats.org/officeDocument/2006/relationships/tags" Target="../tags/tag573.xml"/><Relationship Id="rId10" Type="http://schemas.openxmlformats.org/officeDocument/2006/relationships/tags" Target="../tags/tag574.xml"/><Relationship Id="rId11" Type="http://schemas.openxmlformats.org/officeDocument/2006/relationships/tags" Target="../tags/tag575.xml"/><Relationship Id="rId12" Type="http://schemas.openxmlformats.org/officeDocument/2006/relationships/tags" Target="../tags/tag576.xml"/><Relationship Id="rId13" Type="http://schemas.openxmlformats.org/officeDocument/2006/relationships/tags" Target="../tags/tag577.xml"/><Relationship Id="rId14" Type="http://schemas.openxmlformats.org/officeDocument/2006/relationships/tags" Target="../tags/tag578.xml"/><Relationship Id="rId15" Type="http://schemas.openxmlformats.org/officeDocument/2006/relationships/tags" Target="../tags/tag579.xml"/><Relationship Id="rId16" Type="http://schemas.openxmlformats.org/officeDocument/2006/relationships/tags" Target="../tags/tag580.xml"/><Relationship Id="rId17" Type="http://schemas.openxmlformats.org/officeDocument/2006/relationships/tags" Target="../tags/tag581.xml"/><Relationship Id="rId18" Type="http://schemas.openxmlformats.org/officeDocument/2006/relationships/tags" Target="../tags/tag582.xml"/><Relationship Id="rId19" Type="http://schemas.openxmlformats.org/officeDocument/2006/relationships/tags" Target="../tags/tag583.xml"/><Relationship Id="rId20" Type="http://schemas.openxmlformats.org/officeDocument/2006/relationships/tags" Target="../tags/tag584.xml"/><Relationship Id="rId21" Type="http://schemas.openxmlformats.org/officeDocument/2006/relationships/tags" Target="../tags/tag585.xml"/><Relationship Id="rId22" Type="http://schemas.openxmlformats.org/officeDocument/2006/relationships/tags" Target="../tags/tag586.xml"/><Relationship Id="rId23" Type="http://schemas.openxmlformats.org/officeDocument/2006/relationships/tags" Target="../tags/tag587.xml"/><Relationship Id="rId24" Type="http://schemas.openxmlformats.org/officeDocument/2006/relationships/tags" Target="../tags/tag588.xml"/><Relationship Id="rId25" Type="http://schemas.openxmlformats.org/officeDocument/2006/relationships/tags" Target="../tags/tag589.xml"/><Relationship Id="rId26" Type="http://schemas.openxmlformats.org/officeDocument/2006/relationships/tags" Target="../tags/tag590.xml"/><Relationship Id="rId27" Type="http://schemas.openxmlformats.org/officeDocument/2006/relationships/tags" Target="../tags/tag591.xml"/><Relationship Id="rId28" Type="http://schemas.openxmlformats.org/officeDocument/2006/relationships/tags" Target="../tags/tag592.xml"/><Relationship Id="rId29" Type="http://schemas.openxmlformats.org/officeDocument/2006/relationships/tags" Target="../tags/tag593.xml"/><Relationship Id="rId30" Type="http://schemas.openxmlformats.org/officeDocument/2006/relationships/tags" Target="../tags/tag594.xml"/><Relationship Id="rId3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595.xml"/><Relationship Id="rId2" Type="http://schemas.openxmlformats.org/officeDocument/2006/relationships/tags" Target="../tags/tag596.xml"/><Relationship Id="rId3" Type="http://schemas.openxmlformats.org/officeDocument/2006/relationships/tags" Target="../tags/tag597.xml"/><Relationship Id="rId4" Type="http://schemas.openxmlformats.org/officeDocument/2006/relationships/tags" Target="../tags/tag598.xml"/><Relationship Id="rId5" Type="http://schemas.openxmlformats.org/officeDocument/2006/relationships/tags" Target="../tags/tag599.xml"/><Relationship Id="rId6" Type="http://schemas.openxmlformats.org/officeDocument/2006/relationships/tags" Target="../tags/tag600.xml"/><Relationship Id="rId7" Type="http://schemas.openxmlformats.org/officeDocument/2006/relationships/tags" Target="../tags/tag601.xml"/><Relationship Id="rId8" Type="http://schemas.openxmlformats.org/officeDocument/2006/relationships/tags" Target="../tags/tag602.xml"/><Relationship Id="rId9" Type="http://schemas.openxmlformats.org/officeDocument/2006/relationships/tags" Target="../tags/tag603.xml"/><Relationship Id="rId10" Type="http://schemas.openxmlformats.org/officeDocument/2006/relationships/tags" Target="../tags/tag604.xml"/><Relationship Id="rId11" Type="http://schemas.openxmlformats.org/officeDocument/2006/relationships/tags" Target="../tags/tag605.xml"/><Relationship Id="rId12" Type="http://schemas.openxmlformats.org/officeDocument/2006/relationships/tags" Target="../tags/tag606.xml"/><Relationship Id="rId13" Type="http://schemas.openxmlformats.org/officeDocument/2006/relationships/tags" Target="../tags/tag607.xml"/><Relationship Id="rId14" Type="http://schemas.openxmlformats.org/officeDocument/2006/relationships/tags" Target="../tags/tag608.xml"/><Relationship Id="rId15" Type="http://schemas.openxmlformats.org/officeDocument/2006/relationships/tags" Target="../tags/tag609.xml"/><Relationship Id="rId16" Type="http://schemas.openxmlformats.org/officeDocument/2006/relationships/tags" Target="../tags/tag610.xml"/><Relationship Id="rId17" Type="http://schemas.openxmlformats.org/officeDocument/2006/relationships/tags" Target="../tags/tag611.xml"/><Relationship Id="rId18" Type="http://schemas.openxmlformats.org/officeDocument/2006/relationships/tags" Target="../tags/tag612.xml"/><Relationship Id="rId19" Type="http://schemas.openxmlformats.org/officeDocument/2006/relationships/tags" Target="../tags/tag613.xml"/><Relationship Id="rId20" Type="http://schemas.openxmlformats.org/officeDocument/2006/relationships/tags" Target="../tags/tag614.xml"/><Relationship Id="rId21" Type="http://schemas.openxmlformats.org/officeDocument/2006/relationships/tags" Target="../tags/tag615.xml"/><Relationship Id="rId22" Type="http://schemas.openxmlformats.org/officeDocument/2006/relationships/tags" Target="../tags/tag616.xml"/><Relationship Id="rId23" Type="http://schemas.openxmlformats.org/officeDocument/2006/relationships/tags" Target="../tags/tag617.xml"/><Relationship Id="rId24" Type="http://schemas.openxmlformats.org/officeDocument/2006/relationships/tags" Target="../tags/tag618.xml"/><Relationship Id="rId25" Type="http://schemas.openxmlformats.org/officeDocument/2006/relationships/tags" Target="../tags/tag619.xml"/><Relationship Id="rId26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20.xml"/><Relationship Id="rId2" Type="http://schemas.openxmlformats.org/officeDocument/2006/relationships/tags" Target="../tags/tag621.xml"/><Relationship Id="rId3" Type="http://schemas.openxmlformats.org/officeDocument/2006/relationships/tags" Target="../tags/tag622.xml"/><Relationship Id="rId4" Type="http://schemas.openxmlformats.org/officeDocument/2006/relationships/tags" Target="../tags/tag623.xml"/><Relationship Id="rId5" Type="http://schemas.openxmlformats.org/officeDocument/2006/relationships/tags" Target="../tags/tag624.xml"/><Relationship Id="rId6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25.xml"/><Relationship Id="rId2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26.xml"/><Relationship Id="rId2" Type="http://schemas.openxmlformats.org/officeDocument/2006/relationships/tags" Target="../tags/tag627.xml"/><Relationship Id="rId3" Type="http://schemas.openxmlformats.org/officeDocument/2006/relationships/tags" Target="../tags/tag628.xml"/><Relationship Id="rId4" Type="http://schemas.openxmlformats.org/officeDocument/2006/relationships/tags" Target="../tags/tag629.xml"/><Relationship Id="rId5" Type="http://schemas.openxmlformats.org/officeDocument/2006/relationships/tags" Target="../tags/tag630.xml"/><Relationship Id="rId6" Type="http://schemas.openxmlformats.org/officeDocument/2006/relationships/tags" Target="../tags/tag631.xml"/><Relationship Id="rId7" Type="http://schemas.openxmlformats.org/officeDocument/2006/relationships/tags" Target="../tags/tag632.xml"/><Relationship Id="rId8" Type="http://schemas.openxmlformats.org/officeDocument/2006/relationships/tags" Target="../tags/tag633.xml"/><Relationship Id="rId9" Type="http://schemas.openxmlformats.org/officeDocument/2006/relationships/tags" Target="../tags/tag634.xml"/><Relationship Id="rId10" Type="http://schemas.openxmlformats.org/officeDocument/2006/relationships/tags" Target="../tags/tag635.xml"/><Relationship Id="rId11" Type="http://schemas.openxmlformats.org/officeDocument/2006/relationships/tags" Target="../tags/tag636.xml"/><Relationship Id="rId12" Type="http://schemas.openxmlformats.org/officeDocument/2006/relationships/tags" Target="../tags/tag637.xml"/><Relationship Id="rId13" Type="http://schemas.openxmlformats.org/officeDocument/2006/relationships/tags" Target="../tags/tag638.xml"/><Relationship Id="rId14" Type="http://schemas.openxmlformats.org/officeDocument/2006/relationships/tags" Target="../tags/tag639.xml"/><Relationship Id="rId15" Type="http://schemas.openxmlformats.org/officeDocument/2006/relationships/tags" Target="../tags/tag640.xml"/><Relationship Id="rId16" Type="http://schemas.openxmlformats.org/officeDocument/2006/relationships/tags" Target="../tags/tag641.xml"/><Relationship Id="rId17" Type="http://schemas.openxmlformats.org/officeDocument/2006/relationships/tags" Target="../tags/tag642.xml"/><Relationship Id="rId18" Type="http://schemas.openxmlformats.org/officeDocument/2006/relationships/tags" Target="../tags/tag643.xml"/><Relationship Id="rId19" Type="http://schemas.openxmlformats.org/officeDocument/2006/relationships/tags" Target="../tags/tag644.xml"/><Relationship Id="rId20" Type="http://schemas.openxmlformats.org/officeDocument/2006/relationships/tags" Target="../tags/tag645.xml"/><Relationship Id="rId21" Type="http://schemas.openxmlformats.org/officeDocument/2006/relationships/tags" Target="../tags/tag646.xml"/><Relationship Id="rId22" Type="http://schemas.openxmlformats.org/officeDocument/2006/relationships/tags" Target="../tags/tag647.xml"/><Relationship Id="rId23" Type="http://schemas.openxmlformats.org/officeDocument/2006/relationships/tags" Target="../tags/tag648.xml"/><Relationship Id="rId24" Type="http://schemas.openxmlformats.org/officeDocument/2006/relationships/tags" Target="../tags/tag649.xml"/><Relationship Id="rId25" Type="http://schemas.openxmlformats.org/officeDocument/2006/relationships/tags" Target="../tags/tag650.xml"/><Relationship Id="rId26" Type="http://schemas.openxmlformats.org/officeDocument/2006/relationships/tags" Target="../tags/tag651.xml"/><Relationship Id="rId27" Type="http://schemas.openxmlformats.org/officeDocument/2006/relationships/tags" Target="../tags/tag652.xml"/><Relationship Id="rId28" Type="http://schemas.openxmlformats.org/officeDocument/2006/relationships/tags" Target="../tags/tag653.xml"/><Relationship Id="rId29" Type="http://schemas.openxmlformats.org/officeDocument/2006/relationships/tags" Target="../tags/tag654.xml"/><Relationship Id="rId30" Type="http://schemas.openxmlformats.org/officeDocument/2006/relationships/tags" Target="../tags/tag655.xml"/><Relationship Id="rId31" Type="http://schemas.openxmlformats.org/officeDocument/2006/relationships/tags" Target="../tags/tag656.xml"/><Relationship Id="rId32" Type="http://schemas.openxmlformats.org/officeDocument/2006/relationships/tags" Target="../tags/tag657.xml"/><Relationship Id="rId33" Type="http://schemas.openxmlformats.org/officeDocument/2006/relationships/tags" Target="../tags/tag658.xml"/><Relationship Id="rId34" Type="http://schemas.openxmlformats.org/officeDocument/2006/relationships/tags" Target="../tags/tag659.xml"/><Relationship Id="rId35" Type="http://schemas.openxmlformats.org/officeDocument/2006/relationships/tags" Target="../tags/tag660.xml"/><Relationship Id="rId36" Type="http://schemas.openxmlformats.org/officeDocument/2006/relationships/tags" Target="../tags/tag661.xml"/><Relationship Id="rId37" Type="http://schemas.openxmlformats.org/officeDocument/2006/relationships/tags" Target="../tags/tag662.xml"/><Relationship Id="rId38" Type="http://schemas.openxmlformats.org/officeDocument/2006/relationships/tags" Target="../tags/tag663.xml"/><Relationship Id="rId39" Type="http://schemas.openxmlformats.org/officeDocument/2006/relationships/tags" Target="../tags/tag664.xml"/><Relationship Id="rId40" Type="http://schemas.openxmlformats.org/officeDocument/2006/relationships/tags" Target="../tags/tag665.xml"/><Relationship Id="rId41" Type="http://schemas.openxmlformats.org/officeDocument/2006/relationships/tags" Target="../tags/tag666.xml"/><Relationship Id="rId42" Type="http://schemas.openxmlformats.org/officeDocument/2006/relationships/tags" Target="../tags/tag667.xml"/><Relationship Id="rId43" Type="http://schemas.openxmlformats.org/officeDocument/2006/relationships/tags" Target="../tags/tag668.xml"/><Relationship Id="rId44" Type="http://schemas.openxmlformats.org/officeDocument/2006/relationships/tags" Target="../tags/tag669.xml"/><Relationship Id="rId45" Type="http://schemas.openxmlformats.org/officeDocument/2006/relationships/tags" Target="../tags/tag670.xml"/><Relationship Id="rId46" Type="http://schemas.openxmlformats.org/officeDocument/2006/relationships/tags" Target="../tags/tag671.xml"/><Relationship Id="rId47" Type="http://schemas.openxmlformats.org/officeDocument/2006/relationships/tags" Target="../tags/tag672.xml"/><Relationship Id="rId48" Type="http://schemas.openxmlformats.org/officeDocument/2006/relationships/tags" Target="../tags/tag673.xml"/><Relationship Id="rId49" Type="http://schemas.openxmlformats.org/officeDocument/2006/relationships/tags" Target="../tags/tag674.xml"/><Relationship Id="rId50" Type="http://schemas.openxmlformats.org/officeDocument/2006/relationships/tags" Target="../tags/tag675.xml"/><Relationship Id="rId5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676.xml"/><Relationship Id="rId2" Type="http://schemas.openxmlformats.org/officeDocument/2006/relationships/tags" Target="../tags/tag677.xml"/><Relationship Id="rId3" Type="http://schemas.openxmlformats.org/officeDocument/2006/relationships/tags" Target="../tags/tag678.xml"/><Relationship Id="rId4" Type="http://schemas.openxmlformats.org/officeDocument/2006/relationships/tags" Target="../tags/tag679.xml"/><Relationship Id="rId5" Type="http://schemas.openxmlformats.org/officeDocument/2006/relationships/tags" Target="../tags/tag680.xml"/><Relationship Id="rId6" Type="http://schemas.openxmlformats.org/officeDocument/2006/relationships/tags" Target="../tags/tag681.xml"/><Relationship Id="rId7" Type="http://schemas.openxmlformats.org/officeDocument/2006/relationships/tags" Target="../tags/tag682.xml"/><Relationship Id="rId8" Type="http://schemas.openxmlformats.org/officeDocument/2006/relationships/tags" Target="../tags/tag683.xml"/><Relationship Id="rId9" Type="http://schemas.openxmlformats.org/officeDocument/2006/relationships/tags" Target="../tags/tag684.xml"/><Relationship Id="rId10" Type="http://schemas.openxmlformats.org/officeDocument/2006/relationships/tags" Target="../tags/tag685.xml"/><Relationship Id="rId11" Type="http://schemas.openxmlformats.org/officeDocument/2006/relationships/tags" Target="../tags/tag686.xml"/><Relationship Id="rId12" Type="http://schemas.openxmlformats.org/officeDocument/2006/relationships/tags" Target="../tags/tag687.xml"/><Relationship Id="rId13" Type="http://schemas.openxmlformats.org/officeDocument/2006/relationships/tags" Target="../tags/tag688.xml"/><Relationship Id="rId14" Type="http://schemas.openxmlformats.org/officeDocument/2006/relationships/tags" Target="../tags/tag689.xml"/><Relationship Id="rId15" Type="http://schemas.openxmlformats.org/officeDocument/2006/relationships/tags" Target="../tags/tag690.xml"/><Relationship Id="rId16" Type="http://schemas.openxmlformats.org/officeDocument/2006/relationships/tags" Target="../tags/tag691.xml"/><Relationship Id="rId17" Type="http://schemas.openxmlformats.org/officeDocument/2006/relationships/tags" Target="../tags/tag692.xml"/><Relationship Id="rId18" Type="http://schemas.openxmlformats.org/officeDocument/2006/relationships/tags" Target="../tags/tag693.xml"/><Relationship Id="rId19" Type="http://schemas.openxmlformats.org/officeDocument/2006/relationships/tags" Target="../tags/tag694.xml"/><Relationship Id="rId20" Type="http://schemas.openxmlformats.org/officeDocument/2006/relationships/tags" Target="../tags/tag695.xml"/><Relationship Id="rId21" Type="http://schemas.openxmlformats.org/officeDocument/2006/relationships/tags" Target="../tags/tag696.xml"/><Relationship Id="rId22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697.xml"/><Relationship Id="rId2" Type="http://schemas.openxmlformats.org/officeDocument/2006/relationships/tags" Target="../tags/tag698.xml"/><Relationship Id="rId3" Type="http://schemas.openxmlformats.org/officeDocument/2006/relationships/tags" Target="../tags/tag699.xml"/><Relationship Id="rId4" Type="http://schemas.openxmlformats.org/officeDocument/2006/relationships/tags" Target="../tags/tag700.xml"/><Relationship Id="rId5" Type="http://schemas.openxmlformats.org/officeDocument/2006/relationships/tags" Target="../tags/tag701.xml"/><Relationship Id="rId6" Type="http://schemas.openxmlformats.org/officeDocument/2006/relationships/tags" Target="../tags/tag702.xml"/><Relationship Id="rId7" Type="http://schemas.openxmlformats.org/officeDocument/2006/relationships/tags" Target="../tags/tag703.xml"/><Relationship Id="rId8" Type="http://schemas.openxmlformats.org/officeDocument/2006/relationships/tags" Target="../tags/tag704.xml"/><Relationship Id="rId9" Type="http://schemas.openxmlformats.org/officeDocument/2006/relationships/tags" Target="../tags/tag705.xml"/><Relationship Id="rId10" Type="http://schemas.openxmlformats.org/officeDocument/2006/relationships/tags" Target="../tags/tag706.xml"/><Relationship Id="rId11" Type="http://schemas.openxmlformats.org/officeDocument/2006/relationships/tags" Target="../tags/tag707.xml"/><Relationship Id="rId12" Type="http://schemas.openxmlformats.org/officeDocument/2006/relationships/tags" Target="../tags/tag708.xml"/><Relationship Id="rId13" Type="http://schemas.openxmlformats.org/officeDocument/2006/relationships/tags" Target="../tags/tag709.xml"/><Relationship Id="rId14" Type="http://schemas.openxmlformats.org/officeDocument/2006/relationships/tags" Target="../tags/tag710.xml"/><Relationship Id="rId15" Type="http://schemas.openxmlformats.org/officeDocument/2006/relationships/tags" Target="../tags/tag711.xml"/><Relationship Id="rId16" Type="http://schemas.openxmlformats.org/officeDocument/2006/relationships/tags" Target="../tags/tag712.xml"/><Relationship Id="rId17" Type="http://schemas.openxmlformats.org/officeDocument/2006/relationships/tags" Target="../tags/tag713.xml"/><Relationship Id="rId18" Type="http://schemas.openxmlformats.org/officeDocument/2006/relationships/tags" Target="../tags/tag714.xml"/><Relationship Id="rId19" Type="http://schemas.openxmlformats.org/officeDocument/2006/relationships/tags" Target="../tags/tag715.xml"/><Relationship Id="rId20" Type="http://schemas.openxmlformats.org/officeDocument/2006/relationships/tags" Target="../tags/tag716.xml"/><Relationship Id="rId21" Type="http://schemas.openxmlformats.org/officeDocument/2006/relationships/tags" Target="../tags/tag717.xml"/><Relationship Id="rId22" Type="http://schemas.openxmlformats.org/officeDocument/2006/relationships/tags" Target="../tags/tag718.xml"/><Relationship Id="rId23" Type="http://schemas.openxmlformats.org/officeDocument/2006/relationships/tags" Target="../tags/tag719.xml"/><Relationship Id="rId24" Type="http://schemas.openxmlformats.org/officeDocument/2006/relationships/tags" Target="../tags/tag720.xml"/><Relationship Id="rId25" Type="http://schemas.openxmlformats.org/officeDocument/2006/relationships/tags" Target="../tags/tag721.xml"/><Relationship Id="rId26" Type="http://schemas.openxmlformats.org/officeDocument/2006/relationships/tags" Target="../tags/tag722.xml"/><Relationship Id="rId27" Type="http://schemas.openxmlformats.org/officeDocument/2006/relationships/tags" Target="../tags/tag723.xml"/><Relationship Id="rId28" Type="http://schemas.openxmlformats.org/officeDocument/2006/relationships/tags" Target="../tags/tag724.xml"/><Relationship Id="rId29" Type="http://schemas.openxmlformats.org/officeDocument/2006/relationships/tags" Target="../tags/tag725.xml"/><Relationship Id="rId30" Type="http://schemas.openxmlformats.org/officeDocument/2006/relationships/tags" Target="../tags/tag726.xml"/><Relationship Id="rId31" Type="http://schemas.openxmlformats.org/officeDocument/2006/relationships/tags" Target="../tags/tag727.xml"/><Relationship Id="rId32" Type="http://schemas.openxmlformats.org/officeDocument/2006/relationships/tags" Target="../tags/tag728.xml"/><Relationship Id="rId33" Type="http://schemas.openxmlformats.org/officeDocument/2006/relationships/tags" Target="../tags/tag729.xml"/><Relationship Id="rId34" Type="http://schemas.openxmlformats.org/officeDocument/2006/relationships/tags" Target="../tags/tag730.xml"/><Relationship Id="rId35" Type="http://schemas.openxmlformats.org/officeDocument/2006/relationships/tags" Target="../tags/tag731.xml"/><Relationship Id="rId36" Type="http://schemas.openxmlformats.org/officeDocument/2006/relationships/tags" Target="../tags/tag732.xml"/><Relationship Id="rId37" Type="http://schemas.openxmlformats.org/officeDocument/2006/relationships/tags" Target="../tags/tag733.xml"/><Relationship Id="rId38" Type="http://schemas.openxmlformats.org/officeDocument/2006/relationships/tags" Target="../tags/tag734.xml"/><Relationship Id="rId39" Type="http://schemas.openxmlformats.org/officeDocument/2006/relationships/tags" Target="../tags/tag735.xml"/><Relationship Id="rId40" Type="http://schemas.openxmlformats.org/officeDocument/2006/relationships/tags" Target="../tags/tag736.xml"/><Relationship Id="rId41" Type="http://schemas.openxmlformats.org/officeDocument/2006/relationships/tags" Target="../tags/tag737.xml"/><Relationship Id="rId42" Type="http://schemas.openxmlformats.org/officeDocument/2006/relationships/tags" Target="../tags/tag738.xml"/><Relationship Id="rId43" Type="http://schemas.openxmlformats.org/officeDocument/2006/relationships/tags" Target="../tags/tag739.xml"/><Relationship Id="rId44" Type="http://schemas.openxmlformats.org/officeDocument/2006/relationships/tags" Target="../tags/tag740.xml"/><Relationship Id="rId45" Type="http://schemas.openxmlformats.org/officeDocument/2006/relationships/tags" Target="../tags/tag741.xml"/><Relationship Id="rId46" Type="http://schemas.openxmlformats.org/officeDocument/2006/relationships/tags" Target="../tags/tag742.xml"/><Relationship Id="rId47" Type="http://schemas.openxmlformats.org/officeDocument/2006/relationships/tags" Target="../tags/tag743.xml"/><Relationship Id="rId48" Type="http://schemas.openxmlformats.org/officeDocument/2006/relationships/tags" Target="../tags/tag744.xml"/><Relationship Id="rId49" Type="http://schemas.openxmlformats.org/officeDocument/2006/relationships/tags" Target="../tags/tag745.xml"/><Relationship Id="rId50" Type="http://schemas.openxmlformats.org/officeDocument/2006/relationships/tags" Target="../tags/tag746.xml"/><Relationship Id="rId51" Type="http://schemas.openxmlformats.org/officeDocument/2006/relationships/tags" Target="../tags/tag747.xml"/><Relationship Id="rId52" Type="http://schemas.openxmlformats.org/officeDocument/2006/relationships/tags" Target="../tags/tag748.xml"/><Relationship Id="rId53" Type="http://schemas.openxmlformats.org/officeDocument/2006/relationships/tags" Target="../tags/tag749.xml"/><Relationship Id="rId54" Type="http://schemas.openxmlformats.org/officeDocument/2006/relationships/tags" Target="../tags/tag750.xml"/><Relationship Id="rId55" Type="http://schemas.openxmlformats.org/officeDocument/2006/relationships/tags" Target="../tags/tag751.xml"/><Relationship Id="rId56" Type="http://schemas.openxmlformats.org/officeDocument/2006/relationships/tags" Target="../tags/tag752.xml"/><Relationship Id="rId57" Type="http://schemas.openxmlformats.org/officeDocument/2006/relationships/tags" Target="../tags/tag753.xml"/><Relationship Id="rId58" Type="http://schemas.openxmlformats.org/officeDocument/2006/relationships/tags" Target="../tags/tag754.xml"/><Relationship Id="rId59" Type="http://schemas.openxmlformats.org/officeDocument/2006/relationships/tags" Target="../tags/tag755.xml"/><Relationship Id="rId60" Type="http://schemas.openxmlformats.org/officeDocument/2006/relationships/tags" Target="../tags/tag756.xml"/><Relationship Id="rId61" Type="http://schemas.openxmlformats.org/officeDocument/2006/relationships/tags" Target="../tags/tag757.xml"/><Relationship Id="rId62" Type="http://schemas.openxmlformats.org/officeDocument/2006/relationships/tags" Target="../tags/tag758.xml"/><Relationship Id="rId63" Type="http://schemas.openxmlformats.org/officeDocument/2006/relationships/tags" Target="../tags/tag759.xml"/><Relationship Id="rId64" Type="http://schemas.openxmlformats.org/officeDocument/2006/relationships/tags" Target="../tags/tag760.xml"/><Relationship Id="rId65" Type="http://schemas.openxmlformats.org/officeDocument/2006/relationships/tags" Target="../tags/tag761.xml"/><Relationship Id="rId66" Type="http://schemas.openxmlformats.org/officeDocument/2006/relationships/tags" Target="../tags/tag762.xml"/><Relationship Id="rId67" Type="http://schemas.openxmlformats.org/officeDocument/2006/relationships/tags" Target="../tags/tag763.xml"/><Relationship Id="rId68" Type="http://schemas.openxmlformats.org/officeDocument/2006/relationships/tags" Target="../tags/tag764.xml"/><Relationship Id="rId69" Type="http://schemas.openxmlformats.org/officeDocument/2006/relationships/tags" Target="../tags/tag765.xml"/><Relationship Id="rId70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766.xml"/><Relationship Id="rId2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767.xml"/><Relationship Id="rId2" Type="http://schemas.openxmlformats.org/officeDocument/2006/relationships/tags" Target="../tags/tag768.xml"/><Relationship Id="rId3" Type="http://schemas.openxmlformats.org/officeDocument/2006/relationships/tags" Target="../tags/tag769.xml"/><Relationship Id="rId4" Type="http://schemas.openxmlformats.org/officeDocument/2006/relationships/tags" Target="../tags/tag770.xml"/><Relationship Id="rId5" Type="http://schemas.openxmlformats.org/officeDocument/2006/relationships/tags" Target="../tags/tag771.xml"/><Relationship Id="rId6" Type="http://schemas.openxmlformats.org/officeDocument/2006/relationships/tags" Target="../tags/tag772.xml"/><Relationship Id="rId7" Type="http://schemas.openxmlformats.org/officeDocument/2006/relationships/tags" Target="../tags/tag773.xml"/><Relationship Id="rId8" Type="http://schemas.openxmlformats.org/officeDocument/2006/relationships/tags" Target="../tags/tag774.xml"/><Relationship Id="rId9" Type="http://schemas.openxmlformats.org/officeDocument/2006/relationships/tags" Target="../tags/tag775.xml"/><Relationship Id="rId10" Type="http://schemas.openxmlformats.org/officeDocument/2006/relationships/tags" Target="../tags/tag776.xml"/><Relationship Id="rId11" Type="http://schemas.openxmlformats.org/officeDocument/2006/relationships/tags" Target="../tags/tag777.xml"/><Relationship Id="rId12" Type="http://schemas.openxmlformats.org/officeDocument/2006/relationships/tags" Target="../tags/tag778.xml"/><Relationship Id="rId13" Type="http://schemas.openxmlformats.org/officeDocument/2006/relationships/tags" Target="../tags/tag779.xml"/><Relationship Id="rId14" Type="http://schemas.openxmlformats.org/officeDocument/2006/relationships/tags" Target="../tags/tag780.xml"/><Relationship Id="rId15" Type="http://schemas.openxmlformats.org/officeDocument/2006/relationships/tags" Target="../tags/tag781.xml"/><Relationship Id="rId16" Type="http://schemas.openxmlformats.org/officeDocument/2006/relationships/tags" Target="../tags/tag782.xml"/><Relationship Id="rId17" Type="http://schemas.openxmlformats.org/officeDocument/2006/relationships/tags" Target="../tags/tag783.xml"/><Relationship Id="rId18" Type="http://schemas.openxmlformats.org/officeDocument/2006/relationships/tags" Target="../tags/tag784.xml"/><Relationship Id="rId19" Type="http://schemas.openxmlformats.org/officeDocument/2006/relationships/tags" Target="../tags/tag785.xml"/><Relationship Id="rId20" Type="http://schemas.openxmlformats.org/officeDocument/2006/relationships/tags" Target="../tags/tag786.xml"/><Relationship Id="rId21" Type="http://schemas.openxmlformats.org/officeDocument/2006/relationships/tags" Target="../tags/tag787.xml"/><Relationship Id="rId22" Type="http://schemas.openxmlformats.org/officeDocument/2006/relationships/tags" Target="../tags/tag788.xml"/><Relationship Id="rId23" Type="http://schemas.openxmlformats.org/officeDocument/2006/relationships/tags" Target="../tags/tag789.xml"/><Relationship Id="rId24" Type="http://schemas.openxmlformats.org/officeDocument/2006/relationships/tags" Target="../tags/tag790.xml"/><Relationship Id="rId25" Type="http://schemas.openxmlformats.org/officeDocument/2006/relationships/tags" Target="../tags/tag791.xml"/><Relationship Id="rId26" Type="http://schemas.openxmlformats.org/officeDocument/2006/relationships/tags" Target="../tags/tag792.xml"/><Relationship Id="rId27" Type="http://schemas.openxmlformats.org/officeDocument/2006/relationships/tags" Target="../tags/tag793.xml"/><Relationship Id="rId28" Type="http://schemas.openxmlformats.org/officeDocument/2006/relationships/tags" Target="../tags/tag794.xml"/><Relationship Id="rId29" Type="http://schemas.openxmlformats.org/officeDocument/2006/relationships/tags" Target="../tags/tag795.xml"/><Relationship Id="rId30" Type="http://schemas.openxmlformats.org/officeDocument/2006/relationships/tags" Target="../tags/tag796.xml"/><Relationship Id="rId31" Type="http://schemas.openxmlformats.org/officeDocument/2006/relationships/tags" Target="../tags/tag797.xml"/><Relationship Id="rId32" Type="http://schemas.openxmlformats.org/officeDocument/2006/relationships/tags" Target="../tags/tag798.xml"/><Relationship Id="rId33" Type="http://schemas.openxmlformats.org/officeDocument/2006/relationships/tags" Target="../tags/tag799.xml"/><Relationship Id="rId34" Type="http://schemas.openxmlformats.org/officeDocument/2006/relationships/tags" Target="../tags/tag800.xml"/><Relationship Id="rId35" Type="http://schemas.openxmlformats.org/officeDocument/2006/relationships/tags" Target="../tags/tag801.xml"/><Relationship Id="rId36" Type="http://schemas.openxmlformats.org/officeDocument/2006/relationships/tags" Target="../tags/tag802.xml"/><Relationship Id="rId37" Type="http://schemas.openxmlformats.org/officeDocument/2006/relationships/tags" Target="../tags/tag803.xml"/><Relationship Id="rId38" Type="http://schemas.openxmlformats.org/officeDocument/2006/relationships/tags" Target="../tags/tag804.xml"/><Relationship Id="rId39" Type="http://schemas.openxmlformats.org/officeDocument/2006/relationships/tags" Target="../tags/tag805.xml"/><Relationship Id="rId40" Type="http://schemas.openxmlformats.org/officeDocument/2006/relationships/tags" Target="../tags/tag806.xml"/><Relationship Id="rId41" Type="http://schemas.openxmlformats.org/officeDocument/2006/relationships/tags" Target="../tags/tag807.xml"/><Relationship Id="rId42" Type="http://schemas.openxmlformats.org/officeDocument/2006/relationships/tags" Target="../tags/tag808.xml"/><Relationship Id="rId43" Type="http://schemas.openxmlformats.org/officeDocument/2006/relationships/tags" Target="../tags/tag809.xml"/><Relationship Id="rId44" Type="http://schemas.openxmlformats.org/officeDocument/2006/relationships/tags" Target="../tags/tag810.xml"/><Relationship Id="rId45" Type="http://schemas.openxmlformats.org/officeDocument/2006/relationships/tags" Target="../tags/tag811.xml"/><Relationship Id="rId46" Type="http://schemas.openxmlformats.org/officeDocument/2006/relationships/tags" Target="../tags/tag812.xml"/><Relationship Id="rId47" Type="http://schemas.openxmlformats.org/officeDocument/2006/relationships/tags" Target="../tags/tag813.xml"/><Relationship Id="rId48" Type="http://schemas.openxmlformats.org/officeDocument/2006/relationships/tags" Target="../tags/tag814.xml"/><Relationship Id="rId49" Type="http://schemas.openxmlformats.org/officeDocument/2006/relationships/tags" Target="../tags/tag815.xml"/><Relationship Id="rId50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816.xml"/><Relationship Id="rId2" Type="http://schemas.openxmlformats.org/officeDocument/2006/relationships/tags" Target="../tags/tag817.xml"/><Relationship Id="rId3" Type="http://schemas.openxmlformats.org/officeDocument/2006/relationships/tags" Target="../tags/tag818.xml"/><Relationship Id="rId4" Type="http://schemas.openxmlformats.org/officeDocument/2006/relationships/tags" Target="../tags/tag819.xml"/><Relationship Id="rId5" Type="http://schemas.openxmlformats.org/officeDocument/2006/relationships/tags" Target="../tags/tag820.xml"/><Relationship Id="rId6" Type="http://schemas.openxmlformats.org/officeDocument/2006/relationships/tags" Target="../tags/tag821.xml"/><Relationship Id="rId7" Type="http://schemas.openxmlformats.org/officeDocument/2006/relationships/tags" Target="../tags/tag822.xml"/><Relationship Id="rId8" Type="http://schemas.openxmlformats.org/officeDocument/2006/relationships/tags" Target="../tags/tag823.xml"/><Relationship Id="rId9" Type="http://schemas.openxmlformats.org/officeDocument/2006/relationships/tags" Target="../tags/tag824.xml"/><Relationship Id="rId10" Type="http://schemas.openxmlformats.org/officeDocument/2006/relationships/tags" Target="../tags/tag825.xml"/><Relationship Id="rId11" Type="http://schemas.openxmlformats.org/officeDocument/2006/relationships/tags" Target="../tags/tag826.xml"/><Relationship Id="rId12" Type="http://schemas.openxmlformats.org/officeDocument/2006/relationships/tags" Target="../tags/tag827.xml"/><Relationship Id="rId13" Type="http://schemas.openxmlformats.org/officeDocument/2006/relationships/tags" Target="../tags/tag828.xml"/><Relationship Id="rId14" Type="http://schemas.openxmlformats.org/officeDocument/2006/relationships/tags" Target="../tags/tag829.xml"/><Relationship Id="rId15" Type="http://schemas.openxmlformats.org/officeDocument/2006/relationships/tags" Target="../tags/tag830.xml"/><Relationship Id="rId16" Type="http://schemas.openxmlformats.org/officeDocument/2006/relationships/tags" Target="../tags/tag831.xml"/><Relationship Id="rId17" Type="http://schemas.openxmlformats.org/officeDocument/2006/relationships/tags" Target="../tags/tag832.xml"/><Relationship Id="rId18" Type="http://schemas.openxmlformats.org/officeDocument/2006/relationships/tags" Target="../tags/tag833.xml"/><Relationship Id="rId19" Type="http://schemas.openxmlformats.org/officeDocument/2006/relationships/tags" Target="../tags/tag834.xml"/><Relationship Id="rId20" Type="http://schemas.openxmlformats.org/officeDocument/2006/relationships/tags" Target="../tags/tag835.xml"/><Relationship Id="rId21" Type="http://schemas.openxmlformats.org/officeDocument/2006/relationships/tags" Target="../tags/tag836.xml"/><Relationship Id="rId22" Type="http://schemas.openxmlformats.org/officeDocument/2006/relationships/tags" Target="../tags/tag837.xml"/><Relationship Id="rId23" Type="http://schemas.openxmlformats.org/officeDocument/2006/relationships/tags" Target="../tags/tag838.xml"/><Relationship Id="rId24" Type="http://schemas.openxmlformats.org/officeDocument/2006/relationships/tags" Target="../tags/tag839.xml"/><Relationship Id="rId25" Type="http://schemas.openxmlformats.org/officeDocument/2006/relationships/tags" Target="../tags/tag840.xml"/><Relationship Id="rId26" Type="http://schemas.openxmlformats.org/officeDocument/2006/relationships/tags" Target="../tags/tag841.xml"/><Relationship Id="rId27" Type="http://schemas.openxmlformats.org/officeDocument/2006/relationships/tags" Target="../tags/tag842.xml"/><Relationship Id="rId28" Type="http://schemas.openxmlformats.org/officeDocument/2006/relationships/tags" Target="../tags/tag843.xml"/><Relationship Id="rId29" Type="http://schemas.openxmlformats.org/officeDocument/2006/relationships/tags" Target="../tags/tag844.xml"/><Relationship Id="rId30" Type="http://schemas.openxmlformats.org/officeDocument/2006/relationships/tags" Target="../tags/tag845.xml"/><Relationship Id="rId31" Type="http://schemas.openxmlformats.org/officeDocument/2006/relationships/tags" Target="../tags/tag846.xml"/><Relationship Id="rId32" Type="http://schemas.openxmlformats.org/officeDocument/2006/relationships/tags" Target="../tags/tag847.xml"/><Relationship Id="rId33" Type="http://schemas.openxmlformats.org/officeDocument/2006/relationships/tags" Target="../tags/tag848.xml"/><Relationship Id="rId34" Type="http://schemas.openxmlformats.org/officeDocument/2006/relationships/tags" Target="../tags/tag849.xml"/><Relationship Id="rId35" Type="http://schemas.openxmlformats.org/officeDocument/2006/relationships/tags" Target="../tags/tag850.xml"/><Relationship Id="rId36" Type="http://schemas.openxmlformats.org/officeDocument/2006/relationships/tags" Target="../tags/tag851.xml"/><Relationship Id="rId37" Type="http://schemas.openxmlformats.org/officeDocument/2006/relationships/tags" Target="../tags/tag852.xml"/><Relationship Id="rId38" Type="http://schemas.openxmlformats.org/officeDocument/2006/relationships/tags" Target="../tags/tag853.xml"/><Relationship Id="rId39" Type="http://schemas.openxmlformats.org/officeDocument/2006/relationships/tags" Target="../tags/tag854.xml"/><Relationship Id="rId40" Type="http://schemas.openxmlformats.org/officeDocument/2006/relationships/tags" Target="../tags/tag855.xml"/><Relationship Id="rId41" Type="http://schemas.openxmlformats.org/officeDocument/2006/relationships/tags" Target="../tags/tag856.xml"/><Relationship Id="rId42" Type="http://schemas.openxmlformats.org/officeDocument/2006/relationships/tags" Target="../tags/tag857.xml"/><Relationship Id="rId43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858.xml"/><Relationship Id="rId2" Type="http://schemas.openxmlformats.org/officeDocument/2006/relationships/tags" Target="../tags/tag859.xml"/><Relationship Id="rId3" Type="http://schemas.openxmlformats.org/officeDocument/2006/relationships/tags" Target="../tags/tag860.xml"/><Relationship Id="rId4" Type="http://schemas.openxmlformats.org/officeDocument/2006/relationships/tags" Target="../tags/tag861.xml"/><Relationship Id="rId5" Type="http://schemas.openxmlformats.org/officeDocument/2006/relationships/tags" Target="../tags/tag862.xml"/><Relationship Id="rId6" Type="http://schemas.openxmlformats.org/officeDocument/2006/relationships/tags" Target="../tags/tag863.xml"/><Relationship Id="rId7" Type="http://schemas.openxmlformats.org/officeDocument/2006/relationships/tags" Target="../tags/tag864.xml"/><Relationship Id="rId8" Type="http://schemas.openxmlformats.org/officeDocument/2006/relationships/tags" Target="../tags/tag865.xml"/><Relationship Id="rId9" Type="http://schemas.openxmlformats.org/officeDocument/2006/relationships/tags" Target="../tags/tag866.xml"/><Relationship Id="rId10" Type="http://schemas.openxmlformats.org/officeDocument/2006/relationships/tags" Target="../tags/tag867.xml"/><Relationship Id="rId11" Type="http://schemas.openxmlformats.org/officeDocument/2006/relationships/tags" Target="../tags/tag868.xml"/><Relationship Id="rId12" Type="http://schemas.openxmlformats.org/officeDocument/2006/relationships/tags" Target="../tags/tag869.xml"/><Relationship Id="rId13" Type="http://schemas.openxmlformats.org/officeDocument/2006/relationships/tags" Target="../tags/tag870.xml"/><Relationship Id="rId14" Type="http://schemas.openxmlformats.org/officeDocument/2006/relationships/tags" Target="../tags/tag871.xml"/><Relationship Id="rId15" Type="http://schemas.openxmlformats.org/officeDocument/2006/relationships/tags" Target="../tags/tag872.xml"/><Relationship Id="rId16" Type="http://schemas.openxmlformats.org/officeDocument/2006/relationships/tags" Target="../tags/tag873.xml"/><Relationship Id="rId17" Type="http://schemas.openxmlformats.org/officeDocument/2006/relationships/tags" Target="../tags/tag874.xml"/><Relationship Id="rId18" Type="http://schemas.openxmlformats.org/officeDocument/2006/relationships/tags" Target="../tags/tag875.xml"/><Relationship Id="rId19" Type="http://schemas.openxmlformats.org/officeDocument/2006/relationships/tags" Target="../tags/tag876.xml"/><Relationship Id="rId20" Type="http://schemas.openxmlformats.org/officeDocument/2006/relationships/tags" Target="../tags/tag877.xml"/><Relationship Id="rId21" Type="http://schemas.openxmlformats.org/officeDocument/2006/relationships/tags" Target="../tags/tag878.xml"/><Relationship Id="rId22" Type="http://schemas.openxmlformats.org/officeDocument/2006/relationships/tags" Target="../tags/tag879.xml"/><Relationship Id="rId23" Type="http://schemas.openxmlformats.org/officeDocument/2006/relationships/tags" Target="../tags/tag880.xml"/><Relationship Id="rId24" Type="http://schemas.openxmlformats.org/officeDocument/2006/relationships/tags" Target="../tags/tag881.xml"/><Relationship Id="rId25" Type="http://schemas.openxmlformats.org/officeDocument/2006/relationships/tags" Target="../tags/tag882.xml"/><Relationship Id="rId26" Type="http://schemas.openxmlformats.org/officeDocument/2006/relationships/tags" Target="../tags/tag883.xml"/><Relationship Id="rId27" Type="http://schemas.openxmlformats.org/officeDocument/2006/relationships/tags" Target="../tags/tag884.xml"/><Relationship Id="rId28" Type="http://schemas.openxmlformats.org/officeDocument/2006/relationships/tags" Target="../tags/tag885.xml"/><Relationship Id="rId29" Type="http://schemas.openxmlformats.org/officeDocument/2006/relationships/tags" Target="../tags/tag886.xml"/><Relationship Id="rId30" Type="http://schemas.openxmlformats.org/officeDocument/2006/relationships/tags" Target="../tags/tag887.xml"/><Relationship Id="rId31" Type="http://schemas.openxmlformats.org/officeDocument/2006/relationships/tags" Target="../tags/tag888.xml"/><Relationship Id="rId32" Type="http://schemas.openxmlformats.org/officeDocument/2006/relationships/tags" Target="../tags/tag889.xml"/><Relationship Id="rId33" Type="http://schemas.openxmlformats.org/officeDocument/2006/relationships/tags" Target="../tags/tag890.xml"/><Relationship Id="rId34" Type="http://schemas.openxmlformats.org/officeDocument/2006/relationships/tags" Target="../tags/tag891.xml"/><Relationship Id="rId35" Type="http://schemas.openxmlformats.org/officeDocument/2006/relationships/tags" Target="../tags/tag892.xml"/><Relationship Id="rId36" Type="http://schemas.openxmlformats.org/officeDocument/2006/relationships/tags" Target="../tags/tag893.xml"/><Relationship Id="rId37" Type="http://schemas.openxmlformats.org/officeDocument/2006/relationships/tags" Target="../tags/tag894.xml"/><Relationship Id="rId38" Type="http://schemas.openxmlformats.org/officeDocument/2006/relationships/tags" Target="../tags/tag895.xml"/><Relationship Id="rId39" Type="http://schemas.openxmlformats.org/officeDocument/2006/relationships/tags" Target="../tags/tag896.xml"/><Relationship Id="rId40" Type="http://schemas.openxmlformats.org/officeDocument/2006/relationships/tags" Target="../tags/tag897.xml"/><Relationship Id="rId41" Type="http://schemas.openxmlformats.org/officeDocument/2006/relationships/tags" Target="../tags/tag898.xml"/><Relationship Id="rId42" Type="http://schemas.openxmlformats.org/officeDocument/2006/relationships/tags" Target="../tags/tag899.xml"/><Relationship Id="rId43" Type="http://schemas.openxmlformats.org/officeDocument/2006/relationships/tags" Target="../tags/tag900.xml"/><Relationship Id="rId44" Type="http://schemas.openxmlformats.org/officeDocument/2006/relationships/tags" Target="../tags/tag901.xml"/><Relationship Id="rId45" Type="http://schemas.openxmlformats.org/officeDocument/2006/relationships/tags" Target="../tags/tag902.xml"/><Relationship Id="rId46" Type="http://schemas.openxmlformats.org/officeDocument/2006/relationships/tags" Target="../tags/tag903.xml"/><Relationship Id="rId47" Type="http://schemas.openxmlformats.org/officeDocument/2006/relationships/tags" Target="../tags/tag904.xml"/><Relationship Id="rId48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tags" Target="../tags/tag905.xml"/><Relationship Id="rId2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01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研究背景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</a:rPr>
              <a:t>RESEARCH BACKGROUND</a:t>
            </a:r>
            <a:endParaRPr lang="en-US" altLang="zh-CN">
              <a:solidFill>
                <a:schemeClr val="accent6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普惠性幼儿园轻度自闭症幼儿融合教育支持体系研究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1" name="矩形: 圆顶角 2"/>
          <p:cNvSpPr/>
          <p:nvPr>
            <p:custDataLst>
              <p:tags r:id="rId1"/>
            </p:custDataLst>
          </p:nvPr>
        </p:nvSpPr>
        <p:spPr>
          <a:xfrm rot="16200000" flipH="1" flipV="1">
            <a:off x="2733739" y="-323761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2" name="弧形 31"/>
          <p:cNvSpPr/>
          <p:nvPr/>
        </p:nvSpPr>
        <p:spPr>
          <a:xfrm>
            <a:off x="7563223" y="2301228"/>
            <a:ext cx="2938145" cy="2863215"/>
          </a:xfrm>
          <a:prstGeom prst="arc">
            <a:avLst>
              <a:gd name="adj1" fmla="val 18872393"/>
              <a:gd name="adj2" fmla="val 498077"/>
            </a:avLst>
          </a:prstGeom>
          <a:solidFill>
            <a:schemeClr val="bg1"/>
          </a:solidFill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92533" y="289495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4" name="弧形 33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5" name="弧形 34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6" name="弧形 35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7" name="弧形 36"/>
          <p:cNvSpPr/>
          <p:nvPr/>
        </p:nvSpPr>
        <p:spPr>
          <a:xfrm>
            <a:off x="8198223" y="187577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8" name="弧形 37"/>
          <p:cNvSpPr/>
          <p:nvPr/>
        </p:nvSpPr>
        <p:spPr>
          <a:xfrm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9" name="弧形 38"/>
          <p:cNvSpPr/>
          <p:nvPr/>
        </p:nvSpPr>
        <p:spPr>
          <a:xfrm flipH="1" flipV="1"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0" name="弧形 39"/>
          <p:cNvSpPr/>
          <p:nvPr/>
        </p:nvSpPr>
        <p:spPr>
          <a:xfrm flipH="1" flipV="1">
            <a:off x="7661648" y="2397113"/>
            <a:ext cx="2938145" cy="2863215"/>
          </a:xfrm>
          <a:prstGeom prst="arc">
            <a:avLst>
              <a:gd name="adj1" fmla="val 21468674"/>
              <a:gd name="adj2" fmla="val 3153105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弧形 40"/>
          <p:cNvSpPr/>
          <p:nvPr/>
        </p:nvSpPr>
        <p:spPr>
          <a:xfrm flipH="1" flipV="1">
            <a:off x="7661648" y="2519668"/>
            <a:ext cx="2938145" cy="2863215"/>
          </a:xfrm>
          <a:prstGeom prst="arc">
            <a:avLst>
              <a:gd name="adj1" fmla="val 14940638"/>
              <a:gd name="adj2" fmla="val 18187804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弧形 41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弧形 42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4" name="弧形 43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弧形 44"/>
          <p:cNvSpPr/>
          <p:nvPr/>
        </p:nvSpPr>
        <p:spPr>
          <a:xfrm>
            <a:off x="9666978" y="3969373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弧形 45"/>
          <p:cNvSpPr/>
          <p:nvPr/>
        </p:nvSpPr>
        <p:spPr>
          <a:xfrm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弧形 46"/>
          <p:cNvSpPr/>
          <p:nvPr/>
        </p:nvSpPr>
        <p:spPr>
          <a:xfrm flipH="1" flipV="1"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851763" y="503236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园内现状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弧形 48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弧形 49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弧形 50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204448" y="384110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709619" y="5358004"/>
            <a:ext cx="101520" cy="101520"/>
          </a:xfrm>
          <a:prstGeom prst="ellipse">
            <a:avLst/>
          </a:prstGeom>
          <a:noFill/>
          <a:ln w="11938"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6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弧形 53"/>
          <p:cNvSpPr/>
          <p:nvPr/>
        </p:nvSpPr>
        <p:spPr>
          <a:xfrm>
            <a:off x="6714228" y="396111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弧形 54"/>
          <p:cNvSpPr/>
          <p:nvPr/>
        </p:nvSpPr>
        <p:spPr>
          <a:xfrm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弧形 55"/>
          <p:cNvSpPr/>
          <p:nvPr/>
        </p:nvSpPr>
        <p:spPr>
          <a:xfrm flipH="1" flipV="1"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899013" y="502347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现实矛盾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图形 239" descr="31393935333132383b31393939333930313bbcbccaf5b1a8b1ed"/>
          <p:cNvGrpSpPr/>
          <p:nvPr/>
        </p:nvGrpSpPr>
        <p:grpSpPr>
          <a:xfrm>
            <a:off x="8750673" y="2257413"/>
            <a:ext cx="601345" cy="587375"/>
            <a:chOff x="4457295" y="4749986"/>
            <a:chExt cx="914400" cy="891219"/>
          </a:xfrm>
        </p:grpSpPr>
        <p:sp>
          <p:nvSpPr>
            <p:cNvPr id="59" name="任意多边形: 形状 55"/>
            <p:cNvSpPr/>
            <p:nvPr/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solidFill>
              <a:srgbClr val="000000"/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0" name="任意多边形: 形状 56"/>
            <p:cNvSpPr/>
            <p:nvPr/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40" descr="31393935333132383b31393939333930373bb2c6cef1bbe3b1a8"/>
          <p:cNvGrpSpPr/>
          <p:nvPr/>
        </p:nvGrpSpPr>
        <p:grpSpPr>
          <a:xfrm>
            <a:off x="7283823" y="4409428"/>
            <a:ext cx="601345" cy="596265"/>
            <a:chOff x="5371696" y="4742779"/>
            <a:chExt cx="914399" cy="905633"/>
          </a:xfrm>
        </p:grpSpPr>
        <p:sp>
          <p:nvSpPr>
            <p:cNvPr id="62" name="任意多边形: 形状 52"/>
            <p:cNvSpPr/>
            <p:nvPr/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3" name="任意多边形: 形状 53"/>
            <p:cNvSpPr/>
            <p:nvPr/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4" name="任意多边形: 形状 54"/>
            <p:cNvSpPr/>
            <p:nvPr/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solidFill>
              <a:srgbClr val="000000"/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5" name="图形 253" descr="31393935333132383b31393939333839383bd7dcbde1bbe3b1a8"/>
          <p:cNvGrpSpPr/>
          <p:nvPr/>
        </p:nvGrpSpPr>
        <p:grpSpPr>
          <a:xfrm>
            <a:off x="10234668" y="4429748"/>
            <a:ext cx="518795" cy="601980"/>
            <a:chOff x="8663480" y="4666857"/>
            <a:chExt cx="789797" cy="914399"/>
          </a:xfrm>
        </p:grpSpPr>
        <p:sp>
          <p:nvSpPr>
            <p:cNvPr id="66" name="任意多边形: 形状 50"/>
            <p:cNvSpPr/>
            <p:nvPr/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51"/>
            <p:cNvSpPr/>
            <p:nvPr/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solidFill>
              <a:srgbClr val="000000"/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8" name="文本框 39"/>
          <p:cNvSpPr txBox="1"/>
          <p:nvPr>
            <p:custDataLst>
              <p:tags r:id="rId2"/>
            </p:custDataLst>
          </p:nvPr>
        </p:nvSpPr>
        <p:spPr>
          <a:xfrm>
            <a:off x="1057910" y="1668780"/>
            <a:ext cx="43503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政策导向：普惠园需落实融合教育责任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9" name="文本框 40"/>
          <p:cNvSpPr txBox="1"/>
          <p:nvPr>
            <p:custDataLst>
              <p:tags r:id="rId3"/>
            </p:custDataLst>
          </p:nvPr>
        </p:nvSpPr>
        <p:spPr>
          <a:xfrm>
            <a:off x="1058170" y="2129969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国家政策推动融合教育普及，普惠性幼儿园作为学前教育主体，需落实轻度自闭症幼儿的教育接纳责任。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8320778" y="429576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10159103" y="385253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9847953" y="546670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275433" y="430719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8687173" y="175322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8376023" y="336739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9803503" y="220788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7" name="矩形: 圆顶角 42"/>
          <p:cNvSpPr/>
          <p:nvPr>
            <p:custDataLst>
              <p:tags r:id="rId4"/>
            </p:custDataLst>
          </p:nvPr>
        </p:nvSpPr>
        <p:spPr>
          <a:xfrm rot="16200000" flipH="1" flipV="1">
            <a:off x="2733739" y="1329055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8" name="文本框 4"/>
          <p:cNvSpPr txBox="1"/>
          <p:nvPr>
            <p:custDataLst>
              <p:tags r:id="rId5"/>
            </p:custDataLst>
          </p:nvPr>
        </p:nvSpPr>
        <p:spPr>
          <a:xfrm>
            <a:off x="1057910" y="3321685"/>
            <a:ext cx="41471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现实矛盾：入园需求与支持方案不匹配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9" name="文本框 5"/>
          <p:cNvSpPr txBox="1"/>
          <p:nvPr>
            <p:custDataLst>
              <p:tags r:id="rId6"/>
            </p:custDataLst>
          </p:nvPr>
        </p:nvSpPr>
        <p:spPr>
          <a:xfrm>
            <a:off x="1058170" y="3782785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轻度自闭症幼儿入园需求增长，但普惠性幼儿园缺乏针对性的融合教育支持方案，供需矛盾突出。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0" name="矩形: 圆顶角 46"/>
          <p:cNvSpPr/>
          <p:nvPr>
            <p:custDataLst>
              <p:tags r:id="rId7"/>
            </p:custDataLst>
          </p:nvPr>
        </p:nvSpPr>
        <p:spPr>
          <a:xfrm rot="16200000" flipH="1" flipV="1">
            <a:off x="2733739" y="3003957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1" name="文本框 8"/>
          <p:cNvSpPr txBox="1"/>
          <p:nvPr>
            <p:custDataLst>
              <p:tags r:id="rId8"/>
            </p:custDataLst>
          </p:nvPr>
        </p:nvSpPr>
        <p:spPr>
          <a:xfrm>
            <a:off x="1057910" y="4996180"/>
            <a:ext cx="4351020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园内现状：融合教育支持能力存在短板</a:t>
            </a:r>
            <a:endParaRPr lang="zh-CN" altLang="en-US" sz="169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2" name="文本框 9"/>
          <p:cNvSpPr txBox="1"/>
          <p:nvPr>
            <p:custDataLst>
              <p:tags r:id="rId9"/>
            </p:custDataLst>
          </p:nvPr>
        </p:nvSpPr>
        <p:spPr>
          <a:xfrm>
            <a:off x="1058170" y="5457686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普惠性幼儿园在师资融合教育能力、环境适配、家园协同等方面存在短板，难以支撑幼儿发展。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246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居家失能老人家庭照护者压疮预防与干预研究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74" name="知鱼-1"/>
          <p:cNvGraphicFramePr/>
          <p:nvPr/>
        </p:nvGraphicFramePr>
        <p:xfrm>
          <a:off x="862113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5" name="知鱼-2"/>
          <p:cNvGraphicFramePr/>
          <p:nvPr/>
        </p:nvGraphicFramePr>
        <p:xfrm>
          <a:off x="3337887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6" name="知鱼-3"/>
          <p:cNvCxnSpPr/>
          <p:nvPr/>
        </p:nvCxnSpPr>
        <p:spPr>
          <a:xfrm>
            <a:off x="6112189" y="1413875"/>
            <a:ext cx="0" cy="453594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/>
        </p:nvGrpSpPr>
        <p:grpSpPr>
          <a:xfrm>
            <a:off x="1984041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78" name="知鱼-4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79" name="知鱼-5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0" name="知鱼-6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1" name="知鱼-7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476590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83" name="知鱼-8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4" name="知鱼-9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5" name="知鱼-10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6" name="知鱼-11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87" name="知鱼-12"/>
          <p:cNvSpPr txBox="1"/>
          <p:nvPr/>
        </p:nvSpPr>
        <p:spPr>
          <a:xfrm>
            <a:off x="1946773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88" name="知鱼-13"/>
          <p:cNvSpPr txBox="1"/>
          <p:nvPr/>
        </p:nvSpPr>
        <p:spPr>
          <a:xfrm>
            <a:off x="442031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graphicFrame>
        <p:nvGraphicFramePr>
          <p:cNvPr id="89" name="知鱼-14"/>
          <p:cNvGraphicFramePr/>
          <p:nvPr/>
        </p:nvGraphicFramePr>
        <p:xfrm>
          <a:off x="6119596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0" name="知鱼-15"/>
          <p:cNvGraphicFramePr/>
          <p:nvPr/>
        </p:nvGraphicFramePr>
        <p:xfrm>
          <a:off x="8874770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91" name="组合 90"/>
          <p:cNvGrpSpPr/>
          <p:nvPr/>
        </p:nvGrpSpPr>
        <p:grpSpPr>
          <a:xfrm>
            <a:off x="7241524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92" name="知鱼-16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3" name="知鱼-17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4" name="知鱼-18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5" name="知鱼-19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0013473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97" name="知鱼-20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8" name="知鱼-21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9" name="知鱼-22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00" name="知鱼-23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101" name="知鱼-24"/>
          <p:cNvSpPr txBox="1"/>
          <p:nvPr/>
        </p:nvSpPr>
        <p:spPr>
          <a:xfrm>
            <a:off x="720425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2" name="知鱼-25"/>
          <p:cNvSpPr txBox="1"/>
          <p:nvPr/>
        </p:nvSpPr>
        <p:spPr>
          <a:xfrm>
            <a:off x="9957199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3" name="文本框 31"/>
          <p:cNvSpPr txBox="1"/>
          <p:nvPr/>
        </p:nvSpPr>
        <p:spPr>
          <a:xfrm>
            <a:off x="1387054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社会趋势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4" name="文本框 32"/>
          <p:cNvSpPr txBox="1"/>
          <p:nvPr/>
        </p:nvSpPr>
        <p:spPr>
          <a:xfrm>
            <a:off x="1179195" y="4553585"/>
            <a:ext cx="215900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我国人口老龄化进程加快，失能老人数量逐年递增，受传统观念与照护资源限制，居家照护已成为失能老人主要照护模式。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5" name="文本框 31"/>
          <p:cNvSpPr txBox="1"/>
          <p:nvPr/>
        </p:nvSpPr>
        <p:spPr>
          <a:xfrm>
            <a:off x="3755390" y="4128770"/>
            <a:ext cx="182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照顾者能力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6" name="文本框 32"/>
          <p:cNvSpPr txBox="1"/>
          <p:nvPr/>
        </p:nvSpPr>
        <p:spPr>
          <a:xfrm>
            <a:off x="3555365" y="4590415"/>
            <a:ext cx="225615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家庭照护者多为老人亲属，无专业护理背景，普遍存在压疮预防知识薄弱、科学照护信念不足、规范操作行为缺失的问题。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7" name="文本框 31"/>
          <p:cNvSpPr txBox="1"/>
          <p:nvPr/>
        </p:nvSpPr>
        <p:spPr>
          <a:xfrm>
            <a:off x="6718659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政策需求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8" name="文本框 32"/>
          <p:cNvSpPr txBox="1"/>
          <p:nvPr/>
        </p:nvSpPr>
        <p:spPr>
          <a:xfrm>
            <a:off x="6522720" y="4553585"/>
            <a:ext cx="214693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国家多次出台政策鼓励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居家养老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服务体系建设，但针对居家照护者的压疮预防专项指导与支持措施仍存在明显缺口。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9" name="文本框 31"/>
          <p:cNvSpPr txBox="1"/>
          <p:nvPr/>
        </p:nvSpPr>
        <p:spPr>
          <a:xfrm>
            <a:off x="9351053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临床痛点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0" name="文本框 32"/>
          <p:cNvSpPr txBox="1"/>
          <p:nvPr/>
        </p:nvSpPr>
        <p:spPr>
          <a:xfrm>
            <a:off x="9053195" y="4553585"/>
            <a:ext cx="241236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现有社区护理服务对居家照护者的压疮预防指导多为单次、碎片化宣讲，缺乏长期、系统的干预方案，难以降低居家失能老人压疮发生风险。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634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幼儿园融合教育中轻度语迟儿童日常互动支持策略研究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文本框 3"/>
          <p:cNvSpPr txBox="1"/>
          <p:nvPr>
            <p:custDataLst>
              <p:tags r:id="rId1"/>
            </p:custDataLst>
          </p:nvPr>
        </p:nvSpPr>
        <p:spPr>
          <a:xfrm>
            <a:off x="1086485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政策落地有需求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文本框 109"/>
          <p:cNvSpPr txBox="1"/>
          <p:nvPr>
            <p:custDataLst>
              <p:tags r:id="rId2"/>
            </p:custDataLst>
          </p:nvPr>
        </p:nvSpPr>
        <p:spPr>
          <a:xfrm>
            <a:off x="1086485" y="25276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国家推进学前融合教育政策，要求保障特殊需要儿童入园权益，但针对轻度语言发育迟缓儿童的日常互动支持，缺乏可直接参考的落地路径。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1086485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儿童发展待支持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文本框 6"/>
          <p:cNvSpPr txBox="1"/>
          <p:nvPr>
            <p:custDataLst>
              <p:tags r:id="rId4"/>
            </p:custDataLst>
          </p:nvPr>
        </p:nvSpPr>
        <p:spPr>
          <a:xfrm>
            <a:off x="1086485" y="45977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轻度语言发育迟缓儿童在幼儿园集体活动中，常因表达弱出现被动参与或回避互动，长期缺乏支持会影响其语言发展与社交自信。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" name="文本框 11"/>
          <p:cNvSpPr txBox="1"/>
          <p:nvPr>
            <p:custDataLst>
              <p:tags r:id="rId5"/>
            </p:custDataLst>
          </p:nvPr>
        </p:nvSpPr>
        <p:spPr>
          <a:xfrm>
            <a:off x="8027670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教师实操缺策略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2"/>
          <p:cNvSpPr txBox="1"/>
          <p:nvPr>
            <p:custDataLst>
              <p:tags r:id="rId6"/>
            </p:custDataLst>
          </p:nvPr>
        </p:nvSpPr>
        <p:spPr>
          <a:xfrm>
            <a:off x="7122160" y="25276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多数幼儿园教师接受过融合教育基础培训，但面对轻度语言发育迟缓儿童的日常互动，仍缺乏即时、低门槛的支持技巧，难以兼顾不同儿童需求。</a:t>
            </a:r>
            <a:endParaRPr lang="zh-CN" altLang="en-US" sz="14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13"/>
          <p:cNvSpPr txBox="1"/>
          <p:nvPr>
            <p:custDataLst>
              <p:tags r:id="rId7"/>
            </p:custDataLst>
          </p:nvPr>
        </p:nvSpPr>
        <p:spPr>
          <a:xfrm>
            <a:off x="8027670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现有研究缺日常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4"/>
          <p:cNvSpPr txBox="1"/>
          <p:nvPr>
            <p:custDataLst>
              <p:tags r:id="rId8"/>
            </p:custDataLst>
          </p:nvPr>
        </p:nvSpPr>
        <p:spPr>
          <a:xfrm>
            <a:off x="7122160" y="45977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当前相关研究多聚焦轻度语言发育迟缓儿童的专项干预，针对幼儿园日常互动场景的支持策略研究较少，与教师实际工作脱节。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六边形 7"/>
          <p:cNvSpPr/>
          <p:nvPr>
            <p:custDataLst>
              <p:tags r:id="rId9"/>
            </p:custDataLst>
          </p:nvPr>
        </p:nvSpPr>
        <p:spPr>
          <a:xfrm>
            <a:off x="5442467" y="4362957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2" name="六边形 7"/>
          <p:cNvSpPr/>
          <p:nvPr>
            <p:custDataLst>
              <p:tags r:id="rId10"/>
            </p:custDataLst>
          </p:nvPr>
        </p:nvSpPr>
        <p:spPr>
          <a:xfrm>
            <a:off x="5436930" y="3048564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3" name="六边形 7"/>
          <p:cNvSpPr/>
          <p:nvPr>
            <p:custDataLst>
              <p:tags r:id="rId11"/>
            </p:custDataLst>
          </p:nvPr>
        </p:nvSpPr>
        <p:spPr>
          <a:xfrm>
            <a:off x="5458343" y="1706841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pic>
        <p:nvPicPr>
          <p:cNvPr id="14" name="图形 13" descr="32303038313138303b32303131373036313bb9a4bed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9307" y="2137383"/>
            <a:ext cx="588600" cy="588600"/>
          </a:xfrm>
          <a:prstGeom prst="rect">
            <a:avLst/>
          </a:prstGeom>
          <a:effectLst/>
        </p:spPr>
      </p:pic>
      <p:pic>
        <p:nvPicPr>
          <p:cNvPr id="15" name="图形 14" descr="343435383135323b333634333639373bc7f7cac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9307" y="3487767"/>
            <a:ext cx="588600" cy="588600"/>
          </a:xfrm>
          <a:prstGeom prst="rect">
            <a:avLst/>
          </a:prstGeom>
          <a:effectLst/>
        </p:spPr>
      </p:pic>
      <p:pic>
        <p:nvPicPr>
          <p:cNvPr id="16" name="图形 15" descr="32303038313138353b32303039303631343bb5d8c7f2d2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6321" y="4795931"/>
            <a:ext cx="667080" cy="667080"/>
          </a:xfrm>
          <a:prstGeom prst="rect">
            <a:avLst/>
          </a:prstGeom>
          <a:effectLst/>
        </p:spPr>
      </p:pic>
      <p:cxnSp>
        <p:nvCxnSpPr>
          <p:cNvPr id="17" name="直接连接符 16"/>
          <p:cNvCxnSpPr/>
          <p:nvPr>
            <p:custDataLst>
              <p:tags r:id="rId21"/>
            </p:custDataLst>
          </p:nvPr>
        </p:nvCxnSpPr>
        <p:spPr>
          <a:xfrm>
            <a:off x="9715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" name="直接连接符 17"/>
          <p:cNvCxnSpPr/>
          <p:nvPr>
            <p:custDataLst>
              <p:tags r:id="rId22"/>
            </p:custDataLst>
          </p:nvPr>
        </p:nvCxnSpPr>
        <p:spPr>
          <a:xfrm>
            <a:off x="9715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>
            <p:custDataLst>
              <p:tags r:id="rId23"/>
            </p:custDataLst>
          </p:nvPr>
        </p:nvCxnSpPr>
        <p:spPr>
          <a:xfrm>
            <a:off x="112204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>
            <p:custDataLst>
              <p:tags r:id="rId24"/>
            </p:custDataLst>
          </p:nvPr>
        </p:nvCxnSpPr>
        <p:spPr>
          <a:xfrm>
            <a:off x="112204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2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5690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边缘端工业设备故障诊断的轻量化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CNN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模型研究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02811" y="2021871"/>
            <a:ext cx="4186378" cy="4021881"/>
            <a:chOff x="3922247" y="1510219"/>
            <a:chExt cx="4348779" cy="4177903"/>
          </a:xfrm>
        </p:grpSpPr>
        <p:grpSp>
          <p:nvGrpSpPr>
            <p:cNvPr id="4" name="组合 3"/>
            <p:cNvGrpSpPr/>
            <p:nvPr/>
          </p:nvGrpSpPr>
          <p:grpSpPr>
            <a:xfrm>
              <a:off x="3922247" y="1510219"/>
              <a:ext cx="4348779" cy="3840715"/>
              <a:chOff x="3922247" y="1510219"/>
              <a:chExt cx="4348779" cy="3840715"/>
            </a:xfrm>
          </p:grpSpPr>
          <p:sp>
            <p:nvSpPr>
              <p:cNvPr id="5" name="Freeform 6"/>
              <p:cNvSpPr/>
              <p:nvPr>
                <p:custDataLst>
                  <p:tags r:id="rId2"/>
                </p:custDataLst>
              </p:nvPr>
            </p:nvSpPr>
            <p:spPr bwMode="auto">
              <a:xfrm rot="1800000">
                <a:off x="4611470" y="4127093"/>
                <a:ext cx="1647748" cy="1223841"/>
              </a:xfrm>
              <a:custGeom>
                <a:avLst/>
                <a:gdLst>
                  <a:gd name="T0" fmla="*/ 492 w 971"/>
                  <a:gd name="T1" fmla="*/ 725 h 725"/>
                  <a:gd name="T2" fmla="*/ 366 w 971"/>
                  <a:gd name="T3" fmla="*/ 719 h 725"/>
                  <a:gd name="T4" fmla="*/ 246 w 971"/>
                  <a:gd name="T5" fmla="*/ 701 h 725"/>
                  <a:gd name="T6" fmla="*/ 128 w 971"/>
                  <a:gd name="T7" fmla="*/ 669 h 725"/>
                  <a:gd name="T8" fmla="*/ 14 w 971"/>
                  <a:gd name="T9" fmla="*/ 625 h 725"/>
                  <a:gd name="T10" fmla="*/ 6 w 971"/>
                  <a:gd name="T11" fmla="*/ 620 h 725"/>
                  <a:gd name="T12" fmla="*/ 2 w 971"/>
                  <a:gd name="T13" fmla="*/ 615 h 725"/>
                  <a:gd name="T14" fmla="*/ 0 w 971"/>
                  <a:gd name="T15" fmla="*/ 608 h 725"/>
                  <a:gd name="T16" fmla="*/ 2 w 971"/>
                  <a:gd name="T17" fmla="*/ 597 h 725"/>
                  <a:gd name="T18" fmla="*/ 34 w 971"/>
                  <a:gd name="T19" fmla="*/ 494 h 725"/>
                  <a:gd name="T20" fmla="*/ 72 w 971"/>
                  <a:gd name="T21" fmla="*/ 394 h 725"/>
                  <a:gd name="T22" fmla="*/ 120 w 971"/>
                  <a:gd name="T23" fmla="*/ 297 h 725"/>
                  <a:gd name="T24" fmla="*/ 175 w 971"/>
                  <a:gd name="T25" fmla="*/ 204 h 725"/>
                  <a:gd name="T26" fmla="*/ 192 w 971"/>
                  <a:gd name="T27" fmla="*/ 180 h 725"/>
                  <a:gd name="T28" fmla="*/ 229 w 971"/>
                  <a:gd name="T29" fmla="*/ 134 h 725"/>
                  <a:gd name="T30" fmla="*/ 270 w 971"/>
                  <a:gd name="T31" fmla="*/ 93 h 725"/>
                  <a:gd name="T32" fmla="*/ 316 w 971"/>
                  <a:gd name="T33" fmla="*/ 56 h 725"/>
                  <a:gd name="T34" fmla="*/ 341 w 971"/>
                  <a:gd name="T35" fmla="*/ 41 h 725"/>
                  <a:gd name="T36" fmla="*/ 384 w 971"/>
                  <a:gd name="T37" fmla="*/ 20 h 725"/>
                  <a:gd name="T38" fmla="*/ 427 w 971"/>
                  <a:gd name="T39" fmla="*/ 6 h 725"/>
                  <a:gd name="T40" fmla="*/ 470 w 971"/>
                  <a:gd name="T41" fmla="*/ 1 h 725"/>
                  <a:gd name="T42" fmla="*/ 513 w 971"/>
                  <a:gd name="T43" fmla="*/ 1 h 725"/>
                  <a:gd name="T44" fmla="*/ 556 w 971"/>
                  <a:gd name="T45" fmla="*/ 9 h 725"/>
                  <a:gd name="T46" fmla="*/ 598 w 971"/>
                  <a:gd name="T47" fmla="*/ 23 h 725"/>
                  <a:gd name="T48" fmla="*/ 639 w 971"/>
                  <a:gd name="T49" fmla="*/ 45 h 725"/>
                  <a:gd name="T50" fmla="*/ 678 w 971"/>
                  <a:gd name="T51" fmla="*/ 75 h 725"/>
                  <a:gd name="T52" fmla="*/ 709 w 971"/>
                  <a:gd name="T53" fmla="*/ 100 h 725"/>
                  <a:gd name="T54" fmla="*/ 762 w 971"/>
                  <a:gd name="T55" fmla="*/ 156 h 725"/>
                  <a:gd name="T56" fmla="*/ 807 w 971"/>
                  <a:gd name="T57" fmla="*/ 219 h 725"/>
                  <a:gd name="T58" fmla="*/ 848 w 971"/>
                  <a:gd name="T59" fmla="*/ 287 h 725"/>
                  <a:gd name="T60" fmla="*/ 866 w 971"/>
                  <a:gd name="T61" fmla="*/ 322 h 725"/>
                  <a:gd name="T62" fmla="*/ 896 w 971"/>
                  <a:gd name="T63" fmla="*/ 388 h 725"/>
                  <a:gd name="T64" fmla="*/ 924 w 971"/>
                  <a:gd name="T65" fmla="*/ 458 h 725"/>
                  <a:gd name="T66" fmla="*/ 949 w 971"/>
                  <a:gd name="T67" fmla="*/ 527 h 725"/>
                  <a:gd name="T68" fmla="*/ 970 w 971"/>
                  <a:gd name="T69" fmla="*/ 600 h 725"/>
                  <a:gd name="T70" fmla="*/ 971 w 971"/>
                  <a:gd name="T71" fmla="*/ 612 h 725"/>
                  <a:gd name="T72" fmla="*/ 969 w 971"/>
                  <a:gd name="T73" fmla="*/ 618 h 725"/>
                  <a:gd name="T74" fmla="*/ 957 w 971"/>
                  <a:gd name="T75" fmla="*/ 625 h 725"/>
                  <a:gd name="T76" fmla="*/ 900 w 971"/>
                  <a:gd name="T77" fmla="*/ 648 h 725"/>
                  <a:gd name="T78" fmla="*/ 787 w 971"/>
                  <a:gd name="T79" fmla="*/ 686 h 725"/>
                  <a:gd name="T80" fmla="*/ 668 w 971"/>
                  <a:gd name="T81" fmla="*/ 712 h 725"/>
                  <a:gd name="T82" fmla="*/ 550 w 971"/>
                  <a:gd name="T83" fmla="*/ 723 h 725"/>
                  <a:gd name="T84" fmla="*/ 492 w 971"/>
                  <a:gd name="T85" fmla="*/ 725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71" h="725">
                    <a:moveTo>
                      <a:pt x="492" y="725"/>
                    </a:moveTo>
                    <a:lnTo>
                      <a:pt x="492" y="725"/>
                    </a:lnTo>
                    <a:lnTo>
                      <a:pt x="428" y="723"/>
                    </a:lnTo>
                    <a:lnTo>
                      <a:pt x="366" y="719"/>
                    </a:lnTo>
                    <a:lnTo>
                      <a:pt x="306" y="711"/>
                    </a:lnTo>
                    <a:lnTo>
                      <a:pt x="246" y="701"/>
                    </a:lnTo>
                    <a:lnTo>
                      <a:pt x="186" y="686"/>
                    </a:lnTo>
                    <a:lnTo>
                      <a:pt x="128" y="669"/>
                    </a:lnTo>
                    <a:lnTo>
                      <a:pt x="71" y="648"/>
                    </a:lnTo>
                    <a:lnTo>
                      <a:pt x="14" y="625"/>
                    </a:lnTo>
                    <a:lnTo>
                      <a:pt x="14" y="625"/>
                    </a:lnTo>
                    <a:lnTo>
                      <a:pt x="6" y="620"/>
                    </a:lnTo>
                    <a:lnTo>
                      <a:pt x="3" y="618"/>
                    </a:lnTo>
                    <a:lnTo>
                      <a:pt x="2" y="615"/>
                    </a:lnTo>
                    <a:lnTo>
                      <a:pt x="0" y="612"/>
                    </a:lnTo>
                    <a:lnTo>
                      <a:pt x="0" y="608"/>
                    </a:lnTo>
                    <a:lnTo>
                      <a:pt x="2" y="597"/>
                    </a:lnTo>
                    <a:lnTo>
                      <a:pt x="2" y="597"/>
                    </a:lnTo>
                    <a:lnTo>
                      <a:pt x="17" y="545"/>
                    </a:lnTo>
                    <a:lnTo>
                      <a:pt x="34" y="494"/>
                    </a:lnTo>
                    <a:lnTo>
                      <a:pt x="53" y="444"/>
                    </a:lnTo>
                    <a:lnTo>
                      <a:pt x="72" y="394"/>
                    </a:lnTo>
                    <a:lnTo>
                      <a:pt x="95" y="344"/>
                    </a:lnTo>
                    <a:lnTo>
                      <a:pt x="120" y="297"/>
                    </a:lnTo>
                    <a:lnTo>
                      <a:pt x="146" y="250"/>
                    </a:lnTo>
                    <a:lnTo>
                      <a:pt x="175" y="204"/>
                    </a:lnTo>
                    <a:lnTo>
                      <a:pt x="175" y="204"/>
                    </a:lnTo>
                    <a:lnTo>
                      <a:pt x="192" y="180"/>
                    </a:lnTo>
                    <a:lnTo>
                      <a:pt x="210" y="156"/>
                    </a:lnTo>
                    <a:lnTo>
                      <a:pt x="229" y="134"/>
                    </a:lnTo>
                    <a:lnTo>
                      <a:pt x="249" y="113"/>
                    </a:lnTo>
                    <a:lnTo>
                      <a:pt x="270" y="93"/>
                    </a:lnTo>
                    <a:lnTo>
                      <a:pt x="292" y="75"/>
                    </a:lnTo>
                    <a:lnTo>
                      <a:pt x="316" y="56"/>
                    </a:lnTo>
                    <a:lnTo>
                      <a:pt x="341" y="41"/>
                    </a:lnTo>
                    <a:lnTo>
                      <a:pt x="341" y="41"/>
                    </a:lnTo>
                    <a:lnTo>
                      <a:pt x="361" y="30"/>
                    </a:lnTo>
                    <a:lnTo>
                      <a:pt x="384" y="20"/>
                    </a:lnTo>
                    <a:lnTo>
                      <a:pt x="404" y="13"/>
                    </a:lnTo>
                    <a:lnTo>
                      <a:pt x="427" y="6"/>
                    </a:lnTo>
                    <a:lnTo>
                      <a:pt x="448" y="2"/>
                    </a:lnTo>
                    <a:lnTo>
                      <a:pt x="470" y="1"/>
                    </a:lnTo>
                    <a:lnTo>
                      <a:pt x="492" y="0"/>
                    </a:lnTo>
                    <a:lnTo>
                      <a:pt x="513" y="1"/>
                    </a:lnTo>
                    <a:lnTo>
                      <a:pt x="534" y="4"/>
                    </a:lnTo>
                    <a:lnTo>
                      <a:pt x="556" y="9"/>
                    </a:lnTo>
                    <a:lnTo>
                      <a:pt x="577" y="15"/>
                    </a:lnTo>
                    <a:lnTo>
                      <a:pt x="598" y="23"/>
                    </a:lnTo>
                    <a:lnTo>
                      <a:pt x="618" y="34"/>
                    </a:lnTo>
                    <a:lnTo>
                      <a:pt x="639" y="45"/>
                    </a:lnTo>
                    <a:lnTo>
                      <a:pt x="659" y="59"/>
                    </a:lnTo>
                    <a:lnTo>
                      <a:pt x="678" y="75"/>
                    </a:lnTo>
                    <a:lnTo>
                      <a:pt x="678" y="75"/>
                    </a:lnTo>
                    <a:lnTo>
                      <a:pt x="709" y="100"/>
                    </a:lnTo>
                    <a:lnTo>
                      <a:pt x="737" y="127"/>
                    </a:lnTo>
                    <a:lnTo>
                      <a:pt x="762" y="156"/>
                    </a:lnTo>
                    <a:lnTo>
                      <a:pt x="785" y="187"/>
                    </a:lnTo>
                    <a:lnTo>
                      <a:pt x="807" y="219"/>
                    </a:lnTo>
                    <a:lnTo>
                      <a:pt x="828" y="252"/>
                    </a:lnTo>
                    <a:lnTo>
                      <a:pt x="848" y="287"/>
                    </a:lnTo>
                    <a:lnTo>
                      <a:pt x="866" y="322"/>
                    </a:lnTo>
                    <a:lnTo>
                      <a:pt x="866" y="322"/>
                    </a:lnTo>
                    <a:lnTo>
                      <a:pt x="881" y="355"/>
                    </a:lnTo>
                    <a:lnTo>
                      <a:pt x="896" y="388"/>
                    </a:lnTo>
                    <a:lnTo>
                      <a:pt x="912" y="423"/>
                    </a:lnTo>
                    <a:lnTo>
                      <a:pt x="924" y="458"/>
                    </a:lnTo>
                    <a:lnTo>
                      <a:pt x="937" y="493"/>
                    </a:lnTo>
                    <a:lnTo>
                      <a:pt x="949" y="527"/>
                    </a:lnTo>
                    <a:lnTo>
                      <a:pt x="970" y="600"/>
                    </a:lnTo>
                    <a:lnTo>
                      <a:pt x="970" y="600"/>
                    </a:lnTo>
                    <a:lnTo>
                      <a:pt x="971" y="608"/>
                    </a:lnTo>
                    <a:lnTo>
                      <a:pt x="971" y="612"/>
                    </a:lnTo>
                    <a:lnTo>
                      <a:pt x="971" y="615"/>
                    </a:lnTo>
                    <a:lnTo>
                      <a:pt x="969" y="618"/>
                    </a:lnTo>
                    <a:lnTo>
                      <a:pt x="966" y="620"/>
                    </a:lnTo>
                    <a:lnTo>
                      <a:pt x="957" y="625"/>
                    </a:lnTo>
                    <a:lnTo>
                      <a:pt x="957" y="625"/>
                    </a:lnTo>
                    <a:lnTo>
                      <a:pt x="900" y="648"/>
                    </a:lnTo>
                    <a:lnTo>
                      <a:pt x="843" y="669"/>
                    </a:lnTo>
                    <a:lnTo>
                      <a:pt x="787" y="686"/>
                    </a:lnTo>
                    <a:lnTo>
                      <a:pt x="728" y="701"/>
                    </a:lnTo>
                    <a:lnTo>
                      <a:pt x="668" y="712"/>
                    </a:lnTo>
                    <a:lnTo>
                      <a:pt x="610" y="719"/>
                    </a:lnTo>
                    <a:lnTo>
                      <a:pt x="550" y="723"/>
                    </a:lnTo>
                    <a:lnTo>
                      <a:pt x="521" y="725"/>
                    </a:lnTo>
                    <a:lnTo>
                      <a:pt x="492" y="725"/>
                    </a:lnTo>
                    <a:lnTo>
                      <a:pt x="492" y="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6" name="Freeform 7"/>
              <p:cNvSpPr/>
              <p:nvPr>
                <p:custDataLst>
                  <p:tags r:id="rId3"/>
                </p:custDataLst>
              </p:nvPr>
            </p:nvSpPr>
            <p:spPr bwMode="auto">
              <a:xfrm rot="1800000">
                <a:off x="5933748" y="1844655"/>
                <a:ext cx="1642657" cy="1227217"/>
              </a:xfrm>
              <a:custGeom>
                <a:avLst/>
                <a:gdLst>
                  <a:gd name="T0" fmla="*/ 500 w 968"/>
                  <a:gd name="T1" fmla="*/ 0 h 727"/>
                  <a:gd name="T2" fmla="*/ 592 w 968"/>
                  <a:gd name="T3" fmla="*/ 6 h 727"/>
                  <a:gd name="T4" fmla="*/ 658 w 968"/>
                  <a:gd name="T5" fmla="*/ 14 h 727"/>
                  <a:gd name="T6" fmla="*/ 727 w 968"/>
                  <a:gd name="T7" fmla="*/ 27 h 727"/>
                  <a:gd name="T8" fmla="*/ 760 w 968"/>
                  <a:gd name="T9" fmla="*/ 34 h 727"/>
                  <a:gd name="T10" fmla="*/ 854 w 968"/>
                  <a:gd name="T11" fmla="*/ 63 h 727"/>
                  <a:gd name="T12" fmla="*/ 946 w 968"/>
                  <a:gd name="T13" fmla="*/ 98 h 727"/>
                  <a:gd name="T14" fmla="*/ 953 w 968"/>
                  <a:gd name="T15" fmla="*/ 100 h 727"/>
                  <a:gd name="T16" fmla="*/ 963 w 968"/>
                  <a:gd name="T17" fmla="*/ 109 h 727"/>
                  <a:gd name="T18" fmla="*/ 967 w 968"/>
                  <a:gd name="T19" fmla="*/ 118 h 727"/>
                  <a:gd name="T20" fmla="*/ 967 w 968"/>
                  <a:gd name="T21" fmla="*/ 131 h 727"/>
                  <a:gd name="T22" fmla="*/ 966 w 968"/>
                  <a:gd name="T23" fmla="*/ 137 h 727"/>
                  <a:gd name="T24" fmla="*/ 920 w 968"/>
                  <a:gd name="T25" fmla="*/ 271 h 727"/>
                  <a:gd name="T26" fmla="*/ 903 w 968"/>
                  <a:gd name="T27" fmla="*/ 314 h 727"/>
                  <a:gd name="T28" fmla="*/ 875 w 968"/>
                  <a:gd name="T29" fmla="*/ 380 h 727"/>
                  <a:gd name="T30" fmla="*/ 843 w 968"/>
                  <a:gd name="T31" fmla="*/ 442 h 727"/>
                  <a:gd name="T32" fmla="*/ 807 w 968"/>
                  <a:gd name="T33" fmla="*/ 502 h 727"/>
                  <a:gd name="T34" fmla="*/ 765 w 968"/>
                  <a:gd name="T35" fmla="*/ 559 h 727"/>
                  <a:gd name="T36" fmla="*/ 746 w 968"/>
                  <a:gd name="T37" fmla="*/ 584 h 727"/>
                  <a:gd name="T38" fmla="*/ 704 w 968"/>
                  <a:gd name="T39" fmla="*/ 628 h 727"/>
                  <a:gd name="T40" fmla="*/ 657 w 968"/>
                  <a:gd name="T41" fmla="*/ 667 h 727"/>
                  <a:gd name="T42" fmla="*/ 604 w 968"/>
                  <a:gd name="T43" fmla="*/ 698 h 727"/>
                  <a:gd name="T44" fmla="*/ 575 w 968"/>
                  <a:gd name="T45" fmla="*/ 710 h 727"/>
                  <a:gd name="T46" fmla="*/ 518 w 968"/>
                  <a:gd name="T47" fmla="*/ 724 h 727"/>
                  <a:gd name="T48" fmla="*/ 464 w 968"/>
                  <a:gd name="T49" fmla="*/ 725 h 727"/>
                  <a:gd name="T50" fmla="*/ 408 w 968"/>
                  <a:gd name="T51" fmla="*/ 716 h 727"/>
                  <a:gd name="T52" fmla="*/ 356 w 968"/>
                  <a:gd name="T53" fmla="*/ 695 h 727"/>
                  <a:gd name="T54" fmla="*/ 325 w 968"/>
                  <a:gd name="T55" fmla="*/ 677 h 727"/>
                  <a:gd name="T56" fmla="*/ 269 w 968"/>
                  <a:gd name="T57" fmla="*/ 635 h 727"/>
                  <a:gd name="T58" fmla="*/ 221 w 968"/>
                  <a:gd name="T59" fmla="*/ 587 h 727"/>
                  <a:gd name="T60" fmla="*/ 178 w 968"/>
                  <a:gd name="T61" fmla="*/ 531 h 727"/>
                  <a:gd name="T62" fmla="*/ 158 w 968"/>
                  <a:gd name="T63" fmla="*/ 502 h 727"/>
                  <a:gd name="T64" fmla="*/ 111 w 968"/>
                  <a:gd name="T65" fmla="*/ 420 h 727"/>
                  <a:gd name="T66" fmla="*/ 69 w 968"/>
                  <a:gd name="T67" fmla="*/ 334 h 727"/>
                  <a:gd name="T68" fmla="*/ 36 w 968"/>
                  <a:gd name="T69" fmla="*/ 246 h 727"/>
                  <a:gd name="T70" fmla="*/ 7 w 968"/>
                  <a:gd name="T71" fmla="*/ 156 h 727"/>
                  <a:gd name="T72" fmla="*/ 3 w 968"/>
                  <a:gd name="T73" fmla="*/ 139 h 727"/>
                  <a:gd name="T74" fmla="*/ 0 w 968"/>
                  <a:gd name="T75" fmla="*/ 118 h 727"/>
                  <a:gd name="T76" fmla="*/ 7 w 968"/>
                  <a:gd name="T77" fmla="*/ 106 h 727"/>
                  <a:gd name="T78" fmla="*/ 42 w 968"/>
                  <a:gd name="T79" fmla="*/ 89 h 727"/>
                  <a:gd name="T80" fmla="*/ 78 w 968"/>
                  <a:gd name="T81" fmla="*/ 75 h 727"/>
                  <a:gd name="T82" fmla="*/ 150 w 968"/>
                  <a:gd name="T83" fmla="*/ 50 h 727"/>
                  <a:gd name="T84" fmla="*/ 224 w 968"/>
                  <a:gd name="T85" fmla="*/ 31 h 727"/>
                  <a:gd name="T86" fmla="*/ 297 w 968"/>
                  <a:gd name="T87" fmla="*/ 16 h 727"/>
                  <a:gd name="T88" fmla="*/ 335 w 968"/>
                  <a:gd name="T89" fmla="*/ 10 h 727"/>
                  <a:gd name="T90" fmla="*/ 411 w 968"/>
                  <a:gd name="T91" fmla="*/ 2 h 727"/>
                  <a:gd name="T92" fmla="*/ 500 w 968"/>
                  <a:gd name="T93" fmla="*/ 0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68" h="727">
                    <a:moveTo>
                      <a:pt x="500" y="0"/>
                    </a:moveTo>
                    <a:lnTo>
                      <a:pt x="500" y="0"/>
                    </a:lnTo>
                    <a:lnTo>
                      <a:pt x="560" y="3"/>
                    </a:lnTo>
                    <a:lnTo>
                      <a:pt x="592" y="6"/>
                    </a:lnTo>
                    <a:lnTo>
                      <a:pt x="625" y="9"/>
                    </a:lnTo>
                    <a:lnTo>
                      <a:pt x="658" y="14"/>
                    </a:lnTo>
                    <a:lnTo>
                      <a:pt x="692" y="20"/>
                    </a:lnTo>
                    <a:lnTo>
                      <a:pt x="727" y="27"/>
                    </a:lnTo>
                    <a:lnTo>
                      <a:pt x="760" y="34"/>
                    </a:lnTo>
                    <a:lnTo>
                      <a:pt x="760" y="34"/>
                    </a:lnTo>
                    <a:lnTo>
                      <a:pt x="807" y="48"/>
                    </a:lnTo>
                    <a:lnTo>
                      <a:pt x="854" y="63"/>
                    </a:lnTo>
                    <a:lnTo>
                      <a:pt x="900" y="80"/>
                    </a:lnTo>
                    <a:lnTo>
                      <a:pt x="946" y="98"/>
                    </a:lnTo>
                    <a:lnTo>
                      <a:pt x="946" y="98"/>
                    </a:lnTo>
                    <a:lnTo>
                      <a:pt x="953" y="100"/>
                    </a:lnTo>
                    <a:lnTo>
                      <a:pt x="959" y="105"/>
                    </a:lnTo>
                    <a:lnTo>
                      <a:pt x="963" y="109"/>
                    </a:lnTo>
                    <a:lnTo>
                      <a:pt x="966" y="113"/>
                    </a:lnTo>
                    <a:lnTo>
                      <a:pt x="967" y="118"/>
                    </a:lnTo>
                    <a:lnTo>
                      <a:pt x="968" y="124"/>
                    </a:lnTo>
                    <a:lnTo>
                      <a:pt x="967" y="131"/>
                    </a:lnTo>
                    <a:lnTo>
                      <a:pt x="966" y="137"/>
                    </a:lnTo>
                    <a:lnTo>
                      <a:pt x="966" y="137"/>
                    </a:lnTo>
                    <a:lnTo>
                      <a:pt x="936" y="227"/>
                    </a:lnTo>
                    <a:lnTo>
                      <a:pt x="920" y="271"/>
                    </a:lnTo>
                    <a:lnTo>
                      <a:pt x="903" y="314"/>
                    </a:lnTo>
                    <a:lnTo>
                      <a:pt x="903" y="314"/>
                    </a:lnTo>
                    <a:lnTo>
                      <a:pt x="889" y="348"/>
                    </a:lnTo>
                    <a:lnTo>
                      <a:pt x="875" y="380"/>
                    </a:lnTo>
                    <a:lnTo>
                      <a:pt x="860" y="412"/>
                    </a:lnTo>
                    <a:lnTo>
                      <a:pt x="843" y="442"/>
                    </a:lnTo>
                    <a:lnTo>
                      <a:pt x="825" y="473"/>
                    </a:lnTo>
                    <a:lnTo>
                      <a:pt x="807" y="502"/>
                    </a:lnTo>
                    <a:lnTo>
                      <a:pt x="788" y="531"/>
                    </a:lnTo>
                    <a:lnTo>
                      <a:pt x="765" y="559"/>
                    </a:lnTo>
                    <a:lnTo>
                      <a:pt x="765" y="559"/>
                    </a:lnTo>
                    <a:lnTo>
                      <a:pt x="746" y="584"/>
                    </a:lnTo>
                    <a:lnTo>
                      <a:pt x="725" y="606"/>
                    </a:lnTo>
                    <a:lnTo>
                      <a:pt x="704" y="628"/>
                    </a:lnTo>
                    <a:lnTo>
                      <a:pt x="681" y="648"/>
                    </a:lnTo>
                    <a:lnTo>
                      <a:pt x="657" y="667"/>
                    </a:lnTo>
                    <a:lnTo>
                      <a:pt x="631" y="684"/>
                    </a:lnTo>
                    <a:lnTo>
                      <a:pt x="604" y="698"/>
                    </a:lnTo>
                    <a:lnTo>
                      <a:pt x="575" y="710"/>
                    </a:lnTo>
                    <a:lnTo>
                      <a:pt x="575" y="710"/>
                    </a:lnTo>
                    <a:lnTo>
                      <a:pt x="547" y="718"/>
                    </a:lnTo>
                    <a:lnTo>
                      <a:pt x="518" y="724"/>
                    </a:lnTo>
                    <a:lnTo>
                      <a:pt x="490" y="727"/>
                    </a:lnTo>
                    <a:lnTo>
                      <a:pt x="464" y="725"/>
                    </a:lnTo>
                    <a:lnTo>
                      <a:pt x="436" y="723"/>
                    </a:lnTo>
                    <a:lnTo>
                      <a:pt x="408" y="716"/>
                    </a:lnTo>
                    <a:lnTo>
                      <a:pt x="382" y="707"/>
                    </a:lnTo>
                    <a:lnTo>
                      <a:pt x="356" y="695"/>
                    </a:lnTo>
                    <a:lnTo>
                      <a:pt x="356" y="695"/>
                    </a:lnTo>
                    <a:lnTo>
                      <a:pt x="325" y="677"/>
                    </a:lnTo>
                    <a:lnTo>
                      <a:pt x="296" y="657"/>
                    </a:lnTo>
                    <a:lnTo>
                      <a:pt x="269" y="635"/>
                    </a:lnTo>
                    <a:lnTo>
                      <a:pt x="244" y="612"/>
                    </a:lnTo>
                    <a:lnTo>
                      <a:pt x="221" y="587"/>
                    </a:lnTo>
                    <a:lnTo>
                      <a:pt x="199" y="559"/>
                    </a:lnTo>
                    <a:lnTo>
                      <a:pt x="178" y="531"/>
                    </a:lnTo>
                    <a:lnTo>
                      <a:pt x="158" y="502"/>
                    </a:lnTo>
                    <a:lnTo>
                      <a:pt x="158" y="502"/>
                    </a:lnTo>
                    <a:lnTo>
                      <a:pt x="133" y="462"/>
                    </a:lnTo>
                    <a:lnTo>
                      <a:pt x="111" y="420"/>
                    </a:lnTo>
                    <a:lnTo>
                      <a:pt x="89" y="377"/>
                    </a:lnTo>
                    <a:lnTo>
                      <a:pt x="69" y="334"/>
                    </a:lnTo>
                    <a:lnTo>
                      <a:pt x="53" y="291"/>
                    </a:lnTo>
                    <a:lnTo>
                      <a:pt x="36" y="246"/>
                    </a:lnTo>
                    <a:lnTo>
                      <a:pt x="21" y="200"/>
                    </a:lnTo>
                    <a:lnTo>
                      <a:pt x="7" y="156"/>
                    </a:lnTo>
                    <a:lnTo>
                      <a:pt x="7" y="156"/>
                    </a:lnTo>
                    <a:lnTo>
                      <a:pt x="3" y="139"/>
                    </a:lnTo>
                    <a:lnTo>
                      <a:pt x="0" y="128"/>
                    </a:lnTo>
                    <a:lnTo>
                      <a:pt x="0" y="118"/>
                    </a:lnTo>
                    <a:lnTo>
                      <a:pt x="3" y="112"/>
                    </a:lnTo>
                    <a:lnTo>
                      <a:pt x="7" y="106"/>
                    </a:lnTo>
                    <a:lnTo>
                      <a:pt x="15" y="102"/>
                    </a:lnTo>
                    <a:lnTo>
                      <a:pt x="42" y="89"/>
                    </a:lnTo>
                    <a:lnTo>
                      <a:pt x="42" y="89"/>
                    </a:lnTo>
                    <a:lnTo>
                      <a:pt x="78" y="75"/>
                    </a:lnTo>
                    <a:lnTo>
                      <a:pt x="114" y="62"/>
                    </a:lnTo>
                    <a:lnTo>
                      <a:pt x="150" y="50"/>
                    </a:lnTo>
                    <a:lnTo>
                      <a:pt x="186" y="39"/>
                    </a:lnTo>
                    <a:lnTo>
                      <a:pt x="224" y="31"/>
                    </a:lnTo>
                    <a:lnTo>
                      <a:pt x="260" y="23"/>
                    </a:lnTo>
                    <a:lnTo>
                      <a:pt x="297" y="16"/>
                    </a:lnTo>
                    <a:lnTo>
                      <a:pt x="335" y="10"/>
                    </a:lnTo>
                    <a:lnTo>
                      <a:pt x="335" y="10"/>
                    </a:lnTo>
                    <a:lnTo>
                      <a:pt x="372" y="6"/>
                    </a:lnTo>
                    <a:lnTo>
                      <a:pt x="411" y="2"/>
                    </a:lnTo>
                    <a:lnTo>
                      <a:pt x="453" y="0"/>
                    </a:lnTo>
                    <a:lnTo>
                      <a:pt x="500" y="0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7" name="Freeform 8"/>
              <p:cNvSpPr/>
              <p:nvPr>
                <p:custDataLst>
                  <p:tags r:id="rId4"/>
                </p:custDataLst>
              </p:nvPr>
            </p:nvSpPr>
            <p:spPr bwMode="auto">
              <a:xfrm rot="1800000">
                <a:off x="3922247" y="2932194"/>
                <a:ext cx="1374537" cy="1515874"/>
              </a:xfrm>
              <a:custGeom>
                <a:avLst/>
                <a:gdLst>
                  <a:gd name="T0" fmla="*/ 364 w 810"/>
                  <a:gd name="T1" fmla="*/ 0 h 898"/>
                  <a:gd name="T2" fmla="*/ 428 w 810"/>
                  <a:gd name="T3" fmla="*/ 2 h 898"/>
                  <a:gd name="T4" fmla="*/ 492 w 810"/>
                  <a:gd name="T5" fmla="*/ 9 h 898"/>
                  <a:gd name="T6" fmla="*/ 554 w 810"/>
                  <a:gd name="T7" fmla="*/ 21 h 898"/>
                  <a:gd name="T8" fmla="*/ 615 w 810"/>
                  <a:gd name="T9" fmla="*/ 41 h 898"/>
                  <a:gd name="T10" fmla="*/ 642 w 810"/>
                  <a:gd name="T11" fmla="*/ 52 h 898"/>
                  <a:gd name="T12" fmla="*/ 688 w 810"/>
                  <a:gd name="T13" fmla="*/ 80 h 898"/>
                  <a:gd name="T14" fmla="*/ 728 w 810"/>
                  <a:gd name="T15" fmla="*/ 113 h 898"/>
                  <a:gd name="T16" fmla="*/ 760 w 810"/>
                  <a:gd name="T17" fmla="*/ 150 h 898"/>
                  <a:gd name="T18" fmla="*/ 785 w 810"/>
                  <a:gd name="T19" fmla="*/ 195 h 898"/>
                  <a:gd name="T20" fmla="*/ 802 w 810"/>
                  <a:gd name="T21" fmla="*/ 242 h 898"/>
                  <a:gd name="T22" fmla="*/ 810 w 810"/>
                  <a:gd name="T23" fmla="*/ 293 h 898"/>
                  <a:gd name="T24" fmla="*/ 809 w 810"/>
                  <a:gd name="T25" fmla="*/ 348 h 898"/>
                  <a:gd name="T26" fmla="*/ 804 w 810"/>
                  <a:gd name="T27" fmla="*/ 377 h 898"/>
                  <a:gd name="T28" fmla="*/ 793 w 810"/>
                  <a:gd name="T29" fmla="*/ 428 h 898"/>
                  <a:gd name="T30" fmla="*/ 778 w 810"/>
                  <a:gd name="T31" fmla="*/ 478 h 898"/>
                  <a:gd name="T32" fmla="*/ 759 w 810"/>
                  <a:gd name="T33" fmla="*/ 527 h 898"/>
                  <a:gd name="T34" fmla="*/ 736 w 810"/>
                  <a:gd name="T35" fmla="*/ 573 h 898"/>
                  <a:gd name="T36" fmla="*/ 684 w 810"/>
                  <a:gd name="T37" fmla="*/ 661 h 898"/>
                  <a:gd name="T38" fmla="*/ 621 w 810"/>
                  <a:gd name="T39" fmla="*/ 746 h 898"/>
                  <a:gd name="T40" fmla="*/ 592 w 810"/>
                  <a:gd name="T41" fmla="*/ 784 h 898"/>
                  <a:gd name="T42" fmla="*/ 529 w 810"/>
                  <a:gd name="T43" fmla="*/ 856 h 898"/>
                  <a:gd name="T44" fmla="*/ 496 w 810"/>
                  <a:gd name="T45" fmla="*/ 889 h 898"/>
                  <a:gd name="T46" fmla="*/ 486 w 810"/>
                  <a:gd name="T47" fmla="*/ 898 h 898"/>
                  <a:gd name="T48" fmla="*/ 479 w 810"/>
                  <a:gd name="T49" fmla="*/ 898 h 898"/>
                  <a:gd name="T50" fmla="*/ 472 w 810"/>
                  <a:gd name="T51" fmla="*/ 893 h 898"/>
                  <a:gd name="T52" fmla="*/ 381 w 810"/>
                  <a:gd name="T53" fmla="*/ 820 h 898"/>
                  <a:gd name="T54" fmla="*/ 297 w 810"/>
                  <a:gd name="T55" fmla="*/ 738 h 898"/>
                  <a:gd name="T56" fmla="*/ 224 w 810"/>
                  <a:gd name="T57" fmla="*/ 649 h 898"/>
                  <a:gd name="T58" fmla="*/ 158 w 810"/>
                  <a:gd name="T59" fmla="*/ 552 h 898"/>
                  <a:gd name="T60" fmla="*/ 135 w 810"/>
                  <a:gd name="T61" fmla="*/ 511 h 898"/>
                  <a:gd name="T62" fmla="*/ 94 w 810"/>
                  <a:gd name="T63" fmla="*/ 430 h 898"/>
                  <a:gd name="T64" fmla="*/ 60 w 810"/>
                  <a:gd name="T65" fmla="*/ 346 h 898"/>
                  <a:gd name="T66" fmla="*/ 33 w 810"/>
                  <a:gd name="T67" fmla="*/ 259 h 898"/>
                  <a:gd name="T68" fmla="*/ 22 w 810"/>
                  <a:gd name="T69" fmla="*/ 214 h 898"/>
                  <a:gd name="T70" fmla="*/ 8 w 810"/>
                  <a:gd name="T71" fmla="*/ 145 h 898"/>
                  <a:gd name="T72" fmla="*/ 0 w 810"/>
                  <a:gd name="T73" fmla="*/ 74 h 898"/>
                  <a:gd name="T74" fmla="*/ 0 w 810"/>
                  <a:gd name="T75" fmla="*/ 64 h 898"/>
                  <a:gd name="T76" fmla="*/ 3 w 810"/>
                  <a:gd name="T77" fmla="*/ 57 h 898"/>
                  <a:gd name="T78" fmla="*/ 18 w 810"/>
                  <a:gd name="T79" fmla="*/ 50 h 898"/>
                  <a:gd name="T80" fmla="*/ 81 w 810"/>
                  <a:gd name="T81" fmla="*/ 35 h 898"/>
                  <a:gd name="T82" fmla="*/ 208 w 810"/>
                  <a:gd name="T83" fmla="*/ 13 h 898"/>
                  <a:gd name="T84" fmla="*/ 274 w 810"/>
                  <a:gd name="T85" fmla="*/ 5 h 898"/>
                  <a:gd name="T86" fmla="*/ 318 w 810"/>
                  <a:gd name="T87" fmla="*/ 2 h 898"/>
                  <a:gd name="T88" fmla="*/ 364 w 810"/>
                  <a:gd name="T89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10" h="898">
                    <a:moveTo>
                      <a:pt x="364" y="0"/>
                    </a:moveTo>
                    <a:lnTo>
                      <a:pt x="364" y="0"/>
                    </a:lnTo>
                    <a:lnTo>
                      <a:pt x="396" y="0"/>
                    </a:lnTo>
                    <a:lnTo>
                      <a:pt x="428" y="2"/>
                    </a:lnTo>
                    <a:lnTo>
                      <a:pt x="460" y="5"/>
                    </a:lnTo>
                    <a:lnTo>
                      <a:pt x="492" y="9"/>
                    </a:lnTo>
                    <a:lnTo>
                      <a:pt x="524" y="14"/>
                    </a:lnTo>
                    <a:lnTo>
                      <a:pt x="554" y="21"/>
                    </a:lnTo>
                    <a:lnTo>
                      <a:pt x="585" y="31"/>
                    </a:lnTo>
                    <a:lnTo>
                      <a:pt x="615" y="41"/>
                    </a:lnTo>
                    <a:lnTo>
                      <a:pt x="615" y="41"/>
                    </a:lnTo>
                    <a:lnTo>
                      <a:pt x="642" y="52"/>
                    </a:lnTo>
                    <a:lnTo>
                      <a:pt x="665" y="66"/>
                    </a:lnTo>
                    <a:lnTo>
                      <a:pt x="688" y="80"/>
                    </a:lnTo>
                    <a:lnTo>
                      <a:pt x="709" y="95"/>
                    </a:lnTo>
                    <a:lnTo>
                      <a:pt x="728" y="113"/>
                    </a:lnTo>
                    <a:lnTo>
                      <a:pt x="745" y="131"/>
                    </a:lnTo>
                    <a:lnTo>
                      <a:pt x="760" y="150"/>
                    </a:lnTo>
                    <a:lnTo>
                      <a:pt x="774" y="173"/>
                    </a:lnTo>
                    <a:lnTo>
                      <a:pt x="785" y="195"/>
                    </a:lnTo>
                    <a:lnTo>
                      <a:pt x="795" y="217"/>
                    </a:lnTo>
                    <a:lnTo>
                      <a:pt x="802" y="242"/>
                    </a:lnTo>
                    <a:lnTo>
                      <a:pt x="807" y="267"/>
                    </a:lnTo>
                    <a:lnTo>
                      <a:pt x="810" y="293"/>
                    </a:lnTo>
                    <a:lnTo>
                      <a:pt x="810" y="320"/>
                    </a:lnTo>
                    <a:lnTo>
                      <a:pt x="809" y="348"/>
                    </a:lnTo>
                    <a:lnTo>
                      <a:pt x="804" y="377"/>
                    </a:lnTo>
                    <a:lnTo>
                      <a:pt x="804" y="377"/>
                    </a:lnTo>
                    <a:lnTo>
                      <a:pt x="800" y="402"/>
                    </a:lnTo>
                    <a:lnTo>
                      <a:pt x="793" y="428"/>
                    </a:lnTo>
                    <a:lnTo>
                      <a:pt x="786" y="453"/>
                    </a:lnTo>
                    <a:lnTo>
                      <a:pt x="778" y="478"/>
                    </a:lnTo>
                    <a:lnTo>
                      <a:pt x="768" y="502"/>
                    </a:lnTo>
                    <a:lnTo>
                      <a:pt x="759" y="527"/>
                    </a:lnTo>
                    <a:lnTo>
                      <a:pt x="747" y="550"/>
                    </a:lnTo>
                    <a:lnTo>
                      <a:pt x="736" y="573"/>
                    </a:lnTo>
                    <a:lnTo>
                      <a:pt x="711" y="618"/>
                    </a:lnTo>
                    <a:lnTo>
                      <a:pt x="684" y="661"/>
                    </a:lnTo>
                    <a:lnTo>
                      <a:pt x="653" y="705"/>
                    </a:lnTo>
                    <a:lnTo>
                      <a:pt x="621" y="746"/>
                    </a:lnTo>
                    <a:lnTo>
                      <a:pt x="621" y="746"/>
                    </a:lnTo>
                    <a:lnTo>
                      <a:pt x="592" y="784"/>
                    </a:lnTo>
                    <a:lnTo>
                      <a:pt x="561" y="820"/>
                    </a:lnTo>
                    <a:lnTo>
                      <a:pt x="529" y="856"/>
                    </a:lnTo>
                    <a:lnTo>
                      <a:pt x="496" y="889"/>
                    </a:lnTo>
                    <a:lnTo>
                      <a:pt x="496" y="889"/>
                    </a:lnTo>
                    <a:lnTo>
                      <a:pt x="490" y="895"/>
                    </a:lnTo>
                    <a:lnTo>
                      <a:pt x="486" y="898"/>
                    </a:lnTo>
                    <a:lnTo>
                      <a:pt x="483" y="898"/>
                    </a:lnTo>
                    <a:lnTo>
                      <a:pt x="479" y="898"/>
                    </a:lnTo>
                    <a:lnTo>
                      <a:pt x="472" y="893"/>
                    </a:lnTo>
                    <a:lnTo>
                      <a:pt x="472" y="893"/>
                    </a:lnTo>
                    <a:lnTo>
                      <a:pt x="425" y="857"/>
                    </a:lnTo>
                    <a:lnTo>
                      <a:pt x="381" y="820"/>
                    </a:lnTo>
                    <a:lnTo>
                      <a:pt x="338" y="780"/>
                    </a:lnTo>
                    <a:lnTo>
                      <a:pt x="297" y="738"/>
                    </a:lnTo>
                    <a:lnTo>
                      <a:pt x="260" y="695"/>
                    </a:lnTo>
                    <a:lnTo>
                      <a:pt x="224" y="649"/>
                    </a:lnTo>
                    <a:lnTo>
                      <a:pt x="190" y="602"/>
                    </a:lnTo>
                    <a:lnTo>
                      <a:pt x="158" y="552"/>
                    </a:lnTo>
                    <a:lnTo>
                      <a:pt x="158" y="552"/>
                    </a:lnTo>
                    <a:lnTo>
                      <a:pt x="135" y="511"/>
                    </a:lnTo>
                    <a:lnTo>
                      <a:pt x="114" y="471"/>
                    </a:lnTo>
                    <a:lnTo>
                      <a:pt x="94" y="430"/>
                    </a:lnTo>
                    <a:lnTo>
                      <a:pt x="76" y="388"/>
                    </a:lnTo>
                    <a:lnTo>
                      <a:pt x="60" y="346"/>
                    </a:lnTo>
                    <a:lnTo>
                      <a:pt x="46" y="302"/>
                    </a:lnTo>
                    <a:lnTo>
                      <a:pt x="33" y="259"/>
                    </a:lnTo>
                    <a:lnTo>
                      <a:pt x="22" y="214"/>
                    </a:lnTo>
                    <a:lnTo>
                      <a:pt x="22" y="214"/>
                    </a:lnTo>
                    <a:lnTo>
                      <a:pt x="14" y="180"/>
                    </a:lnTo>
                    <a:lnTo>
                      <a:pt x="8" y="145"/>
                    </a:lnTo>
                    <a:lnTo>
                      <a:pt x="3" y="110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64"/>
                    </a:lnTo>
                    <a:lnTo>
                      <a:pt x="1" y="61"/>
                    </a:lnTo>
                    <a:lnTo>
                      <a:pt x="3" y="57"/>
                    </a:lnTo>
                    <a:lnTo>
                      <a:pt x="8" y="53"/>
                    </a:lnTo>
                    <a:lnTo>
                      <a:pt x="18" y="50"/>
                    </a:lnTo>
                    <a:lnTo>
                      <a:pt x="18" y="50"/>
                    </a:lnTo>
                    <a:lnTo>
                      <a:pt x="81" y="35"/>
                    </a:lnTo>
                    <a:lnTo>
                      <a:pt x="145" y="23"/>
                    </a:lnTo>
                    <a:lnTo>
                      <a:pt x="208" y="13"/>
                    </a:lnTo>
                    <a:lnTo>
                      <a:pt x="274" y="5"/>
                    </a:lnTo>
                    <a:lnTo>
                      <a:pt x="274" y="5"/>
                    </a:lnTo>
                    <a:lnTo>
                      <a:pt x="296" y="3"/>
                    </a:lnTo>
                    <a:lnTo>
                      <a:pt x="318" y="2"/>
                    </a:lnTo>
                    <a:lnTo>
                      <a:pt x="364" y="0"/>
                    </a:lnTo>
                    <a:lnTo>
                      <a:pt x="364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8" name="Freeform 9"/>
              <p:cNvSpPr/>
              <p:nvPr>
                <p:custDataLst>
                  <p:tags r:id="rId5"/>
                </p:custDataLst>
              </p:nvPr>
            </p:nvSpPr>
            <p:spPr bwMode="auto">
              <a:xfrm rot="1800000">
                <a:off x="6893095" y="2753121"/>
                <a:ext cx="1377931" cy="1507434"/>
              </a:xfrm>
              <a:custGeom>
                <a:avLst/>
                <a:gdLst>
                  <a:gd name="T0" fmla="*/ 466 w 812"/>
                  <a:gd name="T1" fmla="*/ 893 h 893"/>
                  <a:gd name="T2" fmla="*/ 366 w 812"/>
                  <a:gd name="T3" fmla="*/ 890 h 893"/>
                  <a:gd name="T4" fmla="*/ 308 w 812"/>
                  <a:gd name="T5" fmla="*/ 883 h 893"/>
                  <a:gd name="T6" fmla="*/ 252 w 812"/>
                  <a:gd name="T7" fmla="*/ 872 h 893"/>
                  <a:gd name="T8" fmla="*/ 226 w 812"/>
                  <a:gd name="T9" fmla="*/ 864 h 893"/>
                  <a:gd name="T10" fmla="*/ 170 w 812"/>
                  <a:gd name="T11" fmla="*/ 843 h 893"/>
                  <a:gd name="T12" fmla="*/ 137 w 812"/>
                  <a:gd name="T13" fmla="*/ 825 h 893"/>
                  <a:gd name="T14" fmla="*/ 106 w 812"/>
                  <a:gd name="T15" fmla="*/ 804 h 893"/>
                  <a:gd name="T16" fmla="*/ 79 w 812"/>
                  <a:gd name="T17" fmla="*/ 779 h 893"/>
                  <a:gd name="T18" fmla="*/ 55 w 812"/>
                  <a:gd name="T19" fmla="*/ 752 h 893"/>
                  <a:gd name="T20" fmla="*/ 34 w 812"/>
                  <a:gd name="T21" fmla="*/ 720 h 893"/>
                  <a:gd name="T22" fmla="*/ 18 w 812"/>
                  <a:gd name="T23" fmla="*/ 683 h 893"/>
                  <a:gd name="T24" fmla="*/ 11 w 812"/>
                  <a:gd name="T25" fmla="*/ 664 h 893"/>
                  <a:gd name="T26" fmla="*/ 1 w 812"/>
                  <a:gd name="T27" fmla="*/ 611 h 893"/>
                  <a:gd name="T28" fmla="*/ 0 w 812"/>
                  <a:gd name="T29" fmla="*/ 560 h 893"/>
                  <a:gd name="T30" fmla="*/ 6 w 812"/>
                  <a:gd name="T31" fmla="*/ 508 h 893"/>
                  <a:gd name="T32" fmla="*/ 18 w 812"/>
                  <a:gd name="T33" fmla="*/ 457 h 893"/>
                  <a:gd name="T34" fmla="*/ 29 w 812"/>
                  <a:gd name="T35" fmla="*/ 425 h 893"/>
                  <a:gd name="T36" fmla="*/ 52 w 812"/>
                  <a:gd name="T37" fmla="*/ 364 h 893"/>
                  <a:gd name="T38" fmla="*/ 81 w 812"/>
                  <a:gd name="T39" fmla="*/ 306 h 893"/>
                  <a:gd name="T40" fmla="*/ 116 w 812"/>
                  <a:gd name="T41" fmla="*/ 249 h 893"/>
                  <a:gd name="T42" fmla="*/ 134 w 812"/>
                  <a:gd name="T43" fmla="*/ 222 h 893"/>
                  <a:gd name="T44" fmla="*/ 218 w 812"/>
                  <a:gd name="T45" fmla="*/ 113 h 893"/>
                  <a:gd name="T46" fmla="*/ 308 w 812"/>
                  <a:gd name="T47" fmla="*/ 11 h 893"/>
                  <a:gd name="T48" fmla="*/ 313 w 812"/>
                  <a:gd name="T49" fmla="*/ 6 h 893"/>
                  <a:gd name="T50" fmla="*/ 323 w 812"/>
                  <a:gd name="T51" fmla="*/ 2 h 893"/>
                  <a:gd name="T52" fmla="*/ 332 w 812"/>
                  <a:gd name="T53" fmla="*/ 2 h 893"/>
                  <a:gd name="T54" fmla="*/ 345 w 812"/>
                  <a:gd name="T55" fmla="*/ 8 h 893"/>
                  <a:gd name="T56" fmla="*/ 394 w 812"/>
                  <a:gd name="T57" fmla="*/ 47 h 893"/>
                  <a:gd name="T58" fmla="*/ 465 w 812"/>
                  <a:gd name="T59" fmla="*/ 110 h 893"/>
                  <a:gd name="T60" fmla="*/ 509 w 812"/>
                  <a:gd name="T61" fmla="*/ 154 h 893"/>
                  <a:gd name="T62" fmla="*/ 530 w 812"/>
                  <a:gd name="T63" fmla="*/ 178 h 893"/>
                  <a:gd name="T64" fmla="*/ 576 w 812"/>
                  <a:gd name="T65" fmla="*/ 232 h 893"/>
                  <a:gd name="T66" fmla="*/ 616 w 812"/>
                  <a:gd name="T67" fmla="*/ 288 h 893"/>
                  <a:gd name="T68" fmla="*/ 654 w 812"/>
                  <a:gd name="T69" fmla="*/ 347 h 893"/>
                  <a:gd name="T70" fmla="*/ 689 w 812"/>
                  <a:gd name="T71" fmla="*/ 408 h 893"/>
                  <a:gd name="T72" fmla="*/ 704 w 812"/>
                  <a:gd name="T73" fmla="*/ 440 h 893"/>
                  <a:gd name="T74" fmla="*/ 733 w 812"/>
                  <a:gd name="T75" fmla="*/ 507 h 893"/>
                  <a:gd name="T76" fmla="*/ 758 w 812"/>
                  <a:gd name="T77" fmla="*/ 575 h 893"/>
                  <a:gd name="T78" fmla="*/ 779 w 812"/>
                  <a:gd name="T79" fmla="*/ 643 h 893"/>
                  <a:gd name="T80" fmla="*/ 787 w 812"/>
                  <a:gd name="T81" fmla="*/ 679 h 893"/>
                  <a:gd name="T82" fmla="*/ 801 w 812"/>
                  <a:gd name="T83" fmla="*/ 752 h 893"/>
                  <a:gd name="T84" fmla="*/ 811 w 812"/>
                  <a:gd name="T85" fmla="*/ 827 h 893"/>
                  <a:gd name="T86" fmla="*/ 811 w 812"/>
                  <a:gd name="T87" fmla="*/ 833 h 893"/>
                  <a:gd name="T88" fmla="*/ 807 w 812"/>
                  <a:gd name="T89" fmla="*/ 839 h 893"/>
                  <a:gd name="T90" fmla="*/ 796 w 812"/>
                  <a:gd name="T91" fmla="*/ 842 h 893"/>
                  <a:gd name="T92" fmla="*/ 755 w 812"/>
                  <a:gd name="T93" fmla="*/ 853 h 893"/>
                  <a:gd name="T94" fmla="*/ 677 w 812"/>
                  <a:gd name="T95" fmla="*/ 870 h 893"/>
                  <a:gd name="T96" fmla="*/ 637 w 812"/>
                  <a:gd name="T97" fmla="*/ 877 h 893"/>
                  <a:gd name="T98" fmla="*/ 543 w 812"/>
                  <a:gd name="T99" fmla="*/ 889 h 893"/>
                  <a:gd name="T100" fmla="*/ 466 w 812"/>
                  <a:gd name="T101" fmla="*/ 893 h 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12" h="893">
                    <a:moveTo>
                      <a:pt x="466" y="893"/>
                    </a:moveTo>
                    <a:lnTo>
                      <a:pt x="466" y="893"/>
                    </a:lnTo>
                    <a:lnTo>
                      <a:pt x="398" y="892"/>
                    </a:lnTo>
                    <a:lnTo>
                      <a:pt x="366" y="890"/>
                    </a:lnTo>
                    <a:lnTo>
                      <a:pt x="336" y="888"/>
                    </a:lnTo>
                    <a:lnTo>
                      <a:pt x="308" y="883"/>
                    </a:lnTo>
                    <a:lnTo>
                      <a:pt x="280" y="878"/>
                    </a:lnTo>
                    <a:lnTo>
                      <a:pt x="252" y="872"/>
                    </a:lnTo>
                    <a:lnTo>
                      <a:pt x="226" y="864"/>
                    </a:lnTo>
                    <a:lnTo>
                      <a:pt x="226" y="864"/>
                    </a:lnTo>
                    <a:lnTo>
                      <a:pt x="188" y="850"/>
                    </a:lnTo>
                    <a:lnTo>
                      <a:pt x="170" y="843"/>
                    </a:lnTo>
                    <a:lnTo>
                      <a:pt x="154" y="833"/>
                    </a:lnTo>
                    <a:lnTo>
                      <a:pt x="137" y="825"/>
                    </a:lnTo>
                    <a:lnTo>
                      <a:pt x="122" y="815"/>
                    </a:lnTo>
                    <a:lnTo>
                      <a:pt x="106" y="804"/>
                    </a:lnTo>
                    <a:lnTo>
                      <a:pt x="93" y="792"/>
                    </a:lnTo>
                    <a:lnTo>
                      <a:pt x="79" y="779"/>
                    </a:lnTo>
                    <a:lnTo>
                      <a:pt x="66" y="767"/>
                    </a:lnTo>
                    <a:lnTo>
                      <a:pt x="55" y="752"/>
                    </a:lnTo>
                    <a:lnTo>
                      <a:pt x="44" y="736"/>
                    </a:lnTo>
                    <a:lnTo>
                      <a:pt x="34" y="720"/>
                    </a:lnTo>
                    <a:lnTo>
                      <a:pt x="25" y="702"/>
                    </a:lnTo>
                    <a:lnTo>
                      <a:pt x="18" y="683"/>
                    </a:lnTo>
                    <a:lnTo>
                      <a:pt x="11" y="664"/>
                    </a:lnTo>
                    <a:lnTo>
                      <a:pt x="11" y="664"/>
                    </a:lnTo>
                    <a:lnTo>
                      <a:pt x="5" y="638"/>
                    </a:lnTo>
                    <a:lnTo>
                      <a:pt x="1" y="611"/>
                    </a:lnTo>
                    <a:lnTo>
                      <a:pt x="0" y="585"/>
                    </a:lnTo>
                    <a:lnTo>
                      <a:pt x="0" y="560"/>
                    </a:lnTo>
                    <a:lnTo>
                      <a:pt x="2" y="533"/>
                    </a:lnTo>
                    <a:lnTo>
                      <a:pt x="6" y="508"/>
                    </a:lnTo>
                    <a:lnTo>
                      <a:pt x="11" y="482"/>
                    </a:lnTo>
                    <a:lnTo>
                      <a:pt x="18" y="457"/>
                    </a:lnTo>
                    <a:lnTo>
                      <a:pt x="18" y="457"/>
                    </a:lnTo>
                    <a:lnTo>
                      <a:pt x="29" y="425"/>
                    </a:lnTo>
                    <a:lnTo>
                      <a:pt x="40" y="395"/>
                    </a:lnTo>
                    <a:lnTo>
                      <a:pt x="52" y="364"/>
                    </a:lnTo>
                    <a:lnTo>
                      <a:pt x="66" y="335"/>
                    </a:lnTo>
                    <a:lnTo>
                      <a:pt x="81" y="306"/>
                    </a:lnTo>
                    <a:lnTo>
                      <a:pt x="98" y="278"/>
                    </a:lnTo>
                    <a:lnTo>
                      <a:pt x="116" y="249"/>
                    </a:lnTo>
                    <a:lnTo>
                      <a:pt x="134" y="222"/>
                    </a:lnTo>
                    <a:lnTo>
                      <a:pt x="134" y="222"/>
                    </a:lnTo>
                    <a:lnTo>
                      <a:pt x="175" y="167"/>
                    </a:lnTo>
                    <a:lnTo>
                      <a:pt x="218" y="113"/>
                    </a:lnTo>
                    <a:lnTo>
                      <a:pt x="262" y="61"/>
                    </a:lnTo>
                    <a:lnTo>
                      <a:pt x="308" y="11"/>
                    </a:lnTo>
                    <a:lnTo>
                      <a:pt x="308" y="11"/>
                    </a:lnTo>
                    <a:lnTo>
                      <a:pt x="313" y="6"/>
                    </a:lnTo>
                    <a:lnTo>
                      <a:pt x="318" y="3"/>
                    </a:lnTo>
                    <a:lnTo>
                      <a:pt x="323" y="2"/>
                    </a:lnTo>
                    <a:lnTo>
                      <a:pt x="327" y="0"/>
                    </a:lnTo>
                    <a:lnTo>
                      <a:pt x="332" y="2"/>
                    </a:lnTo>
                    <a:lnTo>
                      <a:pt x="336" y="3"/>
                    </a:lnTo>
                    <a:lnTo>
                      <a:pt x="345" y="8"/>
                    </a:lnTo>
                    <a:lnTo>
                      <a:pt x="345" y="8"/>
                    </a:lnTo>
                    <a:lnTo>
                      <a:pt x="394" y="47"/>
                    </a:lnTo>
                    <a:lnTo>
                      <a:pt x="443" y="89"/>
                    </a:lnTo>
                    <a:lnTo>
                      <a:pt x="465" y="110"/>
                    </a:lnTo>
                    <a:lnTo>
                      <a:pt x="487" y="132"/>
                    </a:lnTo>
                    <a:lnTo>
                      <a:pt x="509" y="154"/>
                    </a:lnTo>
                    <a:lnTo>
                      <a:pt x="530" y="178"/>
                    </a:lnTo>
                    <a:lnTo>
                      <a:pt x="530" y="178"/>
                    </a:lnTo>
                    <a:lnTo>
                      <a:pt x="554" y="204"/>
                    </a:lnTo>
                    <a:lnTo>
                      <a:pt x="576" y="232"/>
                    </a:lnTo>
                    <a:lnTo>
                      <a:pt x="597" y="260"/>
                    </a:lnTo>
                    <a:lnTo>
                      <a:pt x="616" y="288"/>
                    </a:lnTo>
                    <a:lnTo>
                      <a:pt x="636" y="317"/>
                    </a:lnTo>
                    <a:lnTo>
                      <a:pt x="654" y="347"/>
                    </a:lnTo>
                    <a:lnTo>
                      <a:pt x="672" y="378"/>
                    </a:lnTo>
                    <a:lnTo>
                      <a:pt x="689" y="408"/>
                    </a:lnTo>
                    <a:lnTo>
                      <a:pt x="689" y="408"/>
                    </a:lnTo>
                    <a:lnTo>
                      <a:pt x="704" y="440"/>
                    </a:lnTo>
                    <a:lnTo>
                      <a:pt x="719" y="474"/>
                    </a:lnTo>
                    <a:lnTo>
                      <a:pt x="733" y="507"/>
                    </a:lnTo>
                    <a:lnTo>
                      <a:pt x="746" y="540"/>
                    </a:lnTo>
                    <a:lnTo>
                      <a:pt x="758" y="575"/>
                    </a:lnTo>
                    <a:lnTo>
                      <a:pt x="769" y="608"/>
                    </a:lnTo>
                    <a:lnTo>
                      <a:pt x="779" y="643"/>
                    </a:lnTo>
                    <a:lnTo>
                      <a:pt x="787" y="679"/>
                    </a:lnTo>
                    <a:lnTo>
                      <a:pt x="787" y="679"/>
                    </a:lnTo>
                    <a:lnTo>
                      <a:pt x="794" y="715"/>
                    </a:lnTo>
                    <a:lnTo>
                      <a:pt x="801" y="752"/>
                    </a:lnTo>
                    <a:lnTo>
                      <a:pt x="811" y="827"/>
                    </a:lnTo>
                    <a:lnTo>
                      <a:pt x="811" y="827"/>
                    </a:lnTo>
                    <a:lnTo>
                      <a:pt x="812" y="831"/>
                    </a:lnTo>
                    <a:lnTo>
                      <a:pt x="811" y="833"/>
                    </a:lnTo>
                    <a:lnTo>
                      <a:pt x="809" y="836"/>
                    </a:lnTo>
                    <a:lnTo>
                      <a:pt x="807" y="839"/>
                    </a:lnTo>
                    <a:lnTo>
                      <a:pt x="801" y="840"/>
                    </a:lnTo>
                    <a:lnTo>
                      <a:pt x="796" y="842"/>
                    </a:lnTo>
                    <a:lnTo>
                      <a:pt x="796" y="842"/>
                    </a:lnTo>
                    <a:lnTo>
                      <a:pt x="755" y="853"/>
                    </a:lnTo>
                    <a:lnTo>
                      <a:pt x="716" y="861"/>
                    </a:lnTo>
                    <a:lnTo>
                      <a:pt x="677" y="870"/>
                    </a:lnTo>
                    <a:lnTo>
                      <a:pt x="637" y="877"/>
                    </a:lnTo>
                    <a:lnTo>
                      <a:pt x="637" y="877"/>
                    </a:lnTo>
                    <a:lnTo>
                      <a:pt x="589" y="883"/>
                    </a:lnTo>
                    <a:lnTo>
                      <a:pt x="543" y="889"/>
                    </a:lnTo>
                    <a:lnTo>
                      <a:pt x="501" y="892"/>
                    </a:lnTo>
                    <a:lnTo>
                      <a:pt x="466" y="893"/>
                    </a:lnTo>
                    <a:lnTo>
                      <a:pt x="466" y="8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9" name="Freeform 10"/>
              <p:cNvSpPr/>
              <p:nvPr>
                <p:custDataLst>
                  <p:tags r:id="rId6"/>
                </p:custDataLst>
              </p:nvPr>
            </p:nvSpPr>
            <p:spPr bwMode="auto">
              <a:xfrm rot="1800000">
                <a:off x="4743478" y="1510219"/>
                <a:ext cx="1377931" cy="1509121"/>
              </a:xfrm>
              <a:custGeom>
                <a:avLst/>
                <a:gdLst>
                  <a:gd name="T0" fmla="*/ 366 w 812"/>
                  <a:gd name="T1" fmla="*/ 894 h 894"/>
                  <a:gd name="T2" fmla="*/ 277 w 812"/>
                  <a:gd name="T3" fmla="*/ 890 h 894"/>
                  <a:gd name="T4" fmla="*/ 189 w 812"/>
                  <a:gd name="T5" fmla="*/ 879 h 894"/>
                  <a:gd name="T6" fmla="*/ 101 w 812"/>
                  <a:gd name="T7" fmla="*/ 864 h 894"/>
                  <a:gd name="T8" fmla="*/ 14 w 812"/>
                  <a:gd name="T9" fmla="*/ 843 h 894"/>
                  <a:gd name="T10" fmla="*/ 8 w 812"/>
                  <a:gd name="T11" fmla="*/ 841 h 894"/>
                  <a:gd name="T12" fmla="*/ 2 w 812"/>
                  <a:gd name="T13" fmla="*/ 837 h 894"/>
                  <a:gd name="T14" fmla="*/ 0 w 812"/>
                  <a:gd name="T15" fmla="*/ 829 h 894"/>
                  <a:gd name="T16" fmla="*/ 1 w 812"/>
                  <a:gd name="T17" fmla="*/ 821 h 894"/>
                  <a:gd name="T18" fmla="*/ 18 w 812"/>
                  <a:gd name="T19" fmla="*/ 714 h 894"/>
                  <a:gd name="T20" fmla="*/ 43 w 812"/>
                  <a:gd name="T21" fmla="*/ 609 h 894"/>
                  <a:gd name="T22" fmla="*/ 76 w 812"/>
                  <a:gd name="T23" fmla="*/ 511 h 894"/>
                  <a:gd name="T24" fmla="*/ 118 w 812"/>
                  <a:gd name="T25" fmla="*/ 416 h 894"/>
                  <a:gd name="T26" fmla="*/ 169 w 812"/>
                  <a:gd name="T27" fmla="*/ 326 h 894"/>
                  <a:gd name="T28" fmla="*/ 229 w 812"/>
                  <a:gd name="T29" fmla="*/ 241 h 894"/>
                  <a:gd name="T30" fmla="*/ 298 w 812"/>
                  <a:gd name="T31" fmla="*/ 159 h 894"/>
                  <a:gd name="T32" fmla="*/ 376 w 812"/>
                  <a:gd name="T33" fmla="*/ 83 h 894"/>
                  <a:gd name="T34" fmla="*/ 400 w 812"/>
                  <a:gd name="T35" fmla="*/ 62 h 894"/>
                  <a:gd name="T36" fmla="*/ 447 w 812"/>
                  <a:gd name="T37" fmla="*/ 23 h 894"/>
                  <a:gd name="T38" fmla="*/ 473 w 812"/>
                  <a:gd name="T39" fmla="*/ 5 h 894"/>
                  <a:gd name="T40" fmla="*/ 483 w 812"/>
                  <a:gd name="T41" fmla="*/ 0 h 894"/>
                  <a:gd name="T42" fmla="*/ 487 w 812"/>
                  <a:gd name="T43" fmla="*/ 0 h 894"/>
                  <a:gd name="T44" fmla="*/ 494 w 812"/>
                  <a:gd name="T45" fmla="*/ 4 h 894"/>
                  <a:gd name="T46" fmla="*/ 579 w 812"/>
                  <a:gd name="T47" fmla="*/ 97 h 894"/>
                  <a:gd name="T48" fmla="*/ 657 w 812"/>
                  <a:gd name="T49" fmla="*/ 196 h 894"/>
                  <a:gd name="T50" fmla="*/ 693 w 812"/>
                  <a:gd name="T51" fmla="*/ 247 h 894"/>
                  <a:gd name="T52" fmla="*/ 725 w 812"/>
                  <a:gd name="T53" fmla="*/ 301 h 894"/>
                  <a:gd name="T54" fmla="*/ 753 w 812"/>
                  <a:gd name="T55" fmla="*/ 357 h 894"/>
                  <a:gd name="T56" fmla="*/ 778 w 812"/>
                  <a:gd name="T57" fmla="*/ 415 h 894"/>
                  <a:gd name="T58" fmla="*/ 787 w 812"/>
                  <a:gd name="T59" fmla="*/ 441 h 894"/>
                  <a:gd name="T60" fmla="*/ 803 w 812"/>
                  <a:gd name="T61" fmla="*/ 494 h 894"/>
                  <a:gd name="T62" fmla="*/ 811 w 812"/>
                  <a:gd name="T63" fmla="*/ 548 h 894"/>
                  <a:gd name="T64" fmla="*/ 811 w 812"/>
                  <a:gd name="T65" fmla="*/ 604 h 894"/>
                  <a:gd name="T66" fmla="*/ 807 w 812"/>
                  <a:gd name="T67" fmla="*/ 632 h 894"/>
                  <a:gd name="T68" fmla="*/ 800 w 812"/>
                  <a:gd name="T69" fmla="*/ 665 h 894"/>
                  <a:gd name="T70" fmla="*/ 789 w 812"/>
                  <a:gd name="T71" fmla="*/ 697 h 894"/>
                  <a:gd name="T72" fmla="*/ 775 w 812"/>
                  <a:gd name="T73" fmla="*/ 726 h 894"/>
                  <a:gd name="T74" fmla="*/ 757 w 812"/>
                  <a:gd name="T75" fmla="*/ 753 h 894"/>
                  <a:gd name="T76" fmla="*/ 736 w 812"/>
                  <a:gd name="T77" fmla="*/ 776 h 894"/>
                  <a:gd name="T78" fmla="*/ 712 w 812"/>
                  <a:gd name="T79" fmla="*/ 798 h 894"/>
                  <a:gd name="T80" fmla="*/ 686 w 812"/>
                  <a:gd name="T81" fmla="*/ 818 h 894"/>
                  <a:gd name="T82" fmla="*/ 655 w 812"/>
                  <a:gd name="T83" fmla="*/ 836 h 894"/>
                  <a:gd name="T84" fmla="*/ 594 w 812"/>
                  <a:gd name="T85" fmla="*/ 862 h 894"/>
                  <a:gd name="T86" fmla="*/ 532 w 812"/>
                  <a:gd name="T87" fmla="*/ 879 h 894"/>
                  <a:gd name="T88" fmla="*/ 466 w 812"/>
                  <a:gd name="T89" fmla="*/ 889 h 894"/>
                  <a:gd name="T90" fmla="*/ 400 w 812"/>
                  <a:gd name="T91" fmla="*/ 894 h 894"/>
                  <a:gd name="T92" fmla="*/ 366 w 812"/>
                  <a:gd name="T93" fmla="*/ 894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12" h="894">
                    <a:moveTo>
                      <a:pt x="366" y="894"/>
                    </a:moveTo>
                    <a:lnTo>
                      <a:pt x="366" y="894"/>
                    </a:lnTo>
                    <a:lnTo>
                      <a:pt x="322" y="893"/>
                    </a:lnTo>
                    <a:lnTo>
                      <a:pt x="277" y="890"/>
                    </a:lnTo>
                    <a:lnTo>
                      <a:pt x="233" y="884"/>
                    </a:lnTo>
                    <a:lnTo>
                      <a:pt x="189" y="879"/>
                    </a:lnTo>
                    <a:lnTo>
                      <a:pt x="144" y="872"/>
                    </a:lnTo>
                    <a:lnTo>
                      <a:pt x="101" y="864"/>
                    </a:lnTo>
                    <a:lnTo>
                      <a:pt x="57" y="854"/>
                    </a:lnTo>
                    <a:lnTo>
                      <a:pt x="14" y="843"/>
                    </a:lnTo>
                    <a:lnTo>
                      <a:pt x="14" y="843"/>
                    </a:lnTo>
                    <a:lnTo>
                      <a:pt x="8" y="841"/>
                    </a:lnTo>
                    <a:lnTo>
                      <a:pt x="5" y="840"/>
                    </a:lnTo>
                    <a:lnTo>
                      <a:pt x="2" y="837"/>
                    </a:lnTo>
                    <a:lnTo>
                      <a:pt x="1" y="834"/>
                    </a:lnTo>
                    <a:lnTo>
                      <a:pt x="0" y="829"/>
                    </a:lnTo>
                    <a:lnTo>
                      <a:pt x="1" y="821"/>
                    </a:lnTo>
                    <a:lnTo>
                      <a:pt x="1" y="821"/>
                    </a:lnTo>
                    <a:lnTo>
                      <a:pt x="8" y="766"/>
                    </a:lnTo>
                    <a:lnTo>
                      <a:pt x="18" y="714"/>
                    </a:lnTo>
                    <a:lnTo>
                      <a:pt x="29" y="661"/>
                    </a:lnTo>
                    <a:lnTo>
                      <a:pt x="43" y="609"/>
                    </a:lnTo>
                    <a:lnTo>
                      <a:pt x="58" y="559"/>
                    </a:lnTo>
                    <a:lnTo>
                      <a:pt x="76" y="511"/>
                    </a:lnTo>
                    <a:lnTo>
                      <a:pt x="95" y="464"/>
                    </a:lnTo>
                    <a:lnTo>
                      <a:pt x="118" y="416"/>
                    </a:lnTo>
                    <a:lnTo>
                      <a:pt x="143" y="371"/>
                    </a:lnTo>
                    <a:lnTo>
                      <a:pt x="169" y="326"/>
                    </a:lnTo>
                    <a:lnTo>
                      <a:pt x="198" y="283"/>
                    </a:lnTo>
                    <a:lnTo>
                      <a:pt x="229" y="241"/>
                    </a:lnTo>
                    <a:lnTo>
                      <a:pt x="262" y="200"/>
                    </a:lnTo>
                    <a:lnTo>
                      <a:pt x="298" y="159"/>
                    </a:lnTo>
                    <a:lnTo>
                      <a:pt x="336" y="121"/>
                    </a:lnTo>
                    <a:lnTo>
                      <a:pt x="376" y="83"/>
                    </a:lnTo>
                    <a:lnTo>
                      <a:pt x="376" y="83"/>
                    </a:lnTo>
                    <a:lnTo>
                      <a:pt x="400" y="62"/>
                    </a:lnTo>
                    <a:lnTo>
                      <a:pt x="423" y="43"/>
                    </a:lnTo>
                    <a:lnTo>
                      <a:pt x="447" y="23"/>
                    </a:lnTo>
                    <a:lnTo>
                      <a:pt x="473" y="5"/>
                    </a:lnTo>
                    <a:lnTo>
                      <a:pt x="473" y="5"/>
                    </a:lnTo>
                    <a:lnTo>
                      <a:pt x="478" y="1"/>
                    </a:lnTo>
                    <a:lnTo>
                      <a:pt x="483" y="0"/>
                    </a:lnTo>
                    <a:lnTo>
                      <a:pt x="484" y="0"/>
                    </a:lnTo>
                    <a:lnTo>
                      <a:pt x="487" y="0"/>
                    </a:lnTo>
                    <a:lnTo>
                      <a:pt x="494" y="4"/>
                    </a:lnTo>
                    <a:lnTo>
                      <a:pt x="494" y="4"/>
                    </a:lnTo>
                    <a:lnTo>
                      <a:pt x="537" y="50"/>
                    </a:lnTo>
                    <a:lnTo>
                      <a:pt x="579" y="97"/>
                    </a:lnTo>
                    <a:lnTo>
                      <a:pt x="619" y="146"/>
                    </a:lnTo>
                    <a:lnTo>
                      <a:pt x="657" y="196"/>
                    </a:lnTo>
                    <a:lnTo>
                      <a:pt x="675" y="221"/>
                    </a:lnTo>
                    <a:lnTo>
                      <a:pt x="693" y="247"/>
                    </a:lnTo>
                    <a:lnTo>
                      <a:pt x="710" y="273"/>
                    </a:lnTo>
                    <a:lnTo>
                      <a:pt x="725" y="301"/>
                    </a:lnTo>
                    <a:lnTo>
                      <a:pt x="739" y="329"/>
                    </a:lnTo>
                    <a:lnTo>
                      <a:pt x="753" y="357"/>
                    </a:lnTo>
                    <a:lnTo>
                      <a:pt x="767" y="386"/>
                    </a:lnTo>
                    <a:lnTo>
                      <a:pt x="778" y="415"/>
                    </a:lnTo>
                    <a:lnTo>
                      <a:pt x="778" y="415"/>
                    </a:lnTo>
                    <a:lnTo>
                      <a:pt x="787" y="441"/>
                    </a:lnTo>
                    <a:lnTo>
                      <a:pt x="796" y="468"/>
                    </a:lnTo>
                    <a:lnTo>
                      <a:pt x="803" y="494"/>
                    </a:lnTo>
                    <a:lnTo>
                      <a:pt x="807" y="522"/>
                    </a:lnTo>
                    <a:lnTo>
                      <a:pt x="811" y="548"/>
                    </a:lnTo>
                    <a:lnTo>
                      <a:pt x="812" y="576"/>
                    </a:lnTo>
                    <a:lnTo>
                      <a:pt x="811" y="604"/>
                    </a:lnTo>
                    <a:lnTo>
                      <a:pt x="807" y="632"/>
                    </a:lnTo>
                    <a:lnTo>
                      <a:pt x="807" y="632"/>
                    </a:lnTo>
                    <a:lnTo>
                      <a:pt x="804" y="648"/>
                    </a:lnTo>
                    <a:lnTo>
                      <a:pt x="800" y="665"/>
                    </a:lnTo>
                    <a:lnTo>
                      <a:pt x="794" y="682"/>
                    </a:lnTo>
                    <a:lnTo>
                      <a:pt x="789" y="697"/>
                    </a:lnTo>
                    <a:lnTo>
                      <a:pt x="782" y="711"/>
                    </a:lnTo>
                    <a:lnTo>
                      <a:pt x="775" y="726"/>
                    </a:lnTo>
                    <a:lnTo>
                      <a:pt x="767" y="739"/>
                    </a:lnTo>
                    <a:lnTo>
                      <a:pt x="757" y="753"/>
                    </a:lnTo>
                    <a:lnTo>
                      <a:pt x="747" y="765"/>
                    </a:lnTo>
                    <a:lnTo>
                      <a:pt x="736" y="776"/>
                    </a:lnTo>
                    <a:lnTo>
                      <a:pt x="725" y="787"/>
                    </a:lnTo>
                    <a:lnTo>
                      <a:pt x="712" y="798"/>
                    </a:lnTo>
                    <a:lnTo>
                      <a:pt x="698" y="808"/>
                    </a:lnTo>
                    <a:lnTo>
                      <a:pt x="686" y="818"/>
                    </a:lnTo>
                    <a:lnTo>
                      <a:pt x="655" y="836"/>
                    </a:lnTo>
                    <a:lnTo>
                      <a:pt x="655" y="836"/>
                    </a:lnTo>
                    <a:lnTo>
                      <a:pt x="625" y="850"/>
                    </a:lnTo>
                    <a:lnTo>
                      <a:pt x="594" y="862"/>
                    </a:lnTo>
                    <a:lnTo>
                      <a:pt x="562" y="872"/>
                    </a:lnTo>
                    <a:lnTo>
                      <a:pt x="532" y="879"/>
                    </a:lnTo>
                    <a:lnTo>
                      <a:pt x="498" y="884"/>
                    </a:lnTo>
                    <a:lnTo>
                      <a:pt x="466" y="889"/>
                    </a:lnTo>
                    <a:lnTo>
                      <a:pt x="433" y="891"/>
                    </a:lnTo>
                    <a:lnTo>
                      <a:pt x="400" y="894"/>
                    </a:lnTo>
                    <a:lnTo>
                      <a:pt x="400" y="894"/>
                    </a:lnTo>
                    <a:lnTo>
                      <a:pt x="366" y="894"/>
                    </a:lnTo>
                    <a:lnTo>
                      <a:pt x="366" y="8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10" name="Freeform 11"/>
            <p:cNvSpPr/>
            <p:nvPr>
              <p:custDataLst>
                <p:tags r:id="rId7"/>
              </p:custDataLst>
            </p:nvPr>
          </p:nvSpPr>
          <p:spPr bwMode="auto">
            <a:xfrm rot="1800000">
              <a:off x="6070932" y="4172248"/>
              <a:ext cx="1372841" cy="1515874"/>
            </a:xfrm>
            <a:custGeom>
              <a:avLst/>
              <a:gdLst>
                <a:gd name="T0" fmla="*/ 450 w 809"/>
                <a:gd name="T1" fmla="*/ 0 h 898"/>
                <a:gd name="T2" fmla="*/ 512 w 809"/>
                <a:gd name="T3" fmla="*/ 3 h 898"/>
                <a:gd name="T4" fmla="*/ 640 w 809"/>
                <a:gd name="T5" fmla="*/ 18 h 898"/>
                <a:gd name="T6" fmla="*/ 705 w 809"/>
                <a:gd name="T7" fmla="*/ 31 h 898"/>
                <a:gd name="T8" fmla="*/ 794 w 809"/>
                <a:gd name="T9" fmla="*/ 50 h 898"/>
                <a:gd name="T10" fmla="*/ 807 w 809"/>
                <a:gd name="T11" fmla="*/ 57 h 898"/>
                <a:gd name="T12" fmla="*/ 809 w 809"/>
                <a:gd name="T13" fmla="*/ 73 h 898"/>
                <a:gd name="T14" fmla="*/ 807 w 809"/>
                <a:gd name="T15" fmla="*/ 102 h 898"/>
                <a:gd name="T16" fmla="*/ 798 w 809"/>
                <a:gd name="T17" fmla="*/ 161 h 898"/>
                <a:gd name="T18" fmla="*/ 779 w 809"/>
                <a:gd name="T19" fmla="*/ 249 h 898"/>
                <a:gd name="T20" fmla="*/ 762 w 809"/>
                <a:gd name="T21" fmla="*/ 307 h 898"/>
                <a:gd name="T22" fmla="*/ 729 w 809"/>
                <a:gd name="T23" fmla="*/ 398 h 898"/>
                <a:gd name="T24" fmla="*/ 690 w 809"/>
                <a:gd name="T25" fmla="*/ 484 h 898"/>
                <a:gd name="T26" fmla="*/ 644 w 809"/>
                <a:gd name="T27" fmla="*/ 566 h 898"/>
                <a:gd name="T28" fmla="*/ 590 w 809"/>
                <a:gd name="T29" fmla="*/ 645 h 898"/>
                <a:gd name="T30" fmla="*/ 562 w 809"/>
                <a:gd name="T31" fmla="*/ 680 h 898"/>
                <a:gd name="T32" fmla="*/ 504 w 809"/>
                <a:gd name="T33" fmla="*/ 748 h 898"/>
                <a:gd name="T34" fmla="*/ 441 w 809"/>
                <a:gd name="T35" fmla="*/ 809 h 898"/>
                <a:gd name="T36" fmla="*/ 373 w 809"/>
                <a:gd name="T37" fmla="*/ 867 h 898"/>
                <a:gd name="T38" fmla="*/ 336 w 809"/>
                <a:gd name="T39" fmla="*/ 893 h 898"/>
                <a:gd name="T40" fmla="*/ 325 w 809"/>
                <a:gd name="T41" fmla="*/ 898 h 898"/>
                <a:gd name="T42" fmla="*/ 313 w 809"/>
                <a:gd name="T43" fmla="*/ 891 h 898"/>
                <a:gd name="T44" fmla="*/ 272 w 809"/>
                <a:gd name="T45" fmla="*/ 846 h 898"/>
                <a:gd name="T46" fmla="*/ 193 w 809"/>
                <a:gd name="T47" fmla="*/ 753 h 898"/>
                <a:gd name="T48" fmla="*/ 120 w 809"/>
                <a:gd name="T49" fmla="*/ 655 h 898"/>
                <a:gd name="T50" fmla="*/ 90 w 809"/>
                <a:gd name="T51" fmla="*/ 603 h 898"/>
                <a:gd name="T52" fmla="*/ 61 w 809"/>
                <a:gd name="T53" fmla="*/ 548 h 898"/>
                <a:gd name="T54" fmla="*/ 36 w 809"/>
                <a:gd name="T55" fmla="*/ 492 h 898"/>
                <a:gd name="T56" fmla="*/ 26 w 809"/>
                <a:gd name="T57" fmla="*/ 466 h 898"/>
                <a:gd name="T58" fmla="*/ 11 w 809"/>
                <a:gd name="T59" fmla="*/ 414 h 898"/>
                <a:gd name="T60" fmla="*/ 1 w 809"/>
                <a:gd name="T61" fmla="*/ 361 h 898"/>
                <a:gd name="T62" fmla="*/ 0 w 809"/>
                <a:gd name="T63" fmla="*/ 307 h 898"/>
                <a:gd name="T64" fmla="*/ 1 w 809"/>
                <a:gd name="T65" fmla="*/ 280 h 898"/>
                <a:gd name="T66" fmla="*/ 6 w 809"/>
                <a:gd name="T67" fmla="*/ 246 h 898"/>
                <a:gd name="T68" fmla="*/ 16 w 809"/>
                <a:gd name="T69" fmla="*/ 214 h 898"/>
                <a:gd name="T70" fmla="*/ 29 w 809"/>
                <a:gd name="T71" fmla="*/ 184 h 898"/>
                <a:gd name="T72" fmla="*/ 44 w 809"/>
                <a:gd name="T73" fmla="*/ 156 h 898"/>
                <a:gd name="T74" fmla="*/ 63 w 809"/>
                <a:gd name="T75" fmla="*/ 130 h 898"/>
                <a:gd name="T76" fmla="*/ 87 w 809"/>
                <a:gd name="T77" fmla="*/ 107 h 898"/>
                <a:gd name="T78" fmla="*/ 113 w 809"/>
                <a:gd name="T79" fmla="*/ 85 h 898"/>
                <a:gd name="T80" fmla="*/ 143 w 809"/>
                <a:gd name="T81" fmla="*/ 67 h 898"/>
                <a:gd name="T82" fmla="*/ 159 w 809"/>
                <a:gd name="T83" fmla="*/ 57 h 898"/>
                <a:gd name="T84" fmla="*/ 195 w 809"/>
                <a:gd name="T85" fmla="*/ 41 h 898"/>
                <a:gd name="T86" fmla="*/ 251 w 809"/>
                <a:gd name="T87" fmla="*/ 23 h 898"/>
                <a:gd name="T88" fmla="*/ 327 w 809"/>
                <a:gd name="T89" fmla="*/ 7 h 898"/>
                <a:gd name="T90" fmla="*/ 408 w 809"/>
                <a:gd name="T91" fmla="*/ 2 h 898"/>
                <a:gd name="T92" fmla="*/ 450 w 809"/>
                <a:gd name="T93" fmla="*/ 0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09" h="898">
                  <a:moveTo>
                    <a:pt x="450" y="0"/>
                  </a:moveTo>
                  <a:lnTo>
                    <a:pt x="450" y="0"/>
                  </a:lnTo>
                  <a:lnTo>
                    <a:pt x="480" y="0"/>
                  </a:lnTo>
                  <a:lnTo>
                    <a:pt x="512" y="3"/>
                  </a:lnTo>
                  <a:lnTo>
                    <a:pt x="576" y="9"/>
                  </a:lnTo>
                  <a:lnTo>
                    <a:pt x="640" y="18"/>
                  </a:lnTo>
                  <a:lnTo>
                    <a:pt x="705" y="31"/>
                  </a:lnTo>
                  <a:lnTo>
                    <a:pt x="705" y="31"/>
                  </a:lnTo>
                  <a:lnTo>
                    <a:pt x="794" y="50"/>
                  </a:lnTo>
                  <a:lnTo>
                    <a:pt x="794" y="50"/>
                  </a:lnTo>
                  <a:lnTo>
                    <a:pt x="801" y="53"/>
                  </a:lnTo>
                  <a:lnTo>
                    <a:pt x="807" y="57"/>
                  </a:lnTo>
                  <a:lnTo>
                    <a:pt x="809" y="63"/>
                  </a:lnTo>
                  <a:lnTo>
                    <a:pt x="809" y="73"/>
                  </a:lnTo>
                  <a:lnTo>
                    <a:pt x="809" y="73"/>
                  </a:lnTo>
                  <a:lnTo>
                    <a:pt x="807" y="102"/>
                  </a:lnTo>
                  <a:lnTo>
                    <a:pt x="803" y="132"/>
                  </a:lnTo>
                  <a:lnTo>
                    <a:pt x="798" y="161"/>
                  </a:lnTo>
                  <a:lnTo>
                    <a:pt x="793" y="191"/>
                  </a:lnTo>
                  <a:lnTo>
                    <a:pt x="779" y="249"/>
                  </a:lnTo>
                  <a:lnTo>
                    <a:pt x="762" y="307"/>
                  </a:lnTo>
                  <a:lnTo>
                    <a:pt x="762" y="307"/>
                  </a:lnTo>
                  <a:lnTo>
                    <a:pt x="747" y="353"/>
                  </a:lnTo>
                  <a:lnTo>
                    <a:pt x="729" y="398"/>
                  </a:lnTo>
                  <a:lnTo>
                    <a:pt x="711" y="441"/>
                  </a:lnTo>
                  <a:lnTo>
                    <a:pt x="690" y="484"/>
                  </a:lnTo>
                  <a:lnTo>
                    <a:pt x="668" y="525"/>
                  </a:lnTo>
                  <a:lnTo>
                    <a:pt x="644" y="566"/>
                  </a:lnTo>
                  <a:lnTo>
                    <a:pt x="618" y="606"/>
                  </a:lnTo>
                  <a:lnTo>
                    <a:pt x="590" y="645"/>
                  </a:lnTo>
                  <a:lnTo>
                    <a:pt x="590" y="645"/>
                  </a:lnTo>
                  <a:lnTo>
                    <a:pt x="562" y="680"/>
                  </a:lnTo>
                  <a:lnTo>
                    <a:pt x="534" y="714"/>
                  </a:lnTo>
                  <a:lnTo>
                    <a:pt x="504" y="748"/>
                  </a:lnTo>
                  <a:lnTo>
                    <a:pt x="473" y="780"/>
                  </a:lnTo>
                  <a:lnTo>
                    <a:pt x="441" y="809"/>
                  </a:lnTo>
                  <a:lnTo>
                    <a:pt x="408" y="839"/>
                  </a:lnTo>
                  <a:lnTo>
                    <a:pt x="373" y="867"/>
                  </a:lnTo>
                  <a:lnTo>
                    <a:pt x="336" y="893"/>
                  </a:lnTo>
                  <a:lnTo>
                    <a:pt x="336" y="893"/>
                  </a:lnTo>
                  <a:lnTo>
                    <a:pt x="330" y="896"/>
                  </a:lnTo>
                  <a:lnTo>
                    <a:pt x="325" y="898"/>
                  </a:lnTo>
                  <a:lnTo>
                    <a:pt x="319" y="896"/>
                  </a:lnTo>
                  <a:lnTo>
                    <a:pt x="313" y="891"/>
                  </a:lnTo>
                  <a:lnTo>
                    <a:pt x="313" y="891"/>
                  </a:lnTo>
                  <a:lnTo>
                    <a:pt x="272" y="846"/>
                  </a:lnTo>
                  <a:lnTo>
                    <a:pt x="232" y="800"/>
                  </a:lnTo>
                  <a:lnTo>
                    <a:pt x="193" y="753"/>
                  </a:lnTo>
                  <a:lnTo>
                    <a:pt x="155" y="705"/>
                  </a:lnTo>
                  <a:lnTo>
                    <a:pt x="120" y="655"/>
                  </a:lnTo>
                  <a:lnTo>
                    <a:pt x="105" y="628"/>
                  </a:lnTo>
                  <a:lnTo>
                    <a:pt x="90" y="603"/>
                  </a:lnTo>
                  <a:lnTo>
                    <a:pt x="75" y="575"/>
                  </a:lnTo>
                  <a:lnTo>
                    <a:pt x="61" y="548"/>
                  </a:lnTo>
                  <a:lnTo>
                    <a:pt x="48" y="520"/>
                  </a:lnTo>
                  <a:lnTo>
                    <a:pt x="36" y="492"/>
                  </a:lnTo>
                  <a:lnTo>
                    <a:pt x="36" y="492"/>
                  </a:lnTo>
                  <a:lnTo>
                    <a:pt x="26" y="466"/>
                  </a:lnTo>
                  <a:lnTo>
                    <a:pt x="18" y="441"/>
                  </a:lnTo>
                  <a:lnTo>
                    <a:pt x="11" y="414"/>
                  </a:lnTo>
                  <a:lnTo>
                    <a:pt x="5" y="388"/>
                  </a:lnTo>
                  <a:lnTo>
                    <a:pt x="1" y="361"/>
                  </a:lnTo>
                  <a:lnTo>
                    <a:pt x="0" y="335"/>
                  </a:lnTo>
                  <a:lnTo>
                    <a:pt x="0" y="307"/>
                  </a:lnTo>
                  <a:lnTo>
                    <a:pt x="1" y="280"/>
                  </a:lnTo>
                  <a:lnTo>
                    <a:pt x="1" y="280"/>
                  </a:lnTo>
                  <a:lnTo>
                    <a:pt x="4" y="263"/>
                  </a:lnTo>
                  <a:lnTo>
                    <a:pt x="6" y="246"/>
                  </a:lnTo>
                  <a:lnTo>
                    <a:pt x="11" y="230"/>
                  </a:lnTo>
                  <a:lnTo>
                    <a:pt x="16" y="214"/>
                  </a:lnTo>
                  <a:lnTo>
                    <a:pt x="22" y="198"/>
                  </a:lnTo>
                  <a:lnTo>
                    <a:pt x="29" y="184"/>
                  </a:lnTo>
                  <a:lnTo>
                    <a:pt x="36" y="170"/>
                  </a:lnTo>
                  <a:lnTo>
                    <a:pt x="44" y="156"/>
                  </a:lnTo>
                  <a:lnTo>
                    <a:pt x="54" y="142"/>
                  </a:lnTo>
                  <a:lnTo>
                    <a:pt x="63" y="130"/>
                  </a:lnTo>
                  <a:lnTo>
                    <a:pt x="75" y="118"/>
                  </a:lnTo>
                  <a:lnTo>
                    <a:pt x="87" y="107"/>
                  </a:lnTo>
                  <a:lnTo>
                    <a:pt x="100" y="96"/>
                  </a:lnTo>
                  <a:lnTo>
                    <a:pt x="113" y="85"/>
                  </a:lnTo>
                  <a:lnTo>
                    <a:pt x="127" y="75"/>
                  </a:lnTo>
                  <a:lnTo>
                    <a:pt x="143" y="67"/>
                  </a:lnTo>
                  <a:lnTo>
                    <a:pt x="143" y="67"/>
                  </a:lnTo>
                  <a:lnTo>
                    <a:pt x="159" y="57"/>
                  </a:lnTo>
                  <a:lnTo>
                    <a:pt x="177" y="48"/>
                  </a:lnTo>
                  <a:lnTo>
                    <a:pt x="195" y="41"/>
                  </a:lnTo>
                  <a:lnTo>
                    <a:pt x="213" y="34"/>
                  </a:lnTo>
                  <a:lnTo>
                    <a:pt x="251" y="23"/>
                  </a:lnTo>
                  <a:lnTo>
                    <a:pt x="288" y="14"/>
                  </a:lnTo>
                  <a:lnTo>
                    <a:pt x="327" y="7"/>
                  </a:lnTo>
                  <a:lnTo>
                    <a:pt x="368" y="3"/>
                  </a:lnTo>
                  <a:lnTo>
                    <a:pt x="408" y="2"/>
                  </a:lnTo>
                  <a:lnTo>
                    <a:pt x="450" y="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5272607" y="2678015"/>
            <a:ext cx="284978" cy="322595"/>
            <a:chOff x="2333625" y="2174876"/>
            <a:chExt cx="396875" cy="449263"/>
          </a:xfrm>
          <a:solidFill>
            <a:schemeClr val="accent2"/>
          </a:solidFill>
        </p:grpSpPr>
        <p:sp>
          <p:nvSpPr>
            <p:cNvPr id="12" name="Freeform 252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2333625" y="2174876"/>
              <a:ext cx="396875" cy="449263"/>
            </a:xfrm>
            <a:custGeom>
              <a:avLst/>
              <a:gdLst>
                <a:gd name="T0" fmla="*/ 44 w 500"/>
                <a:gd name="T1" fmla="*/ 565 h 565"/>
                <a:gd name="T2" fmla="*/ 19 w 500"/>
                <a:gd name="T3" fmla="*/ 557 h 565"/>
                <a:gd name="T4" fmla="*/ 3 w 500"/>
                <a:gd name="T5" fmla="*/ 538 h 565"/>
                <a:gd name="T6" fmla="*/ 0 w 500"/>
                <a:gd name="T7" fmla="*/ 433 h 565"/>
                <a:gd name="T8" fmla="*/ 3 w 500"/>
                <a:gd name="T9" fmla="*/ 415 h 565"/>
                <a:gd name="T10" fmla="*/ 136 w 500"/>
                <a:gd name="T11" fmla="*/ 294 h 565"/>
                <a:gd name="T12" fmla="*/ 116 w 500"/>
                <a:gd name="T13" fmla="*/ 266 h 565"/>
                <a:gd name="T14" fmla="*/ 94 w 500"/>
                <a:gd name="T15" fmla="*/ 211 h 565"/>
                <a:gd name="T16" fmla="*/ 87 w 500"/>
                <a:gd name="T17" fmla="*/ 163 h 565"/>
                <a:gd name="T18" fmla="*/ 95 w 500"/>
                <a:gd name="T19" fmla="*/ 106 h 565"/>
                <a:gd name="T20" fmla="*/ 120 w 500"/>
                <a:gd name="T21" fmla="*/ 56 h 565"/>
                <a:gd name="T22" fmla="*/ 139 w 500"/>
                <a:gd name="T23" fmla="*/ 35 h 565"/>
                <a:gd name="T24" fmla="*/ 180 w 500"/>
                <a:gd name="T25" fmla="*/ 13 h 565"/>
                <a:gd name="T26" fmla="*/ 230 w 500"/>
                <a:gd name="T27" fmla="*/ 1 h 565"/>
                <a:gd name="T28" fmla="*/ 270 w 500"/>
                <a:gd name="T29" fmla="*/ 1 h 565"/>
                <a:gd name="T30" fmla="*/ 323 w 500"/>
                <a:gd name="T31" fmla="*/ 13 h 565"/>
                <a:gd name="T32" fmla="*/ 365 w 500"/>
                <a:gd name="T33" fmla="*/ 38 h 565"/>
                <a:gd name="T34" fmla="*/ 385 w 500"/>
                <a:gd name="T35" fmla="*/ 60 h 565"/>
                <a:gd name="T36" fmla="*/ 409 w 500"/>
                <a:gd name="T37" fmla="*/ 111 h 565"/>
                <a:gd name="T38" fmla="*/ 415 w 500"/>
                <a:gd name="T39" fmla="*/ 166 h 565"/>
                <a:gd name="T40" fmla="*/ 411 w 500"/>
                <a:gd name="T41" fmla="*/ 205 h 565"/>
                <a:gd name="T42" fmla="*/ 396 w 500"/>
                <a:gd name="T43" fmla="*/ 247 h 565"/>
                <a:gd name="T44" fmla="*/ 375 w 500"/>
                <a:gd name="T45" fmla="*/ 284 h 565"/>
                <a:gd name="T46" fmla="*/ 485 w 500"/>
                <a:gd name="T47" fmla="*/ 401 h 565"/>
                <a:gd name="T48" fmla="*/ 496 w 500"/>
                <a:gd name="T49" fmla="*/ 415 h 565"/>
                <a:gd name="T50" fmla="*/ 500 w 500"/>
                <a:gd name="T51" fmla="*/ 522 h 565"/>
                <a:gd name="T52" fmla="*/ 496 w 500"/>
                <a:gd name="T53" fmla="*/ 538 h 565"/>
                <a:gd name="T54" fmla="*/ 480 w 500"/>
                <a:gd name="T55" fmla="*/ 557 h 565"/>
                <a:gd name="T56" fmla="*/ 456 w 500"/>
                <a:gd name="T57" fmla="*/ 565 h 565"/>
                <a:gd name="T58" fmla="*/ 249 w 500"/>
                <a:gd name="T59" fmla="*/ 43 h 565"/>
                <a:gd name="T60" fmla="*/ 209 w 500"/>
                <a:gd name="T61" fmla="*/ 48 h 565"/>
                <a:gd name="T62" fmla="*/ 176 w 500"/>
                <a:gd name="T63" fmla="*/ 61 h 565"/>
                <a:gd name="T64" fmla="*/ 160 w 500"/>
                <a:gd name="T65" fmla="*/ 76 h 565"/>
                <a:gd name="T66" fmla="*/ 137 w 500"/>
                <a:gd name="T67" fmla="*/ 119 h 565"/>
                <a:gd name="T68" fmla="*/ 131 w 500"/>
                <a:gd name="T69" fmla="*/ 165 h 565"/>
                <a:gd name="T70" fmla="*/ 134 w 500"/>
                <a:gd name="T71" fmla="*/ 195 h 565"/>
                <a:gd name="T72" fmla="*/ 147 w 500"/>
                <a:gd name="T73" fmla="*/ 231 h 565"/>
                <a:gd name="T74" fmla="*/ 170 w 500"/>
                <a:gd name="T75" fmla="*/ 268 h 565"/>
                <a:gd name="T76" fmla="*/ 184 w 500"/>
                <a:gd name="T77" fmla="*/ 281 h 565"/>
                <a:gd name="T78" fmla="*/ 189 w 500"/>
                <a:gd name="T79" fmla="*/ 294 h 565"/>
                <a:gd name="T80" fmla="*/ 188 w 500"/>
                <a:gd name="T81" fmla="*/ 304 h 565"/>
                <a:gd name="T82" fmla="*/ 44 w 500"/>
                <a:gd name="T83" fmla="*/ 433 h 565"/>
                <a:gd name="T84" fmla="*/ 456 w 500"/>
                <a:gd name="T85" fmla="*/ 433 h 565"/>
                <a:gd name="T86" fmla="*/ 317 w 500"/>
                <a:gd name="T87" fmla="*/ 308 h 565"/>
                <a:gd name="T88" fmla="*/ 312 w 500"/>
                <a:gd name="T89" fmla="*/ 295 h 565"/>
                <a:gd name="T90" fmla="*/ 314 w 500"/>
                <a:gd name="T91" fmla="*/ 286 h 565"/>
                <a:gd name="T92" fmla="*/ 320 w 500"/>
                <a:gd name="T93" fmla="*/ 278 h 565"/>
                <a:gd name="T94" fmla="*/ 349 w 500"/>
                <a:gd name="T95" fmla="*/ 247 h 565"/>
                <a:gd name="T96" fmla="*/ 365 w 500"/>
                <a:gd name="T97" fmla="*/ 208 h 565"/>
                <a:gd name="T98" fmla="*/ 372 w 500"/>
                <a:gd name="T99" fmla="*/ 168 h 565"/>
                <a:gd name="T100" fmla="*/ 367 w 500"/>
                <a:gd name="T101" fmla="*/ 126 h 565"/>
                <a:gd name="T102" fmla="*/ 344 w 500"/>
                <a:gd name="T103" fmla="*/ 79 h 565"/>
                <a:gd name="T104" fmla="*/ 328 w 500"/>
                <a:gd name="T105" fmla="*/ 63 h 565"/>
                <a:gd name="T106" fmla="*/ 293 w 500"/>
                <a:gd name="T107" fmla="*/ 48 h 565"/>
                <a:gd name="T108" fmla="*/ 249 w 500"/>
                <a:gd name="T109" fmla="*/ 43 h 565"/>
                <a:gd name="T110" fmla="*/ 249 w 500"/>
                <a:gd name="T111" fmla="*/ 4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0" h="565">
                  <a:moveTo>
                    <a:pt x="456" y="565"/>
                  </a:moveTo>
                  <a:lnTo>
                    <a:pt x="44" y="565"/>
                  </a:lnTo>
                  <a:lnTo>
                    <a:pt x="44" y="565"/>
                  </a:lnTo>
                  <a:lnTo>
                    <a:pt x="36" y="564"/>
                  </a:lnTo>
                  <a:lnTo>
                    <a:pt x="28" y="562"/>
                  </a:lnTo>
                  <a:lnTo>
                    <a:pt x="19" y="557"/>
                  </a:lnTo>
                  <a:lnTo>
                    <a:pt x="13" y="552"/>
                  </a:lnTo>
                  <a:lnTo>
                    <a:pt x="8" y="546"/>
                  </a:lnTo>
                  <a:lnTo>
                    <a:pt x="3" y="538"/>
                  </a:lnTo>
                  <a:lnTo>
                    <a:pt x="2" y="530"/>
                  </a:lnTo>
                  <a:lnTo>
                    <a:pt x="0" y="522"/>
                  </a:lnTo>
                  <a:lnTo>
                    <a:pt x="0" y="433"/>
                  </a:lnTo>
                  <a:lnTo>
                    <a:pt x="0" y="433"/>
                  </a:lnTo>
                  <a:lnTo>
                    <a:pt x="2" y="423"/>
                  </a:lnTo>
                  <a:lnTo>
                    <a:pt x="3" y="415"/>
                  </a:lnTo>
                  <a:lnTo>
                    <a:pt x="8" y="407"/>
                  </a:lnTo>
                  <a:lnTo>
                    <a:pt x="15" y="401"/>
                  </a:lnTo>
                  <a:lnTo>
                    <a:pt x="136" y="294"/>
                  </a:lnTo>
                  <a:lnTo>
                    <a:pt x="136" y="294"/>
                  </a:lnTo>
                  <a:lnTo>
                    <a:pt x="125" y="281"/>
                  </a:lnTo>
                  <a:lnTo>
                    <a:pt x="116" y="266"/>
                  </a:lnTo>
                  <a:lnTo>
                    <a:pt x="108" y="252"/>
                  </a:lnTo>
                  <a:lnTo>
                    <a:pt x="102" y="239"/>
                  </a:lnTo>
                  <a:lnTo>
                    <a:pt x="94" y="211"/>
                  </a:lnTo>
                  <a:lnTo>
                    <a:pt x="89" y="189"/>
                  </a:lnTo>
                  <a:lnTo>
                    <a:pt x="89" y="189"/>
                  </a:lnTo>
                  <a:lnTo>
                    <a:pt x="87" y="163"/>
                  </a:lnTo>
                  <a:lnTo>
                    <a:pt x="89" y="145"/>
                  </a:lnTo>
                  <a:lnTo>
                    <a:pt x="91" y="126"/>
                  </a:lnTo>
                  <a:lnTo>
                    <a:pt x="95" y="106"/>
                  </a:lnTo>
                  <a:lnTo>
                    <a:pt x="104" y="85"/>
                  </a:lnTo>
                  <a:lnTo>
                    <a:pt x="113" y="66"/>
                  </a:lnTo>
                  <a:lnTo>
                    <a:pt x="120" y="56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39" y="35"/>
                  </a:lnTo>
                  <a:lnTo>
                    <a:pt x="150" y="27"/>
                  </a:lnTo>
                  <a:lnTo>
                    <a:pt x="165" y="19"/>
                  </a:lnTo>
                  <a:lnTo>
                    <a:pt x="180" y="13"/>
                  </a:lnTo>
                  <a:lnTo>
                    <a:pt x="196" y="6"/>
                  </a:lnTo>
                  <a:lnTo>
                    <a:pt x="212" y="3"/>
                  </a:lnTo>
                  <a:lnTo>
                    <a:pt x="230" y="1"/>
                  </a:lnTo>
                  <a:lnTo>
                    <a:pt x="249" y="0"/>
                  </a:lnTo>
                  <a:lnTo>
                    <a:pt x="249" y="0"/>
                  </a:lnTo>
                  <a:lnTo>
                    <a:pt x="270" y="1"/>
                  </a:lnTo>
                  <a:lnTo>
                    <a:pt x="289" y="3"/>
                  </a:lnTo>
                  <a:lnTo>
                    <a:pt x="307" y="8"/>
                  </a:lnTo>
                  <a:lnTo>
                    <a:pt x="323" y="13"/>
                  </a:lnTo>
                  <a:lnTo>
                    <a:pt x="340" y="19"/>
                  </a:lnTo>
                  <a:lnTo>
                    <a:pt x="354" y="29"/>
                  </a:lnTo>
                  <a:lnTo>
                    <a:pt x="365" y="38"/>
                  </a:lnTo>
                  <a:lnTo>
                    <a:pt x="378" y="50"/>
                  </a:lnTo>
                  <a:lnTo>
                    <a:pt x="378" y="50"/>
                  </a:lnTo>
                  <a:lnTo>
                    <a:pt x="385" y="60"/>
                  </a:lnTo>
                  <a:lnTo>
                    <a:pt x="391" y="69"/>
                  </a:lnTo>
                  <a:lnTo>
                    <a:pt x="403" y="90"/>
                  </a:lnTo>
                  <a:lnTo>
                    <a:pt x="409" y="111"/>
                  </a:lnTo>
                  <a:lnTo>
                    <a:pt x="412" y="131"/>
                  </a:lnTo>
                  <a:lnTo>
                    <a:pt x="415" y="150"/>
                  </a:lnTo>
                  <a:lnTo>
                    <a:pt x="415" y="166"/>
                  </a:lnTo>
                  <a:lnTo>
                    <a:pt x="414" y="190"/>
                  </a:lnTo>
                  <a:lnTo>
                    <a:pt x="414" y="190"/>
                  </a:lnTo>
                  <a:lnTo>
                    <a:pt x="411" y="205"/>
                  </a:lnTo>
                  <a:lnTo>
                    <a:pt x="407" y="220"/>
                  </a:lnTo>
                  <a:lnTo>
                    <a:pt x="403" y="234"/>
                  </a:lnTo>
                  <a:lnTo>
                    <a:pt x="396" y="247"/>
                  </a:lnTo>
                  <a:lnTo>
                    <a:pt x="390" y="262"/>
                  </a:lnTo>
                  <a:lnTo>
                    <a:pt x="383" y="273"/>
                  </a:lnTo>
                  <a:lnTo>
                    <a:pt x="375" y="284"/>
                  </a:lnTo>
                  <a:lnTo>
                    <a:pt x="365" y="295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91" y="407"/>
                  </a:lnTo>
                  <a:lnTo>
                    <a:pt x="496" y="415"/>
                  </a:lnTo>
                  <a:lnTo>
                    <a:pt x="500" y="423"/>
                  </a:lnTo>
                  <a:lnTo>
                    <a:pt x="500" y="433"/>
                  </a:lnTo>
                  <a:lnTo>
                    <a:pt x="500" y="522"/>
                  </a:lnTo>
                  <a:lnTo>
                    <a:pt x="500" y="522"/>
                  </a:lnTo>
                  <a:lnTo>
                    <a:pt x="500" y="530"/>
                  </a:lnTo>
                  <a:lnTo>
                    <a:pt x="496" y="538"/>
                  </a:lnTo>
                  <a:lnTo>
                    <a:pt x="493" y="546"/>
                  </a:lnTo>
                  <a:lnTo>
                    <a:pt x="487" y="552"/>
                  </a:lnTo>
                  <a:lnTo>
                    <a:pt x="480" y="557"/>
                  </a:lnTo>
                  <a:lnTo>
                    <a:pt x="474" y="562"/>
                  </a:lnTo>
                  <a:lnTo>
                    <a:pt x="466" y="564"/>
                  </a:lnTo>
                  <a:lnTo>
                    <a:pt x="456" y="565"/>
                  </a:lnTo>
                  <a:lnTo>
                    <a:pt x="456" y="565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lnTo>
                    <a:pt x="234" y="43"/>
                  </a:lnTo>
                  <a:lnTo>
                    <a:pt x="222" y="45"/>
                  </a:lnTo>
                  <a:lnTo>
                    <a:pt x="209" y="48"/>
                  </a:lnTo>
                  <a:lnTo>
                    <a:pt x="197" y="51"/>
                  </a:lnTo>
                  <a:lnTo>
                    <a:pt x="186" y="56"/>
                  </a:lnTo>
                  <a:lnTo>
                    <a:pt x="176" y="61"/>
                  </a:lnTo>
                  <a:lnTo>
                    <a:pt x="168" y="69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49" y="90"/>
                  </a:lnTo>
                  <a:lnTo>
                    <a:pt x="142" y="105"/>
                  </a:lnTo>
                  <a:lnTo>
                    <a:pt x="137" y="119"/>
                  </a:lnTo>
                  <a:lnTo>
                    <a:pt x="134" y="135"/>
                  </a:lnTo>
                  <a:lnTo>
                    <a:pt x="133" y="150"/>
                  </a:lnTo>
                  <a:lnTo>
                    <a:pt x="131" y="165"/>
                  </a:lnTo>
                  <a:lnTo>
                    <a:pt x="133" y="186"/>
                  </a:lnTo>
                  <a:lnTo>
                    <a:pt x="133" y="186"/>
                  </a:lnTo>
                  <a:lnTo>
                    <a:pt x="134" y="195"/>
                  </a:lnTo>
                  <a:lnTo>
                    <a:pt x="137" y="207"/>
                  </a:lnTo>
                  <a:lnTo>
                    <a:pt x="141" y="220"/>
                  </a:lnTo>
                  <a:lnTo>
                    <a:pt x="147" y="231"/>
                  </a:lnTo>
                  <a:lnTo>
                    <a:pt x="154" y="244"/>
                  </a:lnTo>
                  <a:lnTo>
                    <a:pt x="162" y="257"/>
                  </a:lnTo>
                  <a:lnTo>
                    <a:pt x="170" y="268"/>
                  </a:lnTo>
                  <a:lnTo>
                    <a:pt x="181" y="278"/>
                  </a:lnTo>
                  <a:lnTo>
                    <a:pt x="181" y="278"/>
                  </a:lnTo>
                  <a:lnTo>
                    <a:pt x="184" y="281"/>
                  </a:lnTo>
                  <a:lnTo>
                    <a:pt x="186" y="284"/>
                  </a:lnTo>
                  <a:lnTo>
                    <a:pt x="188" y="289"/>
                  </a:lnTo>
                  <a:lnTo>
                    <a:pt x="189" y="294"/>
                  </a:lnTo>
                  <a:lnTo>
                    <a:pt x="189" y="294"/>
                  </a:lnTo>
                  <a:lnTo>
                    <a:pt x="189" y="299"/>
                  </a:lnTo>
                  <a:lnTo>
                    <a:pt x="188" y="304"/>
                  </a:lnTo>
                  <a:lnTo>
                    <a:pt x="184" y="307"/>
                  </a:lnTo>
                  <a:lnTo>
                    <a:pt x="181" y="310"/>
                  </a:lnTo>
                  <a:lnTo>
                    <a:pt x="44" y="433"/>
                  </a:lnTo>
                  <a:lnTo>
                    <a:pt x="44" y="522"/>
                  </a:lnTo>
                  <a:lnTo>
                    <a:pt x="456" y="522"/>
                  </a:lnTo>
                  <a:lnTo>
                    <a:pt x="456" y="433"/>
                  </a:lnTo>
                  <a:lnTo>
                    <a:pt x="320" y="312"/>
                  </a:lnTo>
                  <a:lnTo>
                    <a:pt x="320" y="312"/>
                  </a:lnTo>
                  <a:lnTo>
                    <a:pt x="317" y="308"/>
                  </a:lnTo>
                  <a:lnTo>
                    <a:pt x="314" y="304"/>
                  </a:lnTo>
                  <a:lnTo>
                    <a:pt x="312" y="300"/>
                  </a:lnTo>
                  <a:lnTo>
                    <a:pt x="312" y="295"/>
                  </a:lnTo>
                  <a:lnTo>
                    <a:pt x="312" y="295"/>
                  </a:lnTo>
                  <a:lnTo>
                    <a:pt x="312" y="291"/>
                  </a:lnTo>
                  <a:lnTo>
                    <a:pt x="314" y="286"/>
                  </a:lnTo>
                  <a:lnTo>
                    <a:pt x="317" y="281"/>
                  </a:lnTo>
                  <a:lnTo>
                    <a:pt x="320" y="278"/>
                  </a:lnTo>
                  <a:lnTo>
                    <a:pt x="320" y="278"/>
                  </a:lnTo>
                  <a:lnTo>
                    <a:pt x="331" y="270"/>
                  </a:lnTo>
                  <a:lnTo>
                    <a:pt x="341" y="258"/>
                  </a:lnTo>
                  <a:lnTo>
                    <a:pt x="349" y="247"/>
                  </a:lnTo>
                  <a:lnTo>
                    <a:pt x="356" y="234"/>
                  </a:lnTo>
                  <a:lnTo>
                    <a:pt x="361" y="221"/>
                  </a:lnTo>
                  <a:lnTo>
                    <a:pt x="365" y="208"/>
                  </a:lnTo>
                  <a:lnTo>
                    <a:pt x="370" y="184"/>
                  </a:lnTo>
                  <a:lnTo>
                    <a:pt x="370" y="184"/>
                  </a:lnTo>
                  <a:lnTo>
                    <a:pt x="372" y="168"/>
                  </a:lnTo>
                  <a:lnTo>
                    <a:pt x="372" y="156"/>
                  </a:lnTo>
                  <a:lnTo>
                    <a:pt x="370" y="140"/>
                  </a:lnTo>
                  <a:lnTo>
                    <a:pt x="367" y="126"/>
                  </a:lnTo>
                  <a:lnTo>
                    <a:pt x="362" y="110"/>
                  </a:lnTo>
                  <a:lnTo>
                    <a:pt x="356" y="93"/>
                  </a:lnTo>
                  <a:lnTo>
                    <a:pt x="344" y="79"/>
                  </a:lnTo>
                  <a:lnTo>
                    <a:pt x="344" y="79"/>
                  </a:lnTo>
                  <a:lnTo>
                    <a:pt x="336" y="71"/>
                  </a:lnTo>
                  <a:lnTo>
                    <a:pt x="328" y="63"/>
                  </a:lnTo>
                  <a:lnTo>
                    <a:pt x="317" y="58"/>
                  </a:lnTo>
                  <a:lnTo>
                    <a:pt x="306" y="53"/>
                  </a:lnTo>
                  <a:lnTo>
                    <a:pt x="293" y="48"/>
                  </a:lnTo>
                  <a:lnTo>
                    <a:pt x="280" y="45"/>
                  </a:lnTo>
                  <a:lnTo>
                    <a:pt x="265" y="43"/>
                  </a:lnTo>
                  <a:lnTo>
                    <a:pt x="249" y="43"/>
                  </a:lnTo>
                  <a:lnTo>
                    <a:pt x="249" y="43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3" name="Line 255"/>
            <p:cNvSpPr>
              <a:spLocks noChangeShapeType="1"/>
            </p:cNvSpPr>
            <p:nvPr/>
          </p:nvSpPr>
          <p:spPr bwMode="auto">
            <a:xfrm>
              <a:off x="2532062" y="22098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4" name="Freeform 256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  <a:gd name="T30" fmla="*/ 53 w 53"/>
                <a:gd name="T31" fmla="*/ 131 h 131"/>
                <a:gd name="T32" fmla="*/ 53 w 53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  <a:close/>
                  <a:moveTo>
                    <a:pt x="53" y="131"/>
                  </a:moveTo>
                  <a:lnTo>
                    <a:pt x="53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5" name="Freeform 257"/>
            <p:cNvSpPr/>
            <p:nvPr>
              <p:custDataLst>
                <p:tags r:id="rId11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6" name="Line 258"/>
            <p:cNvSpPr>
              <a:spLocks noChangeShapeType="1"/>
            </p:cNvSpPr>
            <p:nvPr/>
          </p:nvSpPr>
          <p:spPr bwMode="auto">
            <a:xfrm>
              <a:off x="2552700" y="256381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4621155" y="3805433"/>
            <a:ext cx="310057" cy="321456"/>
            <a:chOff x="592137" y="3146426"/>
            <a:chExt cx="431800" cy="447675"/>
          </a:xfrm>
          <a:solidFill>
            <a:schemeClr val="accent1"/>
          </a:solidFill>
        </p:grpSpPr>
        <p:sp>
          <p:nvSpPr>
            <p:cNvPr id="18" name="Freeform 58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49287" y="3146426"/>
              <a:ext cx="317500" cy="392113"/>
            </a:xfrm>
            <a:custGeom>
              <a:avLst/>
              <a:gdLst>
                <a:gd name="T0" fmla="*/ 191 w 399"/>
                <a:gd name="T1" fmla="*/ 493 h 493"/>
                <a:gd name="T2" fmla="*/ 166 w 399"/>
                <a:gd name="T3" fmla="*/ 479 h 493"/>
                <a:gd name="T4" fmla="*/ 36 w 399"/>
                <a:gd name="T5" fmla="*/ 306 h 493"/>
                <a:gd name="T6" fmla="*/ 19 w 399"/>
                <a:gd name="T7" fmla="*/ 280 h 493"/>
                <a:gd name="T8" fmla="*/ 5 w 399"/>
                <a:gd name="T9" fmla="*/ 238 h 493"/>
                <a:gd name="T10" fmla="*/ 0 w 399"/>
                <a:gd name="T11" fmla="*/ 194 h 493"/>
                <a:gd name="T12" fmla="*/ 3 w 399"/>
                <a:gd name="T13" fmla="*/ 155 h 493"/>
                <a:gd name="T14" fmla="*/ 24 w 399"/>
                <a:gd name="T15" fmla="*/ 102 h 493"/>
                <a:gd name="T16" fmla="*/ 58 w 399"/>
                <a:gd name="T17" fmla="*/ 57 h 493"/>
                <a:gd name="T18" fmla="*/ 105 w 399"/>
                <a:gd name="T19" fmla="*/ 23 h 493"/>
                <a:gd name="T20" fmla="*/ 160 w 399"/>
                <a:gd name="T21" fmla="*/ 3 h 493"/>
                <a:gd name="T22" fmla="*/ 200 w 399"/>
                <a:gd name="T23" fmla="*/ 0 h 493"/>
                <a:gd name="T24" fmla="*/ 259 w 399"/>
                <a:gd name="T25" fmla="*/ 8 h 493"/>
                <a:gd name="T26" fmla="*/ 312 w 399"/>
                <a:gd name="T27" fmla="*/ 32 h 493"/>
                <a:gd name="T28" fmla="*/ 354 w 399"/>
                <a:gd name="T29" fmla="*/ 71 h 493"/>
                <a:gd name="T30" fmla="*/ 385 w 399"/>
                <a:gd name="T31" fmla="*/ 118 h 493"/>
                <a:gd name="T32" fmla="*/ 399 w 399"/>
                <a:gd name="T33" fmla="*/ 175 h 493"/>
                <a:gd name="T34" fmla="*/ 399 w 399"/>
                <a:gd name="T35" fmla="*/ 209 h 493"/>
                <a:gd name="T36" fmla="*/ 389 w 399"/>
                <a:gd name="T37" fmla="*/ 252 h 493"/>
                <a:gd name="T38" fmla="*/ 372 w 399"/>
                <a:gd name="T39" fmla="*/ 293 h 493"/>
                <a:gd name="T40" fmla="*/ 360 w 399"/>
                <a:gd name="T41" fmla="*/ 310 h 493"/>
                <a:gd name="T42" fmla="*/ 225 w 399"/>
                <a:gd name="T43" fmla="*/ 485 h 493"/>
                <a:gd name="T44" fmla="*/ 199 w 399"/>
                <a:gd name="T45" fmla="*/ 493 h 493"/>
                <a:gd name="T46" fmla="*/ 71 w 399"/>
                <a:gd name="T47" fmla="*/ 281 h 493"/>
                <a:gd name="T48" fmla="*/ 326 w 399"/>
                <a:gd name="T49" fmla="*/ 285 h 493"/>
                <a:gd name="T50" fmla="*/ 328 w 399"/>
                <a:gd name="T51" fmla="*/ 281 h 493"/>
                <a:gd name="T52" fmla="*/ 328 w 399"/>
                <a:gd name="T53" fmla="*/ 280 h 493"/>
                <a:gd name="T54" fmla="*/ 354 w 399"/>
                <a:gd name="T55" fmla="*/ 217 h 493"/>
                <a:gd name="T56" fmla="*/ 356 w 399"/>
                <a:gd name="T57" fmla="*/ 178 h 493"/>
                <a:gd name="T58" fmla="*/ 344 w 399"/>
                <a:gd name="T59" fmla="*/ 136 h 493"/>
                <a:gd name="T60" fmla="*/ 320 w 399"/>
                <a:gd name="T61" fmla="*/ 99 h 493"/>
                <a:gd name="T62" fmla="*/ 288 w 399"/>
                <a:gd name="T63" fmla="*/ 70 h 493"/>
                <a:gd name="T64" fmla="*/ 246 w 399"/>
                <a:gd name="T65" fmla="*/ 50 h 493"/>
                <a:gd name="T66" fmla="*/ 200 w 399"/>
                <a:gd name="T67" fmla="*/ 44 h 493"/>
                <a:gd name="T68" fmla="*/ 168 w 399"/>
                <a:gd name="T69" fmla="*/ 45 h 493"/>
                <a:gd name="T70" fmla="*/ 126 w 399"/>
                <a:gd name="T71" fmla="*/ 62 h 493"/>
                <a:gd name="T72" fmla="*/ 89 w 399"/>
                <a:gd name="T73" fmla="*/ 87 h 493"/>
                <a:gd name="T74" fmla="*/ 63 w 399"/>
                <a:gd name="T75" fmla="*/ 123 h 493"/>
                <a:gd name="T76" fmla="*/ 47 w 399"/>
                <a:gd name="T77" fmla="*/ 163 h 493"/>
                <a:gd name="T78" fmla="*/ 44 w 399"/>
                <a:gd name="T79" fmla="*/ 194 h 493"/>
                <a:gd name="T80" fmla="*/ 58 w 399"/>
                <a:gd name="T81" fmla="*/ 260 h 493"/>
                <a:gd name="T82" fmla="*/ 73 w 399"/>
                <a:gd name="T83" fmla="*/ 283 h 493"/>
                <a:gd name="T84" fmla="*/ 71 w 399"/>
                <a:gd name="T85" fmla="*/ 281 h 493"/>
                <a:gd name="T86" fmla="*/ 328 w 399"/>
                <a:gd name="T87" fmla="*/ 281 h 493"/>
                <a:gd name="T88" fmla="*/ 328 w 399"/>
                <a:gd name="T89" fmla="*/ 281 h 493"/>
                <a:gd name="T90" fmla="*/ 328 w 399"/>
                <a:gd name="T91" fmla="*/ 281 h 493"/>
                <a:gd name="T92" fmla="*/ 328 w 399"/>
                <a:gd name="T93" fmla="*/ 281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99" h="493">
                  <a:moveTo>
                    <a:pt x="199" y="493"/>
                  </a:moveTo>
                  <a:lnTo>
                    <a:pt x="199" y="493"/>
                  </a:lnTo>
                  <a:lnTo>
                    <a:pt x="191" y="493"/>
                  </a:lnTo>
                  <a:lnTo>
                    <a:pt x="181" y="490"/>
                  </a:lnTo>
                  <a:lnTo>
                    <a:pt x="173" y="485"/>
                  </a:lnTo>
                  <a:lnTo>
                    <a:pt x="166" y="479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6" y="306"/>
                  </a:lnTo>
                  <a:lnTo>
                    <a:pt x="36" y="306"/>
                  </a:lnTo>
                  <a:lnTo>
                    <a:pt x="27" y="293"/>
                  </a:lnTo>
                  <a:lnTo>
                    <a:pt x="19" y="280"/>
                  </a:lnTo>
                  <a:lnTo>
                    <a:pt x="13" y="267"/>
                  </a:lnTo>
                  <a:lnTo>
                    <a:pt x="8" y="252"/>
                  </a:lnTo>
                  <a:lnTo>
                    <a:pt x="5" y="238"/>
                  </a:lnTo>
                  <a:lnTo>
                    <a:pt x="2" y="223"/>
                  </a:lnTo>
                  <a:lnTo>
                    <a:pt x="0" y="209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3" y="155"/>
                  </a:lnTo>
                  <a:lnTo>
                    <a:pt x="10" y="136"/>
                  </a:lnTo>
                  <a:lnTo>
                    <a:pt x="16" y="118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5" y="71"/>
                  </a:lnTo>
                  <a:lnTo>
                    <a:pt x="58" y="57"/>
                  </a:lnTo>
                  <a:lnTo>
                    <a:pt x="73" y="44"/>
                  </a:lnTo>
                  <a:lnTo>
                    <a:pt x="89" y="32"/>
                  </a:lnTo>
                  <a:lnTo>
                    <a:pt x="105" y="23"/>
                  </a:lnTo>
                  <a:lnTo>
                    <a:pt x="123" y="15"/>
                  </a:lnTo>
                  <a:lnTo>
                    <a:pt x="141" y="8"/>
                  </a:lnTo>
                  <a:lnTo>
                    <a:pt x="160" y="3"/>
                  </a:lnTo>
                  <a:lnTo>
                    <a:pt x="179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20" y="0"/>
                  </a:lnTo>
                  <a:lnTo>
                    <a:pt x="241" y="3"/>
                  </a:lnTo>
                  <a:lnTo>
                    <a:pt x="259" y="8"/>
                  </a:lnTo>
                  <a:lnTo>
                    <a:pt x="278" y="15"/>
                  </a:lnTo>
                  <a:lnTo>
                    <a:pt x="296" y="23"/>
                  </a:lnTo>
                  <a:lnTo>
                    <a:pt x="312" y="32"/>
                  </a:lnTo>
                  <a:lnTo>
                    <a:pt x="326" y="44"/>
                  </a:lnTo>
                  <a:lnTo>
                    <a:pt x="341" y="57"/>
                  </a:lnTo>
                  <a:lnTo>
                    <a:pt x="354" y="71"/>
                  </a:lnTo>
                  <a:lnTo>
                    <a:pt x="365" y="86"/>
                  </a:lnTo>
                  <a:lnTo>
                    <a:pt x="375" y="102"/>
                  </a:lnTo>
                  <a:lnTo>
                    <a:pt x="385" y="118"/>
                  </a:lnTo>
                  <a:lnTo>
                    <a:pt x="391" y="136"/>
                  </a:lnTo>
                  <a:lnTo>
                    <a:pt x="396" y="155"/>
                  </a:lnTo>
                  <a:lnTo>
                    <a:pt x="399" y="175"/>
                  </a:lnTo>
                  <a:lnTo>
                    <a:pt x="399" y="194"/>
                  </a:lnTo>
                  <a:lnTo>
                    <a:pt x="399" y="194"/>
                  </a:lnTo>
                  <a:lnTo>
                    <a:pt x="399" y="209"/>
                  </a:lnTo>
                  <a:lnTo>
                    <a:pt x="398" y="225"/>
                  </a:lnTo>
                  <a:lnTo>
                    <a:pt x="394" y="238"/>
                  </a:lnTo>
                  <a:lnTo>
                    <a:pt x="389" y="252"/>
                  </a:lnTo>
                  <a:lnTo>
                    <a:pt x="385" y="267"/>
                  </a:lnTo>
                  <a:lnTo>
                    <a:pt x="380" y="280"/>
                  </a:lnTo>
                  <a:lnTo>
                    <a:pt x="372" y="293"/>
                  </a:lnTo>
                  <a:lnTo>
                    <a:pt x="364" y="304"/>
                  </a:lnTo>
                  <a:lnTo>
                    <a:pt x="364" y="304"/>
                  </a:lnTo>
                  <a:lnTo>
                    <a:pt x="360" y="310"/>
                  </a:lnTo>
                  <a:lnTo>
                    <a:pt x="231" y="479"/>
                  </a:lnTo>
                  <a:lnTo>
                    <a:pt x="231" y="479"/>
                  </a:lnTo>
                  <a:lnTo>
                    <a:pt x="225" y="485"/>
                  </a:lnTo>
                  <a:lnTo>
                    <a:pt x="218" y="490"/>
                  </a:lnTo>
                  <a:lnTo>
                    <a:pt x="208" y="493"/>
                  </a:lnTo>
                  <a:lnTo>
                    <a:pt x="199" y="493"/>
                  </a:lnTo>
                  <a:lnTo>
                    <a:pt x="199" y="493"/>
                  </a:lnTo>
                  <a:close/>
                  <a:moveTo>
                    <a:pt x="71" y="281"/>
                  </a:moveTo>
                  <a:lnTo>
                    <a:pt x="71" y="281"/>
                  </a:lnTo>
                  <a:lnTo>
                    <a:pt x="73" y="285"/>
                  </a:lnTo>
                  <a:lnTo>
                    <a:pt x="199" y="448"/>
                  </a:lnTo>
                  <a:lnTo>
                    <a:pt x="326" y="285"/>
                  </a:lnTo>
                  <a:lnTo>
                    <a:pt x="326" y="285"/>
                  </a:lnTo>
                  <a:lnTo>
                    <a:pt x="326" y="283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39" y="260"/>
                  </a:lnTo>
                  <a:lnTo>
                    <a:pt x="349" y="239"/>
                  </a:lnTo>
                  <a:lnTo>
                    <a:pt x="354" y="217"/>
                  </a:lnTo>
                  <a:lnTo>
                    <a:pt x="356" y="194"/>
                  </a:lnTo>
                  <a:lnTo>
                    <a:pt x="356" y="194"/>
                  </a:lnTo>
                  <a:lnTo>
                    <a:pt x="356" y="178"/>
                  </a:lnTo>
                  <a:lnTo>
                    <a:pt x="352" y="163"/>
                  </a:lnTo>
                  <a:lnTo>
                    <a:pt x="349" y="149"/>
                  </a:lnTo>
                  <a:lnTo>
                    <a:pt x="344" y="136"/>
                  </a:lnTo>
                  <a:lnTo>
                    <a:pt x="338" y="123"/>
                  </a:lnTo>
                  <a:lnTo>
                    <a:pt x="330" y="110"/>
                  </a:lnTo>
                  <a:lnTo>
                    <a:pt x="320" y="99"/>
                  </a:lnTo>
                  <a:lnTo>
                    <a:pt x="310" y="87"/>
                  </a:lnTo>
                  <a:lnTo>
                    <a:pt x="299" y="78"/>
                  </a:lnTo>
                  <a:lnTo>
                    <a:pt x="288" y="70"/>
                  </a:lnTo>
                  <a:lnTo>
                    <a:pt x="275" y="62"/>
                  </a:lnTo>
                  <a:lnTo>
                    <a:pt x="260" y="55"/>
                  </a:lnTo>
                  <a:lnTo>
                    <a:pt x="246" y="50"/>
                  </a:lnTo>
                  <a:lnTo>
                    <a:pt x="231" y="45"/>
                  </a:lnTo>
                  <a:lnTo>
                    <a:pt x="217" y="44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184" y="44"/>
                  </a:lnTo>
                  <a:lnTo>
                    <a:pt x="168" y="45"/>
                  </a:lnTo>
                  <a:lnTo>
                    <a:pt x="154" y="50"/>
                  </a:lnTo>
                  <a:lnTo>
                    <a:pt x="139" y="55"/>
                  </a:lnTo>
                  <a:lnTo>
                    <a:pt x="126" y="62"/>
                  </a:lnTo>
                  <a:lnTo>
                    <a:pt x="113" y="70"/>
                  </a:lnTo>
                  <a:lnTo>
                    <a:pt x="100" y="78"/>
                  </a:lnTo>
                  <a:lnTo>
                    <a:pt x="89" y="87"/>
                  </a:lnTo>
                  <a:lnTo>
                    <a:pt x="79" y="99"/>
                  </a:lnTo>
                  <a:lnTo>
                    <a:pt x="69" y="110"/>
                  </a:lnTo>
                  <a:lnTo>
                    <a:pt x="63" y="123"/>
                  </a:lnTo>
                  <a:lnTo>
                    <a:pt x="55" y="136"/>
                  </a:lnTo>
                  <a:lnTo>
                    <a:pt x="50" y="149"/>
                  </a:lnTo>
                  <a:lnTo>
                    <a:pt x="47" y="163"/>
                  </a:lnTo>
                  <a:lnTo>
                    <a:pt x="44" y="180"/>
                  </a:lnTo>
                  <a:lnTo>
                    <a:pt x="44" y="194"/>
                  </a:lnTo>
                  <a:lnTo>
                    <a:pt x="44" y="194"/>
                  </a:lnTo>
                  <a:lnTo>
                    <a:pt x="45" y="217"/>
                  </a:lnTo>
                  <a:lnTo>
                    <a:pt x="50" y="239"/>
                  </a:lnTo>
                  <a:lnTo>
                    <a:pt x="58" y="260"/>
                  </a:lnTo>
                  <a:lnTo>
                    <a:pt x="71" y="280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1" y="281"/>
                  </a:lnTo>
                  <a:lnTo>
                    <a:pt x="71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0" name="Freeform 62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1" name="Line 63"/>
            <p:cNvSpPr>
              <a:spLocks noChangeShapeType="1"/>
            </p:cNvSpPr>
            <p:nvPr/>
          </p:nvSpPr>
          <p:spPr bwMode="auto">
            <a:xfrm>
              <a:off x="909637" y="337026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2" name="Freeform 64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  <a:gd name="T106" fmla="*/ 520 w 543"/>
                <a:gd name="T107" fmla="*/ 157 h 157"/>
                <a:gd name="T108" fmla="*/ 520 w 543"/>
                <a:gd name="T10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  <a:close/>
                  <a:moveTo>
                    <a:pt x="520" y="157"/>
                  </a:moveTo>
                  <a:lnTo>
                    <a:pt x="520" y="1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3" name="Freeform 65"/>
            <p:cNvSpPr/>
            <p:nvPr>
              <p:custDataLst>
                <p:tags r:id="rId15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4" name="Line 66"/>
            <p:cNvSpPr>
              <a:spLocks noChangeShapeType="1"/>
            </p:cNvSpPr>
            <p:nvPr/>
          </p:nvSpPr>
          <p:spPr bwMode="auto">
            <a:xfrm>
              <a:off x="100647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5" name="Freeform 67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735012" y="3230563"/>
              <a:ext cx="146050" cy="147638"/>
            </a:xfrm>
            <a:custGeom>
              <a:avLst/>
              <a:gdLst>
                <a:gd name="T0" fmla="*/ 92 w 185"/>
                <a:gd name="T1" fmla="*/ 184 h 184"/>
                <a:gd name="T2" fmla="*/ 57 w 185"/>
                <a:gd name="T3" fmla="*/ 176 h 184"/>
                <a:gd name="T4" fmla="*/ 26 w 185"/>
                <a:gd name="T5" fmla="*/ 157 h 184"/>
                <a:gd name="T6" fmla="*/ 7 w 185"/>
                <a:gd name="T7" fmla="*/ 127 h 184"/>
                <a:gd name="T8" fmla="*/ 0 w 185"/>
                <a:gd name="T9" fmla="*/ 92 h 184"/>
                <a:gd name="T10" fmla="*/ 2 w 185"/>
                <a:gd name="T11" fmla="*/ 73 h 184"/>
                <a:gd name="T12" fmla="*/ 15 w 185"/>
                <a:gd name="T13" fmla="*/ 40 h 184"/>
                <a:gd name="T14" fmla="*/ 41 w 185"/>
                <a:gd name="T15" fmla="*/ 14 h 184"/>
                <a:gd name="T16" fmla="*/ 73 w 185"/>
                <a:gd name="T17" fmla="*/ 1 h 184"/>
                <a:gd name="T18" fmla="*/ 92 w 185"/>
                <a:gd name="T19" fmla="*/ 0 h 184"/>
                <a:gd name="T20" fmla="*/ 128 w 185"/>
                <a:gd name="T21" fmla="*/ 6 h 184"/>
                <a:gd name="T22" fmla="*/ 157 w 185"/>
                <a:gd name="T23" fmla="*/ 26 h 184"/>
                <a:gd name="T24" fmla="*/ 176 w 185"/>
                <a:gd name="T25" fmla="*/ 55 h 184"/>
                <a:gd name="T26" fmla="*/ 185 w 185"/>
                <a:gd name="T27" fmla="*/ 92 h 184"/>
                <a:gd name="T28" fmla="*/ 183 w 185"/>
                <a:gd name="T29" fmla="*/ 110 h 184"/>
                <a:gd name="T30" fmla="*/ 168 w 185"/>
                <a:gd name="T31" fmla="*/ 144 h 184"/>
                <a:gd name="T32" fmla="*/ 144 w 185"/>
                <a:gd name="T33" fmla="*/ 168 h 184"/>
                <a:gd name="T34" fmla="*/ 110 w 185"/>
                <a:gd name="T35" fmla="*/ 182 h 184"/>
                <a:gd name="T36" fmla="*/ 92 w 185"/>
                <a:gd name="T37" fmla="*/ 184 h 184"/>
                <a:gd name="T38" fmla="*/ 92 w 185"/>
                <a:gd name="T39" fmla="*/ 53 h 184"/>
                <a:gd name="T40" fmla="*/ 78 w 185"/>
                <a:gd name="T41" fmla="*/ 56 h 184"/>
                <a:gd name="T42" fmla="*/ 65 w 185"/>
                <a:gd name="T43" fmla="*/ 64 h 184"/>
                <a:gd name="T44" fmla="*/ 57 w 185"/>
                <a:gd name="T45" fmla="*/ 76 h 184"/>
                <a:gd name="T46" fmla="*/ 54 w 185"/>
                <a:gd name="T47" fmla="*/ 92 h 184"/>
                <a:gd name="T48" fmla="*/ 55 w 185"/>
                <a:gd name="T49" fmla="*/ 98 h 184"/>
                <a:gd name="T50" fmla="*/ 60 w 185"/>
                <a:gd name="T51" fmla="*/ 113 h 184"/>
                <a:gd name="T52" fmla="*/ 71 w 185"/>
                <a:gd name="T53" fmla="*/ 123 h 184"/>
                <a:gd name="T54" fmla="*/ 84 w 185"/>
                <a:gd name="T55" fmla="*/ 129 h 184"/>
                <a:gd name="T56" fmla="*/ 92 w 185"/>
                <a:gd name="T57" fmla="*/ 129 h 184"/>
                <a:gd name="T58" fmla="*/ 107 w 185"/>
                <a:gd name="T59" fmla="*/ 126 h 184"/>
                <a:gd name="T60" fmla="*/ 118 w 185"/>
                <a:gd name="T61" fmla="*/ 118 h 184"/>
                <a:gd name="T62" fmla="*/ 126 w 185"/>
                <a:gd name="T63" fmla="*/ 106 h 184"/>
                <a:gd name="T64" fmla="*/ 130 w 185"/>
                <a:gd name="T65" fmla="*/ 92 h 184"/>
                <a:gd name="T66" fmla="*/ 130 w 185"/>
                <a:gd name="T67" fmla="*/ 84 h 184"/>
                <a:gd name="T68" fmla="*/ 123 w 185"/>
                <a:gd name="T69" fmla="*/ 69 h 184"/>
                <a:gd name="T70" fmla="*/ 113 w 185"/>
                <a:gd name="T71" fmla="*/ 60 h 184"/>
                <a:gd name="T72" fmla="*/ 100 w 185"/>
                <a:gd name="T73" fmla="*/ 55 h 184"/>
                <a:gd name="T74" fmla="*/ 92 w 185"/>
                <a:gd name="T75" fmla="*/ 53 h 184"/>
                <a:gd name="T76" fmla="*/ 92 w 185"/>
                <a:gd name="T77" fmla="*/ 5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5" h="184">
                  <a:moveTo>
                    <a:pt x="92" y="184"/>
                  </a:moveTo>
                  <a:lnTo>
                    <a:pt x="92" y="184"/>
                  </a:lnTo>
                  <a:lnTo>
                    <a:pt x="73" y="182"/>
                  </a:lnTo>
                  <a:lnTo>
                    <a:pt x="57" y="176"/>
                  </a:lnTo>
                  <a:lnTo>
                    <a:pt x="41" y="168"/>
                  </a:lnTo>
                  <a:lnTo>
                    <a:pt x="26" y="157"/>
                  </a:lnTo>
                  <a:lnTo>
                    <a:pt x="15" y="144"/>
                  </a:lnTo>
                  <a:lnTo>
                    <a:pt x="7" y="127"/>
                  </a:lnTo>
                  <a:lnTo>
                    <a:pt x="2" y="11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2" y="73"/>
                  </a:lnTo>
                  <a:lnTo>
                    <a:pt x="7" y="55"/>
                  </a:lnTo>
                  <a:lnTo>
                    <a:pt x="15" y="40"/>
                  </a:lnTo>
                  <a:lnTo>
                    <a:pt x="26" y="26"/>
                  </a:lnTo>
                  <a:lnTo>
                    <a:pt x="41" y="14"/>
                  </a:lnTo>
                  <a:lnTo>
                    <a:pt x="57" y="6"/>
                  </a:lnTo>
                  <a:lnTo>
                    <a:pt x="73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10" y="1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7" y="26"/>
                  </a:lnTo>
                  <a:lnTo>
                    <a:pt x="168" y="40"/>
                  </a:lnTo>
                  <a:lnTo>
                    <a:pt x="176" y="55"/>
                  </a:lnTo>
                  <a:lnTo>
                    <a:pt x="183" y="73"/>
                  </a:lnTo>
                  <a:lnTo>
                    <a:pt x="185" y="92"/>
                  </a:lnTo>
                  <a:lnTo>
                    <a:pt x="185" y="92"/>
                  </a:lnTo>
                  <a:lnTo>
                    <a:pt x="183" y="110"/>
                  </a:lnTo>
                  <a:lnTo>
                    <a:pt x="176" y="127"/>
                  </a:lnTo>
                  <a:lnTo>
                    <a:pt x="168" y="144"/>
                  </a:lnTo>
                  <a:lnTo>
                    <a:pt x="157" y="157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92" y="184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lnTo>
                    <a:pt x="84" y="55"/>
                  </a:lnTo>
                  <a:lnTo>
                    <a:pt x="78" y="56"/>
                  </a:lnTo>
                  <a:lnTo>
                    <a:pt x="71" y="60"/>
                  </a:lnTo>
                  <a:lnTo>
                    <a:pt x="65" y="64"/>
                  </a:lnTo>
                  <a:lnTo>
                    <a:pt x="60" y="69"/>
                  </a:lnTo>
                  <a:lnTo>
                    <a:pt x="57" y="76"/>
                  </a:lnTo>
                  <a:lnTo>
                    <a:pt x="55" y="84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55" y="98"/>
                  </a:lnTo>
                  <a:lnTo>
                    <a:pt x="57" y="106"/>
                  </a:lnTo>
                  <a:lnTo>
                    <a:pt x="60" y="113"/>
                  </a:lnTo>
                  <a:lnTo>
                    <a:pt x="65" y="118"/>
                  </a:lnTo>
                  <a:lnTo>
                    <a:pt x="71" y="123"/>
                  </a:lnTo>
                  <a:lnTo>
                    <a:pt x="78" y="126"/>
                  </a:lnTo>
                  <a:lnTo>
                    <a:pt x="84" y="129"/>
                  </a:lnTo>
                  <a:lnTo>
                    <a:pt x="92" y="129"/>
                  </a:lnTo>
                  <a:lnTo>
                    <a:pt x="92" y="129"/>
                  </a:lnTo>
                  <a:lnTo>
                    <a:pt x="100" y="129"/>
                  </a:lnTo>
                  <a:lnTo>
                    <a:pt x="107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6" y="106"/>
                  </a:lnTo>
                  <a:lnTo>
                    <a:pt x="130" y="98"/>
                  </a:lnTo>
                  <a:lnTo>
                    <a:pt x="130" y="92"/>
                  </a:lnTo>
                  <a:lnTo>
                    <a:pt x="130" y="92"/>
                  </a:lnTo>
                  <a:lnTo>
                    <a:pt x="130" y="84"/>
                  </a:lnTo>
                  <a:lnTo>
                    <a:pt x="126" y="76"/>
                  </a:lnTo>
                  <a:lnTo>
                    <a:pt x="123" y="69"/>
                  </a:lnTo>
                  <a:lnTo>
                    <a:pt x="118" y="64"/>
                  </a:lnTo>
                  <a:lnTo>
                    <a:pt x="113" y="60"/>
                  </a:lnTo>
                  <a:lnTo>
                    <a:pt x="107" y="56"/>
                  </a:lnTo>
                  <a:lnTo>
                    <a:pt x="100" y="55"/>
                  </a:lnTo>
                  <a:lnTo>
                    <a:pt x="92" y="53"/>
                  </a:lnTo>
                  <a:lnTo>
                    <a:pt x="92" y="53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6" name="Line 70"/>
            <p:cNvSpPr>
              <a:spLocks noChangeShapeType="1"/>
            </p:cNvSpPr>
            <p:nvPr/>
          </p:nvSpPr>
          <p:spPr bwMode="auto">
            <a:xfrm>
              <a:off x="808037" y="3273426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7"/>
            </p:custDataLst>
          </p:nvPr>
        </p:nvGrpSpPr>
        <p:grpSpPr>
          <a:xfrm>
            <a:off x="5270896" y="5022533"/>
            <a:ext cx="258761" cy="321457"/>
            <a:chOff x="3213100" y="3146426"/>
            <a:chExt cx="360363" cy="447675"/>
          </a:xfrm>
          <a:solidFill>
            <a:schemeClr val="accent2"/>
          </a:solidFill>
        </p:grpSpPr>
        <p:sp>
          <p:nvSpPr>
            <p:cNvPr id="28" name="Freeform 13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3306762" y="3460751"/>
              <a:ext cx="173038" cy="133350"/>
            </a:xfrm>
            <a:custGeom>
              <a:avLst/>
              <a:gdLst>
                <a:gd name="T0" fmla="*/ 44 w 218"/>
                <a:gd name="T1" fmla="*/ 97 h 168"/>
                <a:gd name="T2" fmla="*/ 36 w 218"/>
                <a:gd name="T3" fmla="*/ 97 h 168"/>
                <a:gd name="T4" fmla="*/ 20 w 218"/>
                <a:gd name="T5" fmla="*/ 91 h 168"/>
                <a:gd name="T6" fmla="*/ 8 w 218"/>
                <a:gd name="T7" fmla="*/ 79 h 168"/>
                <a:gd name="T8" fmla="*/ 2 w 218"/>
                <a:gd name="T9" fmla="*/ 63 h 168"/>
                <a:gd name="T10" fmla="*/ 0 w 218"/>
                <a:gd name="T11" fmla="*/ 21 h 168"/>
                <a:gd name="T12" fmla="*/ 2 w 218"/>
                <a:gd name="T13" fmla="*/ 13 h 168"/>
                <a:gd name="T14" fmla="*/ 15 w 218"/>
                <a:gd name="T15" fmla="*/ 2 h 168"/>
                <a:gd name="T16" fmla="*/ 23 w 218"/>
                <a:gd name="T17" fmla="*/ 0 h 168"/>
                <a:gd name="T18" fmla="*/ 37 w 218"/>
                <a:gd name="T19" fmla="*/ 7 h 168"/>
                <a:gd name="T20" fmla="*/ 44 w 218"/>
                <a:gd name="T21" fmla="*/ 21 h 168"/>
                <a:gd name="T22" fmla="*/ 175 w 218"/>
                <a:gd name="T23" fmla="*/ 55 h 168"/>
                <a:gd name="T24" fmla="*/ 175 w 218"/>
                <a:gd name="T25" fmla="*/ 21 h 168"/>
                <a:gd name="T26" fmla="*/ 181 w 218"/>
                <a:gd name="T27" fmla="*/ 7 h 168"/>
                <a:gd name="T28" fmla="*/ 196 w 218"/>
                <a:gd name="T29" fmla="*/ 0 h 168"/>
                <a:gd name="T30" fmla="*/ 204 w 218"/>
                <a:gd name="T31" fmla="*/ 2 h 168"/>
                <a:gd name="T32" fmla="*/ 217 w 218"/>
                <a:gd name="T33" fmla="*/ 13 h 168"/>
                <a:gd name="T34" fmla="*/ 218 w 218"/>
                <a:gd name="T35" fmla="*/ 55 h 168"/>
                <a:gd name="T36" fmla="*/ 217 w 218"/>
                <a:gd name="T37" fmla="*/ 63 h 168"/>
                <a:gd name="T38" fmla="*/ 210 w 218"/>
                <a:gd name="T39" fmla="*/ 79 h 168"/>
                <a:gd name="T40" fmla="*/ 199 w 218"/>
                <a:gd name="T41" fmla="*/ 91 h 168"/>
                <a:gd name="T42" fmla="*/ 183 w 218"/>
                <a:gd name="T43" fmla="*/ 97 h 168"/>
                <a:gd name="T44" fmla="*/ 175 w 218"/>
                <a:gd name="T45" fmla="*/ 97 h 168"/>
                <a:gd name="T46" fmla="*/ 55 w 218"/>
                <a:gd name="T47" fmla="*/ 168 h 168"/>
                <a:gd name="T48" fmla="*/ 47 w 218"/>
                <a:gd name="T49" fmla="*/ 167 h 168"/>
                <a:gd name="T50" fmla="*/ 36 w 218"/>
                <a:gd name="T51" fmla="*/ 155 h 168"/>
                <a:gd name="T52" fmla="*/ 34 w 218"/>
                <a:gd name="T53" fmla="*/ 147 h 168"/>
                <a:gd name="T54" fmla="*/ 39 w 218"/>
                <a:gd name="T55" fmla="*/ 131 h 168"/>
                <a:gd name="T56" fmla="*/ 55 w 218"/>
                <a:gd name="T57" fmla="*/ 125 h 168"/>
                <a:gd name="T58" fmla="*/ 163 w 218"/>
                <a:gd name="T59" fmla="*/ 125 h 168"/>
                <a:gd name="T60" fmla="*/ 180 w 218"/>
                <a:gd name="T61" fmla="*/ 131 h 168"/>
                <a:gd name="T62" fmla="*/ 184 w 218"/>
                <a:gd name="T63" fmla="*/ 147 h 168"/>
                <a:gd name="T64" fmla="*/ 183 w 218"/>
                <a:gd name="T65" fmla="*/ 155 h 168"/>
                <a:gd name="T66" fmla="*/ 172 w 218"/>
                <a:gd name="T67" fmla="*/ 167 h 168"/>
                <a:gd name="T68" fmla="*/ 163 w 218"/>
                <a:gd name="T69" fmla="*/ 168 h 168"/>
                <a:gd name="T70" fmla="*/ 163 w 218"/>
                <a:gd name="T71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8" h="168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  <a:close/>
                  <a:moveTo>
                    <a:pt x="163" y="168"/>
                  </a:moveTo>
                  <a:lnTo>
                    <a:pt x="55" y="168"/>
                  </a:lnTo>
                  <a:lnTo>
                    <a:pt x="55" y="168"/>
                  </a:lnTo>
                  <a:lnTo>
                    <a:pt x="47" y="167"/>
                  </a:lnTo>
                  <a:lnTo>
                    <a:pt x="39" y="162"/>
                  </a:lnTo>
                  <a:lnTo>
                    <a:pt x="36" y="155"/>
                  </a:lnTo>
                  <a:lnTo>
                    <a:pt x="34" y="147"/>
                  </a:lnTo>
                  <a:lnTo>
                    <a:pt x="34" y="147"/>
                  </a:lnTo>
                  <a:lnTo>
                    <a:pt x="36" y="139"/>
                  </a:lnTo>
                  <a:lnTo>
                    <a:pt x="39" y="131"/>
                  </a:lnTo>
                  <a:lnTo>
                    <a:pt x="47" y="126"/>
                  </a:lnTo>
                  <a:lnTo>
                    <a:pt x="55" y="125"/>
                  </a:lnTo>
                  <a:lnTo>
                    <a:pt x="163" y="125"/>
                  </a:lnTo>
                  <a:lnTo>
                    <a:pt x="163" y="125"/>
                  </a:lnTo>
                  <a:lnTo>
                    <a:pt x="172" y="126"/>
                  </a:lnTo>
                  <a:lnTo>
                    <a:pt x="180" y="131"/>
                  </a:lnTo>
                  <a:lnTo>
                    <a:pt x="183" y="139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3" y="155"/>
                  </a:lnTo>
                  <a:lnTo>
                    <a:pt x="180" y="162"/>
                  </a:lnTo>
                  <a:lnTo>
                    <a:pt x="172" y="167"/>
                  </a:lnTo>
                  <a:lnTo>
                    <a:pt x="163" y="168"/>
                  </a:lnTo>
                  <a:lnTo>
                    <a:pt x="163" y="168"/>
                  </a:lnTo>
                  <a:close/>
                  <a:moveTo>
                    <a:pt x="163" y="168"/>
                  </a:moveTo>
                  <a:lnTo>
                    <a:pt x="163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9" name="Freeform 132"/>
            <p:cNvSpPr/>
            <p:nvPr>
              <p:custDataLst>
                <p:tags r:id="rId19"/>
              </p:custDataLst>
            </p:nvPr>
          </p:nvSpPr>
          <p:spPr bwMode="auto">
            <a:xfrm>
              <a:off x="3306762" y="3460751"/>
              <a:ext cx="173038" cy="77788"/>
            </a:xfrm>
            <a:custGeom>
              <a:avLst/>
              <a:gdLst>
                <a:gd name="T0" fmla="*/ 175 w 218"/>
                <a:gd name="T1" fmla="*/ 97 h 97"/>
                <a:gd name="T2" fmla="*/ 44 w 218"/>
                <a:gd name="T3" fmla="*/ 97 h 97"/>
                <a:gd name="T4" fmla="*/ 44 w 218"/>
                <a:gd name="T5" fmla="*/ 97 h 97"/>
                <a:gd name="T6" fmla="*/ 36 w 218"/>
                <a:gd name="T7" fmla="*/ 97 h 97"/>
                <a:gd name="T8" fmla="*/ 28 w 218"/>
                <a:gd name="T9" fmla="*/ 94 h 97"/>
                <a:gd name="T10" fmla="*/ 20 w 218"/>
                <a:gd name="T11" fmla="*/ 91 h 97"/>
                <a:gd name="T12" fmla="*/ 13 w 218"/>
                <a:gd name="T13" fmla="*/ 86 h 97"/>
                <a:gd name="T14" fmla="*/ 8 w 218"/>
                <a:gd name="T15" fmla="*/ 79 h 97"/>
                <a:gd name="T16" fmla="*/ 3 w 218"/>
                <a:gd name="T17" fmla="*/ 71 h 97"/>
                <a:gd name="T18" fmla="*/ 2 w 218"/>
                <a:gd name="T19" fmla="*/ 63 h 97"/>
                <a:gd name="T20" fmla="*/ 0 w 218"/>
                <a:gd name="T21" fmla="*/ 55 h 97"/>
                <a:gd name="T22" fmla="*/ 0 w 218"/>
                <a:gd name="T23" fmla="*/ 21 h 97"/>
                <a:gd name="T24" fmla="*/ 0 w 218"/>
                <a:gd name="T25" fmla="*/ 21 h 97"/>
                <a:gd name="T26" fmla="*/ 2 w 218"/>
                <a:gd name="T27" fmla="*/ 13 h 97"/>
                <a:gd name="T28" fmla="*/ 7 w 218"/>
                <a:gd name="T29" fmla="*/ 7 h 97"/>
                <a:gd name="T30" fmla="*/ 15 w 218"/>
                <a:gd name="T31" fmla="*/ 2 h 97"/>
                <a:gd name="T32" fmla="*/ 23 w 218"/>
                <a:gd name="T33" fmla="*/ 0 h 97"/>
                <a:gd name="T34" fmla="*/ 23 w 218"/>
                <a:gd name="T35" fmla="*/ 0 h 97"/>
                <a:gd name="T36" fmla="*/ 31 w 218"/>
                <a:gd name="T37" fmla="*/ 2 h 97"/>
                <a:gd name="T38" fmla="*/ 37 w 218"/>
                <a:gd name="T39" fmla="*/ 7 h 97"/>
                <a:gd name="T40" fmla="*/ 42 w 218"/>
                <a:gd name="T41" fmla="*/ 13 h 97"/>
                <a:gd name="T42" fmla="*/ 44 w 218"/>
                <a:gd name="T43" fmla="*/ 21 h 97"/>
                <a:gd name="T44" fmla="*/ 44 w 218"/>
                <a:gd name="T45" fmla="*/ 55 h 97"/>
                <a:gd name="T46" fmla="*/ 175 w 218"/>
                <a:gd name="T47" fmla="*/ 55 h 97"/>
                <a:gd name="T48" fmla="*/ 175 w 218"/>
                <a:gd name="T49" fmla="*/ 21 h 97"/>
                <a:gd name="T50" fmla="*/ 175 w 218"/>
                <a:gd name="T51" fmla="*/ 21 h 97"/>
                <a:gd name="T52" fmla="*/ 176 w 218"/>
                <a:gd name="T53" fmla="*/ 13 h 97"/>
                <a:gd name="T54" fmla="*/ 181 w 218"/>
                <a:gd name="T55" fmla="*/ 7 h 97"/>
                <a:gd name="T56" fmla="*/ 188 w 218"/>
                <a:gd name="T57" fmla="*/ 2 h 97"/>
                <a:gd name="T58" fmla="*/ 196 w 218"/>
                <a:gd name="T59" fmla="*/ 0 h 97"/>
                <a:gd name="T60" fmla="*/ 196 w 218"/>
                <a:gd name="T61" fmla="*/ 0 h 97"/>
                <a:gd name="T62" fmla="*/ 204 w 218"/>
                <a:gd name="T63" fmla="*/ 2 h 97"/>
                <a:gd name="T64" fmla="*/ 212 w 218"/>
                <a:gd name="T65" fmla="*/ 7 h 97"/>
                <a:gd name="T66" fmla="*/ 217 w 218"/>
                <a:gd name="T67" fmla="*/ 13 h 97"/>
                <a:gd name="T68" fmla="*/ 218 w 218"/>
                <a:gd name="T69" fmla="*/ 21 h 97"/>
                <a:gd name="T70" fmla="*/ 218 w 218"/>
                <a:gd name="T71" fmla="*/ 55 h 97"/>
                <a:gd name="T72" fmla="*/ 218 w 218"/>
                <a:gd name="T73" fmla="*/ 55 h 97"/>
                <a:gd name="T74" fmla="*/ 217 w 218"/>
                <a:gd name="T75" fmla="*/ 63 h 97"/>
                <a:gd name="T76" fmla="*/ 215 w 218"/>
                <a:gd name="T77" fmla="*/ 71 h 97"/>
                <a:gd name="T78" fmla="*/ 210 w 218"/>
                <a:gd name="T79" fmla="*/ 79 h 97"/>
                <a:gd name="T80" fmla="*/ 205 w 218"/>
                <a:gd name="T81" fmla="*/ 86 h 97"/>
                <a:gd name="T82" fmla="*/ 199 w 218"/>
                <a:gd name="T83" fmla="*/ 91 h 97"/>
                <a:gd name="T84" fmla="*/ 191 w 218"/>
                <a:gd name="T85" fmla="*/ 94 h 97"/>
                <a:gd name="T86" fmla="*/ 183 w 218"/>
                <a:gd name="T87" fmla="*/ 97 h 97"/>
                <a:gd name="T88" fmla="*/ 175 w 218"/>
                <a:gd name="T89" fmla="*/ 97 h 97"/>
                <a:gd name="T90" fmla="*/ 175 w 218"/>
                <a:gd name="T91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8" h="97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0" name="Freeform 133"/>
            <p:cNvSpPr/>
            <p:nvPr>
              <p:custDataLst>
                <p:tags r:id="rId20"/>
              </p:custDataLst>
            </p:nvPr>
          </p:nvSpPr>
          <p:spPr bwMode="auto">
            <a:xfrm>
              <a:off x="3333750" y="3559176"/>
              <a:ext cx="119063" cy="34925"/>
            </a:xfrm>
            <a:custGeom>
              <a:avLst/>
              <a:gdLst>
                <a:gd name="T0" fmla="*/ 129 w 150"/>
                <a:gd name="T1" fmla="*/ 43 h 43"/>
                <a:gd name="T2" fmla="*/ 21 w 150"/>
                <a:gd name="T3" fmla="*/ 43 h 43"/>
                <a:gd name="T4" fmla="*/ 21 w 150"/>
                <a:gd name="T5" fmla="*/ 43 h 43"/>
                <a:gd name="T6" fmla="*/ 13 w 150"/>
                <a:gd name="T7" fmla="*/ 42 h 43"/>
                <a:gd name="T8" fmla="*/ 5 w 150"/>
                <a:gd name="T9" fmla="*/ 37 h 43"/>
                <a:gd name="T10" fmla="*/ 2 w 150"/>
                <a:gd name="T11" fmla="*/ 30 h 43"/>
                <a:gd name="T12" fmla="*/ 0 w 150"/>
                <a:gd name="T13" fmla="*/ 22 h 43"/>
                <a:gd name="T14" fmla="*/ 0 w 150"/>
                <a:gd name="T15" fmla="*/ 22 h 43"/>
                <a:gd name="T16" fmla="*/ 2 w 150"/>
                <a:gd name="T17" fmla="*/ 14 h 43"/>
                <a:gd name="T18" fmla="*/ 5 w 150"/>
                <a:gd name="T19" fmla="*/ 6 h 43"/>
                <a:gd name="T20" fmla="*/ 13 w 150"/>
                <a:gd name="T21" fmla="*/ 1 h 43"/>
                <a:gd name="T22" fmla="*/ 21 w 150"/>
                <a:gd name="T23" fmla="*/ 0 h 43"/>
                <a:gd name="T24" fmla="*/ 129 w 150"/>
                <a:gd name="T25" fmla="*/ 0 h 43"/>
                <a:gd name="T26" fmla="*/ 129 w 150"/>
                <a:gd name="T27" fmla="*/ 0 h 43"/>
                <a:gd name="T28" fmla="*/ 138 w 150"/>
                <a:gd name="T29" fmla="*/ 1 h 43"/>
                <a:gd name="T30" fmla="*/ 146 w 150"/>
                <a:gd name="T31" fmla="*/ 6 h 43"/>
                <a:gd name="T32" fmla="*/ 149 w 150"/>
                <a:gd name="T33" fmla="*/ 14 h 43"/>
                <a:gd name="T34" fmla="*/ 150 w 150"/>
                <a:gd name="T35" fmla="*/ 22 h 43"/>
                <a:gd name="T36" fmla="*/ 150 w 150"/>
                <a:gd name="T37" fmla="*/ 22 h 43"/>
                <a:gd name="T38" fmla="*/ 149 w 150"/>
                <a:gd name="T39" fmla="*/ 30 h 43"/>
                <a:gd name="T40" fmla="*/ 146 w 150"/>
                <a:gd name="T41" fmla="*/ 37 h 43"/>
                <a:gd name="T42" fmla="*/ 138 w 150"/>
                <a:gd name="T43" fmla="*/ 42 h 43"/>
                <a:gd name="T44" fmla="*/ 129 w 150"/>
                <a:gd name="T45" fmla="*/ 43 h 43"/>
                <a:gd name="T46" fmla="*/ 129 w 150"/>
                <a:gd name="T4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0" h="43">
                  <a:moveTo>
                    <a:pt x="129" y="43"/>
                  </a:moveTo>
                  <a:lnTo>
                    <a:pt x="21" y="43"/>
                  </a:lnTo>
                  <a:lnTo>
                    <a:pt x="21" y="43"/>
                  </a:lnTo>
                  <a:lnTo>
                    <a:pt x="13" y="42"/>
                  </a:lnTo>
                  <a:lnTo>
                    <a:pt x="5" y="37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5" y="6"/>
                  </a:lnTo>
                  <a:lnTo>
                    <a:pt x="13" y="1"/>
                  </a:lnTo>
                  <a:lnTo>
                    <a:pt x="21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38" y="1"/>
                  </a:lnTo>
                  <a:lnTo>
                    <a:pt x="146" y="6"/>
                  </a:lnTo>
                  <a:lnTo>
                    <a:pt x="149" y="14"/>
                  </a:lnTo>
                  <a:lnTo>
                    <a:pt x="150" y="22"/>
                  </a:lnTo>
                  <a:lnTo>
                    <a:pt x="150" y="22"/>
                  </a:lnTo>
                  <a:lnTo>
                    <a:pt x="149" y="30"/>
                  </a:lnTo>
                  <a:lnTo>
                    <a:pt x="146" y="37"/>
                  </a:lnTo>
                  <a:lnTo>
                    <a:pt x="138" y="42"/>
                  </a:lnTo>
                  <a:lnTo>
                    <a:pt x="129" y="43"/>
                  </a:lnTo>
                  <a:lnTo>
                    <a:pt x="129" y="43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1" name="Line 134"/>
            <p:cNvSpPr>
              <a:spLocks noChangeShapeType="1"/>
            </p:cNvSpPr>
            <p:nvPr/>
          </p:nvSpPr>
          <p:spPr bwMode="auto">
            <a:xfrm>
              <a:off x="3435350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2" name="Freeform 135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3213100" y="3146426"/>
              <a:ext cx="360363" cy="347663"/>
            </a:xfrm>
            <a:custGeom>
              <a:avLst/>
              <a:gdLst>
                <a:gd name="T0" fmla="*/ 307 w 454"/>
                <a:gd name="T1" fmla="*/ 438 h 438"/>
                <a:gd name="T2" fmla="*/ 294 w 454"/>
                <a:gd name="T3" fmla="*/ 425 h 438"/>
                <a:gd name="T4" fmla="*/ 294 w 454"/>
                <a:gd name="T5" fmla="*/ 409 h 438"/>
                <a:gd name="T6" fmla="*/ 306 w 454"/>
                <a:gd name="T7" fmla="*/ 396 h 438"/>
                <a:gd name="T8" fmla="*/ 340 w 454"/>
                <a:gd name="T9" fmla="*/ 377 h 438"/>
                <a:gd name="T10" fmla="*/ 383 w 454"/>
                <a:gd name="T11" fmla="*/ 330 h 438"/>
                <a:gd name="T12" fmla="*/ 409 w 454"/>
                <a:gd name="T13" fmla="*/ 255 h 438"/>
                <a:gd name="T14" fmla="*/ 411 w 454"/>
                <a:gd name="T15" fmla="*/ 209 h 438"/>
                <a:gd name="T16" fmla="*/ 398 w 454"/>
                <a:gd name="T17" fmla="*/ 155 h 438"/>
                <a:gd name="T18" fmla="*/ 370 w 454"/>
                <a:gd name="T19" fmla="*/ 110 h 438"/>
                <a:gd name="T20" fmla="*/ 330 w 454"/>
                <a:gd name="T21" fmla="*/ 74 h 438"/>
                <a:gd name="T22" fmla="*/ 281 w 454"/>
                <a:gd name="T23" fmla="*/ 52 h 438"/>
                <a:gd name="T24" fmla="*/ 227 w 454"/>
                <a:gd name="T25" fmla="*/ 44 h 438"/>
                <a:gd name="T26" fmla="*/ 191 w 454"/>
                <a:gd name="T27" fmla="*/ 47 h 438"/>
                <a:gd name="T28" fmla="*/ 139 w 454"/>
                <a:gd name="T29" fmla="*/ 66 h 438"/>
                <a:gd name="T30" fmla="*/ 97 w 454"/>
                <a:gd name="T31" fmla="*/ 97 h 438"/>
                <a:gd name="T32" fmla="*/ 65 w 454"/>
                <a:gd name="T33" fmla="*/ 139 h 438"/>
                <a:gd name="T34" fmla="*/ 47 w 454"/>
                <a:gd name="T35" fmla="*/ 191 h 438"/>
                <a:gd name="T36" fmla="*/ 42 w 454"/>
                <a:gd name="T37" fmla="*/ 228 h 438"/>
                <a:gd name="T38" fmla="*/ 60 w 454"/>
                <a:gd name="T39" fmla="*/ 307 h 438"/>
                <a:gd name="T40" fmla="*/ 105 w 454"/>
                <a:gd name="T41" fmla="*/ 369 h 438"/>
                <a:gd name="T42" fmla="*/ 138 w 454"/>
                <a:gd name="T43" fmla="*/ 391 h 438"/>
                <a:gd name="T44" fmla="*/ 157 w 454"/>
                <a:gd name="T45" fmla="*/ 403 h 438"/>
                <a:gd name="T46" fmla="*/ 160 w 454"/>
                <a:gd name="T47" fmla="*/ 425 h 438"/>
                <a:gd name="T48" fmla="*/ 149 w 454"/>
                <a:gd name="T49" fmla="*/ 437 h 438"/>
                <a:gd name="T50" fmla="*/ 131 w 454"/>
                <a:gd name="T51" fmla="*/ 437 h 438"/>
                <a:gd name="T52" fmla="*/ 89 w 454"/>
                <a:gd name="T53" fmla="*/ 412 h 438"/>
                <a:gd name="T54" fmla="*/ 54 w 454"/>
                <a:gd name="T55" fmla="*/ 380 h 438"/>
                <a:gd name="T56" fmla="*/ 28 w 454"/>
                <a:gd name="T57" fmla="*/ 340 h 438"/>
                <a:gd name="T58" fmla="*/ 8 w 454"/>
                <a:gd name="T59" fmla="*/ 294 h 438"/>
                <a:gd name="T60" fmla="*/ 0 w 454"/>
                <a:gd name="T61" fmla="*/ 246 h 438"/>
                <a:gd name="T62" fmla="*/ 0 w 454"/>
                <a:gd name="T63" fmla="*/ 204 h 438"/>
                <a:gd name="T64" fmla="*/ 18 w 454"/>
                <a:gd name="T65" fmla="*/ 139 h 438"/>
                <a:gd name="T66" fmla="*/ 52 w 454"/>
                <a:gd name="T67" fmla="*/ 83 h 438"/>
                <a:gd name="T68" fmla="*/ 100 w 454"/>
                <a:gd name="T69" fmla="*/ 39 h 438"/>
                <a:gd name="T70" fmla="*/ 160 w 454"/>
                <a:gd name="T71" fmla="*/ 10 h 438"/>
                <a:gd name="T72" fmla="*/ 227 w 454"/>
                <a:gd name="T73" fmla="*/ 0 h 438"/>
                <a:gd name="T74" fmla="*/ 273 w 454"/>
                <a:gd name="T75" fmla="*/ 5 h 438"/>
                <a:gd name="T76" fmla="*/ 336 w 454"/>
                <a:gd name="T77" fmla="*/ 28 h 438"/>
                <a:gd name="T78" fmla="*/ 388 w 454"/>
                <a:gd name="T79" fmla="*/ 66 h 438"/>
                <a:gd name="T80" fmla="*/ 427 w 454"/>
                <a:gd name="T81" fmla="*/ 120 h 438"/>
                <a:gd name="T82" fmla="*/ 451 w 454"/>
                <a:gd name="T83" fmla="*/ 181 h 438"/>
                <a:gd name="T84" fmla="*/ 454 w 454"/>
                <a:gd name="T85" fmla="*/ 228 h 438"/>
                <a:gd name="T86" fmla="*/ 450 w 454"/>
                <a:gd name="T87" fmla="*/ 278 h 438"/>
                <a:gd name="T88" fmla="*/ 435 w 454"/>
                <a:gd name="T89" fmla="*/ 325 h 438"/>
                <a:gd name="T90" fmla="*/ 411 w 454"/>
                <a:gd name="T91" fmla="*/ 367 h 438"/>
                <a:gd name="T92" fmla="*/ 378 w 454"/>
                <a:gd name="T93" fmla="*/ 403 h 438"/>
                <a:gd name="T94" fmla="*/ 338 w 454"/>
                <a:gd name="T95" fmla="*/ 430 h 438"/>
                <a:gd name="T96" fmla="*/ 314 w 454"/>
                <a:gd name="T97" fmla="*/ 438 h 438"/>
                <a:gd name="T98" fmla="*/ 314 w 454"/>
                <a:gd name="T9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4" h="438">
                  <a:moveTo>
                    <a:pt x="314" y="438"/>
                  </a:moveTo>
                  <a:lnTo>
                    <a:pt x="314" y="438"/>
                  </a:lnTo>
                  <a:lnTo>
                    <a:pt x="307" y="438"/>
                  </a:lnTo>
                  <a:lnTo>
                    <a:pt x="302" y="435"/>
                  </a:lnTo>
                  <a:lnTo>
                    <a:pt x="298" y="432"/>
                  </a:lnTo>
                  <a:lnTo>
                    <a:pt x="294" y="425"/>
                  </a:lnTo>
                  <a:lnTo>
                    <a:pt x="294" y="425"/>
                  </a:lnTo>
                  <a:lnTo>
                    <a:pt x="293" y="417"/>
                  </a:lnTo>
                  <a:lnTo>
                    <a:pt x="294" y="409"/>
                  </a:lnTo>
                  <a:lnTo>
                    <a:pt x="298" y="403"/>
                  </a:lnTo>
                  <a:lnTo>
                    <a:pt x="306" y="396"/>
                  </a:lnTo>
                  <a:lnTo>
                    <a:pt x="306" y="396"/>
                  </a:lnTo>
                  <a:lnTo>
                    <a:pt x="317" y="391"/>
                  </a:lnTo>
                  <a:lnTo>
                    <a:pt x="328" y="385"/>
                  </a:lnTo>
                  <a:lnTo>
                    <a:pt x="340" y="377"/>
                  </a:lnTo>
                  <a:lnTo>
                    <a:pt x="349" y="369"/>
                  </a:lnTo>
                  <a:lnTo>
                    <a:pt x="367" y="351"/>
                  </a:lnTo>
                  <a:lnTo>
                    <a:pt x="383" y="330"/>
                  </a:lnTo>
                  <a:lnTo>
                    <a:pt x="395" y="307"/>
                  </a:lnTo>
                  <a:lnTo>
                    <a:pt x="404" y="281"/>
                  </a:lnTo>
                  <a:lnTo>
                    <a:pt x="409" y="255"/>
                  </a:lnTo>
                  <a:lnTo>
                    <a:pt x="412" y="228"/>
                  </a:lnTo>
                  <a:lnTo>
                    <a:pt x="412" y="228"/>
                  </a:lnTo>
                  <a:lnTo>
                    <a:pt x="411" y="209"/>
                  </a:lnTo>
                  <a:lnTo>
                    <a:pt x="408" y="191"/>
                  </a:lnTo>
                  <a:lnTo>
                    <a:pt x="403" y="173"/>
                  </a:lnTo>
                  <a:lnTo>
                    <a:pt x="398" y="155"/>
                  </a:lnTo>
                  <a:lnTo>
                    <a:pt x="390" y="139"/>
                  </a:lnTo>
                  <a:lnTo>
                    <a:pt x="380" y="125"/>
                  </a:lnTo>
                  <a:lnTo>
                    <a:pt x="370" y="110"/>
                  </a:lnTo>
                  <a:lnTo>
                    <a:pt x="357" y="97"/>
                  </a:lnTo>
                  <a:lnTo>
                    <a:pt x="344" y="86"/>
                  </a:lnTo>
                  <a:lnTo>
                    <a:pt x="330" y="74"/>
                  </a:lnTo>
                  <a:lnTo>
                    <a:pt x="315" y="66"/>
                  </a:lnTo>
                  <a:lnTo>
                    <a:pt x="299" y="58"/>
                  </a:lnTo>
                  <a:lnTo>
                    <a:pt x="281" y="52"/>
                  </a:lnTo>
                  <a:lnTo>
                    <a:pt x="264" y="47"/>
                  </a:lnTo>
                  <a:lnTo>
                    <a:pt x="246" y="44"/>
                  </a:lnTo>
                  <a:lnTo>
                    <a:pt x="227" y="44"/>
                  </a:lnTo>
                  <a:lnTo>
                    <a:pt x="227" y="44"/>
                  </a:lnTo>
                  <a:lnTo>
                    <a:pt x="209" y="44"/>
                  </a:lnTo>
                  <a:lnTo>
                    <a:pt x="191" y="47"/>
                  </a:lnTo>
                  <a:lnTo>
                    <a:pt x="173" y="52"/>
                  </a:lnTo>
                  <a:lnTo>
                    <a:pt x="155" y="58"/>
                  </a:lnTo>
                  <a:lnTo>
                    <a:pt x="139" y="66"/>
                  </a:lnTo>
                  <a:lnTo>
                    <a:pt x="125" y="74"/>
                  </a:lnTo>
                  <a:lnTo>
                    <a:pt x="110" y="86"/>
                  </a:lnTo>
                  <a:lnTo>
                    <a:pt x="97" y="97"/>
                  </a:lnTo>
                  <a:lnTo>
                    <a:pt x="84" y="110"/>
                  </a:lnTo>
                  <a:lnTo>
                    <a:pt x="75" y="125"/>
                  </a:lnTo>
                  <a:lnTo>
                    <a:pt x="65" y="139"/>
                  </a:lnTo>
                  <a:lnTo>
                    <a:pt x="57" y="155"/>
                  </a:lnTo>
                  <a:lnTo>
                    <a:pt x="52" y="173"/>
                  </a:lnTo>
                  <a:lnTo>
                    <a:pt x="47" y="191"/>
                  </a:lnTo>
                  <a:lnTo>
                    <a:pt x="44" y="209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45" y="255"/>
                  </a:lnTo>
                  <a:lnTo>
                    <a:pt x="50" y="281"/>
                  </a:lnTo>
                  <a:lnTo>
                    <a:pt x="60" y="307"/>
                  </a:lnTo>
                  <a:lnTo>
                    <a:pt x="71" y="330"/>
                  </a:lnTo>
                  <a:lnTo>
                    <a:pt x="88" y="351"/>
                  </a:lnTo>
                  <a:lnTo>
                    <a:pt x="105" y="369"/>
                  </a:lnTo>
                  <a:lnTo>
                    <a:pt x="115" y="377"/>
                  </a:lnTo>
                  <a:lnTo>
                    <a:pt x="126" y="385"/>
                  </a:lnTo>
                  <a:lnTo>
                    <a:pt x="138" y="391"/>
                  </a:lnTo>
                  <a:lnTo>
                    <a:pt x="149" y="396"/>
                  </a:lnTo>
                  <a:lnTo>
                    <a:pt x="149" y="396"/>
                  </a:lnTo>
                  <a:lnTo>
                    <a:pt x="157" y="403"/>
                  </a:lnTo>
                  <a:lnTo>
                    <a:pt x="160" y="409"/>
                  </a:lnTo>
                  <a:lnTo>
                    <a:pt x="162" y="417"/>
                  </a:lnTo>
                  <a:lnTo>
                    <a:pt x="160" y="425"/>
                  </a:lnTo>
                  <a:lnTo>
                    <a:pt x="160" y="425"/>
                  </a:lnTo>
                  <a:lnTo>
                    <a:pt x="155" y="433"/>
                  </a:lnTo>
                  <a:lnTo>
                    <a:pt x="149" y="437"/>
                  </a:lnTo>
                  <a:lnTo>
                    <a:pt x="141" y="438"/>
                  </a:lnTo>
                  <a:lnTo>
                    <a:pt x="131" y="437"/>
                  </a:lnTo>
                  <a:lnTo>
                    <a:pt x="131" y="437"/>
                  </a:lnTo>
                  <a:lnTo>
                    <a:pt x="117" y="430"/>
                  </a:lnTo>
                  <a:lnTo>
                    <a:pt x="102" y="422"/>
                  </a:lnTo>
                  <a:lnTo>
                    <a:pt x="89" y="412"/>
                  </a:lnTo>
                  <a:lnTo>
                    <a:pt x="76" y="403"/>
                  </a:lnTo>
                  <a:lnTo>
                    <a:pt x="65" y="391"/>
                  </a:lnTo>
                  <a:lnTo>
                    <a:pt x="54" y="380"/>
                  </a:lnTo>
                  <a:lnTo>
                    <a:pt x="44" y="367"/>
                  </a:lnTo>
                  <a:lnTo>
                    <a:pt x="36" y="354"/>
                  </a:lnTo>
                  <a:lnTo>
                    <a:pt x="28" y="340"/>
                  </a:lnTo>
                  <a:lnTo>
                    <a:pt x="20" y="325"/>
                  </a:lnTo>
                  <a:lnTo>
                    <a:pt x="13" y="310"/>
                  </a:lnTo>
                  <a:lnTo>
                    <a:pt x="8" y="294"/>
                  </a:lnTo>
                  <a:lnTo>
                    <a:pt x="5" y="278"/>
                  </a:lnTo>
                  <a:lnTo>
                    <a:pt x="2" y="262"/>
                  </a:lnTo>
                  <a:lnTo>
                    <a:pt x="0" y="246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04"/>
                  </a:lnTo>
                  <a:lnTo>
                    <a:pt x="3" y="181"/>
                  </a:lnTo>
                  <a:lnTo>
                    <a:pt x="10" y="160"/>
                  </a:lnTo>
                  <a:lnTo>
                    <a:pt x="18" y="139"/>
                  </a:lnTo>
                  <a:lnTo>
                    <a:pt x="28" y="120"/>
                  </a:lnTo>
                  <a:lnTo>
                    <a:pt x="39" y="100"/>
                  </a:lnTo>
                  <a:lnTo>
                    <a:pt x="52" y="83"/>
                  </a:lnTo>
                  <a:lnTo>
                    <a:pt x="66" y="66"/>
                  </a:lnTo>
                  <a:lnTo>
                    <a:pt x="83" y="52"/>
                  </a:lnTo>
                  <a:lnTo>
                    <a:pt x="100" y="39"/>
                  </a:lnTo>
                  <a:lnTo>
                    <a:pt x="118" y="28"/>
                  </a:lnTo>
                  <a:lnTo>
                    <a:pt x="139" y="18"/>
                  </a:lnTo>
                  <a:lnTo>
                    <a:pt x="160" y="10"/>
                  </a:lnTo>
                  <a:lnTo>
                    <a:pt x="181" y="5"/>
                  </a:lnTo>
                  <a:lnTo>
                    <a:pt x="204" y="2"/>
                  </a:lnTo>
                  <a:lnTo>
                    <a:pt x="227" y="0"/>
                  </a:lnTo>
                  <a:lnTo>
                    <a:pt x="227" y="0"/>
                  </a:lnTo>
                  <a:lnTo>
                    <a:pt x="251" y="2"/>
                  </a:lnTo>
                  <a:lnTo>
                    <a:pt x="273" y="5"/>
                  </a:lnTo>
                  <a:lnTo>
                    <a:pt x="294" y="10"/>
                  </a:lnTo>
                  <a:lnTo>
                    <a:pt x="315" y="18"/>
                  </a:lnTo>
                  <a:lnTo>
                    <a:pt x="336" y="28"/>
                  </a:lnTo>
                  <a:lnTo>
                    <a:pt x="354" y="39"/>
                  </a:lnTo>
                  <a:lnTo>
                    <a:pt x="372" y="52"/>
                  </a:lnTo>
                  <a:lnTo>
                    <a:pt x="388" y="66"/>
                  </a:lnTo>
                  <a:lnTo>
                    <a:pt x="403" y="83"/>
                  </a:lnTo>
                  <a:lnTo>
                    <a:pt x="416" y="100"/>
                  </a:lnTo>
                  <a:lnTo>
                    <a:pt x="427" y="120"/>
                  </a:lnTo>
                  <a:lnTo>
                    <a:pt x="437" y="139"/>
                  </a:lnTo>
                  <a:lnTo>
                    <a:pt x="445" y="160"/>
                  </a:lnTo>
                  <a:lnTo>
                    <a:pt x="451" y="181"/>
                  </a:lnTo>
                  <a:lnTo>
                    <a:pt x="454" y="204"/>
                  </a:lnTo>
                  <a:lnTo>
                    <a:pt x="454" y="228"/>
                  </a:lnTo>
                  <a:lnTo>
                    <a:pt x="454" y="228"/>
                  </a:lnTo>
                  <a:lnTo>
                    <a:pt x="454" y="246"/>
                  </a:lnTo>
                  <a:lnTo>
                    <a:pt x="453" y="262"/>
                  </a:lnTo>
                  <a:lnTo>
                    <a:pt x="450" y="278"/>
                  </a:lnTo>
                  <a:lnTo>
                    <a:pt x="446" y="294"/>
                  </a:lnTo>
                  <a:lnTo>
                    <a:pt x="441" y="310"/>
                  </a:lnTo>
                  <a:lnTo>
                    <a:pt x="435" y="325"/>
                  </a:lnTo>
                  <a:lnTo>
                    <a:pt x="427" y="340"/>
                  </a:lnTo>
                  <a:lnTo>
                    <a:pt x="419" y="354"/>
                  </a:lnTo>
                  <a:lnTo>
                    <a:pt x="411" y="367"/>
                  </a:lnTo>
                  <a:lnTo>
                    <a:pt x="401" y="380"/>
                  </a:lnTo>
                  <a:lnTo>
                    <a:pt x="390" y="391"/>
                  </a:lnTo>
                  <a:lnTo>
                    <a:pt x="378" y="403"/>
                  </a:lnTo>
                  <a:lnTo>
                    <a:pt x="365" y="412"/>
                  </a:lnTo>
                  <a:lnTo>
                    <a:pt x="353" y="422"/>
                  </a:lnTo>
                  <a:lnTo>
                    <a:pt x="338" y="430"/>
                  </a:lnTo>
                  <a:lnTo>
                    <a:pt x="323" y="437"/>
                  </a:lnTo>
                  <a:lnTo>
                    <a:pt x="323" y="437"/>
                  </a:lnTo>
                  <a:lnTo>
                    <a:pt x="314" y="438"/>
                  </a:lnTo>
                  <a:lnTo>
                    <a:pt x="314" y="438"/>
                  </a:lnTo>
                  <a:close/>
                  <a:moveTo>
                    <a:pt x="314" y="438"/>
                  </a:moveTo>
                  <a:lnTo>
                    <a:pt x="314" y="4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Line 137"/>
            <p:cNvSpPr>
              <a:spLocks noChangeShapeType="1"/>
            </p:cNvSpPr>
            <p:nvPr/>
          </p:nvSpPr>
          <p:spPr bwMode="auto">
            <a:xfrm>
              <a:off x="3460750" y="3494088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4" name="Freeform 138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  <a:gd name="T60" fmla="*/ 54 w 125"/>
                <a:gd name="T61" fmla="*/ 125 h 125"/>
                <a:gd name="T62" fmla="*/ 54 w 125"/>
                <a:gd name="T63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  <a:close/>
                  <a:moveTo>
                    <a:pt x="54" y="125"/>
                  </a:moveTo>
                  <a:lnTo>
                    <a:pt x="54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5" name="Freeform 139"/>
            <p:cNvSpPr/>
            <p:nvPr>
              <p:custDataLst>
                <p:tags r:id="rId23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Line 140"/>
            <p:cNvSpPr>
              <a:spLocks noChangeShapeType="1"/>
            </p:cNvSpPr>
            <p:nvPr/>
          </p:nvSpPr>
          <p:spPr bwMode="auto">
            <a:xfrm>
              <a:off x="3327400" y="33147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4"/>
            </p:custDataLst>
          </p:nvPr>
        </p:nvGrpSpPr>
        <p:grpSpPr>
          <a:xfrm>
            <a:off x="6599584" y="2685685"/>
            <a:ext cx="260529" cy="314925"/>
            <a:chOff x="744538" y="2809875"/>
            <a:chExt cx="433387" cy="523875"/>
          </a:xfrm>
          <a:solidFill>
            <a:schemeClr val="accent1"/>
          </a:solidFill>
        </p:grpSpPr>
        <p:sp>
          <p:nvSpPr>
            <p:cNvPr id="38" name="Freeform 5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744538" y="2809875"/>
              <a:ext cx="433387" cy="523875"/>
            </a:xfrm>
            <a:custGeom>
              <a:avLst/>
              <a:gdLst>
                <a:gd name="T0" fmla="*/ 499 w 546"/>
                <a:gd name="T1" fmla="*/ 97 h 659"/>
                <a:gd name="T2" fmla="*/ 440 w 546"/>
                <a:gd name="T3" fmla="*/ 95 h 659"/>
                <a:gd name="T4" fmla="*/ 412 w 546"/>
                <a:gd name="T5" fmla="*/ 92 h 659"/>
                <a:gd name="T6" fmla="*/ 369 w 546"/>
                <a:gd name="T7" fmla="*/ 63 h 659"/>
                <a:gd name="T8" fmla="*/ 335 w 546"/>
                <a:gd name="T9" fmla="*/ 26 h 659"/>
                <a:gd name="T10" fmla="*/ 288 w 546"/>
                <a:gd name="T11" fmla="*/ 3 h 659"/>
                <a:gd name="T12" fmla="*/ 246 w 546"/>
                <a:gd name="T13" fmla="*/ 2 h 659"/>
                <a:gd name="T14" fmla="*/ 204 w 546"/>
                <a:gd name="T15" fmla="*/ 23 h 659"/>
                <a:gd name="T16" fmla="*/ 165 w 546"/>
                <a:gd name="T17" fmla="*/ 65 h 659"/>
                <a:gd name="T18" fmla="*/ 126 w 546"/>
                <a:gd name="T19" fmla="*/ 89 h 659"/>
                <a:gd name="T20" fmla="*/ 95 w 546"/>
                <a:gd name="T21" fmla="*/ 92 h 659"/>
                <a:gd name="T22" fmla="*/ 37 w 546"/>
                <a:gd name="T23" fmla="*/ 94 h 659"/>
                <a:gd name="T24" fmla="*/ 13 w 546"/>
                <a:gd name="T25" fmla="*/ 108 h 659"/>
                <a:gd name="T26" fmla="*/ 2 w 546"/>
                <a:gd name="T27" fmla="*/ 147 h 659"/>
                <a:gd name="T28" fmla="*/ 11 w 546"/>
                <a:gd name="T29" fmla="*/ 313 h 659"/>
                <a:gd name="T30" fmla="*/ 37 w 546"/>
                <a:gd name="T31" fmla="*/ 433 h 659"/>
                <a:gd name="T32" fmla="*/ 74 w 546"/>
                <a:gd name="T33" fmla="*/ 519 h 659"/>
                <a:gd name="T34" fmla="*/ 128 w 546"/>
                <a:gd name="T35" fmla="*/ 593 h 659"/>
                <a:gd name="T36" fmla="*/ 202 w 546"/>
                <a:gd name="T37" fmla="*/ 645 h 659"/>
                <a:gd name="T38" fmla="*/ 270 w 546"/>
                <a:gd name="T39" fmla="*/ 659 h 659"/>
                <a:gd name="T40" fmla="*/ 328 w 546"/>
                <a:gd name="T41" fmla="*/ 651 h 659"/>
                <a:gd name="T42" fmla="*/ 412 w 546"/>
                <a:gd name="T43" fmla="*/ 603 h 659"/>
                <a:gd name="T44" fmla="*/ 474 w 546"/>
                <a:gd name="T45" fmla="*/ 520 h 659"/>
                <a:gd name="T46" fmla="*/ 512 w 546"/>
                <a:gd name="T47" fmla="*/ 423 h 659"/>
                <a:gd name="T48" fmla="*/ 533 w 546"/>
                <a:gd name="T49" fmla="*/ 338 h 659"/>
                <a:gd name="T50" fmla="*/ 546 w 546"/>
                <a:gd name="T51" fmla="*/ 225 h 659"/>
                <a:gd name="T52" fmla="*/ 543 w 546"/>
                <a:gd name="T53" fmla="*/ 147 h 659"/>
                <a:gd name="T54" fmla="*/ 525 w 546"/>
                <a:gd name="T55" fmla="*/ 110 h 659"/>
                <a:gd name="T56" fmla="*/ 503 w 546"/>
                <a:gd name="T57" fmla="*/ 223 h 659"/>
                <a:gd name="T58" fmla="*/ 483 w 546"/>
                <a:gd name="T59" fmla="*/ 367 h 659"/>
                <a:gd name="T60" fmla="*/ 457 w 546"/>
                <a:gd name="T61" fmla="*/ 451 h 659"/>
                <a:gd name="T62" fmla="*/ 415 w 546"/>
                <a:gd name="T63" fmla="*/ 533 h 659"/>
                <a:gd name="T64" fmla="*/ 347 w 546"/>
                <a:gd name="T65" fmla="*/ 598 h 659"/>
                <a:gd name="T66" fmla="*/ 289 w 546"/>
                <a:gd name="T67" fmla="*/ 616 h 659"/>
                <a:gd name="T68" fmla="*/ 272 w 546"/>
                <a:gd name="T69" fmla="*/ 616 h 659"/>
                <a:gd name="T70" fmla="*/ 200 w 546"/>
                <a:gd name="T71" fmla="*/ 595 h 659"/>
                <a:gd name="T72" fmla="*/ 142 w 546"/>
                <a:gd name="T73" fmla="*/ 545 h 659"/>
                <a:gd name="T74" fmla="*/ 100 w 546"/>
                <a:gd name="T75" fmla="*/ 477 h 659"/>
                <a:gd name="T76" fmla="*/ 73 w 546"/>
                <a:gd name="T77" fmla="*/ 401 h 659"/>
                <a:gd name="T78" fmla="*/ 45 w 546"/>
                <a:gd name="T79" fmla="*/ 234 h 659"/>
                <a:gd name="T80" fmla="*/ 47 w 546"/>
                <a:gd name="T81" fmla="*/ 137 h 659"/>
                <a:gd name="T82" fmla="*/ 66 w 546"/>
                <a:gd name="T83" fmla="*/ 134 h 659"/>
                <a:gd name="T84" fmla="*/ 95 w 546"/>
                <a:gd name="T85" fmla="*/ 136 h 659"/>
                <a:gd name="T86" fmla="*/ 137 w 546"/>
                <a:gd name="T87" fmla="*/ 129 h 659"/>
                <a:gd name="T88" fmla="*/ 184 w 546"/>
                <a:gd name="T89" fmla="*/ 105 h 659"/>
                <a:gd name="T90" fmla="*/ 228 w 546"/>
                <a:gd name="T91" fmla="*/ 60 h 659"/>
                <a:gd name="T92" fmla="*/ 254 w 546"/>
                <a:gd name="T93" fmla="*/ 44 h 659"/>
                <a:gd name="T94" fmla="*/ 280 w 546"/>
                <a:gd name="T95" fmla="*/ 45 h 659"/>
                <a:gd name="T96" fmla="*/ 326 w 546"/>
                <a:gd name="T97" fmla="*/ 79 h 659"/>
                <a:gd name="T98" fmla="*/ 362 w 546"/>
                <a:gd name="T99" fmla="*/ 116 h 659"/>
                <a:gd name="T100" fmla="*/ 420 w 546"/>
                <a:gd name="T101" fmla="*/ 137 h 659"/>
                <a:gd name="T102" fmla="*/ 459 w 546"/>
                <a:gd name="T103" fmla="*/ 139 h 659"/>
                <a:gd name="T104" fmla="*/ 488 w 546"/>
                <a:gd name="T105" fmla="*/ 139 h 659"/>
                <a:gd name="T106" fmla="*/ 501 w 546"/>
                <a:gd name="T107" fmla="*/ 163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6" h="659">
                  <a:moveTo>
                    <a:pt x="525" y="110"/>
                  </a:moveTo>
                  <a:lnTo>
                    <a:pt x="525" y="110"/>
                  </a:lnTo>
                  <a:lnTo>
                    <a:pt x="512" y="102"/>
                  </a:lnTo>
                  <a:lnTo>
                    <a:pt x="499" y="97"/>
                  </a:lnTo>
                  <a:lnTo>
                    <a:pt x="486" y="95"/>
                  </a:lnTo>
                  <a:lnTo>
                    <a:pt x="474" y="95"/>
                  </a:lnTo>
                  <a:lnTo>
                    <a:pt x="474" y="95"/>
                  </a:lnTo>
                  <a:lnTo>
                    <a:pt x="440" y="95"/>
                  </a:lnTo>
                  <a:lnTo>
                    <a:pt x="440" y="95"/>
                  </a:lnTo>
                  <a:lnTo>
                    <a:pt x="425" y="95"/>
                  </a:lnTo>
                  <a:lnTo>
                    <a:pt x="425" y="95"/>
                  </a:lnTo>
                  <a:lnTo>
                    <a:pt x="412" y="92"/>
                  </a:lnTo>
                  <a:lnTo>
                    <a:pt x="402" y="89"/>
                  </a:lnTo>
                  <a:lnTo>
                    <a:pt x="393" y="84"/>
                  </a:lnTo>
                  <a:lnTo>
                    <a:pt x="385" y="77"/>
                  </a:lnTo>
                  <a:lnTo>
                    <a:pt x="369" y="63"/>
                  </a:lnTo>
                  <a:lnTo>
                    <a:pt x="352" y="44"/>
                  </a:lnTo>
                  <a:lnTo>
                    <a:pt x="352" y="44"/>
                  </a:lnTo>
                  <a:lnTo>
                    <a:pt x="344" y="34"/>
                  </a:lnTo>
                  <a:lnTo>
                    <a:pt x="335" y="26"/>
                  </a:lnTo>
                  <a:lnTo>
                    <a:pt x="323" y="18"/>
                  </a:lnTo>
                  <a:lnTo>
                    <a:pt x="312" y="11"/>
                  </a:lnTo>
                  <a:lnTo>
                    <a:pt x="301" y="6"/>
                  </a:lnTo>
                  <a:lnTo>
                    <a:pt x="288" y="3"/>
                  </a:lnTo>
                  <a:lnTo>
                    <a:pt x="276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46" y="2"/>
                  </a:lnTo>
                  <a:lnTo>
                    <a:pt x="230" y="6"/>
                  </a:lnTo>
                  <a:lnTo>
                    <a:pt x="220" y="11"/>
                  </a:lnTo>
                  <a:lnTo>
                    <a:pt x="212" y="16"/>
                  </a:lnTo>
                  <a:lnTo>
                    <a:pt x="204" y="23"/>
                  </a:lnTo>
                  <a:lnTo>
                    <a:pt x="197" y="31"/>
                  </a:lnTo>
                  <a:lnTo>
                    <a:pt x="197" y="31"/>
                  </a:lnTo>
                  <a:lnTo>
                    <a:pt x="181" y="47"/>
                  </a:lnTo>
                  <a:lnTo>
                    <a:pt x="165" y="65"/>
                  </a:lnTo>
                  <a:lnTo>
                    <a:pt x="155" y="73"/>
                  </a:lnTo>
                  <a:lnTo>
                    <a:pt x="147" y="79"/>
                  </a:lnTo>
                  <a:lnTo>
                    <a:pt x="136" y="84"/>
                  </a:lnTo>
                  <a:lnTo>
                    <a:pt x="126" y="89"/>
                  </a:lnTo>
                  <a:lnTo>
                    <a:pt x="126" y="89"/>
                  </a:lnTo>
                  <a:lnTo>
                    <a:pt x="110" y="92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66" y="92"/>
                  </a:lnTo>
                  <a:lnTo>
                    <a:pt x="66" y="92"/>
                  </a:lnTo>
                  <a:lnTo>
                    <a:pt x="52" y="92"/>
                  </a:lnTo>
                  <a:lnTo>
                    <a:pt x="37" y="94"/>
                  </a:lnTo>
                  <a:lnTo>
                    <a:pt x="24" y="100"/>
                  </a:lnTo>
                  <a:lnTo>
                    <a:pt x="18" y="103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0" y="113"/>
                  </a:lnTo>
                  <a:lnTo>
                    <a:pt x="6" y="121"/>
                  </a:lnTo>
                  <a:lnTo>
                    <a:pt x="3" y="132"/>
                  </a:lnTo>
                  <a:lnTo>
                    <a:pt x="2" y="147"/>
                  </a:lnTo>
                  <a:lnTo>
                    <a:pt x="0" y="179"/>
                  </a:lnTo>
                  <a:lnTo>
                    <a:pt x="2" y="220"/>
                  </a:lnTo>
                  <a:lnTo>
                    <a:pt x="5" y="265"/>
                  </a:lnTo>
                  <a:lnTo>
                    <a:pt x="11" y="313"/>
                  </a:lnTo>
                  <a:lnTo>
                    <a:pt x="21" y="362"/>
                  </a:lnTo>
                  <a:lnTo>
                    <a:pt x="32" y="412"/>
                  </a:lnTo>
                  <a:lnTo>
                    <a:pt x="32" y="412"/>
                  </a:lnTo>
                  <a:lnTo>
                    <a:pt x="37" y="433"/>
                  </a:lnTo>
                  <a:lnTo>
                    <a:pt x="45" y="454"/>
                  </a:lnTo>
                  <a:lnTo>
                    <a:pt x="53" y="477"/>
                  </a:lnTo>
                  <a:lnTo>
                    <a:pt x="63" y="498"/>
                  </a:lnTo>
                  <a:lnTo>
                    <a:pt x="74" y="519"/>
                  </a:lnTo>
                  <a:lnTo>
                    <a:pt x="86" y="538"/>
                  </a:lnTo>
                  <a:lnTo>
                    <a:pt x="99" y="557"/>
                  </a:lnTo>
                  <a:lnTo>
                    <a:pt x="113" y="577"/>
                  </a:lnTo>
                  <a:lnTo>
                    <a:pt x="128" y="593"/>
                  </a:lnTo>
                  <a:lnTo>
                    <a:pt x="145" y="609"/>
                  </a:lnTo>
                  <a:lnTo>
                    <a:pt x="163" y="622"/>
                  </a:lnTo>
                  <a:lnTo>
                    <a:pt x="181" y="633"/>
                  </a:lnTo>
                  <a:lnTo>
                    <a:pt x="202" y="645"/>
                  </a:lnTo>
                  <a:lnTo>
                    <a:pt x="223" y="651"/>
                  </a:lnTo>
                  <a:lnTo>
                    <a:pt x="246" y="656"/>
                  </a:lnTo>
                  <a:lnTo>
                    <a:pt x="270" y="659"/>
                  </a:lnTo>
                  <a:lnTo>
                    <a:pt x="270" y="659"/>
                  </a:lnTo>
                  <a:lnTo>
                    <a:pt x="278" y="659"/>
                  </a:lnTo>
                  <a:lnTo>
                    <a:pt x="278" y="659"/>
                  </a:lnTo>
                  <a:lnTo>
                    <a:pt x="304" y="658"/>
                  </a:lnTo>
                  <a:lnTo>
                    <a:pt x="328" y="651"/>
                  </a:lnTo>
                  <a:lnTo>
                    <a:pt x="352" y="643"/>
                  </a:lnTo>
                  <a:lnTo>
                    <a:pt x="373" y="632"/>
                  </a:lnTo>
                  <a:lnTo>
                    <a:pt x="394" y="619"/>
                  </a:lnTo>
                  <a:lnTo>
                    <a:pt x="412" y="603"/>
                  </a:lnTo>
                  <a:lnTo>
                    <a:pt x="430" y="583"/>
                  </a:lnTo>
                  <a:lnTo>
                    <a:pt x="446" y="564"/>
                  </a:lnTo>
                  <a:lnTo>
                    <a:pt x="461" y="543"/>
                  </a:lnTo>
                  <a:lnTo>
                    <a:pt x="474" y="520"/>
                  </a:lnTo>
                  <a:lnTo>
                    <a:pt x="485" y="496"/>
                  </a:lnTo>
                  <a:lnTo>
                    <a:pt x="496" y="472"/>
                  </a:lnTo>
                  <a:lnTo>
                    <a:pt x="504" y="448"/>
                  </a:lnTo>
                  <a:lnTo>
                    <a:pt x="512" y="423"/>
                  </a:lnTo>
                  <a:lnTo>
                    <a:pt x="520" y="399"/>
                  </a:lnTo>
                  <a:lnTo>
                    <a:pt x="525" y="376"/>
                  </a:lnTo>
                  <a:lnTo>
                    <a:pt x="525" y="376"/>
                  </a:lnTo>
                  <a:lnTo>
                    <a:pt x="533" y="338"/>
                  </a:lnTo>
                  <a:lnTo>
                    <a:pt x="540" y="300"/>
                  </a:lnTo>
                  <a:lnTo>
                    <a:pt x="543" y="263"/>
                  </a:lnTo>
                  <a:lnTo>
                    <a:pt x="546" y="225"/>
                  </a:lnTo>
                  <a:lnTo>
                    <a:pt x="546" y="225"/>
                  </a:lnTo>
                  <a:lnTo>
                    <a:pt x="546" y="199"/>
                  </a:lnTo>
                  <a:lnTo>
                    <a:pt x="546" y="183"/>
                  </a:lnTo>
                  <a:lnTo>
                    <a:pt x="545" y="165"/>
                  </a:lnTo>
                  <a:lnTo>
                    <a:pt x="543" y="147"/>
                  </a:lnTo>
                  <a:lnTo>
                    <a:pt x="538" y="132"/>
                  </a:lnTo>
                  <a:lnTo>
                    <a:pt x="533" y="118"/>
                  </a:lnTo>
                  <a:lnTo>
                    <a:pt x="529" y="113"/>
                  </a:lnTo>
                  <a:lnTo>
                    <a:pt x="525" y="110"/>
                  </a:lnTo>
                  <a:lnTo>
                    <a:pt x="525" y="110"/>
                  </a:lnTo>
                  <a:close/>
                  <a:moveTo>
                    <a:pt x="503" y="220"/>
                  </a:moveTo>
                  <a:lnTo>
                    <a:pt x="503" y="223"/>
                  </a:lnTo>
                  <a:lnTo>
                    <a:pt x="503" y="223"/>
                  </a:lnTo>
                  <a:lnTo>
                    <a:pt x="501" y="258"/>
                  </a:lnTo>
                  <a:lnTo>
                    <a:pt x="496" y="294"/>
                  </a:lnTo>
                  <a:lnTo>
                    <a:pt x="491" y="331"/>
                  </a:lnTo>
                  <a:lnTo>
                    <a:pt x="483" y="367"/>
                  </a:lnTo>
                  <a:lnTo>
                    <a:pt x="483" y="367"/>
                  </a:lnTo>
                  <a:lnTo>
                    <a:pt x="477" y="394"/>
                  </a:lnTo>
                  <a:lnTo>
                    <a:pt x="465" y="430"/>
                  </a:lnTo>
                  <a:lnTo>
                    <a:pt x="457" y="451"/>
                  </a:lnTo>
                  <a:lnTo>
                    <a:pt x="449" y="472"/>
                  </a:lnTo>
                  <a:lnTo>
                    <a:pt x="440" y="493"/>
                  </a:lnTo>
                  <a:lnTo>
                    <a:pt x="428" y="514"/>
                  </a:lnTo>
                  <a:lnTo>
                    <a:pt x="415" y="533"/>
                  </a:lnTo>
                  <a:lnTo>
                    <a:pt x="401" y="553"/>
                  </a:lnTo>
                  <a:lnTo>
                    <a:pt x="385" y="570"/>
                  </a:lnTo>
                  <a:lnTo>
                    <a:pt x="367" y="585"/>
                  </a:lnTo>
                  <a:lnTo>
                    <a:pt x="347" y="598"/>
                  </a:lnTo>
                  <a:lnTo>
                    <a:pt x="325" y="608"/>
                  </a:lnTo>
                  <a:lnTo>
                    <a:pt x="314" y="611"/>
                  </a:lnTo>
                  <a:lnTo>
                    <a:pt x="302" y="614"/>
                  </a:lnTo>
                  <a:lnTo>
                    <a:pt x="289" y="616"/>
                  </a:lnTo>
                  <a:lnTo>
                    <a:pt x="278" y="616"/>
                  </a:lnTo>
                  <a:lnTo>
                    <a:pt x="278" y="616"/>
                  </a:lnTo>
                  <a:lnTo>
                    <a:pt x="272" y="616"/>
                  </a:lnTo>
                  <a:lnTo>
                    <a:pt x="272" y="616"/>
                  </a:lnTo>
                  <a:lnTo>
                    <a:pt x="252" y="614"/>
                  </a:lnTo>
                  <a:lnTo>
                    <a:pt x="233" y="609"/>
                  </a:lnTo>
                  <a:lnTo>
                    <a:pt x="217" y="603"/>
                  </a:lnTo>
                  <a:lnTo>
                    <a:pt x="200" y="595"/>
                  </a:lnTo>
                  <a:lnTo>
                    <a:pt x="184" y="585"/>
                  </a:lnTo>
                  <a:lnTo>
                    <a:pt x="170" y="572"/>
                  </a:lnTo>
                  <a:lnTo>
                    <a:pt x="155" y="559"/>
                  </a:lnTo>
                  <a:lnTo>
                    <a:pt x="142" y="545"/>
                  </a:lnTo>
                  <a:lnTo>
                    <a:pt x="131" y="528"/>
                  </a:lnTo>
                  <a:lnTo>
                    <a:pt x="120" y="512"/>
                  </a:lnTo>
                  <a:lnTo>
                    <a:pt x="110" y="494"/>
                  </a:lnTo>
                  <a:lnTo>
                    <a:pt x="100" y="477"/>
                  </a:lnTo>
                  <a:lnTo>
                    <a:pt x="92" y="457"/>
                  </a:lnTo>
                  <a:lnTo>
                    <a:pt x="86" y="439"/>
                  </a:lnTo>
                  <a:lnTo>
                    <a:pt x="73" y="401"/>
                  </a:lnTo>
                  <a:lnTo>
                    <a:pt x="73" y="401"/>
                  </a:lnTo>
                  <a:lnTo>
                    <a:pt x="63" y="355"/>
                  </a:lnTo>
                  <a:lnTo>
                    <a:pt x="55" y="312"/>
                  </a:lnTo>
                  <a:lnTo>
                    <a:pt x="48" y="271"/>
                  </a:lnTo>
                  <a:lnTo>
                    <a:pt x="45" y="234"/>
                  </a:lnTo>
                  <a:lnTo>
                    <a:pt x="44" y="200"/>
                  </a:lnTo>
                  <a:lnTo>
                    <a:pt x="44" y="173"/>
                  </a:lnTo>
                  <a:lnTo>
                    <a:pt x="45" y="152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55" y="136"/>
                  </a:lnTo>
                  <a:lnTo>
                    <a:pt x="66" y="134"/>
                  </a:lnTo>
                  <a:lnTo>
                    <a:pt x="66" y="134"/>
                  </a:lnTo>
                  <a:lnTo>
                    <a:pt x="79" y="134"/>
                  </a:lnTo>
                  <a:lnTo>
                    <a:pt x="79" y="134"/>
                  </a:lnTo>
                  <a:lnTo>
                    <a:pt x="95" y="136"/>
                  </a:lnTo>
                  <a:lnTo>
                    <a:pt x="95" y="136"/>
                  </a:lnTo>
                  <a:lnTo>
                    <a:pt x="115" y="134"/>
                  </a:lnTo>
                  <a:lnTo>
                    <a:pt x="126" y="132"/>
                  </a:lnTo>
                  <a:lnTo>
                    <a:pt x="137" y="129"/>
                  </a:lnTo>
                  <a:lnTo>
                    <a:pt x="137" y="129"/>
                  </a:lnTo>
                  <a:lnTo>
                    <a:pt x="150" y="124"/>
                  </a:lnTo>
                  <a:lnTo>
                    <a:pt x="163" y="119"/>
                  </a:lnTo>
                  <a:lnTo>
                    <a:pt x="175" y="111"/>
                  </a:lnTo>
                  <a:lnTo>
                    <a:pt x="184" y="105"/>
                  </a:lnTo>
                  <a:lnTo>
                    <a:pt x="202" y="87"/>
                  </a:lnTo>
                  <a:lnTo>
                    <a:pt x="217" y="71"/>
                  </a:lnTo>
                  <a:lnTo>
                    <a:pt x="217" y="71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6" y="52"/>
                  </a:lnTo>
                  <a:lnTo>
                    <a:pt x="244" y="47"/>
                  </a:lnTo>
                  <a:lnTo>
                    <a:pt x="254" y="44"/>
                  </a:lnTo>
                  <a:lnTo>
                    <a:pt x="263" y="42"/>
                  </a:lnTo>
                  <a:lnTo>
                    <a:pt x="263" y="42"/>
                  </a:lnTo>
                  <a:lnTo>
                    <a:pt x="272" y="44"/>
                  </a:lnTo>
                  <a:lnTo>
                    <a:pt x="280" y="45"/>
                  </a:lnTo>
                  <a:lnTo>
                    <a:pt x="294" y="50"/>
                  </a:lnTo>
                  <a:lnTo>
                    <a:pt x="307" y="60"/>
                  </a:lnTo>
                  <a:lnTo>
                    <a:pt x="320" y="73"/>
                  </a:lnTo>
                  <a:lnTo>
                    <a:pt x="326" y="79"/>
                  </a:lnTo>
                  <a:lnTo>
                    <a:pt x="326" y="79"/>
                  </a:lnTo>
                  <a:lnTo>
                    <a:pt x="343" y="98"/>
                  </a:lnTo>
                  <a:lnTo>
                    <a:pt x="352" y="107"/>
                  </a:lnTo>
                  <a:lnTo>
                    <a:pt x="362" y="116"/>
                  </a:lnTo>
                  <a:lnTo>
                    <a:pt x="375" y="123"/>
                  </a:lnTo>
                  <a:lnTo>
                    <a:pt x="388" y="129"/>
                  </a:lnTo>
                  <a:lnTo>
                    <a:pt x="402" y="134"/>
                  </a:lnTo>
                  <a:lnTo>
                    <a:pt x="420" y="137"/>
                  </a:lnTo>
                  <a:lnTo>
                    <a:pt x="420" y="137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59" y="139"/>
                  </a:lnTo>
                  <a:lnTo>
                    <a:pt x="459" y="139"/>
                  </a:lnTo>
                  <a:lnTo>
                    <a:pt x="474" y="137"/>
                  </a:lnTo>
                  <a:lnTo>
                    <a:pt x="474" y="137"/>
                  </a:lnTo>
                  <a:lnTo>
                    <a:pt x="488" y="139"/>
                  </a:lnTo>
                  <a:lnTo>
                    <a:pt x="496" y="142"/>
                  </a:lnTo>
                  <a:lnTo>
                    <a:pt x="496" y="142"/>
                  </a:lnTo>
                  <a:lnTo>
                    <a:pt x="499" y="149"/>
                  </a:lnTo>
                  <a:lnTo>
                    <a:pt x="501" y="163"/>
                  </a:lnTo>
                  <a:lnTo>
                    <a:pt x="503" y="186"/>
                  </a:lnTo>
                  <a:lnTo>
                    <a:pt x="503" y="220"/>
                  </a:lnTo>
                  <a:lnTo>
                    <a:pt x="503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56"/>
            <p:cNvSpPr/>
            <p:nvPr>
              <p:custDataLst>
                <p:tags r:id="rId26"/>
              </p:custDataLst>
            </p:nvPr>
          </p:nvSpPr>
          <p:spPr bwMode="auto">
            <a:xfrm>
              <a:off x="838200" y="2986088"/>
              <a:ext cx="246062" cy="176213"/>
            </a:xfrm>
            <a:custGeom>
              <a:avLst/>
              <a:gdLst>
                <a:gd name="T0" fmla="*/ 160 w 310"/>
                <a:gd name="T1" fmla="*/ 209 h 222"/>
                <a:gd name="T2" fmla="*/ 160 w 310"/>
                <a:gd name="T3" fmla="*/ 209 h 222"/>
                <a:gd name="T4" fmla="*/ 154 w 310"/>
                <a:gd name="T5" fmla="*/ 215 h 222"/>
                <a:gd name="T6" fmla="*/ 147 w 310"/>
                <a:gd name="T7" fmla="*/ 218 h 222"/>
                <a:gd name="T8" fmla="*/ 141 w 310"/>
                <a:gd name="T9" fmla="*/ 222 h 222"/>
                <a:gd name="T10" fmla="*/ 133 w 310"/>
                <a:gd name="T11" fmla="*/ 222 h 222"/>
                <a:gd name="T12" fmla="*/ 124 w 310"/>
                <a:gd name="T13" fmla="*/ 222 h 222"/>
                <a:gd name="T14" fmla="*/ 118 w 310"/>
                <a:gd name="T15" fmla="*/ 218 h 222"/>
                <a:gd name="T16" fmla="*/ 110 w 310"/>
                <a:gd name="T17" fmla="*/ 214 h 222"/>
                <a:gd name="T18" fmla="*/ 103 w 310"/>
                <a:gd name="T19" fmla="*/ 209 h 222"/>
                <a:gd name="T20" fmla="*/ 10 w 310"/>
                <a:gd name="T21" fmla="*/ 134 h 222"/>
                <a:gd name="T22" fmla="*/ 10 w 310"/>
                <a:gd name="T23" fmla="*/ 134 h 222"/>
                <a:gd name="T24" fmla="*/ 3 w 310"/>
                <a:gd name="T25" fmla="*/ 130 h 222"/>
                <a:gd name="T26" fmla="*/ 0 w 310"/>
                <a:gd name="T27" fmla="*/ 122 h 222"/>
                <a:gd name="T28" fmla="*/ 0 w 310"/>
                <a:gd name="T29" fmla="*/ 113 h 222"/>
                <a:gd name="T30" fmla="*/ 2 w 310"/>
                <a:gd name="T31" fmla="*/ 105 h 222"/>
                <a:gd name="T32" fmla="*/ 2 w 310"/>
                <a:gd name="T33" fmla="*/ 105 h 222"/>
                <a:gd name="T34" fmla="*/ 8 w 310"/>
                <a:gd name="T35" fmla="*/ 99 h 222"/>
                <a:gd name="T36" fmla="*/ 15 w 310"/>
                <a:gd name="T37" fmla="*/ 96 h 222"/>
                <a:gd name="T38" fmla="*/ 23 w 310"/>
                <a:gd name="T39" fmla="*/ 94 h 222"/>
                <a:gd name="T40" fmla="*/ 31 w 310"/>
                <a:gd name="T41" fmla="*/ 97 h 222"/>
                <a:gd name="T42" fmla="*/ 131 w 310"/>
                <a:gd name="T43" fmla="*/ 180 h 222"/>
                <a:gd name="T44" fmla="*/ 273 w 310"/>
                <a:gd name="T45" fmla="*/ 7 h 222"/>
                <a:gd name="T46" fmla="*/ 273 w 310"/>
                <a:gd name="T47" fmla="*/ 7 h 222"/>
                <a:gd name="T48" fmla="*/ 280 w 310"/>
                <a:gd name="T49" fmla="*/ 2 h 222"/>
                <a:gd name="T50" fmla="*/ 288 w 310"/>
                <a:gd name="T51" fmla="*/ 0 h 222"/>
                <a:gd name="T52" fmla="*/ 296 w 310"/>
                <a:gd name="T53" fmla="*/ 2 h 222"/>
                <a:gd name="T54" fmla="*/ 304 w 310"/>
                <a:gd name="T55" fmla="*/ 7 h 222"/>
                <a:gd name="T56" fmla="*/ 304 w 310"/>
                <a:gd name="T57" fmla="*/ 7 h 222"/>
                <a:gd name="T58" fmla="*/ 309 w 310"/>
                <a:gd name="T59" fmla="*/ 15 h 222"/>
                <a:gd name="T60" fmla="*/ 310 w 310"/>
                <a:gd name="T61" fmla="*/ 23 h 222"/>
                <a:gd name="T62" fmla="*/ 309 w 310"/>
                <a:gd name="T63" fmla="*/ 31 h 222"/>
                <a:gd name="T64" fmla="*/ 304 w 310"/>
                <a:gd name="T65" fmla="*/ 37 h 222"/>
                <a:gd name="T66" fmla="*/ 160 w 310"/>
                <a:gd name="T67" fmla="*/ 209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0" h="222">
                  <a:moveTo>
                    <a:pt x="160" y="209"/>
                  </a:moveTo>
                  <a:lnTo>
                    <a:pt x="160" y="209"/>
                  </a:lnTo>
                  <a:lnTo>
                    <a:pt x="154" y="215"/>
                  </a:lnTo>
                  <a:lnTo>
                    <a:pt x="147" y="218"/>
                  </a:lnTo>
                  <a:lnTo>
                    <a:pt x="141" y="222"/>
                  </a:lnTo>
                  <a:lnTo>
                    <a:pt x="133" y="222"/>
                  </a:lnTo>
                  <a:lnTo>
                    <a:pt x="124" y="222"/>
                  </a:lnTo>
                  <a:lnTo>
                    <a:pt x="118" y="218"/>
                  </a:lnTo>
                  <a:lnTo>
                    <a:pt x="110" y="214"/>
                  </a:lnTo>
                  <a:lnTo>
                    <a:pt x="103" y="209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3" y="130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2" y="105"/>
                  </a:lnTo>
                  <a:lnTo>
                    <a:pt x="2" y="105"/>
                  </a:lnTo>
                  <a:lnTo>
                    <a:pt x="8" y="99"/>
                  </a:lnTo>
                  <a:lnTo>
                    <a:pt x="15" y="96"/>
                  </a:lnTo>
                  <a:lnTo>
                    <a:pt x="23" y="94"/>
                  </a:lnTo>
                  <a:lnTo>
                    <a:pt x="31" y="97"/>
                  </a:lnTo>
                  <a:lnTo>
                    <a:pt x="131" y="180"/>
                  </a:lnTo>
                  <a:lnTo>
                    <a:pt x="273" y="7"/>
                  </a:lnTo>
                  <a:lnTo>
                    <a:pt x="273" y="7"/>
                  </a:lnTo>
                  <a:lnTo>
                    <a:pt x="280" y="2"/>
                  </a:lnTo>
                  <a:lnTo>
                    <a:pt x="288" y="0"/>
                  </a:lnTo>
                  <a:lnTo>
                    <a:pt x="296" y="2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9" y="15"/>
                  </a:lnTo>
                  <a:lnTo>
                    <a:pt x="310" y="23"/>
                  </a:lnTo>
                  <a:lnTo>
                    <a:pt x="309" y="31"/>
                  </a:lnTo>
                  <a:lnTo>
                    <a:pt x="304" y="37"/>
                  </a:lnTo>
                  <a:lnTo>
                    <a:pt x="160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27"/>
            </p:custDataLst>
          </p:nvPr>
        </p:nvGrpSpPr>
        <p:grpSpPr>
          <a:xfrm>
            <a:off x="7239318" y="3854151"/>
            <a:ext cx="313971" cy="269118"/>
            <a:chOff x="3289300" y="2847975"/>
            <a:chExt cx="522287" cy="447675"/>
          </a:xfrm>
          <a:solidFill>
            <a:schemeClr val="accent2"/>
          </a:solidFill>
        </p:grpSpPr>
        <p:sp>
          <p:nvSpPr>
            <p:cNvPr id="41" name="Freeform 64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3289300" y="2847975"/>
              <a:ext cx="522287" cy="447675"/>
            </a:xfrm>
            <a:custGeom>
              <a:avLst/>
              <a:gdLst>
                <a:gd name="T0" fmla="*/ 646 w 657"/>
                <a:gd name="T1" fmla="*/ 50 h 564"/>
                <a:gd name="T2" fmla="*/ 632 w 657"/>
                <a:gd name="T3" fmla="*/ 47 h 564"/>
                <a:gd name="T4" fmla="*/ 619 w 657"/>
                <a:gd name="T5" fmla="*/ 53 h 564"/>
                <a:gd name="T6" fmla="*/ 347 w 657"/>
                <a:gd name="T7" fmla="*/ 9 h 564"/>
                <a:gd name="T8" fmla="*/ 344 w 657"/>
                <a:gd name="T9" fmla="*/ 5 h 564"/>
                <a:gd name="T10" fmla="*/ 334 w 657"/>
                <a:gd name="T11" fmla="*/ 1 h 564"/>
                <a:gd name="T12" fmla="*/ 323 w 657"/>
                <a:gd name="T13" fmla="*/ 1 h 564"/>
                <a:gd name="T14" fmla="*/ 313 w 657"/>
                <a:gd name="T15" fmla="*/ 5 h 564"/>
                <a:gd name="T16" fmla="*/ 184 w 657"/>
                <a:gd name="T17" fmla="*/ 178 h 564"/>
                <a:gd name="T18" fmla="*/ 38 w 657"/>
                <a:gd name="T19" fmla="*/ 53 h 564"/>
                <a:gd name="T20" fmla="*/ 25 w 657"/>
                <a:gd name="T21" fmla="*/ 48 h 564"/>
                <a:gd name="T22" fmla="*/ 11 w 657"/>
                <a:gd name="T23" fmla="*/ 50 h 564"/>
                <a:gd name="T24" fmla="*/ 4 w 657"/>
                <a:gd name="T25" fmla="*/ 55 h 564"/>
                <a:gd name="T26" fmla="*/ 0 w 657"/>
                <a:gd name="T27" fmla="*/ 68 h 564"/>
                <a:gd name="T28" fmla="*/ 87 w 657"/>
                <a:gd name="T29" fmla="*/ 507 h 564"/>
                <a:gd name="T30" fmla="*/ 90 w 657"/>
                <a:gd name="T31" fmla="*/ 520 h 564"/>
                <a:gd name="T32" fmla="*/ 103 w 657"/>
                <a:gd name="T33" fmla="*/ 540 h 564"/>
                <a:gd name="T34" fmla="*/ 121 w 657"/>
                <a:gd name="T35" fmla="*/ 556 h 564"/>
                <a:gd name="T36" fmla="*/ 143 w 657"/>
                <a:gd name="T37" fmla="*/ 564 h 564"/>
                <a:gd name="T38" fmla="*/ 502 w 657"/>
                <a:gd name="T39" fmla="*/ 564 h 564"/>
                <a:gd name="T40" fmla="*/ 514 w 657"/>
                <a:gd name="T41" fmla="*/ 564 h 564"/>
                <a:gd name="T42" fmla="*/ 536 w 657"/>
                <a:gd name="T43" fmla="*/ 556 h 564"/>
                <a:gd name="T44" fmla="*/ 556 w 657"/>
                <a:gd name="T45" fmla="*/ 540 h 564"/>
                <a:gd name="T46" fmla="*/ 567 w 657"/>
                <a:gd name="T47" fmla="*/ 520 h 564"/>
                <a:gd name="T48" fmla="*/ 657 w 657"/>
                <a:gd name="T49" fmla="*/ 76 h 564"/>
                <a:gd name="T50" fmla="*/ 657 w 657"/>
                <a:gd name="T51" fmla="*/ 68 h 564"/>
                <a:gd name="T52" fmla="*/ 651 w 657"/>
                <a:gd name="T53" fmla="*/ 55 h 564"/>
                <a:gd name="T54" fmla="*/ 646 w 657"/>
                <a:gd name="T55" fmla="*/ 50 h 564"/>
                <a:gd name="T56" fmla="*/ 525 w 657"/>
                <a:gd name="T57" fmla="*/ 499 h 564"/>
                <a:gd name="T58" fmla="*/ 517 w 657"/>
                <a:gd name="T59" fmla="*/ 512 h 564"/>
                <a:gd name="T60" fmla="*/ 502 w 657"/>
                <a:gd name="T61" fmla="*/ 517 h 564"/>
                <a:gd name="T62" fmla="*/ 156 w 657"/>
                <a:gd name="T63" fmla="*/ 517 h 564"/>
                <a:gd name="T64" fmla="*/ 140 w 657"/>
                <a:gd name="T65" fmla="*/ 512 h 564"/>
                <a:gd name="T66" fmla="*/ 132 w 657"/>
                <a:gd name="T67" fmla="*/ 499 h 564"/>
                <a:gd name="T68" fmla="*/ 173 w 657"/>
                <a:gd name="T69" fmla="*/ 229 h 564"/>
                <a:gd name="T70" fmla="*/ 176 w 657"/>
                <a:gd name="T71" fmla="*/ 232 h 564"/>
                <a:gd name="T72" fmla="*/ 186 w 657"/>
                <a:gd name="T73" fmla="*/ 236 h 564"/>
                <a:gd name="T74" fmla="*/ 190 w 657"/>
                <a:gd name="T75" fmla="*/ 236 h 564"/>
                <a:gd name="T76" fmla="*/ 207 w 657"/>
                <a:gd name="T77" fmla="*/ 226 h 564"/>
                <a:gd name="T78" fmla="*/ 451 w 657"/>
                <a:gd name="T79" fmla="*/ 226 h 564"/>
                <a:gd name="T80" fmla="*/ 454 w 657"/>
                <a:gd name="T81" fmla="*/ 229 h 564"/>
                <a:gd name="T82" fmla="*/ 467 w 657"/>
                <a:gd name="T83" fmla="*/ 236 h 564"/>
                <a:gd name="T84" fmla="*/ 476 w 657"/>
                <a:gd name="T85" fmla="*/ 234 h 564"/>
                <a:gd name="T86" fmla="*/ 485 w 657"/>
                <a:gd name="T87" fmla="*/ 229 h 564"/>
                <a:gd name="T88" fmla="*/ 525 w 657"/>
                <a:gd name="T89" fmla="*/ 499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7" h="564">
                  <a:moveTo>
                    <a:pt x="646" y="50"/>
                  </a:moveTo>
                  <a:lnTo>
                    <a:pt x="646" y="50"/>
                  </a:lnTo>
                  <a:lnTo>
                    <a:pt x="640" y="48"/>
                  </a:lnTo>
                  <a:lnTo>
                    <a:pt x="632" y="47"/>
                  </a:lnTo>
                  <a:lnTo>
                    <a:pt x="625" y="48"/>
                  </a:lnTo>
                  <a:lnTo>
                    <a:pt x="619" y="53"/>
                  </a:lnTo>
                  <a:lnTo>
                    <a:pt x="473" y="178"/>
                  </a:lnTo>
                  <a:lnTo>
                    <a:pt x="347" y="9"/>
                  </a:lnTo>
                  <a:lnTo>
                    <a:pt x="347" y="9"/>
                  </a:lnTo>
                  <a:lnTo>
                    <a:pt x="344" y="5"/>
                  </a:lnTo>
                  <a:lnTo>
                    <a:pt x="339" y="3"/>
                  </a:lnTo>
                  <a:lnTo>
                    <a:pt x="334" y="1"/>
                  </a:lnTo>
                  <a:lnTo>
                    <a:pt x="329" y="0"/>
                  </a:lnTo>
                  <a:lnTo>
                    <a:pt x="323" y="1"/>
                  </a:lnTo>
                  <a:lnTo>
                    <a:pt x="318" y="3"/>
                  </a:lnTo>
                  <a:lnTo>
                    <a:pt x="313" y="5"/>
                  </a:lnTo>
                  <a:lnTo>
                    <a:pt x="310" y="9"/>
                  </a:lnTo>
                  <a:lnTo>
                    <a:pt x="184" y="178"/>
                  </a:lnTo>
                  <a:lnTo>
                    <a:pt x="38" y="53"/>
                  </a:lnTo>
                  <a:lnTo>
                    <a:pt x="38" y="53"/>
                  </a:lnTo>
                  <a:lnTo>
                    <a:pt x="32" y="50"/>
                  </a:lnTo>
                  <a:lnTo>
                    <a:pt x="25" y="48"/>
                  </a:lnTo>
                  <a:lnTo>
                    <a:pt x="17" y="48"/>
                  </a:lnTo>
                  <a:lnTo>
                    <a:pt x="11" y="50"/>
                  </a:lnTo>
                  <a:lnTo>
                    <a:pt x="11" y="50"/>
                  </a:lnTo>
                  <a:lnTo>
                    <a:pt x="4" y="55"/>
                  </a:lnTo>
                  <a:lnTo>
                    <a:pt x="1" y="61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87" y="507"/>
                  </a:lnTo>
                  <a:lnTo>
                    <a:pt x="87" y="507"/>
                  </a:lnTo>
                  <a:lnTo>
                    <a:pt x="90" y="520"/>
                  </a:lnTo>
                  <a:lnTo>
                    <a:pt x="95" y="530"/>
                  </a:lnTo>
                  <a:lnTo>
                    <a:pt x="103" y="540"/>
                  </a:lnTo>
                  <a:lnTo>
                    <a:pt x="111" y="548"/>
                  </a:lnTo>
                  <a:lnTo>
                    <a:pt x="121" y="556"/>
                  </a:lnTo>
                  <a:lnTo>
                    <a:pt x="132" y="561"/>
                  </a:lnTo>
                  <a:lnTo>
                    <a:pt x="143" y="564"/>
                  </a:lnTo>
                  <a:lnTo>
                    <a:pt x="156" y="564"/>
                  </a:lnTo>
                  <a:lnTo>
                    <a:pt x="502" y="564"/>
                  </a:lnTo>
                  <a:lnTo>
                    <a:pt x="502" y="564"/>
                  </a:lnTo>
                  <a:lnTo>
                    <a:pt x="514" y="564"/>
                  </a:lnTo>
                  <a:lnTo>
                    <a:pt x="527" y="561"/>
                  </a:lnTo>
                  <a:lnTo>
                    <a:pt x="536" y="556"/>
                  </a:lnTo>
                  <a:lnTo>
                    <a:pt x="546" y="548"/>
                  </a:lnTo>
                  <a:lnTo>
                    <a:pt x="556" y="540"/>
                  </a:lnTo>
                  <a:lnTo>
                    <a:pt x="562" y="530"/>
                  </a:lnTo>
                  <a:lnTo>
                    <a:pt x="567" y="520"/>
                  </a:lnTo>
                  <a:lnTo>
                    <a:pt x="572" y="507"/>
                  </a:lnTo>
                  <a:lnTo>
                    <a:pt x="657" y="76"/>
                  </a:lnTo>
                  <a:lnTo>
                    <a:pt x="657" y="76"/>
                  </a:lnTo>
                  <a:lnTo>
                    <a:pt x="657" y="68"/>
                  </a:lnTo>
                  <a:lnTo>
                    <a:pt x="656" y="61"/>
                  </a:lnTo>
                  <a:lnTo>
                    <a:pt x="651" y="55"/>
                  </a:lnTo>
                  <a:lnTo>
                    <a:pt x="646" y="50"/>
                  </a:lnTo>
                  <a:lnTo>
                    <a:pt x="646" y="50"/>
                  </a:lnTo>
                  <a:close/>
                  <a:moveTo>
                    <a:pt x="525" y="499"/>
                  </a:moveTo>
                  <a:lnTo>
                    <a:pt x="525" y="499"/>
                  </a:lnTo>
                  <a:lnTo>
                    <a:pt x="522" y="506"/>
                  </a:lnTo>
                  <a:lnTo>
                    <a:pt x="517" y="512"/>
                  </a:lnTo>
                  <a:lnTo>
                    <a:pt x="510" y="515"/>
                  </a:lnTo>
                  <a:lnTo>
                    <a:pt x="502" y="517"/>
                  </a:lnTo>
                  <a:lnTo>
                    <a:pt x="156" y="517"/>
                  </a:lnTo>
                  <a:lnTo>
                    <a:pt x="156" y="517"/>
                  </a:lnTo>
                  <a:lnTo>
                    <a:pt x="148" y="515"/>
                  </a:lnTo>
                  <a:lnTo>
                    <a:pt x="140" y="512"/>
                  </a:lnTo>
                  <a:lnTo>
                    <a:pt x="135" y="506"/>
                  </a:lnTo>
                  <a:lnTo>
                    <a:pt x="132" y="499"/>
                  </a:lnTo>
                  <a:lnTo>
                    <a:pt x="59" y="132"/>
                  </a:lnTo>
                  <a:lnTo>
                    <a:pt x="173" y="229"/>
                  </a:lnTo>
                  <a:lnTo>
                    <a:pt x="173" y="229"/>
                  </a:lnTo>
                  <a:lnTo>
                    <a:pt x="176" y="232"/>
                  </a:lnTo>
                  <a:lnTo>
                    <a:pt x="181" y="234"/>
                  </a:lnTo>
                  <a:lnTo>
                    <a:pt x="186" y="236"/>
                  </a:lnTo>
                  <a:lnTo>
                    <a:pt x="190" y="236"/>
                  </a:lnTo>
                  <a:lnTo>
                    <a:pt x="190" y="236"/>
                  </a:lnTo>
                  <a:lnTo>
                    <a:pt x="200" y="231"/>
                  </a:lnTo>
                  <a:lnTo>
                    <a:pt x="207" y="226"/>
                  </a:lnTo>
                  <a:lnTo>
                    <a:pt x="329" y="63"/>
                  </a:lnTo>
                  <a:lnTo>
                    <a:pt x="451" y="226"/>
                  </a:lnTo>
                  <a:lnTo>
                    <a:pt x="451" y="226"/>
                  </a:lnTo>
                  <a:lnTo>
                    <a:pt x="454" y="229"/>
                  </a:lnTo>
                  <a:lnTo>
                    <a:pt x="459" y="232"/>
                  </a:lnTo>
                  <a:lnTo>
                    <a:pt x="467" y="236"/>
                  </a:lnTo>
                  <a:lnTo>
                    <a:pt x="467" y="236"/>
                  </a:lnTo>
                  <a:lnTo>
                    <a:pt x="476" y="234"/>
                  </a:lnTo>
                  <a:lnTo>
                    <a:pt x="481" y="232"/>
                  </a:lnTo>
                  <a:lnTo>
                    <a:pt x="485" y="229"/>
                  </a:lnTo>
                  <a:lnTo>
                    <a:pt x="598" y="132"/>
                  </a:lnTo>
                  <a:lnTo>
                    <a:pt x="525" y="4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2" name="Freeform 65"/>
            <p:cNvSpPr/>
            <p:nvPr>
              <p:custDataLst>
                <p:tags r:id="rId29"/>
              </p:custDataLst>
            </p:nvPr>
          </p:nvSpPr>
          <p:spPr bwMode="auto">
            <a:xfrm>
              <a:off x="3476625" y="3071813"/>
              <a:ext cx="149225" cy="131763"/>
            </a:xfrm>
            <a:custGeom>
              <a:avLst/>
              <a:gdLst>
                <a:gd name="T0" fmla="*/ 93 w 187"/>
                <a:gd name="T1" fmla="*/ 164 h 164"/>
                <a:gd name="T2" fmla="*/ 93 w 187"/>
                <a:gd name="T3" fmla="*/ 164 h 164"/>
                <a:gd name="T4" fmla="*/ 87 w 187"/>
                <a:gd name="T5" fmla="*/ 163 h 164"/>
                <a:gd name="T6" fmla="*/ 80 w 187"/>
                <a:gd name="T7" fmla="*/ 161 h 164"/>
                <a:gd name="T8" fmla="*/ 76 w 187"/>
                <a:gd name="T9" fmla="*/ 156 h 164"/>
                <a:gd name="T10" fmla="*/ 72 w 187"/>
                <a:gd name="T11" fmla="*/ 152 h 164"/>
                <a:gd name="T12" fmla="*/ 3 w 187"/>
                <a:gd name="T13" fmla="*/ 34 h 164"/>
                <a:gd name="T14" fmla="*/ 3 w 187"/>
                <a:gd name="T15" fmla="*/ 34 h 164"/>
                <a:gd name="T16" fmla="*/ 0 w 187"/>
                <a:gd name="T17" fmla="*/ 30 h 164"/>
                <a:gd name="T18" fmla="*/ 0 w 187"/>
                <a:gd name="T19" fmla="*/ 25 h 164"/>
                <a:gd name="T20" fmla="*/ 0 w 187"/>
                <a:gd name="T21" fmla="*/ 17 h 164"/>
                <a:gd name="T22" fmla="*/ 3 w 187"/>
                <a:gd name="T23" fmla="*/ 9 h 164"/>
                <a:gd name="T24" fmla="*/ 6 w 187"/>
                <a:gd name="T25" fmla="*/ 4 h 164"/>
                <a:gd name="T26" fmla="*/ 11 w 187"/>
                <a:gd name="T27" fmla="*/ 3 h 164"/>
                <a:gd name="T28" fmla="*/ 11 w 187"/>
                <a:gd name="T29" fmla="*/ 3 h 164"/>
                <a:gd name="T30" fmla="*/ 14 w 187"/>
                <a:gd name="T31" fmla="*/ 0 h 164"/>
                <a:gd name="T32" fmla="*/ 19 w 187"/>
                <a:gd name="T33" fmla="*/ 0 h 164"/>
                <a:gd name="T34" fmla="*/ 29 w 187"/>
                <a:gd name="T35" fmla="*/ 0 h 164"/>
                <a:gd name="T36" fmla="*/ 37 w 187"/>
                <a:gd name="T37" fmla="*/ 3 h 164"/>
                <a:gd name="T38" fmla="*/ 40 w 187"/>
                <a:gd name="T39" fmla="*/ 6 h 164"/>
                <a:gd name="T40" fmla="*/ 42 w 187"/>
                <a:gd name="T41" fmla="*/ 11 h 164"/>
                <a:gd name="T42" fmla="*/ 93 w 187"/>
                <a:gd name="T43" fmla="*/ 95 h 164"/>
                <a:gd name="T44" fmla="*/ 143 w 187"/>
                <a:gd name="T45" fmla="*/ 11 h 164"/>
                <a:gd name="T46" fmla="*/ 143 w 187"/>
                <a:gd name="T47" fmla="*/ 11 h 164"/>
                <a:gd name="T48" fmla="*/ 150 w 187"/>
                <a:gd name="T49" fmla="*/ 4 h 164"/>
                <a:gd name="T50" fmla="*/ 158 w 187"/>
                <a:gd name="T51" fmla="*/ 0 h 164"/>
                <a:gd name="T52" fmla="*/ 166 w 187"/>
                <a:gd name="T53" fmla="*/ 0 h 164"/>
                <a:gd name="T54" fmla="*/ 171 w 187"/>
                <a:gd name="T55" fmla="*/ 1 h 164"/>
                <a:gd name="T56" fmla="*/ 176 w 187"/>
                <a:gd name="T57" fmla="*/ 3 h 164"/>
                <a:gd name="T58" fmla="*/ 176 w 187"/>
                <a:gd name="T59" fmla="*/ 3 h 164"/>
                <a:gd name="T60" fmla="*/ 182 w 187"/>
                <a:gd name="T61" fmla="*/ 9 h 164"/>
                <a:gd name="T62" fmla="*/ 185 w 187"/>
                <a:gd name="T63" fmla="*/ 17 h 164"/>
                <a:gd name="T64" fmla="*/ 187 w 187"/>
                <a:gd name="T65" fmla="*/ 25 h 164"/>
                <a:gd name="T66" fmla="*/ 185 w 187"/>
                <a:gd name="T67" fmla="*/ 30 h 164"/>
                <a:gd name="T68" fmla="*/ 184 w 187"/>
                <a:gd name="T69" fmla="*/ 34 h 164"/>
                <a:gd name="T70" fmla="*/ 113 w 187"/>
                <a:gd name="T71" fmla="*/ 152 h 164"/>
                <a:gd name="T72" fmla="*/ 113 w 187"/>
                <a:gd name="T73" fmla="*/ 152 h 164"/>
                <a:gd name="T74" fmla="*/ 110 w 187"/>
                <a:gd name="T75" fmla="*/ 156 h 164"/>
                <a:gd name="T76" fmla="*/ 105 w 187"/>
                <a:gd name="T77" fmla="*/ 161 h 164"/>
                <a:gd name="T78" fmla="*/ 98 w 187"/>
                <a:gd name="T79" fmla="*/ 163 h 164"/>
                <a:gd name="T80" fmla="*/ 93 w 187"/>
                <a:gd name="T81" fmla="*/ 164 h 164"/>
                <a:gd name="T82" fmla="*/ 93 w 187"/>
                <a:gd name="T8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7" h="164">
                  <a:moveTo>
                    <a:pt x="93" y="164"/>
                  </a:moveTo>
                  <a:lnTo>
                    <a:pt x="93" y="164"/>
                  </a:lnTo>
                  <a:lnTo>
                    <a:pt x="87" y="163"/>
                  </a:lnTo>
                  <a:lnTo>
                    <a:pt x="80" y="161"/>
                  </a:lnTo>
                  <a:lnTo>
                    <a:pt x="76" y="156"/>
                  </a:lnTo>
                  <a:lnTo>
                    <a:pt x="72" y="152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0" y="30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6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9" y="0"/>
                  </a:lnTo>
                  <a:lnTo>
                    <a:pt x="37" y="3"/>
                  </a:lnTo>
                  <a:lnTo>
                    <a:pt x="40" y="6"/>
                  </a:lnTo>
                  <a:lnTo>
                    <a:pt x="42" y="11"/>
                  </a:lnTo>
                  <a:lnTo>
                    <a:pt x="93" y="95"/>
                  </a:lnTo>
                  <a:lnTo>
                    <a:pt x="143" y="11"/>
                  </a:lnTo>
                  <a:lnTo>
                    <a:pt x="143" y="11"/>
                  </a:lnTo>
                  <a:lnTo>
                    <a:pt x="150" y="4"/>
                  </a:lnTo>
                  <a:lnTo>
                    <a:pt x="158" y="0"/>
                  </a:lnTo>
                  <a:lnTo>
                    <a:pt x="166" y="0"/>
                  </a:lnTo>
                  <a:lnTo>
                    <a:pt x="171" y="1"/>
                  </a:lnTo>
                  <a:lnTo>
                    <a:pt x="176" y="3"/>
                  </a:lnTo>
                  <a:lnTo>
                    <a:pt x="176" y="3"/>
                  </a:lnTo>
                  <a:lnTo>
                    <a:pt x="182" y="9"/>
                  </a:lnTo>
                  <a:lnTo>
                    <a:pt x="185" y="17"/>
                  </a:lnTo>
                  <a:lnTo>
                    <a:pt x="187" y="25"/>
                  </a:lnTo>
                  <a:lnTo>
                    <a:pt x="185" y="30"/>
                  </a:lnTo>
                  <a:lnTo>
                    <a:pt x="184" y="34"/>
                  </a:lnTo>
                  <a:lnTo>
                    <a:pt x="113" y="152"/>
                  </a:lnTo>
                  <a:lnTo>
                    <a:pt x="113" y="152"/>
                  </a:lnTo>
                  <a:lnTo>
                    <a:pt x="110" y="156"/>
                  </a:lnTo>
                  <a:lnTo>
                    <a:pt x="105" y="161"/>
                  </a:lnTo>
                  <a:lnTo>
                    <a:pt x="98" y="163"/>
                  </a:lnTo>
                  <a:lnTo>
                    <a:pt x="93" y="164"/>
                  </a:lnTo>
                  <a:lnTo>
                    <a:pt x="93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30"/>
            </p:custDataLst>
          </p:nvPr>
        </p:nvGrpSpPr>
        <p:grpSpPr>
          <a:xfrm>
            <a:off x="6583533" y="5013234"/>
            <a:ext cx="271300" cy="321456"/>
            <a:chOff x="4071937" y="3146426"/>
            <a:chExt cx="377825" cy="447675"/>
          </a:xfrm>
          <a:solidFill>
            <a:schemeClr val="accent1"/>
          </a:solidFill>
        </p:grpSpPr>
        <p:sp>
          <p:nvSpPr>
            <p:cNvPr id="44" name="Freeform 36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071937" y="3181351"/>
              <a:ext cx="377825" cy="412750"/>
            </a:xfrm>
            <a:custGeom>
              <a:avLst/>
              <a:gdLst>
                <a:gd name="T0" fmla="*/ 44 w 477"/>
                <a:gd name="T1" fmla="*/ 520 h 520"/>
                <a:gd name="T2" fmla="*/ 34 w 477"/>
                <a:gd name="T3" fmla="*/ 520 h 520"/>
                <a:gd name="T4" fmla="*/ 20 w 477"/>
                <a:gd name="T5" fmla="*/ 514 h 520"/>
                <a:gd name="T6" fmla="*/ 7 w 477"/>
                <a:gd name="T7" fmla="*/ 501 h 520"/>
                <a:gd name="T8" fmla="*/ 0 w 477"/>
                <a:gd name="T9" fmla="*/ 486 h 520"/>
                <a:gd name="T10" fmla="*/ 0 w 477"/>
                <a:gd name="T11" fmla="*/ 43 h 520"/>
                <a:gd name="T12" fmla="*/ 0 w 477"/>
                <a:gd name="T13" fmla="*/ 34 h 520"/>
                <a:gd name="T14" fmla="*/ 7 w 477"/>
                <a:gd name="T15" fmla="*/ 19 h 520"/>
                <a:gd name="T16" fmla="*/ 20 w 477"/>
                <a:gd name="T17" fmla="*/ 6 h 520"/>
                <a:gd name="T18" fmla="*/ 34 w 477"/>
                <a:gd name="T19" fmla="*/ 0 h 520"/>
                <a:gd name="T20" fmla="*/ 120 w 477"/>
                <a:gd name="T21" fmla="*/ 0 h 520"/>
                <a:gd name="T22" fmla="*/ 128 w 477"/>
                <a:gd name="T23" fmla="*/ 1 h 520"/>
                <a:gd name="T24" fmla="*/ 139 w 477"/>
                <a:gd name="T25" fmla="*/ 13 h 520"/>
                <a:gd name="T26" fmla="*/ 141 w 477"/>
                <a:gd name="T27" fmla="*/ 21 h 520"/>
                <a:gd name="T28" fmla="*/ 134 w 477"/>
                <a:gd name="T29" fmla="*/ 37 h 520"/>
                <a:gd name="T30" fmla="*/ 120 w 477"/>
                <a:gd name="T31" fmla="*/ 43 h 520"/>
                <a:gd name="T32" fmla="*/ 44 w 477"/>
                <a:gd name="T33" fmla="*/ 477 h 520"/>
                <a:gd name="T34" fmla="*/ 433 w 477"/>
                <a:gd name="T35" fmla="*/ 43 h 520"/>
                <a:gd name="T36" fmla="*/ 364 w 477"/>
                <a:gd name="T37" fmla="*/ 43 h 520"/>
                <a:gd name="T38" fmla="*/ 348 w 477"/>
                <a:gd name="T39" fmla="*/ 37 h 520"/>
                <a:gd name="T40" fmla="*/ 341 w 477"/>
                <a:gd name="T41" fmla="*/ 21 h 520"/>
                <a:gd name="T42" fmla="*/ 343 w 477"/>
                <a:gd name="T43" fmla="*/ 13 h 520"/>
                <a:gd name="T44" fmla="*/ 356 w 477"/>
                <a:gd name="T45" fmla="*/ 1 h 520"/>
                <a:gd name="T46" fmla="*/ 433 w 477"/>
                <a:gd name="T47" fmla="*/ 0 h 520"/>
                <a:gd name="T48" fmla="*/ 443 w 477"/>
                <a:gd name="T49" fmla="*/ 0 h 520"/>
                <a:gd name="T50" fmla="*/ 458 w 477"/>
                <a:gd name="T51" fmla="*/ 6 h 520"/>
                <a:gd name="T52" fmla="*/ 470 w 477"/>
                <a:gd name="T53" fmla="*/ 19 h 520"/>
                <a:gd name="T54" fmla="*/ 477 w 477"/>
                <a:gd name="T55" fmla="*/ 34 h 520"/>
                <a:gd name="T56" fmla="*/ 477 w 477"/>
                <a:gd name="T57" fmla="*/ 477 h 520"/>
                <a:gd name="T58" fmla="*/ 477 w 477"/>
                <a:gd name="T59" fmla="*/ 486 h 520"/>
                <a:gd name="T60" fmla="*/ 470 w 477"/>
                <a:gd name="T61" fmla="*/ 501 h 520"/>
                <a:gd name="T62" fmla="*/ 458 w 477"/>
                <a:gd name="T63" fmla="*/ 514 h 520"/>
                <a:gd name="T64" fmla="*/ 443 w 477"/>
                <a:gd name="T65" fmla="*/ 520 h 520"/>
                <a:gd name="T66" fmla="*/ 433 w 477"/>
                <a:gd name="T67" fmla="*/ 520 h 520"/>
                <a:gd name="T68" fmla="*/ 433 w 477"/>
                <a:gd name="T69" fmla="*/ 52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" h="520">
                  <a:moveTo>
                    <a:pt x="433" y="520"/>
                  </a:moveTo>
                  <a:lnTo>
                    <a:pt x="44" y="520"/>
                  </a:lnTo>
                  <a:lnTo>
                    <a:pt x="44" y="520"/>
                  </a:lnTo>
                  <a:lnTo>
                    <a:pt x="34" y="520"/>
                  </a:lnTo>
                  <a:lnTo>
                    <a:pt x="26" y="517"/>
                  </a:lnTo>
                  <a:lnTo>
                    <a:pt x="20" y="514"/>
                  </a:lnTo>
                  <a:lnTo>
                    <a:pt x="13" y="507"/>
                  </a:lnTo>
                  <a:lnTo>
                    <a:pt x="7" y="501"/>
                  </a:lnTo>
                  <a:lnTo>
                    <a:pt x="3" y="494"/>
                  </a:lnTo>
                  <a:lnTo>
                    <a:pt x="0" y="486"/>
                  </a:lnTo>
                  <a:lnTo>
                    <a:pt x="0" y="477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3" y="26"/>
                  </a:lnTo>
                  <a:lnTo>
                    <a:pt x="7" y="19"/>
                  </a:lnTo>
                  <a:lnTo>
                    <a:pt x="13" y="13"/>
                  </a:lnTo>
                  <a:lnTo>
                    <a:pt x="20" y="6"/>
                  </a:lnTo>
                  <a:lnTo>
                    <a:pt x="26" y="3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8" y="1"/>
                  </a:lnTo>
                  <a:lnTo>
                    <a:pt x="134" y="6"/>
                  </a:lnTo>
                  <a:lnTo>
                    <a:pt x="139" y="13"/>
                  </a:lnTo>
                  <a:lnTo>
                    <a:pt x="141" y="21"/>
                  </a:lnTo>
                  <a:lnTo>
                    <a:pt x="141" y="21"/>
                  </a:lnTo>
                  <a:lnTo>
                    <a:pt x="139" y="29"/>
                  </a:lnTo>
                  <a:lnTo>
                    <a:pt x="134" y="37"/>
                  </a:lnTo>
                  <a:lnTo>
                    <a:pt x="128" y="42"/>
                  </a:lnTo>
                  <a:lnTo>
                    <a:pt x="120" y="43"/>
                  </a:lnTo>
                  <a:lnTo>
                    <a:pt x="44" y="43"/>
                  </a:lnTo>
                  <a:lnTo>
                    <a:pt x="44" y="477"/>
                  </a:lnTo>
                  <a:lnTo>
                    <a:pt x="433" y="477"/>
                  </a:lnTo>
                  <a:lnTo>
                    <a:pt x="433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56" y="42"/>
                  </a:lnTo>
                  <a:lnTo>
                    <a:pt x="348" y="37"/>
                  </a:lnTo>
                  <a:lnTo>
                    <a:pt x="343" y="29"/>
                  </a:lnTo>
                  <a:lnTo>
                    <a:pt x="341" y="21"/>
                  </a:lnTo>
                  <a:lnTo>
                    <a:pt x="341" y="21"/>
                  </a:lnTo>
                  <a:lnTo>
                    <a:pt x="343" y="13"/>
                  </a:lnTo>
                  <a:lnTo>
                    <a:pt x="348" y="6"/>
                  </a:lnTo>
                  <a:lnTo>
                    <a:pt x="356" y="1"/>
                  </a:lnTo>
                  <a:lnTo>
                    <a:pt x="364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43" y="0"/>
                  </a:lnTo>
                  <a:lnTo>
                    <a:pt x="451" y="3"/>
                  </a:lnTo>
                  <a:lnTo>
                    <a:pt x="458" y="6"/>
                  </a:lnTo>
                  <a:lnTo>
                    <a:pt x="464" y="13"/>
                  </a:lnTo>
                  <a:lnTo>
                    <a:pt x="470" y="19"/>
                  </a:lnTo>
                  <a:lnTo>
                    <a:pt x="474" y="26"/>
                  </a:lnTo>
                  <a:lnTo>
                    <a:pt x="477" y="34"/>
                  </a:lnTo>
                  <a:lnTo>
                    <a:pt x="477" y="43"/>
                  </a:lnTo>
                  <a:lnTo>
                    <a:pt x="477" y="477"/>
                  </a:lnTo>
                  <a:lnTo>
                    <a:pt x="477" y="477"/>
                  </a:lnTo>
                  <a:lnTo>
                    <a:pt x="477" y="486"/>
                  </a:lnTo>
                  <a:lnTo>
                    <a:pt x="474" y="494"/>
                  </a:lnTo>
                  <a:lnTo>
                    <a:pt x="470" y="501"/>
                  </a:lnTo>
                  <a:lnTo>
                    <a:pt x="464" y="507"/>
                  </a:lnTo>
                  <a:lnTo>
                    <a:pt x="458" y="514"/>
                  </a:lnTo>
                  <a:lnTo>
                    <a:pt x="451" y="517"/>
                  </a:lnTo>
                  <a:lnTo>
                    <a:pt x="443" y="520"/>
                  </a:lnTo>
                  <a:lnTo>
                    <a:pt x="433" y="520"/>
                  </a:lnTo>
                  <a:lnTo>
                    <a:pt x="433" y="520"/>
                  </a:lnTo>
                  <a:close/>
                  <a:moveTo>
                    <a:pt x="433" y="520"/>
                  </a:moveTo>
                  <a:lnTo>
                    <a:pt x="433" y="5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441642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6" name="Freeform 39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4149725" y="3146426"/>
              <a:ext cx="223838" cy="103188"/>
            </a:xfrm>
            <a:custGeom>
              <a:avLst/>
              <a:gdLst>
                <a:gd name="T0" fmla="*/ 65 w 283"/>
                <a:gd name="T1" fmla="*/ 129 h 129"/>
                <a:gd name="T2" fmla="*/ 52 w 283"/>
                <a:gd name="T3" fmla="*/ 129 h 129"/>
                <a:gd name="T4" fmla="*/ 29 w 283"/>
                <a:gd name="T5" fmla="*/ 120 h 129"/>
                <a:gd name="T6" fmla="*/ 11 w 283"/>
                <a:gd name="T7" fmla="*/ 102 h 129"/>
                <a:gd name="T8" fmla="*/ 2 w 283"/>
                <a:gd name="T9" fmla="*/ 78 h 129"/>
                <a:gd name="T10" fmla="*/ 0 w 283"/>
                <a:gd name="T11" fmla="*/ 65 h 129"/>
                <a:gd name="T12" fmla="*/ 5 w 283"/>
                <a:gd name="T13" fmla="*/ 41 h 129"/>
                <a:gd name="T14" fmla="*/ 19 w 283"/>
                <a:gd name="T15" fmla="*/ 20 h 129"/>
                <a:gd name="T16" fmla="*/ 40 w 283"/>
                <a:gd name="T17" fmla="*/ 5 h 129"/>
                <a:gd name="T18" fmla="*/ 65 w 283"/>
                <a:gd name="T19" fmla="*/ 0 h 129"/>
                <a:gd name="T20" fmla="*/ 218 w 283"/>
                <a:gd name="T21" fmla="*/ 0 h 129"/>
                <a:gd name="T22" fmla="*/ 243 w 283"/>
                <a:gd name="T23" fmla="*/ 5 h 129"/>
                <a:gd name="T24" fmla="*/ 264 w 283"/>
                <a:gd name="T25" fmla="*/ 20 h 129"/>
                <a:gd name="T26" fmla="*/ 278 w 283"/>
                <a:gd name="T27" fmla="*/ 41 h 129"/>
                <a:gd name="T28" fmla="*/ 283 w 283"/>
                <a:gd name="T29" fmla="*/ 65 h 129"/>
                <a:gd name="T30" fmla="*/ 281 w 283"/>
                <a:gd name="T31" fmla="*/ 78 h 129"/>
                <a:gd name="T32" fmla="*/ 272 w 283"/>
                <a:gd name="T33" fmla="*/ 102 h 129"/>
                <a:gd name="T34" fmla="*/ 254 w 283"/>
                <a:gd name="T35" fmla="*/ 120 h 129"/>
                <a:gd name="T36" fmla="*/ 231 w 283"/>
                <a:gd name="T37" fmla="*/ 129 h 129"/>
                <a:gd name="T38" fmla="*/ 218 w 283"/>
                <a:gd name="T39" fmla="*/ 129 h 129"/>
                <a:gd name="T40" fmla="*/ 65 w 283"/>
                <a:gd name="T41" fmla="*/ 44 h 129"/>
                <a:gd name="T42" fmla="*/ 50 w 283"/>
                <a:gd name="T43" fmla="*/ 50 h 129"/>
                <a:gd name="T44" fmla="*/ 44 w 283"/>
                <a:gd name="T45" fmla="*/ 65 h 129"/>
                <a:gd name="T46" fmla="*/ 45 w 283"/>
                <a:gd name="T47" fmla="*/ 73 h 129"/>
                <a:gd name="T48" fmla="*/ 57 w 283"/>
                <a:gd name="T49" fmla="*/ 86 h 129"/>
                <a:gd name="T50" fmla="*/ 218 w 283"/>
                <a:gd name="T51" fmla="*/ 87 h 129"/>
                <a:gd name="T52" fmla="*/ 226 w 283"/>
                <a:gd name="T53" fmla="*/ 86 h 129"/>
                <a:gd name="T54" fmla="*/ 238 w 283"/>
                <a:gd name="T55" fmla="*/ 73 h 129"/>
                <a:gd name="T56" fmla="*/ 239 w 283"/>
                <a:gd name="T57" fmla="*/ 65 h 129"/>
                <a:gd name="T58" fmla="*/ 233 w 283"/>
                <a:gd name="T59" fmla="*/ 50 h 129"/>
                <a:gd name="T60" fmla="*/ 218 w 283"/>
                <a:gd name="T61" fmla="*/ 44 h 129"/>
                <a:gd name="T62" fmla="*/ 65 w 283"/>
                <a:gd name="T63" fmla="*/ 4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3" h="129">
                  <a:moveTo>
                    <a:pt x="218" y="129"/>
                  </a:moveTo>
                  <a:lnTo>
                    <a:pt x="65" y="129"/>
                  </a:lnTo>
                  <a:lnTo>
                    <a:pt x="65" y="129"/>
                  </a:lnTo>
                  <a:lnTo>
                    <a:pt x="52" y="129"/>
                  </a:lnTo>
                  <a:lnTo>
                    <a:pt x="40" y="125"/>
                  </a:lnTo>
                  <a:lnTo>
                    <a:pt x="29" y="120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5" y="91"/>
                  </a:lnTo>
                  <a:lnTo>
                    <a:pt x="2" y="78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2" y="52"/>
                  </a:lnTo>
                  <a:lnTo>
                    <a:pt x="5" y="41"/>
                  </a:lnTo>
                  <a:lnTo>
                    <a:pt x="11" y="29"/>
                  </a:lnTo>
                  <a:lnTo>
                    <a:pt x="19" y="20"/>
                  </a:lnTo>
                  <a:lnTo>
                    <a:pt x="29" y="11"/>
                  </a:lnTo>
                  <a:lnTo>
                    <a:pt x="40" y="5"/>
                  </a:lnTo>
                  <a:lnTo>
                    <a:pt x="52" y="2"/>
                  </a:lnTo>
                  <a:lnTo>
                    <a:pt x="65" y="0"/>
                  </a:lnTo>
                  <a:lnTo>
                    <a:pt x="218" y="0"/>
                  </a:lnTo>
                  <a:lnTo>
                    <a:pt x="218" y="0"/>
                  </a:lnTo>
                  <a:lnTo>
                    <a:pt x="231" y="2"/>
                  </a:lnTo>
                  <a:lnTo>
                    <a:pt x="243" y="5"/>
                  </a:lnTo>
                  <a:lnTo>
                    <a:pt x="254" y="11"/>
                  </a:lnTo>
                  <a:lnTo>
                    <a:pt x="264" y="20"/>
                  </a:lnTo>
                  <a:lnTo>
                    <a:pt x="272" y="29"/>
                  </a:lnTo>
                  <a:lnTo>
                    <a:pt x="278" y="41"/>
                  </a:lnTo>
                  <a:lnTo>
                    <a:pt x="281" y="52"/>
                  </a:lnTo>
                  <a:lnTo>
                    <a:pt x="283" y="65"/>
                  </a:lnTo>
                  <a:lnTo>
                    <a:pt x="283" y="65"/>
                  </a:lnTo>
                  <a:lnTo>
                    <a:pt x="281" y="78"/>
                  </a:lnTo>
                  <a:lnTo>
                    <a:pt x="278" y="91"/>
                  </a:lnTo>
                  <a:lnTo>
                    <a:pt x="272" y="102"/>
                  </a:lnTo>
                  <a:lnTo>
                    <a:pt x="264" y="112"/>
                  </a:lnTo>
                  <a:lnTo>
                    <a:pt x="254" y="120"/>
                  </a:lnTo>
                  <a:lnTo>
                    <a:pt x="243" y="125"/>
                  </a:lnTo>
                  <a:lnTo>
                    <a:pt x="231" y="129"/>
                  </a:lnTo>
                  <a:lnTo>
                    <a:pt x="218" y="129"/>
                  </a:lnTo>
                  <a:lnTo>
                    <a:pt x="218" y="129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lnTo>
                    <a:pt x="57" y="45"/>
                  </a:lnTo>
                  <a:lnTo>
                    <a:pt x="50" y="50"/>
                  </a:lnTo>
                  <a:lnTo>
                    <a:pt x="45" y="57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5" y="73"/>
                  </a:lnTo>
                  <a:lnTo>
                    <a:pt x="50" y="81"/>
                  </a:lnTo>
                  <a:lnTo>
                    <a:pt x="57" y="86"/>
                  </a:lnTo>
                  <a:lnTo>
                    <a:pt x="65" y="87"/>
                  </a:lnTo>
                  <a:lnTo>
                    <a:pt x="218" y="87"/>
                  </a:lnTo>
                  <a:lnTo>
                    <a:pt x="218" y="87"/>
                  </a:lnTo>
                  <a:lnTo>
                    <a:pt x="226" y="86"/>
                  </a:lnTo>
                  <a:lnTo>
                    <a:pt x="233" y="81"/>
                  </a:lnTo>
                  <a:lnTo>
                    <a:pt x="238" y="73"/>
                  </a:lnTo>
                  <a:lnTo>
                    <a:pt x="239" y="65"/>
                  </a:lnTo>
                  <a:lnTo>
                    <a:pt x="239" y="65"/>
                  </a:lnTo>
                  <a:lnTo>
                    <a:pt x="238" y="57"/>
                  </a:lnTo>
                  <a:lnTo>
                    <a:pt x="233" y="50"/>
                  </a:lnTo>
                  <a:lnTo>
                    <a:pt x="226" y="45"/>
                  </a:lnTo>
                  <a:lnTo>
                    <a:pt x="218" y="44"/>
                  </a:lnTo>
                  <a:lnTo>
                    <a:pt x="65" y="44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4200525" y="318135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Freeform 43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  <a:gd name="T30" fmla="*/ 91 w 274"/>
                <a:gd name="T31" fmla="*/ 191 h 199"/>
                <a:gd name="T32" fmla="*/ 91 w 274"/>
                <a:gd name="T33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  <a:close/>
                  <a:moveTo>
                    <a:pt x="91" y="191"/>
                  </a:moveTo>
                  <a:lnTo>
                    <a:pt x="91" y="1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Freeform 44"/>
            <p:cNvSpPr/>
            <p:nvPr>
              <p:custDataLst>
                <p:tags r:id="rId34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4229100" y="3467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1" name="矩形 5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5"/>
            </p:custDataLst>
          </p:nvPr>
        </p:nvSpPr>
        <p:spPr>
          <a:xfrm>
            <a:off x="8095928" y="198549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主流轻量化</a:t>
            </a:r>
            <a:r>
              <a:rPr lang="en-US" altLang="zh-CN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 CNN </a:t>
            </a: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压缩参数时，易丢失故障特征，难兼顾效率与精度。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方正宝黑体 简 Medium" panose="02010600010101010101" charset="-122"/>
            </a:endParaRPr>
          </a:p>
        </p:txBody>
      </p:sp>
      <p:sp>
        <p:nvSpPr>
          <p:cNvPr id="52" name="矩形 51"/>
          <p:cNvSpPr/>
          <p:nvPr>
            <p:custDataLst>
              <p:tags r:id="rId36"/>
            </p:custDataLst>
          </p:nvPr>
        </p:nvSpPr>
        <p:spPr>
          <a:xfrm>
            <a:off x="8079764" y="160677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轻量化模型精度低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7"/>
            </p:custDataLst>
          </p:nvPr>
        </p:nvSpPr>
        <p:spPr>
          <a:xfrm>
            <a:off x="8128834" y="3727096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工业多源数据受现场干扰，噪声占比高，现有模型抗干扰能力弱。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4" name="矩形 53"/>
          <p:cNvSpPr/>
          <p:nvPr>
            <p:custDataLst>
              <p:tags r:id="rId38"/>
            </p:custDataLst>
          </p:nvPr>
        </p:nvSpPr>
        <p:spPr>
          <a:xfrm>
            <a:off x="8087270" y="3348380"/>
            <a:ext cx="2320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工业数据噪声多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矩形 5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9"/>
            </p:custDataLst>
          </p:nvPr>
        </p:nvSpPr>
        <p:spPr>
          <a:xfrm>
            <a:off x="8144998" y="555647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工业边缘设备内存、算力不足，无法运行参数量大的传统模型。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6" name="矩形 55"/>
          <p:cNvSpPr/>
          <p:nvPr>
            <p:custDataLst>
              <p:tags r:id="rId40"/>
            </p:custDataLst>
          </p:nvPr>
        </p:nvSpPr>
        <p:spPr>
          <a:xfrm>
            <a:off x="8103434" y="517775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边缘硬件资源有限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1"/>
            </p:custDataLst>
          </p:nvPr>
        </p:nvSpPr>
        <p:spPr>
          <a:xfrm>
            <a:off x="401088" y="554494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边缘算力部署在现场，大幅降低处理延迟，匹配诊断实时性需求。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8" name="矩形 57"/>
          <p:cNvSpPr/>
          <p:nvPr>
            <p:custDataLst>
              <p:tags r:id="rId42"/>
            </p:custDataLst>
          </p:nvPr>
        </p:nvSpPr>
        <p:spPr>
          <a:xfrm>
            <a:off x="1430561" y="517892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边缘计算适配性优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3"/>
            </p:custDataLst>
          </p:nvPr>
        </p:nvSpPr>
        <p:spPr>
          <a:xfrm>
            <a:off x="335589" y="3769072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传统云端处理存在传输延迟，无法满足设备故障预警的实时要求。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0" name="矩形 59"/>
          <p:cNvSpPr/>
          <p:nvPr>
            <p:custDataLst>
              <p:tags r:id="rId44"/>
            </p:custDataLst>
          </p:nvPr>
        </p:nvSpPr>
        <p:spPr>
          <a:xfrm>
            <a:off x="1341567" y="3390356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云端诊断实时性差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1" name="矩形 6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5"/>
            </p:custDataLst>
          </p:nvPr>
        </p:nvSpPr>
        <p:spPr>
          <a:xfrm>
            <a:off x="270090" y="1993204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设备突发故障易致生产线停机，带来高额经济损失，实时诊断成为产业刚需。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2" name="矩形 61"/>
          <p:cNvSpPr/>
          <p:nvPr>
            <p:custDataLst>
              <p:tags r:id="rId46"/>
            </p:custDataLst>
          </p:nvPr>
        </p:nvSpPr>
        <p:spPr>
          <a:xfrm>
            <a:off x="1940913" y="1614488"/>
            <a:ext cx="20154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故障经济影响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4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56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中小学数学项目式学习中教研融合的路径与效果研究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862614" y="226252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 flipV="1">
            <a:off x="3513338" y="3020683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6164062" y="2252779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任意多边形: 形状 5"/>
          <p:cNvSpPr/>
          <p:nvPr/>
        </p:nvSpPr>
        <p:spPr>
          <a:xfrm flipV="1">
            <a:off x="8814785" y="301093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3"/>
          <p:cNvSpPr txBox="1"/>
          <p:nvPr/>
        </p:nvSpPr>
        <p:spPr>
          <a:xfrm flipH="1">
            <a:off x="10817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/>
        </p:nvSpPr>
        <p:spPr>
          <a:xfrm flipH="1">
            <a:off x="641264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教师需求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文本框 22"/>
          <p:cNvSpPr txBox="1"/>
          <p:nvPr/>
        </p:nvSpPr>
        <p:spPr>
          <a:xfrm flipH="1">
            <a:off x="3732530" y="1510665"/>
            <a:ext cx="219075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传统数学教学重解题轻实践，教研若不围绕项目设计开展，难以帮助教师打通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知识传授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实际应用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的衔接。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5" name="signing-a-contract_69920"/>
          <p:cNvSpPr>
            <a:spLocks noChangeAspect="1"/>
          </p:cNvSpPr>
          <p:nvPr/>
        </p:nvSpPr>
        <p:spPr bwMode="auto">
          <a:xfrm>
            <a:off x="1871641" y="2455808"/>
            <a:ext cx="496545" cy="400110"/>
          </a:xfrm>
          <a:custGeom>
            <a:avLst/>
            <a:gdLst>
              <a:gd name="connsiteX0" fmla="*/ 231099 w 606884"/>
              <a:gd name="connsiteY0" fmla="*/ 337233 h 489019"/>
              <a:gd name="connsiteX1" fmla="*/ 333777 w 606884"/>
              <a:gd name="connsiteY1" fmla="*/ 337233 h 489019"/>
              <a:gd name="connsiteX2" fmla="*/ 341607 w 606884"/>
              <a:gd name="connsiteY2" fmla="*/ 345057 h 489019"/>
              <a:gd name="connsiteX3" fmla="*/ 341607 w 606884"/>
              <a:gd name="connsiteY3" fmla="*/ 351779 h 489019"/>
              <a:gd name="connsiteX4" fmla="*/ 333777 w 606884"/>
              <a:gd name="connsiteY4" fmla="*/ 359602 h 489019"/>
              <a:gd name="connsiteX5" fmla="*/ 231099 w 606884"/>
              <a:gd name="connsiteY5" fmla="*/ 359602 h 489019"/>
              <a:gd name="connsiteX6" fmla="*/ 223269 w 606884"/>
              <a:gd name="connsiteY6" fmla="*/ 351779 h 489019"/>
              <a:gd name="connsiteX7" fmla="*/ 223269 w 606884"/>
              <a:gd name="connsiteY7" fmla="*/ 345057 h 489019"/>
              <a:gd name="connsiteX8" fmla="*/ 231099 w 606884"/>
              <a:gd name="connsiteY8" fmla="*/ 337233 h 489019"/>
              <a:gd name="connsiteX9" fmla="*/ 69505 w 606884"/>
              <a:gd name="connsiteY9" fmla="*/ 168511 h 489019"/>
              <a:gd name="connsiteX10" fmla="*/ 333776 w 606884"/>
              <a:gd name="connsiteY10" fmla="*/ 168511 h 489019"/>
              <a:gd name="connsiteX11" fmla="*/ 341607 w 606884"/>
              <a:gd name="connsiteY11" fmla="*/ 176328 h 489019"/>
              <a:gd name="connsiteX12" fmla="*/ 341607 w 606884"/>
              <a:gd name="connsiteY12" fmla="*/ 184475 h 489019"/>
              <a:gd name="connsiteX13" fmla="*/ 333776 w 606884"/>
              <a:gd name="connsiteY13" fmla="*/ 192292 h 489019"/>
              <a:gd name="connsiteX14" fmla="*/ 69505 w 606884"/>
              <a:gd name="connsiteY14" fmla="*/ 192292 h 489019"/>
              <a:gd name="connsiteX15" fmla="*/ 61674 w 606884"/>
              <a:gd name="connsiteY15" fmla="*/ 184475 h 489019"/>
              <a:gd name="connsiteX16" fmla="*/ 61674 w 606884"/>
              <a:gd name="connsiteY16" fmla="*/ 176328 h 489019"/>
              <a:gd name="connsiteX17" fmla="*/ 69505 w 606884"/>
              <a:gd name="connsiteY17" fmla="*/ 168511 h 489019"/>
              <a:gd name="connsiteX18" fmla="*/ 415329 w 606884"/>
              <a:gd name="connsiteY18" fmla="*/ 148465 h 489019"/>
              <a:gd name="connsiteX19" fmla="*/ 480629 w 606884"/>
              <a:gd name="connsiteY19" fmla="*/ 199564 h 489019"/>
              <a:gd name="connsiteX20" fmla="*/ 480739 w 606884"/>
              <a:gd name="connsiteY20" fmla="*/ 202427 h 489019"/>
              <a:gd name="connsiteX21" fmla="*/ 400768 w 606884"/>
              <a:gd name="connsiteY21" fmla="*/ 296696 h 489019"/>
              <a:gd name="connsiteX22" fmla="*/ 348484 w 606884"/>
              <a:gd name="connsiteY22" fmla="*/ 317289 h 489019"/>
              <a:gd name="connsiteX23" fmla="*/ 346609 w 606884"/>
              <a:gd name="connsiteY23" fmla="*/ 317950 h 489019"/>
              <a:gd name="connsiteX24" fmla="*/ 341535 w 606884"/>
              <a:gd name="connsiteY24" fmla="*/ 324007 h 489019"/>
              <a:gd name="connsiteX25" fmla="*/ 329181 w 606884"/>
              <a:gd name="connsiteY25" fmla="*/ 324998 h 489019"/>
              <a:gd name="connsiteX26" fmla="*/ 327526 w 606884"/>
              <a:gd name="connsiteY26" fmla="*/ 313105 h 489019"/>
              <a:gd name="connsiteX27" fmla="*/ 332270 w 606884"/>
              <a:gd name="connsiteY27" fmla="*/ 306717 h 489019"/>
              <a:gd name="connsiteX28" fmla="*/ 332380 w 606884"/>
              <a:gd name="connsiteY28" fmla="*/ 304625 h 489019"/>
              <a:gd name="connsiteX29" fmla="*/ 339991 w 606884"/>
              <a:gd name="connsiteY29" fmla="*/ 249231 h 489019"/>
              <a:gd name="connsiteX30" fmla="*/ 412792 w 606884"/>
              <a:gd name="connsiteY30" fmla="*/ 148906 h 489019"/>
              <a:gd name="connsiteX31" fmla="*/ 415329 w 606884"/>
              <a:gd name="connsiteY31" fmla="*/ 148465 h 489019"/>
              <a:gd name="connsiteX32" fmla="*/ 602907 w 606884"/>
              <a:gd name="connsiteY32" fmla="*/ 111349 h 489019"/>
              <a:gd name="connsiteX33" fmla="*/ 604673 w 606884"/>
              <a:gd name="connsiteY33" fmla="*/ 125670 h 489019"/>
              <a:gd name="connsiteX34" fmla="*/ 554806 w 606884"/>
              <a:gd name="connsiteY34" fmla="*/ 189231 h 489019"/>
              <a:gd name="connsiteX35" fmla="*/ 540464 w 606884"/>
              <a:gd name="connsiteY35" fmla="*/ 190993 h 489019"/>
              <a:gd name="connsiteX36" fmla="*/ 538698 w 606884"/>
              <a:gd name="connsiteY36" fmla="*/ 176563 h 489019"/>
              <a:gd name="connsiteX37" fmla="*/ 588565 w 606884"/>
              <a:gd name="connsiteY37" fmla="*/ 113112 h 489019"/>
              <a:gd name="connsiteX38" fmla="*/ 602907 w 606884"/>
              <a:gd name="connsiteY38" fmla="*/ 111349 h 489019"/>
              <a:gd name="connsiteX39" fmla="*/ 69505 w 606884"/>
              <a:gd name="connsiteY39" fmla="*/ 96393 h 489019"/>
              <a:gd name="connsiteX40" fmla="*/ 333776 w 606884"/>
              <a:gd name="connsiteY40" fmla="*/ 96393 h 489019"/>
              <a:gd name="connsiteX41" fmla="*/ 341607 w 606884"/>
              <a:gd name="connsiteY41" fmla="*/ 104210 h 489019"/>
              <a:gd name="connsiteX42" fmla="*/ 341607 w 606884"/>
              <a:gd name="connsiteY42" fmla="*/ 112357 h 489019"/>
              <a:gd name="connsiteX43" fmla="*/ 333776 w 606884"/>
              <a:gd name="connsiteY43" fmla="*/ 120174 h 489019"/>
              <a:gd name="connsiteX44" fmla="*/ 69505 w 606884"/>
              <a:gd name="connsiteY44" fmla="*/ 120174 h 489019"/>
              <a:gd name="connsiteX45" fmla="*/ 61674 w 606884"/>
              <a:gd name="connsiteY45" fmla="*/ 112357 h 489019"/>
              <a:gd name="connsiteX46" fmla="*/ 61674 w 606884"/>
              <a:gd name="connsiteY46" fmla="*/ 104210 h 489019"/>
              <a:gd name="connsiteX47" fmla="*/ 69505 w 606884"/>
              <a:gd name="connsiteY47" fmla="*/ 96393 h 489019"/>
              <a:gd name="connsiteX48" fmla="*/ 530392 w 606884"/>
              <a:gd name="connsiteY48" fmla="*/ 8665 h 489019"/>
              <a:gd name="connsiteX49" fmla="*/ 569937 w 606884"/>
              <a:gd name="connsiteY49" fmla="*/ 18743 h 489019"/>
              <a:gd name="connsiteX50" fmla="*/ 575673 w 606884"/>
              <a:gd name="connsiteY50" fmla="*/ 94635 h 489019"/>
              <a:gd name="connsiteX51" fmla="*/ 504415 w 606884"/>
              <a:gd name="connsiteY51" fmla="*/ 185397 h 489019"/>
              <a:gd name="connsiteX52" fmla="*/ 498569 w 606884"/>
              <a:gd name="connsiteY52" fmla="*/ 185728 h 489019"/>
              <a:gd name="connsiteX53" fmla="*/ 422789 w 606884"/>
              <a:gd name="connsiteY53" fmla="*/ 126358 h 489019"/>
              <a:gd name="connsiteX54" fmla="*/ 422678 w 606884"/>
              <a:gd name="connsiteY54" fmla="*/ 123163 h 489019"/>
              <a:gd name="connsiteX55" fmla="*/ 494818 w 606884"/>
              <a:gd name="connsiteY55" fmla="*/ 31300 h 489019"/>
              <a:gd name="connsiteX56" fmla="*/ 530392 w 606884"/>
              <a:gd name="connsiteY56" fmla="*/ 8665 h 489019"/>
              <a:gd name="connsiteX57" fmla="*/ 27246 w 606884"/>
              <a:gd name="connsiteY57" fmla="*/ 0 h 489019"/>
              <a:gd name="connsiteX58" fmla="*/ 376146 w 606884"/>
              <a:gd name="connsiteY58" fmla="*/ 0 h 489019"/>
              <a:gd name="connsiteX59" fmla="*/ 403281 w 606884"/>
              <a:gd name="connsiteY59" fmla="*/ 27205 h 489019"/>
              <a:gd name="connsiteX60" fmla="*/ 403281 w 606884"/>
              <a:gd name="connsiteY60" fmla="*/ 111351 h 489019"/>
              <a:gd name="connsiteX61" fmla="*/ 398207 w 606884"/>
              <a:gd name="connsiteY61" fmla="*/ 123797 h 489019"/>
              <a:gd name="connsiteX62" fmla="*/ 380558 w 606884"/>
              <a:gd name="connsiteY62" fmla="*/ 144503 h 489019"/>
              <a:gd name="connsiteX63" fmla="*/ 374491 w 606884"/>
              <a:gd name="connsiteY63" fmla="*/ 142851 h 489019"/>
              <a:gd name="connsiteX64" fmla="*/ 374491 w 606884"/>
              <a:gd name="connsiteY64" fmla="*/ 55951 h 489019"/>
              <a:gd name="connsiteX65" fmla="*/ 347356 w 606884"/>
              <a:gd name="connsiteY65" fmla="*/ 28747 h 489019"/>
              <a:gd name="connsiteX66" fmla="*/ 56036 w 606884"/>
              <a:gd name="connsiteY66" fmla="*/ 28747 h 489019"/>
              <a:gd name="connsiteX67" fmla="*/ 28790 w 606884"/>
              <a:gd name="connsiteY67" fmla="*/ 55951 h 489019"/>
              <a:gd name="connsiteX68" fmla="*/ 28790 w 606884"/>
              <a:gd name="connsiteY68" fmla="*/ 433068 h 489019"/>
              <a:gd name="connsiteX69" fmla="*/ 56036 w 606884"/>
              <a:gd name="connsiteY69" fmla="*/ 460273 h 489019"/>
              <a:gd name="connsiteX70" fmla="*/ 347356 w 606884"/>
              <a:gd name="connsiteY70" fmla="*/ 460273 h 489019"/>
              <a:gd name="connsiteX71" fmla="*/ 374491 w 606884"/>
              <a:gd name="connsiteY71" fmla="*/ 433068 h 489019"/>
              <a:gd name="connsiteX72" fmla="*/ 374491 w 606884"/>
              <a:gd name="connsiteY72" fmla="*/ 351345 h 489019"/>
              <a:gd name="connsiteX73" fmla="*/ 380448 w 606884"/>
              <a:gd name="connsiteY73" fmla="*/ 341432 h 489019"/>
              <a:gd name="connsiteX74" fmla="*/ 397104 w 606884"/>
              <a:gd name="connsiteY74" fmla="*/ 334934 h 489019"/>
              <a:gd name="connsiteX75" fmla="*/ 403281 w 606884"/>
              <a:gd name="connsiteY75" fmla="*/ 340001 h 489019"/>
              <a:gd name="connsiteX76" fmla="*/ 403281 w 606884"/>
              <a:gd name="connsiteY76" fmla="*/ 461815 h 489019"/>
              <a:gd name="connsiteX77" fmla="*/ 376146 w 606884"/>
              <a:gd name="connsiteY77" fmla="*/ 489019 h 489019"/>
              <a:gd name="connsiteX78" fmla="*/ 27246 w 606884"/>
              <a:gd name="connsiteY78" fmla="*/ 489019 h 489019"/>
              <a:gd name="connsiteX79" fmla="*/ 0 w 606884"/>
              <a:gd name="connsiteY79" fmla="*/ 461815 h 489019"/>
              <a:gd name="connsiteX80" fmla="*/ 0 w 606884"/>
              <a:gd name="connsiteY80" fmla="*/ 27205 h 489019"/>
              <a:gd name="connsiteX81" fmla="*/ 27246 w 606884"/>
              <a:gd name="connsiteY81" fmla="*/ 0 h 48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6884" h="489019">
                <a:moveTo>
                  <a:pt x="231099" y="337233"/>
                </a:moveTo>
                <a:lnTo>
                  <a:pt x="333777" y="337233"/>
                </a:lnTo>
                <a:cubicBezTo>
                  <a:pt x="338078" y="337233"/>
                  <a:pt x="341607" y="340759"/>
                  <a:pt x="341607" y="345057"/>
                </a:cubicBezTo>
                <a:lnTo>
                  <a:pt x="341607" y="351779"/>
                </a:lnTo>
                <a:cubicBezTo>
                  <a:pt x="341607" y="356076"/>
                  <a:pt x="338078" y="359602"/>
                  <a:pt x="333777" y="359602"/>
                </a:cubicBezTo>
                <a:lnTo>
                  <a:pt x="231099" y="359602"/>
                </a:lnTo>
                <a:cubicBezTo>
                  <a:pt x="226798" y="359602"/>
                  <a:pt x="223269" y="356076"/>
                  <a:pt x="223269" y="351779"/>
                </a:cubicBezTo>
                <a:lnTo>
                  <a:pt x="223269" y="345057"/>
                </a:lnTo>
                <a:cubicBezTo>
                  <a:pt x="223269" y="340759"/>
                  <a:pt x="226798" y="337233"/>
                  <a:pt x="231099" y="337233"/>
                </a:cubicBezTo>
                <a:close/>
                <a:moveTo>
                  <a:pt x="69505" y="168511"/>
                </a:moveTo>
                <a:lnTo>
                  <a:pt x="333776" y="168511"/>
                </a:lnTo>
                <a:cubicBezTo>
                  <a:pt x="338078" y="168511"/>
                  <a:pt x="341607" y="172034"/>
                  <a:pt x="341607" y="176328"/>
                </a:cubicBezTo>
                <a:lnTo>
                  <a:pt x="341607" y="184475"/>
                </a:lnTo>
                <a:cubicBezTo>
                  <a:pt x="341607" y="188769"/>
                  <a:pt x="338078" y="192292"/>
                  <a:pt x="333776" y="192292"/>
                </a:cubicBezTo>
                <a:lnTo>
                  <a:pt x="69505" y="192292"/>
                </a:lnTo>
                <a:cubicBezTo>
                  <a:pt x="65203" y="192292"/>
                  <a:pt x="61674" y="188879"/>
                  <a:pt x="61674" y="184475"/>
                </a:cubicBezTo>
                <a:lnTo>
                  <a:pt x="61674" y="176328"/>
                </a:lnTo>
                <a:cubicBezTo>
                  <a:pt x="61674" y="172034"/>
                  <a:pt x="65203" y="168511"/>
                  <a:pt x="69505" y="168511"/>
                </a:cubicBezTo>
                <a:close/>
                <a:moveTo>
                  <a:pt x="415329" y="148465"/>
                </a:moveTo>
                <a:cubicBezTo>
                  <a:pt x="432095" y="161570"/>
                  <a:pt x="464304" y="186789"/>
                  <a:pt x="480629" y="199564"/>
                </a:cubicBezTo>
                <a:cubicBezTo>
                  <a:pt x="482173" y="200775"/>
                  <a:pt x="481511" y="201656"/>
                  <a:pt x="480739" y="202427"/>
                </a:cubicBezTo>
                <a:cubicBezTo>
                  <a:pt x="472577" y="211898"/>
                  <a:pt x="418638" y="273900"/>
                  <a:pt x="400768" y="296696"/>
                </a:cubicBezTo>
                <a:cubicBezTo>
                  <a:pt x="389517" y="311012"/>
                  <a:pt x="363817" y="317840"/>
                  <a:pt x="348484" y="317289"/>
                </a:cubicBezTo>
                <a:cubicBezTo>
                  <a:pt x="348043" y="317289"/>
                  <a:pt x="347271" y="317179"/>
                  <a:pt x="346609" y="317950"/>
                </a:cubicBezTo>
                <a:cubicBezTo>
                  <a:pt x="344403" y="320703"/>
                  <a:pt x="342859" y="322465"/>
                  <a:pt x="341535" y="324007"/>
                </a:cubicBezTo>
                <a:cubicBezTo>
                  <a:pt x="338116" y="328412"/>
                  <a:pt x="332490" y="327421"/>
                  <a:pt x="329181" y="324998"/>
                </a:cubicBezTo>
                <a:cubicBezTo>
                  <a:pt x="325982" y="322576"/>
                  <a:pt x="324107" y="317400"/>
                  <a:pt x="327526" y="313105"/>
                </a:cubicBezTo>
                <a:cubicBezTo>
                  <a:pt x="328850" y="311453"/>
                  <a:pt x="330063" y="309581"/>
                  <a:pt x="332270" y="306717"/>
                </a:cubicBezTo>
                <a:cubicBezTo>
                  <a:pt x="333042" y="305726"/>
                  <a:pt x="332490" y="305065"/>
                  <a:pt x="332380" y="304625"/>
                </a:cubicBezTo>
                <a:cubicBezTo>
                  <a:pt x="328299" y="289758"/>
                  <a:pt x="328850" y="263437"/>
                  <a:pt x="339991" y="249231"/>
                </a:cubicBezTo>
                <a:cubicBezTo>
                  <a:pt x="357750" y="226545"/>
                  <a:pt x="404850" y="160028"/>
                  <a:pt x="412792" y="148906"/>
                </a:cubicBezTo>
                <a:cubicBezTo>
                  <a:pt x="413453" y="147915"/>
                  <a:pt x="414336" y="147694"/>
                  <a:pt x="415329" y="148465"/>
                </a:cubicBezTo>
                <a:close/>
                <a:moveTo>
                  <a:pt x="602907" y="111349"/>
                </a:moveTo>
                <a:cubicBezTo>
                  <a:pt x="607431" y="114764"/>
                  <a:pt x="608203" y="121263"/>
                  <a:pt x="604673" y="125670"/>
                </a:cubicBezTo>
                <a:lnTo>
                  <a:pt x="554806" y="189231"/>
                </a:lnTo>
                <a:cubicBezTo>
                  <a:pt x="551386" y="193637"/>
                  <a:pt x="544877" y="194408"/>
                  <a:pt x="540464" y="190993"/>
                </a:cubicBezTo>
                <a:cubicBezTo>
                  <a:pt x="535940" y="187468"/>
                  <a:pt x="535168" y="181079"/>
                  <a:pt x="538698" y="176563"/>
                </a:cubicBezTo>
                <a:lnTo>
                  <a:pt x="588565" y="113112"/>
                </a:lnTo>
                <a:cubicBezTo>
                  <a:pt x="592096" y="108595"/>
                  <a:pt x="598494" y="107824"/>
                  <a:pt x="602907" y="111349"/>
                </a:cubicBezTo>
                <a:close/>
                <a:moveTo>
                  <a:pt x="69505" y="96393"/>
                </a:moveTo>
                <a:lnTo>
                  <a:pt x="333776" y="96393"/>
                </a:lnTo>
                <a:cubicBezTo>
                  <a:pt x="338078" y="96393"/>
                  <a:pt x="341607" y="99916"/>
                  <a:pt x="341607" y="104210"/>
                </a:cubicBezTo>
                <a:lnTo>
                  <a:pt x="341607" y="112357"/>
                </a:lnTo>
                <a:cubicBezTo>
                  <a:pt x="341607" y="116651"/>
                  <a:pt x="338078" y="120174"/>
                  <a:pt x="333776" y="120174"/>
                </a:cubicBezTo>
                <a:lnTo>
                  <a:pt x="69505" y="120174"/>
                </a:lnTo>
                <a:cubicBezTo>
                  <a:pt x="65203" y="120174"/>
                  <a:pt x="61674" y="116651"/>
                  <a:pt x="61674" y="112357"/>
                </a:cubicBezTo>
                <a:lnTo>
                  <a:pt x="61674" y="104210"/>
                </a:lnTo>
                <a:cubicBezTo>
                  <a:pt x="61674" y="99916"/>
                  <a:pt x="65203" y="96393"/>
                  <a:pt x="69505" y="96393"/>
                </a:cubicBezTo>
                <a:close/>
                <a:moveTo>
                  <a:pt x="530392" y="8665"/>
                </a:moveTo>
                <a:cubicBezTo>
                  <a:pt x="543712" y="6186"/>
                  <a:pt x="557693" y="9160"/>
                  <a:pt x="569937" y="18743"/>
                </a:cubicBezTo>
                <a:cubicBezTo>
                  <a:pt x="594425" y="37909"/>
                  <a:pt x="594866" y="70182"/>
                  <a:pt x="575673" y="94635"/>
                </a:cubicBezTo>
                <a:cubicBezTo>
                  <a:pt x="575673" y="94635"/>
                  <a:pt x="522505" y="162376"/>
                  <a:pt x="504415" y="185397"/>
                </a:cubicBezTo>
                <a:cubicBezTo>
                  <a:pt x="501988" y="188481"/>
                  <a:pt x="500775" y="187490"/>
                  <a:pt x="498569" y="185728"/>
                </a:cubicBezTo>
                <a:cubicBezTo>
                  <a:pt x="485553" y="175594"/>
                  <a:pt x="439665" y="139686"/>
                  <a:pt x="422789" y="126358"/>
                </a:cubicBezTo>
                <a:cubicBezTo>
                  <a:pt x="421134" y="125146"/>
                  <a:pt x="422678" y="123163"/>
                  <a:pt x="422678" y="123163"/>
                </a:cubicBezTo>
                <a:lnTo>
                  <a:pt x="494818" y="31300"/>
                </a:lnTo>
                <a:cubicBezTo>
                  <a:pt x="504415" y="19074"/>
                  <a:pt x="517073" y="11143"/>
                  <a:pt x="530392" y="8665"/>
                </a:cubicBezTo>
                <a:close/>
                <a:moveTo>
                  <a:pt x="27246" y="0"/>
                </a:moveTo>
                <a:lnTo>
                  <a:pt x="376146" y="0"/>
                </a:lnTo>
                <a:cubicBezTo>
                  <a:pt x="391037" y="0"/>
                  <a:pt x="403281" y="12226"/>
                  <a:pt x="403281" y="27205"/>
                </a:cubicBezTo>
                <a:lnTo>
                  <a:pt x="403281" y="111351"/>
                </a:lnTo>
                <a:cubicBezTo>
                  <a:pt x="403281" y="116197"/>
                  <a:pt x="402068" y="119722"/>
                  <a:pt x="398207" y="123797"/>
                </a:cubicBezTo>
                <a:cubicBezTo>
                  <a:pt x="394567" y="127652"/>
                  <a:pt x="385411" y="138225"/>
                  <a:pt x="380558" y="144503"/>
                </a:cubicBezTo>
                <a:cubicBezTo>
                  <a:pt x="378683" y="147036"/>
                  <a:pt x="374491" y="151112"/>
                  <a:pt x="374491" y="142851"/>
                </a:cubicBezTo>
                <a:lnTo>
                  <a:pt x="374491" y="55951"/>
                </a:lnTo>
                <a:cubicBezTo>
                  <a:pt x="374491" y="40972"/>
                  <a:pt x="362247" y="28747"/>
                  <a:pt x="347356" y="28747"/>
                </a:cubicBezTo>
                <a:lnTo>
                  <a:pt x="56036" y="28747"/>
                </a:lnTo>
                <a:cubicBezTo>
                  <a:pt x="41034" y="28747"/>
                  <a:pt x="28790" y="40972"/>
                  <a:pt x="28790" y="55951"/>
                </a:cubicBezTo>
                <a:lnTo>
                  <a:pt x="28790" y="433068"/>
                </a:lnTo>
                <a:cubicBezTo>
                  <a:pt x="28790" y="448047"/>
                  <a:pt x="41034" y="460273"/>
                  <a:pt x="56036" y="460273"/>
                </a:cubicBezTo>
                <a:lnTo>
                  <a:pt x="347356" y="460273"/>
                </a:lnTo>
                <a:cubicBezTo>
                  <a:pt x="362247" y="460273"/>
                  <a:pt x="374491" y="448047"/>
                  <a:pt x="374491" y="433068"/>
                </a:cubicBezTo>
                <a:lnTo>
                  <a:pt x="374491" y="351345"/>
                </a:lnTo>
                <a:cubicBezTo>
                  <a:pt x="374491" y="342864"/>
                  <a:pt x="378462" y="341983"/>
                  <a:pt x="380448" y="341432"/>
                </a:cubicBezTo>
                <a:cubicBezTo>
                  <a:pt x="385742" y="339890"/>
                  <a:pt x="391368" y="337798"/>
                  <a:pt x="397104" y="334934"/>
                </a:cubicBezTo>
                <a:cubicBezTo>
                  <a:pt x="399200" y="333943"/>
                  <a:pt x="403281" y="332842"/>
                  <a:pt x="403281" y="340001"/>
                </a:cubicBezTo>
                <a:lnTo>
                  <a:pt x="403281" y="461815"/>
                </a:lnTo>
                <a:cubicBezTo>
                  <a:pt x="403281" y="476794"/>
                  <a:pt x="391037" y="489019"/>
                  <a:pt x="376146" y="489019"/>
                </a:cubicBezTo>
                <a:lnTo>
                  <a:pt x="27246" y="489019"/>
                </a:lnTo>
                <a:cubicBezTo>
                  <a:pt x="12244" y="489019"/>
                  <a:pt x="0" y="476794"/>
                  <a:pt x="0" y="461815"/>
                </a:cubicBezTo>
                <a:lnTo>
                  <a:pt x="0" y="27205"/>
                </a:lnTo>
                <a:cubicBezTo>
                  <a:pt x="0" y="12226"/>
                  <a:pt x="12244" y="0"/>
                  <a:pt x="272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6" name="user_274180"/>
          <p:cNvSpPr>
            <a:spLocks noChangeAspect="1"/>
          </p:cNvSpPr>
          <p:nvPr/>
        </p:nvSpPr>
        <p:spPr bwMode="auto">
          <a:xfrm>
            <a:off x="4549964" y="4632704"/>
            <a:ext cx="413480" cy="412864"/>
          </a:xfrm>
          <a:custGeom>
            <a:avLst/>
            <a:gdLst>
              <a:gd name="connsiteX0" fmla="*/ 518971 w 607627"/>
              <a:gd name="connsiteY0" fmla="*/ 505595 h 606722"/>
              <a:gd name="connsiteX1" fmla="*/ 506331 w 607627"/>
              <a:gd name="connsiteY1" fmla="*/ 518214 h 606722"/>
              <a:gd name="connsiteX2" fmla="*/ 506331 w 607627"/>
              <a:gd name="connsiteY2" fmla="*/ 568777 h 606722"/>
              <a:gd name="connsiteX3" fmla="*/ 518971 w 607627"/>
              <a:gd name="connsiteY3" fmla="*/ 581396 h 606722"/>
              <a:gd name="connsiteX4" fmla="*/ 569619 w 607627"/>
              <a:gd name="connsiteY4" fmla="*/ 581396 h 606722"/>
              <a:gd name="connsiteX5" fmla="*/ 582259 w 607627"/>
              <a:gd name="connsiteY5" fmla="*/ 568777 h 606722"/>
              <a:gd name="connsiteX6" fmla="*/ 582259 w 607627"/>
              <a:gd name="connsiteY6" fmla="*/ 518214 h 606722"/>
              <a:gd name="connsiteX7" fmla="*/ 569619 w 607627"/>
              <a:gd name="connsiteY7" fmla="*/ 505595 h 606722"/>
              <a:gd name="connsiteX8" fmla="*/ 518971 w 607627"/>
              <a:gd name="connsiteY8" fmla="*/ 480269 h 606722"/>
              <a:gd name="connsiteX9" fmla="*/ 569619 w 607627"/>
              <a:gd name="connsiteY9" fmla="*/ 480269 h 606722"/>
              <a:gd name="connsiteX10" fmla="*/ 607627 w 607627"/>
              <a:gd name="connsiteY10" fmla="*/ 518214 h 606722"/>
              <a:gd name="connsiteX11" fmla="*/ 607627 w 607627"/>
              <a:gd name="connsiteY11" fmla="*/ 568777 h 606722"/>
              <a:gd name="connsiteX12" fmla="*/ 569619 w 607627"/>
              <a:gd name="connsiteY12" fmla="*/ 606722 h 606722"/>
              <a:gd name="connsiteX13" fmla="*/ 518971 w 607627"/>
              <a:gd name="connsiteY13" fmla="*/ 606722 h 606722"/>
              <a:gd name="connsiteX14" fmla="*/ 480962 w 607627"/>
              <a:gd name="connsiteY14" fmla="*/ 568777 h 606722"/>
              <a:gd name="connsiteX15" fmla="*/ 480962 w 607627"/>
              <a:gd name="connsiteY15" fmla="*/ 518214 h 606722"/>
              <a:gd name="connsiteX16" fmla="*/ 518971 w 607627"/>
              <a:gd name="connsiteY16" fmla="*/ 480269 h 606722"/>
              <a:gd name="connsiteX17" fmla="*/ 518971 w 607627"/>
              <a:gd name="connsiteY17" fmla="*/ 278092 h 606722"/>
              <a:gd name="connsiteX18" fmla="*/ 506331 w 607627"/>
              <a:gd name="connsiteY18" fmla="*/ 290711 h 606722"/>
              <a:gd name="connsiteX19" fmla="*/ 506331 w 607627"/>
              <a:gd name="connsiteY19" fmla="*/ 341274 h 606722"/>
              <a:gd name="connsiteX20" fmla="*/ 518971 w 607627"/>
              <a:gd name="connsiteY20" fmla="*/ 353893 h 606722"/>
              <a:gd name="connsiteX21" fmla="*/ 569619 w 607627"/>
              <a:gd name="connsiteY21" fmla="*/ 353893 h 606722"/>
              <a:gd name="connsiteX22" fmla="*/ 582259 w 607627"/>
              <a:gd name="connsiteY22" fmla="*/ 341274 h 606722"/>
              <a:gd name="connsiteX23" fmla="*/ 582259 w 607627"/>
              <a:gd name="connsiteY23" fmla="*/ 290711 h 606722"/>
              <a:gd name="connsiteX24" fmla="*/ 569619 w 607627"/>
              <a:gd name="connsiteY24" fmla="*/ 278092 h 606722"/>
              <a:gd name="connsiteX25" fmla="*/ 518971 w 607627"/>
              <a:gd name="connsiteY25" fmla="*/ 252766 h 606722"/>
              <a:gd name="connsiteX26" fmla="*/ 569619 w 607627"/>
              <a:gd name="connsiteY26" fmla="*/ 252766 h 606722"/>
              <a:gd name="connsiteX27" fmla="*/ 607627 w 607627"/>
              <a:gd name="connsiteY27" fmla="*/ 290711 h 606722"/>
              <a:gd name="connsiteX28" fmla="*/ 607627 w 607627"/>
              <a:gd name="connsiteY28" fmla="*/ 341274 h 606722"/>
              <a:gd name="connsiteX29" fmla="*/ 569619 w 607627"/>
              <a:gd name="connsiteY29" fmla="*/ 379219 h 606722"/>
              <a:gd name="connsiteX30" fmla="*/ 518971 w 607627"/>
              <a:gd name="connsiteY30" fmla="*/ 379219 h 606722"/>
              <a:gd name="connsiteX31" fmla="*/ 480962 w 607627"/>
              <a:gd name="connsiteY31" fmla="*/ 341274 h 606722"/>
              <a:gd name="connsiteX32" fmla="*/ 480962 w 607627"/>
              <a:gd name="connsiteY32" fmla="*/ 290711 h 606722"/>
              <a:gd name="connsiteX33" fmla="*/ 518971 w 607627"/>
              <a:gd name="connsiteY33" fmla="*/ 252766 h 606722"/>
              <a:gd name="connsiteX34" fmla="*/ 81603 w 607627"/>
              <a:gd name="connsiteY34" fmla="*/ 176955 h 606722"/>
              <a:gd name="connsiteX35" fmla="*/ 42180 w 607627"/>
              <a:gd name="connsiteY35" fmla="*/ 215968 h 606722"/>
              <a:gd name="connsiteX36" fmla="*/ 25449 w 607627"/>
              <a:gd name="connsiteY36" fmla="*/ 362778 h 606722"/>
              <a:gd name="connsiteX37" fmla="*/ 29543 w 607627"/>
              <a:gd name="connsiteY37" fmla="*/ 376553 h 606722"/>
              <a:gd name="connsiteX38" fmla="*/ 38798 w 607627"/>
              <a:gd name="connsiteY38" fmla="*/ 380907 h 606722"/>
              <a:gd name="connsiteX39" fmla="*/ 48409 w 607627"/>
              <a:gd name="connsiteY39" fmla="*/ 380907 h 606722"/>
              <a:gd name="connsiteX40" fmla="*/ 61046 w 607627"/>
              <a:gd name="connsiteY40" fmla="*/ 392549 h 606722"/>
              <a:gd name="connsiteX41" fmla="*/ 75017 w 607627"/>
              <a:gd name="connsiteY41" fmla="*/ 581395 h 606722"/>
              <a:gd name="connsiteX42" fmla="*/ 152796 w 607627"/>
              <a:gd name="connsiteY42" fmla="*/ 581395 h 606722"/>
              <a:gd name="connsiteX43" fmla="*/ 166768 w 607627"/>
              <a:gd name="connsiteY43" fmla="*/ 392549 h 606722"/>
              <a:gd name="connsiteX44" fmla="*/ 179404 w 607627"/>
              <a:gd name="connsiteY44" fmla="*/ 380907 h 606722"/>
              <a:gd name="connsiteX45" fmla="*/ 189016 w 607627"/>
              <a:gd name="connsiteY45" fmla="*/ 380907 h 606722"/>
              <a:gd name="connsiteX46" fmla="*/ 198271 w 607627"/>
              <a:gd name="connsiteY46" fmla="*/ 376553 h 606722"/>
              <a:gd name="connsiteX47" fmla="*/ 202364 w 607627"/>
              <a:gd name="connsiteY47" fmla="*/ 362778 h 606722"/>
              <a:gd name="connsiteX48" fmla="*/ 185634 w 607627"/>
              <a:gd name="connsiteY48" fmla="*/ 215968 h 606722"/>
              <a:gd name="connsiteX49" fmla="*/ 146211 w 607627"/>
              <a:gd name="connsiteY49" fmla="*/ 176955 h 606722"/>
              <a:gd name="connsiteX50" fmla="*/ 81603 w 607627"/>
              <a:gd name="connsiteY50" fmla="*/ 151716 h 606722"/>
              <a:gd name="connsiteX51" fmla="*/ 146211 w 607627"/>
              <a:gd name="connsiteY51" fmla="*/ 151716 h 606722"/>
              <a:gd name="connsiteX52" fmla="*/ 210818 w 607627"/>
              <a:gd name="connsiteY52" fmla="*/ 213124 h 606722"/>
              <a:gd name="connsiteX53" fmla="*/ 227549 w 607627"/>
              <a:gd name="connsiteY53" fmla="*/ 359935 h 606722"/>
              <a:gd name="connsiteX54" fmla="*/ 217137 w 607627"/>
              <a:gd name="connsiteY54" fmla="*/ 393349 h 606722"/>
              <a:gd name="connsiteX55" fmla="*/ 191151 w 607627"/>
              <a:gd name="connsiteY55" fmla="*/ 406146 h 606722"/>
              <a:gd name="connsiteX56" fmla="*/ 177180 w 607627"/>
              <a:gd name="connsiteY56" fmla="*/ 594991 h 606722"/>
              <a:gd name="connsiteX57" fmla="*/ 164543 w 607627"/>
              <a:gd name="connsiteY57" fmla="*/ 606722 h 606722"/>
              <a:gd name="connsiteX58" fmla="*/ 63271 w 607627"/>
              <a:gd name="connsiteY58" fmla="*/ 606722 h 606722"/>
              <a:gd name="connsiteX59" fmla="*/ 50634 w 607627"/>
              <a:gd name="connsiteY59" fmla="*/ 594991 h 606722"/>
              <a:gd name="connsiteX60" fmla="*/ 36662 w 607627"/>
              <a:gd name="connsiteY60" fmla="*/ 406146 h 606722"/>
              <a:gd name="connsiteX61" fmla="*/ 10677 w 607627"/>
              <a:gd name="connsiteY61" fmla="*/ 393349 h 606722"/>
              <a:gd name="connsiteX62" fmla="*/ 265 w 607627"/>
              <a:gd name="connsiteY62" fmla="*/ 359935 h 606722"/>
              <a:gd name="connsiteX63" fmla="*/ 17084 w 607627"/>
              <a:gd name="connsiteY63" fmla="*/ 213124 h 606722"/>
              <a:gd name="connsiteX64" fmla="*/ 81603 w 607627"/>
              <a:gd name="connsiteY64" fmla="*/ 151716 h 606722"/>
              <a:gd name="connsiteX65" fmla="*/ 392412 w 607627"/>
              <a:gd name="connsiteY65" fmla="*/ 75787 h 606722"/>
              <a:gd name="connsiteX66" fmla="*/ 443060 w 607627"/>
              <a:gd name="connsiteY66" fmla="*/ 75787 h 606722"/>
              <a:gd name="connsiteX67" fmla="*/ 455700 w 607627"/>
              <a:gd name="connsiteY67" fmla="*/ 88497 h 606722"/>
              <a:gd name="connsiteX68" fmla="*/ 443060 w 607627"/>
              <a:gd name="connsiteY68" fmla="*/ 101119 h 606722"/>
              <a:gd name="connsiteX69" fmla="*/ 392412 w 607627"/>
              <a:gd name="connsiteY69" fmla="*/ 101119 h 606722"/>
              <a:gd name="connsiteX70" fmla="*/ 354404 w 607627"/>
              <a:gd name="connsiteY70" fmla="*/ 138982 h 606722"/>
              <a:gd name="connsiteX71" fmla="*/ 354404 w 607627"/>
              <a:gd name="connsiteY71" fmla="*/ 303326 h 606722"/>
              <a:gd name="connsiteX72" fmla="*/ 443060 w 607627"/>
              <a:gd name="connsiteY72" fmla="*/ 303326 h 606722"/>
              <a:gd name="connsiteX73" fmla="*/ 455700 w 607627"/>
              <a:gd name="connsiteY73" fmla="*/ 316036 h 606722"/>
              <a:gd name="connsiteX74" fmla="*/ 443060 w 607627"/>
              <a:gd name="connsiteY74" fmla="*/ 328658 h 606722"/>
              <a:gd name="connsiteX75" fmla="*/ 354404 w 607627"/>
              <a:gd name="connsiteY75" fmla="*/ 328658 h 606722"/>
              <a:gd name="connsiteX76" fmla="*/ 354404 w 607627"/>
              <a:gd name="connsiteY76" fmla="*/ 493002 h 606722"/>
              <a:gd name="connsiteX77" fmla="*/ 392412 w 607627"/>
              <a:gd name="connsiteY77" fmla="*/ 530865 h 606722"/>
              <a:gd name="connsiteX78" fmla="*/ 443060 w 607627"/>
              <a:gd name="connsiteY78" fmla="*/ 530865 h 606722"/>
              <a:gd name="connsiteX79" fmla="*/ 455700 w 607627"/>
              <a:gd name="connsiteY79" fmla="*/ 543576 h 606722"/>
              <a:gd name="connsiteX80" fmla="*/ 443060 w 607627"/>
              <a:gd name="connsiteY80" fmla="*/ 556197 h 606722"/>
              <a:gd name="connsiteX81" fmla="*/ 392412 w 607627"/>
              <a:gd name="connsiteY81" fmla="*/ 556197 h 606722"/>
              <a:gd name="connsiteX82" fmla="*/ 329124 w 607627"/>
              <a:gd name="connsiteY82" fmla="*/ 493002 h 606722"/>
              <a:gd name="connsiteX83" fmla="*/ 329124 w 607627"/>
              <a:gd name="connsiteY83" fmla="*/ 328658 h 606722"/>
              <a:gd name="connsiteX84" fmla="*/ 265836 w 607627"/>
              <a:gd name="connsiteY84" fmla="*/ 328658 h 606722"/>
              <a:gd name="connsiteX85" fmla="*/ 253107 w 607627"/>
              <a:gd name="connsiteY85" fmla="*/ 316036 h 606722"/>
              <a:gd name="connsiteX86" fmla="*/ 265836 w 607627"/>
              <a:gd name="connsiteY86" fmla="*/ 303326 h 606722"/>
              <a:gd name="connsiteX87" fmla="*/ 329124 w 607627"/>
              <a:gd name="connsiteY87" fmla="*/ 303326 h 606722"/>
              <a:gd name="connsiteX88" fmla="*/ 329124 w 607627"/>
              <a:gd name="connsiteY88" fmla="*/ 138982 h 606722"/>
              <a:gd name="connsiteX89" fmla="*/ 392412 w 607627"/>
              <a:gd name="connsiteY89" fmla="*/ 75787 h 606722"/>
              <a:gd name="connsiteX90" fmla="*/ 518971 w 607627"/>
              <a:gd name="connsiteY90" fmla="*/ 50588 h 606722"/>
              <a:gd name="connsiteX91" fmla="*/ 506331 w 607627"/>
              <a:gd name="connsiteY91" fmla="*/ 63207 h 606722"/>
              <a:gd name="connsiteX92" fmla="*/ 506331 w 607627"/>
              <a:gd name="connsiteY92" fmla="*/ 113770 h 606722"/>
              <a:gd name="connsiteX93" fmla="*/ 518971 w 607627"/>
              <a:gd name="connsiteY93" fmla="*/ 126389 h 606722"/>
              <a:gd name="connsiteX94" fmla="*/ 569619 w 607627"/>
              <a:gd name="connsiteY94" fmla="*/ 126389 h 606722"/>
              <a:gd name="connsiteX95" fmla="*/ 582259 w 607627"/>
              <a:gd name="connsiteY95" fmla="*/ 113770 h 606722"/>
              <a:gd name="connsiteX96" fmla="*/ 582259 w 607627"/>
              <a:gd name="connsiteY96" fmla="*/ 63207 h 606722"/>
              <a:gd name="connsiteX97" fmla="*/ 569619 w 607627"/>
              <a:gd name="connsiteY97" fmla="*/ 50588 h 606722"/>
              <a:gd name="connsiteX98" fmla="*/ 518971 w 607627"/>
              <a:gd name="connsiteY98" fmla="*/ 25262 h 606722"/>
              <a:gd name="connsiteX99" fmla="*/ 569619 w 607627"/>
              <a:gd name="connsiteY99" fmla="*/ 25262 h 606722"/>
              <a:gd name="connsiteX100" fmla="*/ 607627 w 607627"/>
              <a:gd name="connsiteY100" fmla="*/ 63207 h 606722"/>
              <a:gd name="connsiteX101" fmla="*/ 607627 w 607627"/>
              <a:gd name="connsiteY101" fmla="*/ 113770 h 606722"/>
              <a:gd name="connsiteX102" fmla="*/ 569619 w 607627"/>
              <a:gd name="connsiteY102" fmla="*/ 151715 h 606722"/>
              <a:gd name="connsiteX103" fmla="*/ 518971 w 607627"/>
              <a:gd name="connsiteY103" fmla="*/ 151715 h 606722"/>
              <a:gd name="connsiteX104" fmla="*/ 480962 w 607627"/>
              <a:gd name="connsiteY104" fmla="*/ 113770 h 606722"/>
              <a:gd name="connsiteX105" fmla="*/ 480962 w 607627"/>
              <a:gd name="connsiteY105" fmla="*/ 63207 h 606722"/>
              <a:gd name="connsiteX106" fmla="*/ 518971 w 607627"/>
              <a:gd name="connsiteY106" fmla="*/ 25262 h 606722"/>
              <a:gd name="connsiteX107" fmla="*/ 113916 w 607627"/>
              <a:gd name="connsiteY107" fmla="*/ 25241 h 606722"/>
              <a:gd name="connsiteX108" fmla="*/ 75923 w 607627"/>
              <a:gd name="connsiteY108" fmla="*/ 63191 h 606722"/>
              <a:gd name="connsiteX109" fmla="*/ 113916 w 607627"/>
              <a:gd name="connsiteY109" fmla="*/ 101142 h 606722"/>
              <a:gd name="connsiteX110" fmla="*/ 151909 w 607627"/>
              <a:gd name="connsiteY110" fmla="*/ 63191 h 606722"/>
              <a:gd name="connsiteX111" fmla="*/ 113916 w 607627"/>
              <a:gd name="connsiteY111" fmla="*/ 25241 h 606722"/>
              <a:gd name="connsiteX112" fmla="*/ 113916 w 607627"/>
              <a:gd name="connsiteY112" fmla="*/ 0 h 606722"/>
              <a:gd name="connsiteX113" fmla="*/ 177178 w 607627"/>
              <a:gd name="connsiteY113" fmla="*/ 63191 h 606722"/>
              <a:gd name="connsiteX114" fmla="*/ 113916 w 607627"/>
              <a:gd name="connsiteY114" fmla="*/ 126383 h 606722"/>
              <a:gd name="connsiteX115" fmla="*/ 50654 w 607627"/>
              <a:gd name="connsiteY115" fmla="*/ 63191 h 606722"/>
              <a:gd name="connsiteX116" fmla="*/ 113916 w 607627"/>
              <a:gd name="connsiteY11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607627" h="606722">
                <a:moveTo>
                  <a:pt x="518971" y="505595"/>
                </a:moveTo>
                <a:cubicBezTo>
                  <a:pt x="512028" y="505595"/>
                  <a:pt x="506331" y="511282"/>
                  <a:pt x="506331" y="518214"/>
                </a:cubicBezTo>
                <a:lnTo>
                  <a:pt x="506331" y="568777"/>
                </a:lnTo>
                <a:cubicBezTo>
                  <a:pt x="506331" y="575797"/>
                  <a:pt x="512028" y="581396"/>
                  <a:pt x="518971" y="581396"/>
                </a:cubicBezTo>
                <a:lnTo>
                  <a:pt x="569619" y="581396"/>
                </a:lnTo>
                <a:cubicBezTo>
                  <a:pt x="576562" y="581396"/>
                  <a:pt x="582259" y="575797"/>
                  <a:pt x="582259" y="568777"/>
                </a:cubicBezTo>
                <a:lnTo>
                  <a:pt x="582259" y="518214"/>
                </a:lnTo>
                <a:cubicBezTo>
                  <a:pt x="582259" y="511282"/>
                  <a:pt x="576562" y="505595"/>
                  <a:pt x="569619" y="505595"/>
                </a:cubicBezTo>
                <a:close/>
                <a:moveTo>
                  <a:pt x="518971" y="480269"/>
                </a:moveTo>
                <a:lnTo>
                  <a:pt x="569619" y="480269"/>
                </a:lnTo>
                <a:cubicBezTo>
                  <a:pt x="590537" y="480269"/>
                  <a:pt x="607627" y="497331"/>
                  <a:pt x="607627" y="518214"/>
                </a:cubicBezTo>
                <a:lnTo>
                  <a:pt x="607627" y="568777"/>
                </a:lnTo>
                <a:cubicBezTo>
                  <a:pt x="607627" y="589660"/>
                  <a:pt x="590537" y="606722"/>
                  <a:pt x="569619" y="606722"/>
                </a:cubicBezTo>
                <a:lnTo>
                  <a:pt x="518971" y="606722"/>
                </a:lnTo>
                <a:cubicBezTo>
                  <a:pt x="498053" y="606722"/>
                  <a:pt x="480962" y="589660"/>
                  <a:pt x="480962" y="568777"/>
                </a:cubicBezTo>
                <a:lnTo>
                  <a:pt x="480962" y="518214"/>
                </a:lnTo>
                <a:cubicBezTo>
                  <a:pt x="480962" y="497331"/>
                  <a:pt x="498053" y="480269"/>
                  <a:pt x="518971" y="480269"/>
                </a:cubicBezTo>
                <a:close/>
                <a:moveTo>
                  <a:pt x="518971" y="278092"/>
                </a:moveTo>
                <a:cubicBezTo>
                  <a:pt x="512028" y="278092"/>
                  <a:pt x="506331" y="283779"/>
                  <a:pt x="506331" y="290711"/>
                </a:cubicBezTo>
                <a:lnTo>
                  <a:pt x="506331" y="341274"/>
                </a:lnTo>
                <a:cubicBezTo>
                  <a:pt x="506331" y="348294"/>
                  <a:pt x="512028" y="353893"/>
                  <a:pt x="518971" y="353893"/>
                </a:cubicBezTo>
                <a:lnTo>
                  <a:pt x="569619" y="353893"/>
                </a:lnTo>
                <a:cubicBezTo>
                  <a:pt x="576562" y="353893"/>
                  <a:pt x="582259" y="348294"/>
                  <a:pt x="582259" y="341274"/>
                </a:cubicBezTo>
                <a:lnTo>
                  <a:pt x="582259" y="290711"/>
                </a:lnTo>
                <a:cubicBezTo>
                  <a:pt x="582259" y="283779"/>
                  <a:pt x="576562" y="278092"/>
                  <a:pt x="569619" y="278092"/>
                </a:cubicBezTo>
                <a:close/>
                <a:moveTo>
                  <a:pt x="518971" y="252766"/>
                </a:moveTo>
                <a:lnTo>
                  <a:pt x="569619" y="252766"/>
                </a:lnTo>
                <a:cubicBezTo>
                  <a:pt x="590537" y="252766"/>
                  <a:pt x="607627" y="269828"/>
                  <a:pt x="607627" y="290711"/>
                </a:cubicBezTo>
                <a:lnTo>
                  <a:pt x="607627" y="341274"/>
                </a:lnTo>
                <a:cubicBezTo>
                  <a:pt x="607627" y="362157"/>
                  <a:pt x="590537" y="379219"/>
                  <a:pt x="569619" y="379219"/>
                </a:cubicBezTo>
                <a:lnTo>
                  <a:pt x="518971" y="379219"/>
                </a:lnTo>
                <a:cubicBezTo>
                  <a:pt x="498053" y="379219"/>
                  <a:pt x="480962" y="362157"/>
                  <a:pt x="480962" y="341274"/>
                </a:cubicBezTo>
                <a:lnTo>
                  <a:pt x="480962" y="290711"/>
                </a:lnTo>
                <a:cubicBezTo>
                  <a:pt x="480962" y="269828"/>
                  <a:pt x="498053" y="252766"/>
                  <a:pt x="518971" y="252766"/>
                </a:cubicBezTo>
                <a:close/>
                <a:moveTo>
                  <a:pt x="81603" y="176955"/>
                </a:moveTo>
                <a:cubicBezTo>
                  <a:pt x="61669" y="176955"/>
                  <a:pt x="44760" y="193751"/>
                  <a:pt x="42180" y="215968"/>
                </a:cubicBezTo>
                <a:lnTo>
                  <a:pt x="25449" y="362778"/>
                </a:lnTo>
                <a:cubicBezTo>
                  <a:pt x="24826" y="367933"/>
                  <a:pt x="26339" y="372909"/>
                  <a:pt x="29543" y="376553"/>
                </a:cubicBezTo>
                <a:cubicBezTo>
                  <a:pt x="30967" y="378153"/>
                  <a:pt x="34170" y="380907"/>
                  <a:pt x="38798" y="380907"/>
                </a:cubicBezTo>
                <a:lnTo>
                  <a:pt x="48409" y="380907"/>
                </a:lnTo>
                <a:cubicBezTo>
                  <a:pt x="55083" y="380907"/>
                  <a:pt x="60512" y="385973"/>
                  <a:pt x="61046" y="392549"/>
                </a:cubicBezTo>
                <a:lnTo>
                  <a:pt x="75017" y="581395"/>
                </a:lnTo>
                <a:lnTo>
                  <a:pt x="152796" y="581395"/>
                </a:lnTo>
                <a:lnTo>
                  <a:pt x="166768" y="392549"/>
                </a:lnTo>
                <a:cubicBezTo>
                  <a:pt x="167213" y="385973"/>
                  <a:pt x="172730" y="380907"/>
                  <a:pt x="179404" y="380907"/>
                </a:cubicBezTo>
                <a:lnTo>
                  <a:pt x="189016" y="380907"/>
                </a:lnTo>
                <a:cubicBezTo>
                  <a:pt x="193643" y="380907"/>
                  <a:pt x="196847" y="378153"/>
                  <a:pt x="198271" y="376553"/>
                </a:cubicBezTo>
                <a:cubicBezTo>
                  <a:pt x="201474" y="372909"/>
                  <a:pt x="202987" y="367933"/>
                  <a:pt x="202364" y="362778"/>
                </a:cubicBezTo>
                <a:lnTo>
                  <a:pt x="185634" y="215968"/>
                </a:lnTo>
                <a:cubicBezTo>
                  <a:pt x="183053" y="193751"/>
                  <a:pt x="166145" y="176955"/>
                  <a:pt x="146211" y="176955"/>
                </a:cubicBezTo>
                <a:close/>
                <a:moveTo>
                  <a:pt x="81603" y="151716"/>
                </a:moveTo>
                <a:lnTo>
                  <a:pt x="146211" y="151716"/>
                </a:lnTo>
                <a:cubicBezTo>
                  <a:pt x="179049" y="151716"/>
                  <a:pt x="206814" y="178110"/>
                  <a:pt x="210818" y="213124"/>
                </a:cubicBezTo>
                <a:lnTo>
                  <a:pt x="227549" y="359935"/>
                </a:lnTo>
                <a:cubicBezTo>
                  <a:pt x="228973" y="372198"/>
                  <a:pt x="225146" y="384373"/>
                  <a:pt x="217137" y="393349"/>
                </a:cubicBezTo>
                <a:cubicBezTo>
                  <a:pt x="210285" y="401081"/>
                  <a:pt x="201118" y="405524"/>
                  <a:pt x="191151" y="406146"/>
                </a:cubicBezTo>
                <a:lnTo>
                  <a:pt x="177180" y="594991"/>
                </a:lnTo>
                <a:cubicBezTo>
                  <a:pt x="176646" y="601568"/>
                  <a:pt x="171128" y="606722"/>
                  <a:pt x="164543" y="606722"/>
                </a:cubicBezTo>
                <a:lnTo>
                  <a:pt x="63271" y="606722"/>
                </a:lnTo>
                <a:cubicBezTo>
                  <a:pt x="56685" y="606722"/>
                  <a:pt x="51168" y="601568"/>
                  <a:pt x="50634" y="594991"/>
                </a:cubicBezTo>
                <a:lnTo>
                  <a:pt x="36662" y="406146"/>
                </a:lnTo>
                <a:cubicBezTo>
                  <a:pt x="26695" y="405524"/>
                  <a:pt x="17529" y="401081"/>
                  <a:pt x="10677" y="393349"/>
                </a:cubicBezTo>
                <a:cubicBezTo>
                  <a:pt x="2667" y="384373"/>
                  <a:pt x="-1070" y="372198"/>
                  <a:pt x="265" y="359935"/>
                </a:cubicBezTo>
                <a:lnTo>
                  <a:pt x="17084" y="213124"/>
                </a:lnTo>
                <a:cubicBezTo>
                  <a:pt x="21000" y="178110"/>
                  <a:pt x="48765" y="151716"/>
                  <a:pt x="81603" y="151716"/>
                </a:cubicBezTo>
                <a:close/>
                <a:moveTo>
                  <a:pt x="392412" y="75787"/>
                </a:moveTo>
                <a:lnTo>
                  <a:pt x="443060" y="75787"/>
                </a:lnTo>
                <a:cubicBezTo>
                  <a:pt x="450003" y="75787"/>
                  <a:pt x="455700" y="81475"/>
                  <a:pt x="455700" y="88497"/>
                </a:cubicBezTo>
                <a:cubicBezTo>
                  <a:pt x="455700" y="95430"/>
                  <a:pt x="450003" y="101119"/>
                  <a:pt x="443060" y="101119"/>
                </a:cubicBezTo>
                <a:lnTo>
                  <a:pt x="392412" y="101119"/>
                </a:lnTo>
                <a:cubicBezTo>
                  <a:pt x="371494" y="101119"/>
                  <a:pt x="354404" y="118095"/>
                  <a:pt x="354404" y="138982"/>
                </a:cubicBezTo>
                <a:lnTo>
                  <a:pt x="354404" y="303326"/>
                </a:lnTo>
                <a:lnTo>
                  <a:pt x="443060" y="303326"/>
                </a:lnTo>
                <a:cubicBezTo>
                  <a:pt x="450003" y="303326"/>
                  <a:pt x="455700" y="309015"/>
                  <a:pt x="455700" y="316036"/>
                </a:cubicBezTo>
                <a:cubicBezTo>
                  <a:pt x="455700" y="322969"/>
                  <a:pt x="450003" y="328658"/>
                  <a:pt x="443060" y="328658"/>
                </a:cubicBezTo>
                <a:lnTo>
                  <a:pt x="354404" y="328658"/>
                </a:lnTo>
                <a:lnTo>
                  <a:pt x="354404" y="493002"/>
                </a:lnTo>
                <a:cubicBezTo>
                  <a:pt x="354404" y="513889"/>
                  <a:pt x="371494" y="530865"/>
                  <a:pt x="392412" y="530865"/>
                </a:cubicBezTo>
                <a:lnTo>
                  <a:pt x="443060" y="530865"/>
                </a:lnTo>
                <a:cubicBezTo>
                  <a:pt x="450003" y="530865"/>
                  <a:pt x="455700" y="536554"/>
                  <a:pt x="455700" y="543576"/>
                </a:cubicBezTo>
                <a:cubicBezTo>
                  <a:pt x="455700" y="550509"/>
                  <a:pt x="450003" y="556197"/>
                  <a:pt x="443060" y="556197"/>
                </a:cubicBezTo>
                <a:lnTo>
                  <a:pt x="392412" y="556197"/>
                </a:lnTo>
                <a:cubicBezTo>
                  <a:pt x="357519" y="556197"/>
                  <a:pt x="329124" y="527843"/>
                  <a:pt x="329124" y="493002"/>
                </a:cubicBezTo>
                <a:lnTo>
                  <a:pt x="329124" y="328658"/>
                </a:lnTo>
                <a:lnTo>
                  <a:pt x="265836" y="328658"/>
                </a:lnTo>
                <a:cubicBezTo>
                  <a:pt x="258804" y="328658"/>
                  <a:pt x="253107" y="322969"/>
                  <a:pt x="253107" y="316036"/>
                </a:cubicBezTo>
                <a:cubicBezTo>
                  <a:pt x="253107" y="309015"/>
                  <a:pt x="258804" y="303326"/>
                  <a:pt x="265836" y="303326"/>
                </a:cubicBezTo>
                <a:lnTo>
                  <a:pt x="329124" y="303326"/>
                </a:lnTo>
                <a:lnTo>
                  <a:pt x="329124" y="138982"/>
                </a:lnTo>
                <a:cubicBezTo>
                  <a:pt x="329124" y="104141"/>
                  <a:pt x="357519" y="75787"/>
                  <a:pt x="392412" y="75787"/>
                </a:cubicBezTo>
                <a:close/>
                <a:moveTo>
                  <a:pt x="518971" y="50588"/>
                </a:moveTo>
                <a:cubicBezTo>
                  <a:pt x="512028" y="50588"/>
                  <a:pt x="506331" y="56275"/>
                  <a:pt x="506331" y="63207"/>
                </a:cubicBezTo>
                <a:lnTo>
                  <a:pt x="506331" y="113770"/>
                </a:lnTo>
                <a:cubicBezTo>
                  <a:pt x="506331" y="120790"/>
                  <a:pt x="512028" y="126389"/>
                  <a:pt x="518971" y="126389"/>
                </a:cubicBezTo>
                <a:lnTo>
                  <a:pt x="569619" y="126389"/>
                </a:lnTo>
                <a:cubicBezTo>
                  <a:pt x="576562" y="126389"/>
                  <a:pt x="582259" y="120790"/>
                  <a:pt x="582259" y="113770"/>
                </a:cubicBezTo>
                <a:lnTo>
                  <a:pt x="582259" y="63207"/>
                </a:lnTo>
                <a:cubicBezTo>
                  <a:pt x="582259" y="56275"/>
                  <a:pt x="576562" y="50588"/>
                  <a:pt x="569619" y="50588"/>
                </a:cubicBezTo>
                <a:close/>
                <a:moveTo>
                  <a:pt x="518971" y="25262"/>
                </a:moveTo>
                <a:lnTo>
                  <a:pt x="569619" y="25262"/>
                </a:lnTo>
                <a:cubicBezTo>
                  <a:pt x="590537" y="25262"/>
                  <a:pt x="607627" y="42324"/>
                  <a:pt x="607627" y="63207"/>
                </a:cubicBezTo>
                <a:lnTo>
                  <a:pt x="607627" y="113770"/>
                </a:lnTo>
                <a:cubicBezTo>
                  <a:pt x="607627" y="134653"/>
                  <a:pt x="590537" y="151715"/>
                  <a:pt x="569619" y="151715"/>
                </a:cubicBezTo>
                <a:lnTo>
                  <a:pt x="518971" y="151715"/>
                </a:lnTo>
                <a:cubicBezTo>
                  <a:pt x="498053" y="151715"/>
                  <a:pt x="480962" y="134653"/>
                  <a:pt x="480962" y="113770"/>
                </a:cubicBezTo>
                <a:lnTo>
                  <a:pt x="480962" y="63207"/>
                </a:lnTo>
                <a:cubicBezTo>
                  <a:pt x="480962" y="42324"/>
                  <a:pt x="498053" y="25262"/>
                  <a:pt x="518971" y="25262"/>
                </a:cubicBezTo>
                <a:close/>
                <a:moveTo>
                  <a:pt x="113916" y="25241"/>
                </a:moveTo>
                <a:cubicBezTo>
                  <a:pt x="93006" y="25241"/>
                  <a:pt x="75923" y="42305"/>
                  <a:pt x="75923" y="63191"/>
                </a:cubicBezTo>
                <a:cubicBezTo>
                  <a:pt x="75923" y="84078"/>
                  <a:pt x="93006" y="101142"/>
                  <a:pt x="113916" y="101142"/>
                </a:cubicBezTo>
                <a:cubicBezTo>
                  <a:pt x="134825" y="101142"/>
                  <a:pt x="151909" y="84078"/>
                  <a:pt x="151909" y="63191"/>
                </a:cubicBezTo>
                <a:cubicBezTo>
                  <a:pt x="151909" y="42305"/>
                  <a:pt x="134825" y="25241"/>
                  <a:pt x="113916" y="25241"/>
                </a:cubicBezTo>
                <a:close/>
                <a:moveTo>
                  <a:pt x="113916" y="0"/>
                </a:moveTo>
                <a:cubicBezTo>
                  <a:pt x="148794" y="0"/>
                  <a:pt x="177178" y="28352"/>
                  <a:pt x="177178" y="63191"/>
                </a:cubicBezTo>
                <a:cubicBezTo>
                  <a:pt x="177178" y="98031"/>
                  <a:pt x="148794" y="126383"/>
                  <a:pt x="113916" y="126383"/>
                </a:cubicBezTo>
                <a:cubicBezTo>
                  <a:pt x="79037" y="126383"/>
                  <a:pt x="50654" y="98031"/>
                  <a:pt x="50654" y="63191"/>
                </a:cubicBezTo>
                <a:cubicBezTo>
                  <a:pt x="50654" y="28352"/>
                  <a:pt x="79037" y="0"/>
                  <a:pt x="1139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7" name="umbrella_99610"/>
          <p:cNvSpPr>
            <a:spLocks noChangeAspect="1"/>
          </p:cNvSpPr>
          <p:nvPr/>
        </p:nvSpPr>
        <p:spPr bwMode="auto">
          <a:xfrm>
            <a:off x="7204613" y="2377880"/>
            <a:ext cx="451743" cy="400110"/>
          </a:xfrm>
          <a:custGeom>
            <a:avLst/>
            <a:gdLst>
              <a:gd name="T0" fmla="*/ 5837 w 6267"/>
              <a:gd name="T1" fmla="*/ 571 h 5559"/>
              <a:gd name="T2" fmla="*/ 5696 w 6267"/>
              <a:gd name="T3" fmla="*/ 429 h 5559"/>
              <a:gd name="T4" fmla="*/ 3082 w 6267"/>
              <a:gd name="T5" fmla="*/ 0 h 5559"/>
              <a:gd name="T6" fmla="*/ 809 w 6267"/>
              <a:gd name="T7" fmla="*/ 1045 h 5559"/>
              <a:gd name="T8" fmla="*/ 970 w 6267"/>
              <a:gd name="T9" fmla="*/ 1101 h 5559"/>
              <a:gd name="T10" fmla="*/ 1891 w 6267"/>
              <a:gd name="T11" fmla="*/ 2087 h 5559"/>
              <a:gd name="T12" fmla="*/ 1998 w 6267"/>
              <a:gd name="T13" fmla="*/ 2194 h 5559"/>
              <a:gd name="T14" fmla="*/ 2714 w 6267"/>
              <a:gd name="T15" fmla="*/ 2462 h 5559"/>
              <a:gd name="T16" fmla="*/ 883 w 6267"/>
              <a:gd name="T17" fmla="*/ 5242 h 5559"/>
              <a:gd name="T18" fmla="*/ 317 w 6267"/>
              <a:gd name="T19" fmla="*/ 5242 h 5559"/>
              <a:gd name="T20" fmla="*/ 317 w 6267"/>
              <a:gd name="T21" fmla="*/ 4676 h 5559"/>
              <a:gd name="T22" fmla="*/ 176 w 6267"/>
              <a:gd name="T23" fmla="*/ 4534 h 5559"/>
              <a:gd name="T24" fmla="*/ 176 w 6267"/>
              <a:gd name="T25" fmla="*/ 5383 h 5559"/>
              <a:gd name="T26" fmla="*/ 1025 w 6267"/>
              <a:gd name="T27" fmla="*/ 5383 h 5559"/>
              <a:gd name="T28" fmla="*/ 3152 w 6267"/>
              <a:gd name="T29" fmla="*/ 3282 h 5559"/>
              <a:gd name="T30" fmla="*/ 4072 w 6267"/>
              <a:gd name="T31" fmla="*/ 4269 h 5559"/>
              <a:gd name="T32" fmla="*/ 4179 w 6267"/>
              <a:gd name="T33" fmla="*/ 4375 h 5559"/>
              <a:gd name="T34" fmla="*/ 4895 w 6267"/>
              <a:gd name="T35" fmla="*/ 4643 h 5559"/>
              <a:gd name="T36" fmla="*/ 5222 w 6267"/>
              <a:gd name="T37" fmla="*/ 5457 h 5559"/>
              <a:gd name="T38" fmla="*/ 5334 w 6267"/>
              <a:gd name="T39" fmla="*/ 5437 h 5559"/>
              <a:gd name="T40" fmla="*/ 5403 w 6267"/>
              <a:gd name="T41" fmla="*/ 1005 h 5559"/>
              <a:gd name="T42" fmla="*/ 3314 w 6267"/>
              <a:gd name="T43" fmla="*/ 3094 h 5559"/>
              <a:gd name="T44" fmla="*/ 4862 w 6267"/>
              <a:gd name="T45" fmla="*/ 1404 h 5559"/>
              <a:gd name="T46" fmla="*/ 3172 w 6267"/>
              <a:gd name="T47" fmla="*/ 2953 h 5559"/>
              <a:gd name="T48" fmla="*/ 2228 w 6267"/>
              <a:gd name="T49" fmla="*/ 2004 h 5559"/>
              <a:gd name="T50" fmla="*/ 3144 w 6267"/>
              <a:gd name="T51" fmla="*/ 1195 h 5559"/>
              <a:gd name="T52" fmla="*/ 2082 w 6267"/>
              <a:gd name="T53" fmla="*/ 1867 h 5559"/>
              <a:gd name="T54" fmla="*/ 1144 w 6267"/>
              <a:gd name="T55" fmla="*/ 914 h 5559"/>
              <a:gd name="T56" fmla="*/ 4659 w 6267"/>
              <a:gd name="T57" fmla="*/ 650 h 5559"/>
              <a:gd name="T58" fmla="*/ 3366 w 6267"/>
              <a:gd name="T59" fmla="*/ 965 h 5559"/>
              <a:gd name="T60" fmla="*/ 3410 w 6267"/>
              <a:gd name="T61" fmla="*/ 1154 h 5559"/>
              <a:gd name="T62" fmla="*/ 5116 w 6267"/>
              <a:gd name="T63" fmla="*/ 1009 h 5559"/>
              <a:gd name="T64" fmla="*/ 5004 w 6267"/>
              <a:gd name="T65" fmla="*/ 1263 h 5559"/>
              <a:gd name="T66" fmla="*/ 5145 w 6267"/>
              <a:gd name="T67" fmla="*/ 1263 h 5559"/>
              <a:gd name="T68" fmla="*/ 5301 w 6267"/>
              <a:gd name="T69" fmla="*/ 2382 h 5559"/>
              <a:gd name="T70" fmla="*/ 3946 w 6267"/>
              <a:gd name="T71" fmla="*/ 3411 h 5559"/>
              <a:gd name="T72" fmla="*/ 4399 w 6267"/>
              <a:gd name="T73" fmla="*/ 4184 h 5559"/>
              <a:gd name="T74" fmla="*/ 5617 w 6267"/>
              <a:gd name="T75" fmla="*/ 1608 h 5559"/>
              <a:gd name="T76" fmla="*/ 5352 w 6267"/>
              <a:gd name="T77" fmla="*/ 5123 h 5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67" h="5559">
                <a:moveTo>
                  <a:pt x="5403" y="1005"/>
                </a:moveTo>
                <a:lnTo>
                  <a:pt x="5837" y="571"/>
                </a:lnTo>
                <a:cubicBezTo>
                  <a:pt x="5876" y="532"/>
                  <a:pt x="5876" y="468"/>
                  <a:pt x="5837" y="429"/>
                </a:cubicBezTo>
                <a:cubicBezTo>
                  <a:pt x="5798" y="390"/>
                  <a:pt x="5735" y="390"/>
                  <a:pt x="5696" y="429"/>
                </a:cubicBezTo>
                <a:lnTo>
                  <a:pt x="5262" y="863"/>
                </a:lnTo>
                <a:cubicBezTo>
                  <a:pt x="4669" y="306"/>
                  <a:pt x="3899" y="0"/>
                  <a:pt x="3082" y="0"/>
                </a:cubicBezTo>
                <a:cubicBezTo>
                  <a:pt x="2231" y="0"/>
                  <a:pt x="1431" y="331"/>
                  <a:pt x="829" y="933"/>
                </a:cubicBezTo>
                <a:cubicBezTo>
                  <a:pt x="800" y="962"/>
                  <a:pt x="792" y="1007"/>
                  <a:pt x="809" y="1045"/>
                </a:cubicBezTo>
                <a:cubicBezTo>
                  <a:pt x="826" y="1083"/>
                  <a:pt x="865" y="1106"/>
                  <a:pt x="907" y="1103"/>
                </a:cubicBezTo>
                <a:cubicBezTo>
                  <a:pt x="928" y="1102"/>
                  <a:pt x="949" y="1101"/>
                  <a:pt x="970" y="1101"/>
                </a:cubicBezTo>
                <a:cubicBezTo>
                  <a:pt x="1217" y="1101"/>
                  <a:pt x="1449" y="1197"/>
                  <a:pt x="1623" y="1371"/>
                </a:cubicBezTo>
                <a:cubicBezTo>
                  <a:pt x="1812" y="1560"/>
                  <a:pt x="1909" y="1821"/>
                  <a:pt x="1891" y="2087"/>
                </a:cubicBezTo>
                <a:cubicBezTo>
                  <a:pt x="1889" y="2116"/>
                  <a:pt x="1900" y="2144"/>
                  <a:pt x="1920" y="2165"/>
                </a:cubicBezTo>
                <a:cubicBezTo>
                  <a:pt x="1941" y="2185"/>
                  <a:pt x="1969" y="2196"/>
                  <a:pt x="1998" y="2194"/>
                </a:cubicBezTo>
                <a:cubicBezTo>
                  <a:pt x="2019" y="2193"/>
                  <a:pt x="2040" y="2192"/>
                  <a:pt x="2061" y="2192"/>
                </a:cubicBezTo>
                <a:cubicBezTo>
                  <a:pt x="2308" y="2192"/>
                  <a:pt x="2540" y="2288"/>
                  <a:pt x="2714" y="2462"/>
                </a:cubicBezTo>
                <a:cubicBezTo>
                  <a:pt x="2894" y="2642"/>
                  <a:pt x="2991" y="2888"/>
                  <a:pt x="2983" y="3142"/>
                </a:cubicBezTo>
                <a:lnTo>
                  <a:pt x="883" y="5242"/>
                </a:lnTo>
                <a:cubicBezTo>
                  <a:pt x="808" y="5317"/>
                  <a:pt x="707" y="5359"/>
                  <a:pt x="600" y="5359"/>
                </a:cubicBezTo>
                <a:cubicBezTo>
                  <a:pt x="493" y="5359"/>
                  <a:pt x="393" y="5317"/>
                  <a:pt x="317" y="5242"/>
                </a:cubicBezTo>
                <a:cubicBezTo>
                  <a:pt x="242" y="5166"/>
                  <a:pt x="200" y="5066"/>
                  <a:pt x="200" y="4959"/>
                </a:cubicBezTo>
                <a:cubicBezTo>
                  <a:pt x="200" y="4852"/>
                  <a:pt x="242" y="4751"/>
                  <a:pt x="317" y="4676"/>
                </a:cubicBezTo>
                <a:cubicBezTo>
                  <a:pt x="356" y="4637"/>
                  <a:pt x="356" y="4573"/>
                  <a:pt x="317" y="4534"/>
                </a:cubicBezTo>
                <a:cubicBezTo>
                  <a:pt x="278" y="4495"/>
                  <a:pt x="215" y="4495"/>
                  <a:pt x="176" y="4534"/>
                </a:cubicBezTo>
                <a:cubicBezTo>
                  <a:pt x="62" y="4648"/>
                  <a:pt x="0" y="4798"/>
                  <a:pt x="0" y="4959"/>
                </a:cubicBezTo>
                <a:cubicBezTo>
                  <a:pt x="0" y="5119"/>
                  <a:pt x="62" y="5270"/>
                  <a:pt x="176" y="5383"/>
                </a:cubicBezTo>
                <a:cubicBezTo>
                  <a:pt x="289" y="5497"/>
                  <a:pt x="440" y="5559"/>
                  <a:pt x="600" y="5559"/>
                </a:cubicBezTo>
                <a:cubicBezTo>
                  <a:pt x="761" y="5559"/>
                  <a:pt x="911" y="5497"/>
                  <a:pt x="1025" y="5383"/>
                </a:cubicBezTo>
                <a:lnTo>
                  <a:pt x="3125" y="3283"/>
                </a:lnTo>
                <a:cubicBezTo>
                  <a:pt x="3134" y="3283"/>
                  <a:pt x="3143" y="3282"/>
                  <a:pt x="3152" y="3282"/>
                </a:cubicBezTo>
                <a:cubicBezTo>
                  <a:pt x="3398" y="3282"/>
                  <a:pt x="3630" y="3378"/>
                  <a:pt x="3804" y="3553"/>
                </a:cubicBezTo>
                <a:cubicBezTo>
                  <a:pt x="3993" y="3741"/>
                  <a:pt x="4091" y="4002"/>
                  <a:pt x="4072" y="4269"/>
                </a:cubicBezTo>
                <a:cubicBezTo>
                  <a:pt x="4070" y="4297"/>
                  <a:pt x="4081" y="4326"/>
                  <a:pt x="4101" y="4346"/>
                </a:cubicBezTo>
                <a:cubicBezTo>
                  <a:pt x="4122" y="4367"/>
                  <a:pt x="4150" y="4377"/>
                  <a:pt x="4179" y="4375"/>
                </a:cubicBezTo>
                <a:cubicBezTo>
                  <a:pt x="4200" y="4374"/>
                  <a:pt x="4221" y="4373"/>
                  <a:pt x="4242" y="4373"/>
                </a:cubicBezTo>
                <a:cubicBezTo>
                  <a:pt x="4489" y="4373"/>
                  <a:pt x="4721" y="4469"/>
                  <a:pt x="4895" y="4643"/>
                </a:cubicBezTo>
                <a:cubicBezTo>
                  <a:pt x="5084" y="4832"/>
                  <a:pt x="5182" y="5093"/>
                  <a:pt x="5163" y="5359"/>
                </a:cubicBezTo>
                <a:cubicBezTo>
                  <a:pt x="5160" y="5401"/>
                  <a:pt x="5184" y="5440"/>
                  <a:pt x="5222" y="5457"/>
                </a:cubicBezTo>
                <a:cubicBezTo>
                  <a:pt x="5235" y="5463"/>
                  <a:pt x="5249" y="5466"/>
                  <a:pt x="5263" y="5466"/>
                </a:cubicBezTo>
                <a:cubicBezTo>
                  <a:pt x="5289" y="5466"/>
                  <a:pt x="5315" y="5456"/>
                  <a:pt x="5334" y="5437"/>
                </a:cubicBezTo>
                <a:cubicBezTo>
                  <a:pt x="5935" y="4835"/>
                  <a:pt x="6267" y="4036"/>
                  <a:pt x="6267" y="3185"/>
                </a:cubicBezTo>
                <a:cubicBezTo>
                  <a:pt x="6267" y="2367"/>
                  <a:pt x="5961" y="1597"/>
                  <a:pt x="5403" y="1005"/>
                </a:cubicBezTo>
                <a:close/>
                <a:moveTo>
                  <a:pt x="3946" y="3411"/>
                </a:moveTo>
                <a:cubicBezTo>
                  <a:pt x="3772" y="3238"/>
                  <a:pt x="3552" y="3128"/>
                  <a:pt x="3314" y="3094"/>
                </a:cubicBezTo>
                <a:lnTo>
                  <a:pt x="4862" y="1545"/>
                </a:lnTo>
                <a:cubicBezTo>
                  <a:pt x="4901" y="1506"/>
                  <a:pt x="4901" y="1443"/>
                  <a:pt x="4862" y="1404"/>
                </a:cubicBezTo>
                <a:cubicBezTo>
                  <a:pt x="4823" y="1365"/>
                  <a:pt x="4760" y="1365"/>
                  <a:pt x="4721" y="1404"/>
                </a:cubicBezTo>
                <a:lnTo>
                  <a:pt x="3172" y="2953"/>
                </a:lnTo>
                <a:cubicBezTo>
                  <a:pt x="3137" y="2715"/>
                  <a:pt x="3028" y="2493"/>
                  <a:pt x="2855" y="2321"/>
                </a:cubicBezTo>
                <a:cubicBezTo>
                  <a:pt x="2683" y="2148"/>
                  <a:pt x="2465" y="2039"/>
                  <a:pt x="2228" y="2004"/>
                </a:cubicBezTo>
                <a:cubicBezTo>
                  <a:pt x="2510" y="1743"/>
                  <a:pt x="2806" y="1518"/>
                  <a:pt x="3111" y="1332"/>
                </a:cubicBezTo>
                <a:cubicBezTo>
                  <a:pt x="3158" y="1304"/>
                  <a:pt x="3173" y="1242"/>
                  <a:pt x="3144" y="1195"/>
                </a:cubicBezTo>
                <a:cubicBezTo>
                  <a:pt x="3116" y="1148"/>
                  <a:pt x="3054" y="1133"/>
                  <a:pt x="3007" y="1161"/>
                </a:cubicBezTo>
                <a:cubicBezTo>
                  <a:pt x="2687" y="1356"/>
                  <a:pt x="2376" y="1593"/>
                  <a:pt x="2082" y="1867"/>
                </a:cubicBezTo>
                <a:cubicBezTo>
                  <a:pt x="2048" y="1628"/>
                  <a:pt x="1938" y="1404"/>
                  <a:pt x="1765" y="1230"/>
                </a:cubicBezTo>
                <a:cubicBezTo>
                  <a:pt x="1594" y="1059"/>
                  <a:pt x="1378" y="950"/>
                  <a:pt x="1144" y="914"/>
                </a:cubicBezTo>
                <a:cubicBezTo>
                  <a:pt x="1683" y="452"/>
                  <a:pt x="2363" y="200"/>
                  <a:pt x="3082" y="200"/>
                </a:cubicBezTo>
                <a:cubicBezTo>
                  <a:pt x="3648" y="200"/>
                  <a:pt x="4191" y="357"/>
                  <a:pt x="4659" y="650"/>
                </a:cubicBezTo>
                <a:cubicBezTo>
                  <a:pt x="4602" y="645"/>
                  <a:pt x="4543" y="644"/>
                  <a:pt x="4481" y="647"/>
                </a:cubicBezTo>
                <a:cubicBezTo>
                  <a:pt x="4150" y="659"/>
                  <a:pt x="3764" y="769"/>
                  <a:pt x="3366" y="965"/>
                </a:cubicBezTo>
                <a:cubicBezTo>
                  <a:pt x="3316" y="989"/>
                  <a:pt x="3296" y="1049"/>
                  <a:pt x="3320" y="1098"/>
                </a:cubicBezTo>
                <a:cubicBezTo>
                  <a:pt x="3337" y="1134"/>
                  <a:pt x="3373" y="1154"/>
                  <a:pt x="3410" y="1154"/>
                </a:cubicBezTo>
                <a:cubicBezTo>
                  <a:pt x="3425" y="1154"/>
                  <a:pt x="3440" y="1151"/>
                  <a:pt x="3454" y="1144"/>
                </a:cubicBezTo>
                <a:cubicBezTo>
                  <a:pt x="4159" y="798"/>
                  <a:pt x="4769" y="751"/>
                  <a:pt x="5116" y="1009"/>
                </a:cubicBezTo>
                <a:lnTo>
                  <a:pt x="5004" y="1121"/>
                </a:lnTo>
                <a:cubicBezTo>
                  <a:pt x="4965" y="1160"/>
                  <a:pt x="4965" y="1224"/>
                  <a:pt x="5004" y="1263"/>
                </a:cubicBezTo>
                <a:cubicBezTo>
                  <a:pt x="5023" y="1282"/>
                  <a:pt x="5049" y="1292"/>
                  <a:pt x="5074" y="1292"/>
                </a:cubicBezTo>
                <a:cubicBezTo>
                  <a:pt x="5100" y="1292"/>
                  <a:pt x="5126" y="1282"/>
                  <a:pt x="5145" y="1263"/>
                </a:cubicBezTo>
                <a:lnTo>
                  <a:pt x="5258" y="1150"/>
                </a:lnTo>
                <a:cubicBezTo>
                  <a:pt x="5460" y="1422"/>
                  <a:pt x="5477" y="1854"/>
                  <a:pt x="5301" y="2382"/>
                </a:cubicBezTo>
                <a:cubicBezTo>
                  <a:pt x="5119" y="2928"/>
                  <a:pt x="4753" y="3509"/>
                  <a:pt x="4262" y="4039"/>
                </a:cubicBezTo>
                <a:cubicBezTo>
                  <a:pt x="4226" y="3803"/>
                  <a:pt x="4117" y="3582"/>
                  <a:pt x="3946" y="3411"/>
                </a:cubicBezTo>
                <a:close/>
                <a:moveTo>
                  <a:pt x="5036" y="4502"/>
                </a:moveTo>
                <a:cubicBezTo>
                  <a:pt x="4862" y="4327"/>
                  <a:pt x="4640" y="4218"/>
                  <a:pt x="4399" y="4184"/>
                </a:cubicBezTo>
                <a:cubicBezTo>
                  <a:pt x="4914" y="3632"/>
                  <a:pt x="5298" y="3021"/>
                  <a:pt x="5490" y="2445"/>
                </a:cubicBezTo>
                <a:cubicBezTo>
                  <a:pt x="5593" y="2136"/>
                  <a:pt x="5635" y="1854"/>
                  <a:pt x="5617" y="1608"/>
                </a:cubicBezTo>
                <a:cubicBezTo>
                  <a:pt x="5910" y="2077"/>
                  <a:pt x="6067" y="2619"/>
                  <a:pt x="6067" y="3185"/>
                </a:cubicBezTo>
                <a:cubicBezTo>
                  <a:pt x="6067" y="3903"/>
                  <a:pt x="5815" y="4583"/>
                  <a:pt x="5352" y="5123"/>
                </a:cubicBezTo>
                <a:cubicBezTo>
                  <a:pt x="5316" y="4890"/>
                  <a:pt x="5206" y="4672"/>
                  <a:pt x="5036" y="45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8" name="settings_342459"/>
          <p:cNvSpPr>
            <a:spLocks noChangeAspect="1"/>
          </p:cNvSpPr>
          <p:nvPr/>
        </p:nvSpPr>
        <p:spPr bwMode="auto">
          <a:xfrm>
            <a:off x="9835298" y="4614509"/>
            <a:ext cx="431709" cy="431059"/>
          </a:xfrm>
          <a:custGeom>
            <a:avLst/>
            <a:gdLst>
              <a:gd name="T0" fmla="*/ 5515 w 6613"/>
              <a:gd name="T1" fmla="*/ 2797 h 6613"/>
              <a:gd name="T2" fmla="*/ 4298 w 6613"/>
              <a:gd name="T3" fmla="*/ 2797 h 6613"/>
              <a:gd name="T4" fmla="*/ 6607 w 6613"/>
              <a:gd name="T5" fmla="*/ 2240 h 6613"/>
              <a:gd name="T6" fmla="*/ 3307 w 6613"/>
              <a:gd name="T7" fmla="*/ 0 h 6613"/>
              <a:gd name="T8" fmla="*/ 2536 w 6613"/>
              <a:gd name="T9" fmla="*/ 2576 h 6613"/>
              <a:gd name="T10" fmla="*/ 1173 w 6613"/>
              <a:gd name="T11" fmla="*/ 2766 h 6613"/>
              <a:gd name="T12" fmla="*/ 312 w 6613"/>
              <a:gd name="T13" fmla="*/ 3627 h 6613"/>
              <a:gd name="T14" fmla="*/ 123 w 6613"/>
              <a:gd name="T15" fmla="*/ 4990 h 6613"/>
              <a:gd name="T16" fmla="*/ 1853 w 6613"/>
              <a:gd name="T17" fmla="*/ 5867 h 6613"/>
              <a:gd name="T18" fmla="*/ 3840 w 6613"/>
              <a:gd name="T19" fmla="*/ 6613 h 6613"/>
              <a:gd name="T20" fmla="*/ 5440 w 6613"/>
              <a:gd name="T21" fmla="*/ 5867 h 6613"/>
              <a:gd name="T22" fmla="*/ 6270 w 6613"/>
              <a:gd name="T23" fmla="*/ 4769 h 6613"/>
              <a:gd name="T24" fmla="*/ 6040 w 6613"/>
              <a:gd name="T25" fmla="*/ 1813 h 6613"/>
              <a:gd name="T26" fmla="*/ 5333 w 6613"/>
              <a:gd name="T27" fmla="*/ 1600 h 6613"/>
              <a:gd name="T28" fmla="*/ 5888 w 6613"/>
              <a:gd name="T29" fmla="*/ 1600 h 6613"/>
              <a:gd name="T30" fmla="*/ 6040 w 6613"/>
              <a:gd name="T31" fmla="*/ 960 h 6613"/>
              <a:gd name="T32" fmla="*/ 3413 w 6613"/>
              <a:gd name="T33" fmla="*/ 320 h 6613"/>
              <a:gd name="T34" fmla="*/ 3413 w 6613"/>
              <a:gd name="T35" fmla="*/ 4276 h 6613"/>
              <a:gd name="T36" fmla="*/ 3200 w 6613"/>
              <a:gd name="T37" fmla="*/ 4907 h 6613"/>
              <a:gd name="T38" fmla="*/ 1313 w 6613"/>
              <a:gd name="T39" fmla="*/ 5377 h 6613"/>
              <a:gd name="T40" fmla="*/ 603 w 6613"/>
              <a:gd name="T41" fmla="*/ 4811 h 6613"/>
              <a:gd name="T42" fmla="*/ 213 w 6613"/>
              <a:gd name="T43" fmla="*/ 3840 h 6613"/>
              <a:gd name="T44" fmla="*/ 424 w 6613"/>
              <a:gd name="T45" fmla="*/ 3330 h 6613"/>
              <a:gd name="T46" fmla="*/ 1387 w 6613"/>
              <a:gd name="T47" fmla="*/ 2919 h 6613"/>
              <a:gd name="T48" fmla="*/ 2289 w 6613"/>
              <a:gd name="T49" fmla="*/ 3021 h 6613"/>
              <a:gd name="T50" fmla="*/ 2773 w 6613"/>
              <a:gd name="T51" fmla="*/ 3512 h 6613"/>
              <a:gd name="T52" fmla="*/ 853 w 6613"/>
              <a:gd name="T53" fmla="*/ 4160 h 6613"/>
              <a:gd name="T54" fmla="*/ 1806 w 6613"/>
              <a:gd name="T55" fmla="*/ 5653 h 6613"/>
              <a:gd name="T56" fmla="*/ 1067 w 6613"/>
              <a:gd name="T57" fmla="*/ 4160 h 6613"/>
              <a:gd name="T58" fmla="*/ 4136 w 6613"/>
              <a:gd name="T59" fmla="*/ 6189 h 6613"/>
              <a:gd name="T60" fmla="*/ 3627 w 6613"/>
              <a:gd name="T61" fmla="*/ 6400 h 6613"/>
              <a:gd name="T62" fmla="*/ 2656 w 6613"/>
              <a:gd name="T63" fmla="*/ 6010 h 6613"/>
              <a:gd name="T64" fmla="*/ 2089 w 6613"/>
              <a:gd name="T65" fmla="*/ 5301 h 6613"/>
              <a:gd name="T66" fmla="*/ 2089 w 6613"/>
              <a:gd name="T67" fmla="*/ 4513 h 6613"/>
              <a:gd name="T68" fmla="*/ 2656 w 6613"/>
              <a:gd name="T69" fmla="*/ 3803 h 6613"/>
              <a:gd name="T70" fmla="*/ 3200 w 6613"/>
              <a:gd name="T71" fmla="*/ 3413 h 6613"/>
              <a:gd name="T72" fmla="*/ 3413 w 6613"/>
              <a:gd name="T73" fmla="*/ 4061 h 6613"/>
              <a:gd name="T74" fmla="*/ 3889 w 6613"/>
              <a:gd name="T75" fmla="*/ 3768 h 6613"/>
              <a:gd name="T76" fmla="*/ 4446 w 6613"/>
              <a:gd name="T77" fmla="*/ 4325 h 6613"/>
              <a:gd name="T78" fmla="*/ 4548 w 6613"/>
              <a:gd name="T79" fmla="*/ 5227 h 6613"/>
              <a:gd name="T80" fmla="*/ 4136 w 6613"/>
              <a:gd name="T81" fmla="*/ 6189 h 6613"/>
              <a:gd name="T82" fmla="*/ 4907 w 6613"/>
              <a:gd name="T83" fmla="*/ 3520 h 6613"/>
              <a:gd name="T84" fmla="*/ 6400 w 6613"/>
              <a:gd name="T85" fmla="*/ 4480 h 6613"/>
              <a:gd name="T86" fmla="*/ 6189 w 6613"/>
              <a:gd name="T87" fmla="*/ 4990 h 6613"/>
              <a:gd name="T88" fmla="*/ 5227 w 6613"/>
              <a:gd name="T89" fmla="*/ 5401 h 6613"/>
              <a:gd name="T90" fmla="*/ 5013 w 6613"/>
              <a:gd name="T91" fmla="*/ 5440 h 6613"/>
              <a:gd name="T92" fmla="*/ 4136 w 6613"/>
              <a:gd name="T93" fmla="*/ 3323 h 6613"/>
              <a:gd name="T94" fmla="*/ 4077 w 6613"/>
              <a:gd name="T95" fmla="*/ 2878 h 6613"/>
              <a:gd name="T96" fmla="*/ 4587 w 6613"/>
              <a:gd name="T97" fmla="*/ 2667 h 6613"/>
              <a:gd name="T98" fmla="*/ 5558 w 6613"/>
              <a:gd name="T99" fmla="*/ 3056 h 6613"/>
              <a:gd name="T100" fmla="*/ 6124 w 6613"/>
              <a:gd name="T101" fmla="*/ 3766 h 6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613" h="6613">
                <a:moveTo>
                  <a:pt x="6301" y="3627"/>
                </a:moveTo>
                <a:cubicBezTo>
                  <a:pt x="6291" y="3602"/>
                  <a:pt x="6281" y="3576"/>
                  <a:pt x="6270" y="3551"/>
                </a:cubicBezTo>
                <a:lnTo>
                  <a:pt x="6491" y="3330"/>
                </a:lnTo>
                <a:lnTo>
                  <a:pt x="5736" y="2576"/>
                </a:lnTo>
                <a:lnTo>
                  <a:pt x="5515" y="2797"/>
                </a:lnTo>
                <a:cubicBezTo>
                  <a:pt x="5490" y="2786"/>
                  <a:pt x="5465" y="2775"/>
                  <a:pt x="5440" y="2766"/>
                </a:cubicBezTo>
                <a:lnTo>
                  <a:pt x="5440" y="2453"/>
                </a:lnTo>
                <a:lnTo>
                  <a:pt x="4373" y="2453"/>
                </a:lnTo>
                <a:lnTo>
                  <a:pt x="4373" y="2766"/>
                </a:lnTo>
                <a:cubicBezTo>
                  <a:pt x="4348" y="2775"/>
                  <a:pt x="4323" y="2786"/>
                  <a:pt x="4298" y="2797"/>
                </a:cubicBezTo>
                <a:lnTo>
                  <a:pt x="4077" y="2576"/>
                </a:lnTo>
                <a:lnTo>
                  <a:pt x="3453" y="3200"/>
                </a:lnTo>
                <a:lnTo>
                  <a:pt x="3413" y="3200"/>
                </a:lnTo>
                <a:lnTo>
                  <a:pt x="3413" y="2240"/>
                </a:lnTo>
                <a:lnTo>
                  <a:pt x="6607" y="2240"/>
                </a:lnTo>
                <a:lnTo>
                  <a:pt x="5998" y="1387"/>
                </a:lnTo>
                <a:lnTo>
                  <a:pt x="6607" y="533"/>
                </a:lnTo>
                <a:lnTo>
                  <a:pt x="3543" y="533"/>
                </a:lnTo>
                <a:cubicBezTo>
                  <a:pt x="3595" y="477"/>
                  <a:pt x="3627" y="402"/>
                  <a:pt x="3627" y="320"/>
                </a:cubicBezTo>
                <a:cubicBezTo>
                  <a:pt x="3627" y="144"/>
                  <a:pt x="3483" y="0"/>
                  <a:pt x="3307" y="0"/>
                </a:cubicBezTo>
                <a:cubicBezTo>
                  <a:pt x="3130" y="0"/>
                  <a:pt x="2987" y="144"/>
                  <a:pt x="2987" y="320"/>
                </a:cubicBezTo>
                <a:cubicBezTo>
                  <a:pt x="2987" y="459"/>
                  <a:pt x="3076" y="576"/>
                  <a:pt x="3200" y="620"/>
                </a:cubicBezTo>
                <a:lnTo>
                  <a:pt x="3200" y="3200"/>
                </a:lnTo>
                <a:lnTo>
                  <a:pt x="3160" y="3200"/>
                </a:lnTo>
                <a:lnTo>
                  <a:pt x="2536" y="2576"/>
                </a:lnTo>
                <a:lnTo>
                  <a:pt x="2315" y="2797"/>
                </a:lnTo>
                <a:cubicBezTo>
                  <a:pt x="2290" y="2786"/>
                  <a:pt x="2265" y="2775"/>
                  <a:pt x="2240" y="2766"/>
                </a:cubicBezTo>
                <a:lnTo>
                  <a:pt x="2240" y="2453"/>
                </a:lnTo>
                <a:lnTo>
                  <a:pt x="1173" y="2453"/>
                </a:lnTo>
                <a:lnTo>
                  <a:pt x="1173" y="2766"/>
                </a:lnTo>
                <a:cubicBezTo>
                  <a:pt x="1148" y="2775"/>
                  <a:pt x="1123" y="2786"/>
                  <a:pt x="1098" y="2797"/>
                </a:cubicBezTo>
                <a:lnTo>
                  <a:pt x="877" y="2576"/>
                </a:lnTo>
                <a:lnTo>
                  <a:pt x="123" y="3330"/>
                </a:lnTo>
                <a:lnTo>
                  <a:pt x="344" y="3551"/>
                </a:lnTo>
                <a:cubicBezTo>
                  <a:pt x="333" y="3576"/>
                  <a:pt x="322" y="3602"/>
                  <a:pt x="312" y="3627"/>
                </a:cubicBezTo>
                <a:lnTo>
                  <a:pt x="0" y="3627"/>
                </a:lnTo>
                <a:lnTo>
                  <a:pt x="0" y="4693"/>
                </a:lnTo>
                <a:lnTo>
                  <a:pt x="312" y="4693"/>
                </a:lnTo>
                <a:cubicBezTo>
                  <a:pt x="322" y="4718"/>
                  <a:pt x="333" y="4744"/>
                  <a:pt x="344" y="4769"/>
                </a:cubicBezTo>
                <a:lnTo>
                  <a:pt x="123" y="4990"/>
                </a:lnTo>
                <a:lnTo>
                  <a:pt x="877" y="5744"/>
                </a:lnTo>
                <a:lnTo>
                  <a:pt x="1098" y="5523"/>
                </a:lnTo>
                <a:cubicBezTo>
                  <a:pt x="1123" y="5534"/>
                  <a:pt x="1148" y="5545"/>
                  <a:pt x="1173" y="5554"/>
                </a:cubicBezTo>
                <a:lnTo>
                  <a:pt x="1173" y="5867"/>
                </a:lnTo>
                <a:lnTo>
                  <a:pt x="1853" y="5867"/>
                </a:lnTo>
                <a:lnTo>
                  <a:pt x="2477" y="6491"/>
                </a:lnTo>
                <a:lnTo>
                  <a:pt x="2698" y="6270"/>
                </a:lnTo>
                <a:cubicBezTo>
                  <a:pt x="2723" y="6281"/>
                  <a:pt x="2748" y="6291"/>
                  <a:pt x="2773" y="6301"/>
                </a:cubicBezTo>
                <a:lnTo>
                  <a:pt x="2773" y="6613"/>
                </a:lnTo>
                <a:lnTo>
                  <a:pt x="3840" y="6613"/>
                </a:lnTo>
                <a:lnTo>
                  <a:pt x="3840" y="6301"/>
                </a:lnTo>
                <a:cubicBezTo>
                  <a:pt x="3865" y="6291"/>
                  <a:pt x="3890" y="6281"/>
                  <a:pt x="3915" y="6269"/>
                </a:cubicBezTo>
                <a:lnTo>
                  <a:pt x="4136" y="6490"/>
                </a:lnTo>
                <a:lnTo>
                  <a:pt x="4760" y="5867"/>
                </a:lnTo>
                <a:lnTo>
                  <a:pt x="5440" y="5867"/>
                </a:lnTo>
                <a:lnTo>
                  <a:pt x="5440" y="5554"/>
                </a:lnTo>
                <a:cubicBezTo>
                  <a:pt x="5465" y="5545"/>
                  <a:pt x="5490" y="5534"/>
                  <a:pt x="5515" y="5523"/>
                </a:cubicBezTo>
                <a:lnTo>
                  <a:pt x="5736" y="5744"/>
                </a:lnTo>
                <a:lnTo>
                  <a:pt x="6491" y="4990"/>
                </a:lnTo>
                <a:lnTo>
                  <a:pt x="6270" y="4769"/>
                </a:lnTo>
                <a:cubicBezTo>
                  <a:pt x="6281" y="4744"/>
                  <a:pt x="6291" y="4718"/>
                  <a:pt x="6301" y="4693"/>
                </a:cubicBezTo>
                <a:lnTo>
                  <a:pt x="6613" y="4693"/>
                </a:lnTo>
                <a:lnTo>
                  <a:pt x="6613" y="3627"/>
                </a:lnTo>
                <a:lnTo>
                  <a:pt x="6301" y="3627"/>
                </a:lnTo>
                <a:close/>
                <a:moveTo>
                  <a:pt x="6040" y="1813"/>
                </a:moveTo>
                <a:lnTo>
                  <a:pt x="6193" y="2027"/>
                </a:lnTo>
                <a:lnTo>
                  <a:pt x="3413" y="2027"/>
                </a:lnTo>
                <a:lnTo>
                  <a:pt x="3413" y="1813"/>
                </a:lnTo>
                <a:lnTo>
                  <a:pt x="5333" y="1813"/>
                </a:lnTo>
                <a:lnTo>
                  <a:pt x="5333" y="1600"/>
                </a:lnTo>
                <a:lnTo>
                  <a:pt x="3413" y="1600"/>
                </a:lnTo>
                <a:lnTo>
                  <a:pt x="3413" y="1173"/>
                </a:lnTo>
                <a:lnTo>
                  <a:pt x="5888" y="1173"/>
                </a:lnTo>
                <a:lnTo>
                  <a:pt x="5736" y="1387"/>
                </a:lnTo>
                <a:lnTo>
                  <a:pt x="5888" y="1600"/>
                </a:lnTo>
                <a:lnTo>
                  <a:pt x="5547" y="1600"/>
                </a:lnTo>
                <a:lnTo>
                  <a:pt x="5547" y="1813"/>
                </a:lnTo>
                <a:lnTo>
                  <a:pt x="6040" y="1813"/>
                </a:lnTo>
                <a:close/>
                <a:moveTo>
                  <a:pt x="6193" y="747"/>
                </a:moveTo>
                <a:lnTo>
                  <a:pt x="6040" y="960"/>
                </a:lnTo>
                <a:lnTo>
                  <a:pt x="3413" y="960"/>
                </a:lnTo>
                <a:lnTo>
                  <a:pt x="3413" y="747"/>
                </a:lnTo>
                <a:lnTo>
                  <a:pt x="6193" y="747"/>
                </a:lnTo>
                <a:close/>
                <a:moveTo>
                  <a:pt x="3307" y="213"/>
                </a:moveTo>
                <a:cubicBezTo>
                  <a:pt x="3365" y="213"/>
                  <a:pt x="3413" y="261"/>
                  <a:pt x="3413" y="320"/>
                </a:cubicBezTo>
                <a:cubicBezTo>
                  <a:pt x="3413" y="379"/>
                  <a:pt x="3365" y="427"/>
                  <a:pt x="3307" y="427"/>
                </a:cubicBezTo>
                <a:cubicBezTo>
                  <a:pt x="3248" y="427"/>
                  <a:pt x="3200" y="379"/>
                  <a:pt x="3200" y="320"/>
                </a:cubicBezTo>
                <a:cubicBezTo>
                  <a:pt x="3200" y="261"/>
                  <a:pt x="3248" y="213"/>
                  <a:pt x="3307" y="213"/>
                </a:cubicBezTo>
                <a:close/>
                <a:moveTo>
                  <a:pt x="3413" y="4907"/>
                </a:moveTo>
                <a:lnTo>
                  <a:pt x="3413" y="4276"/>
                </a:lnTo>
                <a:cubicBezTo>
                  <a:pt x="3716" y="4327"/>
                  <a:pt x="3947" y="4590"/>
                  <a:pt x="3947" y="4907"/>
                </a:cubicBezTo>
                <a:cubicBezTo>
                  <a:pt x="3947" y="5260"/>
                  <a:pt x="3660" y="5547"/>
                  <a:pt x="3307" y="5547"/>
                </a:cubicBezTo>
                <a:cubicBezTo>
                  <a:pt x="2954" y="5547"/>
                  <a:pt x="2667" y="5260"/>
                  <a:pt x="2667" y="4907"/>
                </a:cubicBezTo>
                <a:cubicBezTo>
                  <a:pt x="2667" y="4590"/>
                  <a:pt x="2898" y="4327"/>
                  <a:pt x="3200" y="4276"/>
                </a:cubicBezTo>
                <a:lnTo>
                  <a:pt x="3200" y="4907"/>
                </a:lnTo>
                <a:lnTo>
                  <a:pt x="3413" y="4907"/>
                </a:lnTo>
                <a:close/>
                <a:moveTo>
                  <a:pt x="1806" y="5653"/>
                </a:moveTo>
                <a:lnTo>
                  <a:pt x="1387" y="5653"/>
                </a:lnTo>
                <a:lnTo>
                  <a:pt x="1387" y="5401"/>
                </a:lnTo>
                <a:lnTo>
                  <a:pt x="1313" y="5377"/>
                </a:lnTo>
                <a:cubicBezTo>
                  <a:pt x="1250" y="5357"/>
                  <a:pt x="1187" y="5331"/>
                  <a:pt x="1125" y="5299"/>
                </a:cubicBezTo>
                <a:lnTo>
                  <a:pt x="1056" y="5264"/>
                </a:lnTo>
                <a:lnTo>
                  <a:pt x="877" y="5442"/>
                </a:lnTo>
                <a:lnTo>
                  <a:pt x="424" y="4990"/>
                </a:lnTo>
                <a:lnTo>
                  <a:pt x="603" y="4811"/>
                </a:lnTo>
                <a:lnTo>
                  <a:pt x="567" y="4742"/>
                </a:lnTo>
                <a:cubicBezTo>
                  <a:pt x="536" y="4680"/>
                  <a:pt x="509" y="4617"/>
                  <a:pt x="489" y="4554"/>
                </a:cubicBezTo>
                <a:lnTo>
                  <a:pt x="465" y="4480"/>
                </a:lnTo>
                <a:lnTo>
                  <a:pt x="213" y="4480"/>
                </a:lnTo>
                <a:lnTo>
                  <a:pt x="213" y="3840"/>
                </a:lnTo>
                <a:lnTo>
                  <a:pt x="465" y="3840"/>
                </a:lnTo>
                <a:lnTo>
                  <a:pt x="489" y="3766"/>
                </a:lnTo>
                <a:cubicBezTo>
                  <a:pt x="509" y="3704"/>
                  <a:pt x="536" y="3640"/>
                  <a:pt x="568" y="3578"/>
                </a:cubicBezTo>
                <a:lnTo>
                  <a:pt x="603" y="3509"/>
                </a:lnTo>
                <a:lnTo>
                  <a:pt x="424" y="3330"/>
                </a:lnTo>
                <a:lnTo>
                  <a:pt x="877" y="2878"/>
                </a:lnTo>
                <a:lnTo>
                  <a:pt x="1056" y="3056"/>
                </a:lnTo>
                <a:lnTo>
                  <a:pt x="1125" y="3021"/>
                </a:lnTo>
                <a:cubicBezTo>
                  <a:pt x="1187" y="2989"/>
                  <a:pt x="1250" y="2963"/>
                  <a:pt x="1313" y="2943"/>
                </a:cubicBezTo>
                <a:lnTo>
                  <a:pt x="1387" y="2919"/>
                </a:lnTo>
                <a:lnTo>
                  <a:pt x="1387" y="2667"/>
                </a:lnTo>
                <a:lnTo>
                  <a:pt x="2027" y="2667"/>
                </a:lnTo>
                <a:lnTo>
                  <a:pt x="2027" y="2919"/>
                </a:lnTo>
                <a:lnTo>
                  <a:pt x="2101" y="2943"/>
                </a:lnTo>
                <a:cubicBezTo>
                  <a:pt x="2163" y="2963"/>
                  <a:pt x="2226" y="2989"/>
                  <a:pt x="2289" y="3021"/>
                </a:cubicBezTo>
                <a:lnTo>
                  <a:pt x="2358" y="3056"/>
                </a:lnTo>
                <a:lnTo>
                  <a:pt x="2536" y="2878"/>
                </a:lnTo>
                <a:lnTo>
                  <a:pt x="2859" y="3200"/>
                </a:lnTo>
                <a:lnTo>
                  <a:pt x="2773" y="3200"/>
                </a:lnTo>
                <a:lnTo>
                  <a:pt x="2773" y="3512"/>
                </a:lnTo>
                <a:cubicBezTo>
                  <a:pt x="2748" y="3522"/>
                  <a:pt x="2723" y="3532"/>
                  <a:pt x="2698" y="3544"/>
                </a:cubicBezTo>
                <a:lnTo>
                  <a:pt x="2477" y="3323"/>
                </a:lnTo>
                <a:lnTo>
                  <a:pt x="2275" y="3525"/>
                </a:lnTo>
                <a:cubicBezTo>
                  <a:pt x="2119" y="3386"/>
                  <a:pt x="1918" y="3307"/>
                  <a:pt x="1707" y="3307"/>
                </a:cubicBezTo>
                <a:cubicBezTo>
                  <a:pt x="1236" y="3307"/>
                  <a:pt x="853" y="3689"/>
                  <a:pt x="853" y="4160"/>
                </a:cubicBezTo>
                <a:cubicBezTo>
                  <a:pt x="853" y="4594"/>
                  <a:pt x="1180" y="4953"/>
                  <a:pt x="1600" y="5006"/>
                </a:cubicBezTo>
                <a:lnTo>
                  <a:pt x="1600" y="5440"/>
                </a:lnTo>
                <a:lnTo>
                  <a:pt x="1912" y="5440"/>
                </a:lnTo>
                <a:cubicBezTo>
                  <a:pt x="1922" y="5465"/>
                  <a:pt x="1933" y="5490"/>
                  <a:pt x="1944" y="5515"/>
                </a:cubicBezTo>
                <a:lnTo>
                  <a:pt x="1806" y="5653"/>
                </a:lnTo>
                <a:close/>
                <a:moveTo>
                  <a:pt x="1944" y="4298"/>
                </a:moveTo>
                <a:cubicBezTo>
                  <a:pt x="1933" y="4323"/>
                  <a:pt x="1922" y="4348"/>
                  <a:pt x="1912" y="4373"/>
                </a:cubicBezTo>
                <a:lnTo>
                  <a:pt x="1600" y="4373"/>
                </a:lnTo>
                <a:lnTo>
                  <a:pt x="1600" y="4790"/>
                </a:lnTo>
                <a:cubicBezTo>
                  <a:pt x="1298" y="4739"/>
                  <a:pt x="1067" y="4477"/>
                  <a:pt x="1067" y="4160"/>
                </a:cubicBezTo>
                <a:cubicBezTo>
                  <a:pt x="1067" y="3807"/>
                  <a:pt x="1354" y="3520"/>
                  <a:pt x="1707" y="3520"/>
                </a:cubicBezTo>
                <a:cubicBezTo>
                  <a:pt x="1861" y="3520"/>
                  <a:pt x="2008" y="3576"/>
                  <a:pt x="2124" y="3676"/>
                </a:cubicBezTo>
                <a:lnTo>
                  <a:pt x="1723" y="4077"/>
                </a:lnTo>
                <a:lnTo>
                  <a:pt x="1944" y="4298"/>
                </a:lnTo>
                <a:close/>
                <a:moveTo>
                  <a:pt x="4136" y="6189"/>
                </a:moveTo>
                <a:lnTo>
                  <a:pt x="3958" y="6010"/>
                </a:lnTo>
                <a:lnTo>
                  <a:pt x="3889" y="6046"/>
                </a:lnTo>
                <a:cubicBezTo>
                  <a:pt x="3826" y="6078"/>
                  <a:pt x="3763" y="6104"/>
                  <a:pt x="3700" y="6124"/>
                </a:cubicBezTo>
                <a:lnTo>
                  <a:pt x="3627" y="6148"/>
                </a:lnTo>
                <a:lnTo>
                  <a:pt x="3627" y="6400"/>
                </a:lnTo>
                <a:lnTo>
                  <a:pt x="2987" y="6400"/>
                </a:lnTo>
                <a:lnTo>
                  <a:pt x="2987" y="6148"/>
                </a:lnTo>
                <a:lnTo>
                  <a:pt x="2913" y="6124"/>
                </a:lnTo>
                <a:cubicBezTo>
                  <a:pt x="2850" y="6104"/>
                  <a:pt x="2787" y="6078"/>
                  <a:pt x="2725" y="6046"/>
                </a:cubicBezTo>
                <a:lnTo>
                  <a:pt x="2656" y="6010"/>
                </a:lnTo>
                <a:lnTo>
                  <a:pt x="2477" y="6189"/>
                </a:lnTo>
                <a:lnTo>
                  <a:pt x="2024" y="5736"/>
                </a:lnTo>
                <a:lnTo>
                  <a:pt x="2203" y="5558"/>
                </a:lnTo>
                <a:lnTo>
                  <a:pt x="2167" y="5489"/>
                </a:lnTo>
                <a:cubicBezTo>
                  <a:pt x="2136" y="5426"/>
                  <a:pt x="2109" y="5363"/>
                  <a:pt x="2089" y="5301"/>
                </a:cubicBezTo>
                <a:lnTo>
                  <a:pt x="2065" y="5227"/>
                </a:lnTo>
                <a:lnTo>
                  <a:pt x="1813" y="5227"/>
                </a:lnTo>
                <a:lnTo>
                  <a:pt x="1813" y="4587"/>
                </a:lnTo>
                <a:lnTo>
                  <a:pt x="2065" y="4587"/>
                </a:lnTo>
                <a:lnTo>
                  <a:pt x="2089" y="4513"/>
                </a:lnTo>
                <a:cubicBezTo>
                  <a:pt x="2109" y="4450"/>
                  <a:pt x="2136" y="4387"/>
                  <a:pt x="2168" y="4325"/>
                </a:cubicBezTo>
                <a:lnTo>
                  <a:pt x="2203" y="4256"/>
                </a:lnTo>
                <a:lnTo>
                  <a:pt x="2024" y="4077"/>
                </a:lnTo>
                <a:lnTo>
                  <a:pt x="2477" y="3624"/>
                </a:lnTo>
                <a:lnTo>
                  <a:pt x="2656" y="3803"/>
                </a:lnTo>
                <a:lnTo>
                  <a:pt x="2725" y="3768"/>
                </a:lnTo>
                <a:cubicBezTo>
                  <a:pt x="2787" y="3736"/>
                  <a:pt x="2850" y="3709"/>
                  <a:pt x="2913" y="3689"/>
                </a:cubicBezTo>
                <a:lnTo>
                  <a:pt x="2987" y="3665"/>
                </a:lnTo>
                <a:lnTo>
                  <a:pt x="2987" y="3413"/>
                </a:lnTo>
                <a:lnTo>
                  <a:pt x="3200" y="3413"/>
                </a:lnTo>
                <a:lnTo>
                  <a:pt x="3200" y="4061"/>
                </a:lnTo>
                <a:cubicBezTo>
                  <a:pt x="2780" y="4113"/>
                  <a:pt x="2453" y="4472"/>
                  <a:pt x="2453" y="4907"/>
                </a:cubicBezTo>
                <a:cubicBezTo>
                  <a:pt x="2453" y="5377"/>
                  <a:pt x="2836" y="5760"/>
                  <a:pt x="3307" y="5760"/>
                </a:cubicBezTo>
                <a:cubicBezTo>
                  <a:pt x="3777" y="5760"/>
                  <a:pt x="4160" y="5377"/>
                  <a:pt x="4160" y="4907"/>
                </a:cubicBezTo>
                <a:cubicBezTo>
                  <a:pt x="4160" y="4472"/>
                  <a:pt x="3834" y="4113"/>
                  <a:pt x="3413" y="4061"/>
                </a:cubicBezTo>
                <a:lnTo>
                  <a:pt x="3413" y="3413"/>
                </a:lnTo>
                <a:lnTo>
                  <a:pt x="3627" y="3413"/>
                </a:lnTo>
                <a:lnTo>
                  <a:pt x="3627" y="3665"/>
                </a:lnTo>
                <a:lnTo>
                  <a:pt x="3701" y="3689"/>
                </a:lnTo>
                <a:cubicBezTo>
                  <a:pt x="3763" y="3709"/>
                  <a:pt x="3826" y="3736"/>
                  <a:pt x="3889" y="3768"/>
                </a:cubicBezTo>
                <a:lnTo>
                  <a:pt x="3958" y="3803"/>
                </a:lnTo>
                <a:lnTo>
                  <a:pt x="4136" y="3624"/>
                </a:lnTo>
                <a:lnTo>
                  <a:pt x="4589" y="4077"/>
                </a:lnTo>
                <a:lnTo>
                  <a:pt x="4410" y="4256"/>
                </a:lnTo>
                <a:lnTo>
                  <a:pt x="4446" y="4325"/>
                </a:lnTo>
                <a:cubicBezTo>
                  <a:pt x="4478" y="4387"/>
                  <a:pt x="4504" y="4450"/>
                  <a:pt x="4524" y="4513"/>
                </a:cubicBezTo>
                <a:lnTo>
                  <a:pt x="4548" y="4587"/>
                </a:lnTo>
                <a:lnTo>
                  <a:pt x="4800" y="4587"/>
                </a:lnTo>
                <a:lnTo>
                  <a:pt x="4800" y="5227"/>
                </a:lnTo>
                <a:lnTo>
                  <a:pt x="4548" y="5227"/>
                </a:lnTo>
                <a:lnTo>
                  <a:pt x="4524" y="5300"/>
                </a:lnTo>
                <a:cubicBezTo>
                  <a:pt x="4504" y="5363"/>
                  <a:pt x="4478" y="5426"/>
                  <a:pt x="4446" y="5489"/>
                </a:cubicBezTo>
                <a:lnTo>
                  <a:pt x="4410" y="5558"/>
                </a:lnTo>
                <a:lnTo>
                  <a:pt x="4589" y="5736"/>
                </a:lnTo>
                <a:lnTo>
                  <a:pt x="4136" y="6189"/>
                </a:lnTo>
                <a:close/>
                <a:moveTo>
                  <a:pt x="4701" y="4373"/>
                </a:moveTo>
                <a:cubicBezTo>
                  <a:pt x="4691" y="4348"/>
                  <a:pt x="4681" y="4323"/>
                  <a:pt x="4670" y="4298"/>
                </a:cubicBezTo>
                <a:lnTo>
                  <a:pt x="4891" y="4077"/>
                </a:lnTo>
                <a:lnTo>
                  <a:pt x="4490" y="3676"/>
                </a:lnTo>
                <a:cubicBezTo>
                  <a:pt x="4605" y="3576"/>
                  <a:pt x="4752" y="3520"/>
                  <a:pt x="4907" y="3520"/>
                </a:cubicBezTo>
                <a:cubicBezTo>
                  <a:pt x="5260" y="3520"/>
                  <a:pt x="5547" y="3807"/>
                  <a:pt x="5547" y="4160"/>
                </a:cubicBezTo>
                <a:cubicBezTo>
                  <a:pt x="5547" y="4476"/>
                  <a:pt x="5316" y="4739"/>
                  <a:pt x="5013" y="4790"/>
                </a:cubicBezTo>
                <a:lnTo>
                  <a:pt x="5013" y="4373"/>
                </a:lnTo>
                <a:lnTo>
                  <a:pt x="4701" y="4373"/>
                </a:lnTo>
                <a:close/>
                <a:moveTo>
                  <a:pt x="6400" y="4480"/>
                </a:moveTo>
                <a:lnTo>
                  <a:pt x="6148" y="4480"/>
                </a:lnTo>
                <a:lnTo>
                  <a:pt x="6124" y="4554"/>
                </a:lnTo>
                <a:cubicBezTo>
                  <a:pt x="6104" y="4616"/>
                  <a:pt x="6078" y="4680"/>
                  <a:pt x="6046" y="4742"/>
                </a:cubicBezTo>
                <a:lnTo>
                  <a:pt x="6010" y="4811"/>
                </a:lnTo>
                <a:lnTo>
                  <a:pt x="6189" y="4990"/>
                </a:lnTo>
                <a:lnTo>
                  <a:pt x="5736" y="5442"/>
                </a:lnTo>
                <a:lnTo>
                  <a:pt x="5558" y="5264"/>
                </a:lnTo>
                <a:lnTo>
                  <a:pt x="5489" y="5299"/>
                </a:lnTo>
                <a:cubicBezTo>
                  <a:pt x="5426" y="5331"/>
                  <a:pt x="5363" y="5357"/>
                  <a:pt x="5300" y="5377"/>
                </a:cubicBezTo>
                <a:lnTo>
                  <a:pt x="5227" y="5401"/>
                </a:lnTo>
                <a:lnTo>
                  <a:pt x="5227" y="5653"/>
                </a:lnTo>
                <a:lnTo>
                  <a:pt x="4808" y="5653"/>
                </a:lnTo>
                <a:lnTo>
                  <a:pt x="4670" y="5515"/>
                </a:lnTo>
                <a:cubicBezTo>
                  <a:pt x="4681" y="5490"/>
                  <a:pt x="4691" y="5465"/>
                  <a:pt x="4701" y="5440"/>
                </a:cubicBezTo>
                <a:lnTo>
                  <a:pt x="5013" y="5440"/>
                </a:lnTo>
                <a:lnTo>
                  <a:pt x="5013" y="5006"/>
                </a:lnTo>
                <a:cubicBezTo>
                  <a:pt x="5434" y="4953"/>
                  <a:pt x="5760" y="4594"/>
                  <a:pt x="5760" y="4160"/>
                </a:cubicBezTo>
                <a:cubicBezTo>
                  <a:pt x="5760" y="3689"/>
                  <a:pt x="5377" y="3307"/>
                  <a:pt x="4907" y="3307"/>
                </a:cubicBezTo>
                <a:cubicBezTo>
                  <a:pt x="4695" y="3307"/>
                  <a:pt x="4494" y="3386"/>
                  <a:pt x="4339" y="3525"/>
                </a:cubicBezTo>
                <a:lnTo>
                  <a:pt x="4136" y="3323"/>
                </a:lnTo>
                <a:lnTo>
                  <a:pt x="3915" y="3544"/>
                </a:lnTo>
                <a:cubicBezTo>
                  <a:pt x="3890" y="3532"/>
                  <a:pt x="3865" y="3522"/>
                  <a:pt x="3840" y="3512"/>
                </a:cubicBezTo>
                <a:lnTo>
                  <a:pt x="3840" y="3200"/>
                </a:lnTo>
                <a:lnTo>
                  <a:pt x="3755" y="3200"/>
                </a:lnTo>
                <a:lnTo>
                  <a:pt x="4077" y="2878"/>
                </a:lnTo>
                <a:lnTo>
                  <a:pt x="4256" y="3056"/>
                </a:lnTo>
                <a:lnTo>
                  <a:pt x="4325" y="3021"/>
                </a:lnTo>
                <a:cubicBezTo>
                  <a:pt x="4387" y="2989"/>
                  <a:pt x="4451" y="2963"/>
                  <a:pt x="4513" y="2943"/>
                </a:cubicBezTo>
                <a:lnTo>
                  <a:pt x="4587" y="2919"/>
                </a:lnTo>
                <a:lnTo>
                  <a:pt x="4587" y="2667"/>
                </a:lnTo>
                <a:lnTo>
                  <a:pt x="5227" y="2667"/>
                </a:lnTo>
                <a:lnTo>
                  <a:pt x="5227" y="2919"/>
                </a:lnTo>
                <a:lnTo>
                  <a:pt x="5301" y="2943"/>
                </a:lnTo>
                <a:cubicBezTo>
                  <a:pt x="5363" y="2963"/>
                  <a:pt x="5426" y="2989"/>
                  <a:pt x="5489" y="3021"/>
                </a:cubicBezTo>
                <a:lnTo>
                  <a:pt x="5558" y="3056"/>
                </a:lnTo>
                <a:lnTo>
                  <a:pt x="5736" y="2878"/>
                </a:lnTo>
                <a:lnTo>
                  <a:pt x="6189" y="3330"/>
                </a:lnTo>
                <a:lnTo>
                  <a:pt x="6010" y="3509"/>
                </a:lnTo>
                <a:lnTo>
                  <a:pt x="6046" y="3578"/>
                </a:lnTo>
                <a:cubicBezTo>
                  <a:pt x="6078" y="3640"/>
                  <a:pt x="6104" y="3703"/>
                  <a:pt x="6124" y="3766"/>
                </a:cubicBezTo>
                <a:lnTo>
                  <a:pt x="6148" y="3840"/>
                </a:lnTo>
                <a:lnTo>
                  <a:pt x="6400" y="3840"/>
                </a:lnTo>
                <a:lnTo>
                  <a:pt x="6400" y="44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3" name="文本框 21"/>
          <p:cNvSpPr txBox="1"/>
          <p:nvPr/>
        </p:nvSpPr>
        <p:spPr>
          <a:xfrm flipH="1">
            <a:off x="37360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学科痛点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4" name="文本框 25"/>
          <p:cNvSpPr txBox="1"/>
          <p:nvPr/>
        </p:nvSpPr>
        <p:spPr>
          <a:xfrm flipH="1">
            <a:off x="903392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学生发展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5" name="文本框 22"/>
          <p:cNvSpPr txBox="1"/>
          <p:nvPr/>
        </p:nvSpPr>
        <p:spPr>
          <a:xfrm flipH="1">
            <a:off x="1052313" y="4686402"/>
            <a:ext cx="2076316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双减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政策强调提升课堂效率，数学项目式学习需教研同步介入，才能解决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研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脱节导致的教学浅层化问题。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8" name="文本框 22"/>
          <p:cNvSpPr txBox="1"/>
          <p:nvPr/>
        </p:nvSpPr>
        <p:spPr>
          <a:xfrm flipH="1">
            <a:off x="9033510" y="1633855"/>
            <a:ext cx="218757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数学核心素养中的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应用意识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创新意识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，需依托教研融合优化项目设计，才能有效落地课堂。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22"/>
          <p:cNvSpPr txBox="1"/>
          <p:nvPr/>
        </p:nvSpPr>
        <p:spPr>
          <a:xfrm flipH="1">
            <a:off x="6360913" y="4722597"/>
            <a:ext cx="2076316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多数教师缺乏项目式学习设计经验，需通过教研融合提供具体策略，避免教学流于形式。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圆角矩形 45"/>
          <p:cNvSpPr/>
          <p:nvPr/>
        </p:nvSpPr>
        <p:spPr>
          <a:xfrm>
            <a:off x="1245870" y="5073650"/>
            <a:ext cx="9385300" cy="1143000"/>
          </a:xfrm>
          <a:prstGeom prst="roundRect">
            <a:avLst/>
          </a:prstGeom>
          <a:gradFill>
            <a:gsLst>
              <a:gs pos="0">
                <a:srgbClr val="FFE089"/>
              </a:gs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936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校园物联学生数据隐私保护轻量化方案研究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稻壳儿佳誉设计_4"/>
          <p:cNvSpPr txBox="1">
            <a:spLocks noChangeArrowheads="1"/>
          </p:cNvSpPr>
          <p:nvPr/>
        </p:nvSpPr>
        <p:spPr bwMode="auto">
          <a:xfrm>
            <a:off x="1427480" y="5196205"/>
            <a:ext cx="8854440" cy="953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fontAlgn="auto">
              <a:lnSpc>
                <a:spcPct val="100000"/>
              </a:lnSpc>
              <a:spcBef>
                <a:spcPct val="20000"/>
              </a:spcBef>
              <a:buClrTx/>
              <a:buSzTx/>
              <a:defRPr sz="1800">
                <a:solidFill>
                  <a:srgbClr val="000000"/>
                </a:solidFill>
                <a:uFillTx/>
              </a:defRPr>
            </a:pPr>
            <a:r>
              <a:rPr lang="zh-CN" altLang="en-US" sz="1400" dirty="0">
                <a:solidFill>
                  <a:schemeClr val="tx1">
                    <a:alpha val="50000"/>
                  </a:schemeClr>
                </a:solidFill>
                <a:cs typeface="+mn-ea"/>
                <a:sym typeface="+mn-lt"/>
              </a:rPr>
              <a:t>校园物联网普及催生海量学生行为数据，且多关联个人隐私，现有集中存储模式存在泄露风险。传统隐私方案计算复杂，难适配校园低算力终端，还易引发隐私与校园服务效率的矛盾，同时当前缺乏校园物联数据专项隐私规范。因此，开展相关轻量化方案研究，可突破技术适配瓶颈，平衡数据安全与服务效率，为校园数据治理及同类低算力场景隐私保护提供参考，具备现实实践价值。</a:t>
            </a:r>
            <a:endParaRPr lang="zh-CN" altLang="en-US" sz="1400" dirty="0">
              <a:solidFill>
                <a:schemeClr val="tx1">
                  <a:alpha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" name="稻壳儿佳誉设计_5"/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>
            <a:off x="2797175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5" name="稻壳儿佳誉设计_6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4095750" y="2490788"/>
            <a:ext cx="1576388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6" name="稻壳儿佳誉设计_7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7854950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grpSp>
        <p:nvGrpSpPr>
          <p:cNvPr id="7" name="稻壳儿佳誉设计_8"/>
          <p:cNvGrpSpPr/>
          <p:nvPr>
            <p:custDataLst>
              <p:tags r:id="rId4"/>
            </p:custDataLst>
          </p:nvPr>
        </p:nvGrpSpPr>
        <p:grpSpPr bwMode="auto">
          <a:xfrm>
            <a:off x="4278313" y="2339976"/>
            <a:ext cx="3625851" cy="2335212"/>
            <a:chOff x="4368418" y="2523550"/>
            <a:chExt cx="3626942" cy="2335417"/>
          </a:xfrm>
          <a:solidFill>
            <a:srgbClr val="06398B"/>
          </a:solidFill>
        </p:grpSpPr>
        <p:sp>
          <p:nvSpPr>
            <p:cNvPr id="8" name="Freeform 69"/>
            <p:cNvSpPr/>
            <p:nvPr>
              <p:custDataLst>
                <p:tags r:id="rId5"/>
              </p:custDataLst>
            </p:nvPr>
          </p:nvSpPr>
          <p:spPr bwMode="auto">
            <a:xfrm rot="5400000">
              <a:off x="4569410" y="3489585"/>
              <a:ext cx="1060543" cy="404934"/>
            </a:xfrm>
            <a:custGeom>
              <a:avLst/>
              <a:gdLst>
                <a:gd name="T0" fmla="*/ 2147483647 w 933"/>
                <a:gd name="T1" fmla="*/ 2147483647 h 356"/>
                <a:gd name="T2" fmla="*/ 0 w 933"/>
                <a:gd name="T3" fmla="*/ 2147483647 h 356"/>
                <a:gd name="T4" fmla="*/ 2147483647 w 933"/>
                <a:gd name="T5" fmla="*/ 0 h 356"/>
                <a:gd name="T6" fmla="*/ 2147483647 w 933"/>
                <a:gd name="T7" fmla="*/ 2147483647 h 356"/>
                <a:gd name="T8" fmla="*/ 2147483647 w 933"/>
                <a:gd name="T9" fmla="*/ 2147483647 h 3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6"/>
                <a:gd name="T17" fmla="*/ 933 w 933"/>
                <a:gd name="T18" fmla="*/ 356 h 3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6">
                  <a:moveTo>
                    <a:pt x="465" y="356"/>
                  </a:moveTo>
                  <a:lnTo>
                    <a:pt x="0" y="178"/>
                  </a:lnTo>
                  <a:lnTo>
                    <a:pt x="465" y="0"/>
                  </a:lnTo>
                  <a:lnTo>
                    <a:pt x="933" y="178"/>
                  </a:lnTo>
                  <a:lnTo>
                    <a:pt x="465" y="35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70"/>
            <p:cNvSpPr/>
            <p:nvPr>
              <p:custDataLst>
                <p:tags r:id="rId6"/>
              </p:custDataLst>
            </p:nvPr>
          </p:nvSpPr>
          <p:spPr bwMode="auto">
            <a:xfrm rot="5400000">
              <a:off x="4470105" y="3060093"/>
              <a:ext cx="528684" cy="732058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0 h 644"/>
                <a:gd name="T4" fmla="*/ 0 w 465"/>
                <a:gd name="T5" fmla="*/ 2147483647 h 644"/>
                <a:gd name="T6" fmla="*/ 2147483647 w 465"/>
                <a:gd name="T7" fmla="*/ 2147483647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178"/>
                  </a:moveTo>
                  <a:lnTo>
                    <a:pt x="0" y="0"/>
                  </a:lnTo>
                  <a:lnTo>
                    <a:pt x="0" y="364"/>
                  </a:lnTo>
                  <a:lnTo>
                    <a:pt x="465" y="644"/>
                  </a:lnTo>
                  <a:lnTo>
                    <a:pt x="465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71"/>
            <p:cNvSpPr/>
            <p:nvPr>
              <p:custDataLst>
                <p:tags r:id="rId7"/>
              </p:custDataLst>
            </p:nvPr>
          </p:nvSpPr>
          <p:spPr bwMode="auto">
            <a:xfrm rot="5400000">
              <a:off x="4468378" y="3590164"/>
              <a:ext cx="531603" cy="731522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0 h 644"/>
                <a:gd name="T4" fmla="*/ 2147483647 w 468"/>
                <a:gd name="T5" fmla="*/ 2147483647 h 644"/>
                <a:gd name="T6" fmla="*/ 0 w 468"/>
                <a:gd name="T7" fmla="*/ 2147483647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178"/>
                  </a:moveTo>
                  <a:lnTo>
                    <a:pt x="468" y="0"/>
                  </a:lnTo>
                  <a:lnTo>
                    <a:pt x="468" y="364"/>
                  </a:lnTo>
                  <a:lnTo>
                    <a:pt x="0" y="644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72"/>
            <p:cNvSpPr/>
            <p:nvPr>
              <p:custDataLst>
                <p:tags r:id="rId8"/>
              </p:custDataLst>
            </p:nvPr>
          </p:nvSpPr>
          <p:spPr bwMode="auto">
            <a:xfrm rot="5400000">
              <a:off x="4931537" y="3564220"/>
              <a:ext cx="1697186" cy="254076"/>
            </a:xfrm>
            <a:custGeom>
              <a:avLst/>
              <a:gdLst>
                <a:gd name="T0" fmla="*/ 2147483647 w 1494"/>
                <a:gd name="T1" fmla="*/ 2147483647 h 224"/>
                <a:gd name="T2" fmla="*/ 0 w 1494"/>
                <a:gd name="T3" fmla="*/ 2147483647 h 224"/>
                <a:gd name="T4" fmla="*/ 2147483647 w 1494"/>
                <a:gd name="T5" fmla="*/ 0 h 224"/>
                <a:gd name="T6" fmla="*/ 2147483647 w 1494"/>
                <a:gd name="T7" fmla="*/ 2147483647 h 224"/>
                <a:gd name="T8" fmla="*/ 2147483647 w 1494"/>
                <a:gd name="T9" fmla="*/ 2147483647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224"/>
                  </a:moveTo>
                  <a:lnTo>
                    <a:pt x="0" y="112"/>
                  </a:lnTo>
                  <a:lnTo>
                    <a:pt x="746" y="0"/>
                  </a:lnTo>
                  <a:lnTo>
                    <a:pt x="1494" y="112"/>
                  </a:lnTo>
                  <a:lnTo>
                    <a:pt x="746" y="224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73"/>
            <p:cNvSpPr/>
            <p:nvPr>
              <p:custDataLst>
                <p:tags r:id="rId9"/>
              </p:custDataLst>
            </p:nvPr>
          </p:nvSpPr>
          <p:spPr bwMode="auto">
            <a:xfrm rot="5400000">
              <a:off x="5005288" y="2915622"/>
              <a:ext cx="847799" cy="701886"/>
            </a:xfrm>
            <a:custGeom>
              <a:avLst/>
              <a:gdLst>
                <a:gd name="T0" fmla="*/ 2147483647 w 746"/>
                <a:gd name="T1" fmla="*/ 2147483647 h 618"/>
                <a:gd name="T2" fmla="*/ 0 w 746"/>
                <a:gd name="T3" fmla="*/ 0 h 618"/>
                <a:gd name="T4" fmla="*/ 0 w 746"/>
                <a:gd name="T5" fmla="*/ 2147483647 h 618"/>
                <a:gd name="T6" fmla="*/ 2147483647 w 746"/>
                <a:gd name="T7" fmla="*/ 2147483647 h 618"/>
                <a:gd name="T8" fmla="*/ 2147483647 w 746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8"/>
                <a:gd name="T17" fmla="*/ 746 w 746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8">
                  <a:moveTo>
                    <a:pt x="746" y="112"/>
                  </a:moveTo>
                  <a:lnTo>
                    <a:pt x="0" y="0"/>
                  </a:lnTo>
                  <a:lnTo>
                    <a:pt x="0" y="394"/>
                  </a:lnTo>
                  <a:lnTo>
                    <a:pt x="746" y="618"/>
                  </a:lnTo>
                  <a:lnTo>
                    <a:pt x="746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74"/>
            <p:cNvSpPr/>
            <p:nvPr>
              <p:custDataLst>
                <p:tags r:id="rId10"/>
              </p:custDataLst>
            </p:nvPr>
          </p:nvSpPr>
          <p:spPr bwMode="auto">
            <a:xfrm rot="5400000">
              <a:off x="5004524" y="3763957"/>
              <a:ext cx="849656" cy="701988"/>
            </a:xfrm>
            <a:custGeom>
              <a:avLst/>
              <a:gdLst>
                <a:gd name="T0" fmla="*/ 0 w 748"/>
                <a:gd name="T1" fmla="*/ 2147483647 h 618"/>
                <a:gd name="T2" fmla="*/ 2147483647 w 748"/>
                <a:gd name="T3" fmla="*/ 0 h 618"/>
                <a:gd name="T4" fmla="*/ 2147483647 w 748"/>
                <a:gd name="T5" fmla="*/ 2147483647 h 618"/>
                <a:gd name="T6" fmla="*/ 0 w 748"/>
                <a:gd name="T7" fmla="*/ 2147483647 h 618"/>
                <a:gd name="T8" fmla="*/ 0 w 748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8"/>
                <a:gd name="T17" fmla="*/ 748 w 748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8">
                  <a:moveTo>
                    <a:pt x="0" y="112"/>
                  </a:moveTo>
                  <a:lnTo>
                    <a:pt x="748" y="0"/>
                  </a:lnTo>
                  <a:lnTo>
                    <a:pt x="748" y="394"/>
                  </a:lnTo>
                  <a:lnTo>
                    <a:pt x="0" y="61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 75"/>
            <p:cNvSpPr/>
            <p:nvPr>
              <p:custDataLst>
                <p:tags r:id="rId11"/>
              </p:custDataLst>
            </p:nvPr>
          </p:nvSpPr>
          <p:spPr bwMode="auto">
            <a:xfrm rot="5400000">
              <a:off x="6731760" y="3489743"/>
              <a:ext cx="1060543" cy="403346"/>
            </a:xfrm>
            <a:custGeom>
              <a:avLst/>
              <a:gdLst>
                <a:gd name="T0" fmla="*/ 2147483647 w 933"/>
                <a:gd name="T1" fmla="*/ 0 h 355"/>
                <a:gd name="T2" fmla="*/ 0 w 933"/>
                <a:gd name="T3" fmla="*/ 2147483647 h 355"/>
                <a:gd name="T4" fmla="*/ 2147483647 w 933"/>
                <a:gd name="T5" fmla="*/ 2147483647 h 355"/>
                <a:gd name="T6" fmla="*/ 2147483647 w 933"/>
                <a:gd name="T7" fmla="*/ 2147483647 h 355"/>
                <a:gd name="T8" fmla="*/ 2147483647 w 933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5"/>
                <a:gd name="T17" fmla="*/ 933 w 933"/>
                <a:gd name="T18" fmla="*/ 355 h 3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5">
                  <a:moveTo>
                    <a:pt x="465" y="0"/>
                  </a:moveTo>
                  <a:lnTo>
                    <a:pt x="0" y="177"/>
                  </a:lnTo>
                  <a:lnTo>
                    <a:pt x="465" y="355"/>
                  </a:lnTo>
                  <a:lnTo>
                    <a:pt x="933" y="177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dirty="0">
                <a:cs typeface="+mn-ea"/>
                <a:sym typeface="+mn-lt"/>
              </a:endParaRPr>
            </a:p>
          </p:txBody>
        </p:sp>
        <p:sp>
          <p:nvSpPr>
            <p:cNvPr id="15" name="Freeform 76"/>
            <p:cNvSpPr/>
            <p:nvPr>
              <p:custDataLst>
                <p:tags r:id="rId12"/>
              </p:custDataLst>
            </p:nvPr>
          </p:nvSpPr>
          <p:spPr bwMode="auto">
            <a:xfrm rot="5400000">
              <a:off x="7364989" y="3060093"/>
              <a:ext cx="528684" cy="732057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2147483647 h 644"/>
                <a:gd name="T4" fmla="*/ 0 w 465"/>
                <a:gd name="T5" fmla="*/ 2147483647 h 644"/>
                <a:gd name="T6" fmla="*/ 2147483647 w 465"/>
                <a:gd name="T7" fmla="*/ 0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467"/>
                  </a:moveTo>
                  <a:lnTo>
                    <a:pt x="0" y="644"/>
                  </a:lnTo>
                  <a:lnTo>
                    <a:pt x="0" y="280"/>
                  </a:lnTo>
                  <a:lnTo>
                    <a:pt x="465" y="0"/>
                  </a:lnTo>
                  <a:lnTo>
                    <a:pt x="465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77"/>
            <p:cNvSpPr/>
            <p:nvPr>
              <p:custDataLst>
                <p:tags r:id="rId13"/>
              </p:custDataLst>
            </p:nvPr>
          </p:nvSpPr>
          <p:spPr bwMode="auto">
            <a:xfrm rot="5400000">
              <a:off x="7363402" y="3590365"/>
              <a:ext cx="531859" cy="732057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2147483647 h 644"/>
                <a:gd name="T4" fmla="*/ 2147483647 w 468"/>
                <a:gd name="T5" fmla="*/ 2147483647 h 644"/>
                <a:gd name="T6" fmla="*/ 0 w 468"/>
                <a:gd name="T7" fmla="*/ 0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467"/>
                  </a:moveTo>
                  <a:lnTo>
                    <a:pt x="468" y="644"/>
                  </a:lnTo>
                  <a:lnTo>
                    <a:pt x="468" y="280"/>
                  </a:lnTo>
                  <a:lnTo>
                    <a:pt x="0" y="0"/>
                  </a:lnTo>
                  <a:lnTo>
                    <a:pt x="0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78"/>
            <p:cNvSpPr/>
            <p:nvPr>
              <p:custDataLst>
                <p:tags r:id="rId14"/>
              </p:custDataLst>
            </p:nvPr>
          </p:nvSpPr>
          <p:spPr bwMode="auto">
            <a:xfrm rot="5400000">
              <a:off x="5733465" y="3564220"/>
              <a:ext cx="1697186" cy="254076"/>
            </a:xfrm>
            <a:custGeom>
              <a:avLst/>
              <a:gdLst>
                <a:gd name="T0" fmla="*/ 2147483647 w 1494"/>
                <a:gd name="T1" fmla="*/ 0 h 224"/>
                <a:gd name="T2" fmla="*/ 0 w 1494"/>
                <a:gd name="T3" fmla="*/ 2147483647 h 224"/>
                <a:gd name="T4" fmla="*/ 2147483647 w 1494"/>
                <a:gd name="T5" fmla="*/ 2147483647 h 224"/>
                <a:gd name="T6" fmla="*/ 2147483647 w 1494"/>
                <a:gd name="T7" fmla="*/ 2147483647 h 224"/>
                <a:gd name="T8" fmla="*/ 2147483647 w 1494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0"/>
                  </a:moveTo>
                  <a:lnTo>
                    <a:pt x="0" y="111"/>
                  </a:lnTo>
                  <a:lnTo>
                    <a:pt x="746" y="224"/>
                  </a:lnTo>
                  <a:lnTo>
                    <a:pt x="1494" y="111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79"/>
            <p:cNvSpPr/>
            <p:nvPr>
              <p:custDataLst>
                <p:tags r:id="rId15"/>
              </p:custDataLst>
            </p:nvPr>
          </p:nvSpPr>
          <p:spPr bwMode="auto">
            <a:xfrm rot="5400000">
              <a:off x="6509896" y="2916416"/>
              <a:ext cx="847799" cy="700298"/>
            </a:xfrm>
            <a:custGeom>
              <a:avLst/>
              <a:gdLst>
                <a:gd name="T0" fmla="*/ 2147483647 w 746"/>
                <a:gd name="T1" fmla="*/ 2147483647 h 617"/>
                <a:gd name="T2" fmla="*/ 0 w 746"/>
                <a:gd name="T3" fmla="*/ 2147483647 h 617"/>
                <a:gd name="T4" fmla="*/ 0 w 746"/>
                <a:gd name="T5" fmla="*/ 2147483647 h 617"/>
                <a:gd name="T6" fmla="*/ 2147483647 w 746"/>
                <a:gd name="T7" fmla="*/ 0 h 617"/>
                <a:gd name="T8" fmla="*/ 2147483647 w 746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7"/>
                <a:gd name="T17" fmla="*/ 746 w 746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7">
                  <a:moveTo>
                    <a:pt x="746" y="506"/>
                  </a:moveTo>
                  <a:lnTo>
                    <a:pt x="0" y="617"/>
                  </a:lnTo>
                  <a:lnTo>
                    <a:pt x="0" y="224"/>
                  </a:lnTo>
                  <a:lnTo>
                    <a:pt x="746" y="0"/>
                  </a:lnTo>
                  <a:lnTo>
                    <a:pt x="746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80"/>
            <p:cNvSpPr/>
            <p:nvPr>
              <p:custDataLst>
                <p:tags r:id="rId16"/>
              </p:custDataLst>
            </p:nvPr>
          </p:nvSpPr>
          <p:spPr bwMode="auto">
            <a:xfrm rot="5400000">
              <a:off x="6509103" y="3765008"/>
              <a:ext cx="849387" cy="700298"/>
            </a:xfrm>
            <a:custGeom>
              <a:avLst/>
              <a:gdLst>
                <a:gd name="T0" fmla="*/ 0 w 748"/>
                <a:gd name="T1" fmla="*/ 2147483647 h 617"/>
                <a:gd name="T2" fmla="*/ 2147483647 w 748"/>
                <a:gd name="T3" fmla="*/ 2147483647 h 617"/>
                <a:gd name="T4" fmla="*/ 2147483647 w 748"/>
                <a:gd name="T5" fmla="*/ 2147483647 h 617"/>
                <a:gd name="T6" fmla="*/ 0 w 748"/>
                <a:gd name="T7" fmla="*/ 0 h 617"/>
                <a:gd name="T8" fmla="*/ 0 w 748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7"/>
                <a:gd name="T17" fmla="*/ 748 w 748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7">
                  <a:moveTo>
                    <a:pt x="0" y="506"/>
                  </a:moveTo>
                  <a:lnTo>
                    <a:pt x="748" y="617"/>
                  </a:lnTo>
                  <a:lnTo>
                    <a:pt x="748" y="224"/>
                  </a:lnTo>
                  <a:lnTo>
                    <a:pt x="0" y="0"/>
                  </a:lnTo>
                  <a:lnTo>
                    <a:pt x="0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81"/>
            <p:cNvSpPr/>
            <p:nvPr>
              <p:custDataLst>
                <p:tags r:id="rId17"/>
              </p:custDataLst>
            </p:nvPr>
          </p:nvSpPr>
          <p:spPr bwMode="auto">
            <a:xfrm rot="5400000">
              <a:off x="5593667" y="2743360"/>
              <a:ext cx="1166915" cy="727294"/>
            </a:xfrm>
            <a:custGeom>
              <a:avLst/>
              <a:gdLst>
                <a:gd name="T0" fmla="*/ 2147483647 w 1027"/>
                <a:gd name="T1" fmla="*/ 2147483647 h 641"/>
                <a:gd name="T2" fmla="*/ 0 w 1027"/>
                <a:gd name="T3" fmla="*/ 2147483647 h 641"/>
                <a:gd name="T4" fmla="*/ 0 w 1027"/>
                <a:gd name="T5" fmla="*/ 2147483647 h 641"/>
                <a:gd name="T6" fmla="*/ 2147483647 w 1027"/>
                <a:gd name="T7" fmla="*/ 0 h 641"/>
                <a:gd name="T8" fmla="*/ 2147483647 w 1027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7"/>
                <a:gd name="T16" fmla="*/ 0 h 641"/>
                <a:gd name="T17" fmla="*/ 1027 w 1027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7" h="641">
                  <a:moveTo>
                    <a:pt x="1027" y="641"/>
                  </a:moveTo>
                  <a:lnTo>
                    <a:pt x="0" y="532"/>
                  </a:lnTo>
                  <a:lnTo>
                    <a:pt x="0" y="111"/>
                  </a:lnTo>
                  <a:lnTo>
                    <a:pt x="1027" y="0"/>
                  </a:lnTo>
                  <a:lnTo>
                    <a:pt x="1027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82"/>
            <p:cNvSpPr/>
            <p:nvPr>
              <p:custDataLst>
                <p:tags r:id="rId18"/>
              </p:custDataLst>
            </p:nvPr>
          </p:nvSpPr>
          <p:spPr bwMode="auto">
            <a:xfrm rot="5400000">
              <a:off x="5592874" y="3911068"/>
              <a:ext cx="1168503" cy="727294"/>
            </a:xfrm>
            <a:custGeom>
              <a:avLst/>
              <a:gdLst>
                <a:gd name="T0" fmla="*/ 0 w 1029"/>
                <a:gd name="T1" fmla="*/ 2147483647 h 641"/>
                <a:gd name="T2" fmla="*/ 2147483647 w 1029"/>
                <a:gd name="T3" fmla="*/ 2147483647 h 641"/>
                <a:gd name="T4" fmla="*/ 2147483647 w 1029"/>
                <a:gd name="T5" fmla="*/ 2147483647 h 641"/>
                <a:gd name="T6" fmla="*/ 0 w 1029"/>
                <a:gd name="T7" fmla="*/ 0 h 641"/>
                <a:gd name="T8" fmla="*/ 0 w 1029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9"/>
                <a:gd name="T16" fmla="*/ 0 h 641"/>
                <a:gd name="T17" fmla="*/ 1029 w 1029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9" h="641">
                  <a:moveTo>
                    <a:pt x="0" y="641"/>
                  </a:moveTo>
                  <a:lnTo>
                    <a:pt x="1029" y="532"/>
                  </a:lnTo>
                  <a:lnTo>
                    <a:pt x="1029" y="111"/>
                  </a:lnTo>
                  <a:lnTo>
                    <a:pt x="0" y="0"/>
                  </a:lnTo>
                  <a:lnTo>
                    <a:pt x="0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83"/>
            <p:cNvSpPr/>
            <p:nvPr>
              <p:custDataLst>
                <p:tags r:id="rId19"/>
              </p:custDataLst>
            </p:nvPr>
          </p:nvSpPr>
          <p:spPr bwMode="auto">
            <a:xfrm rot="5400000">
              <a:off x="7725013" y="3425457"/>
              <a:ext cx="9087" cy="531603"/>
            </a:xfrm>
            <a:custGeom>
              <a:avLst/>
              <a:gdLst>
                <a:gd name="T0" fmla="*/ 2147483647 w 8"/>
                <a:gd name="T1" fmla="*/ 2147483647 h 468"/>
                <a:gd name="T2" fmla="*/ 0 w 8"/>
                <a:gd name="T3" fmla="*/ 2147483647 h 468"/>
                <a:gd name="T4" fmla="*/ 0 w 8"/>
                <a:gd name="T5" fmla="*/ 2147483647 h 468"/>
                <a:gd name="T6" fmla="*/ 2147483647 w 8"/>
                <a:gd name="T7" fmla="*/ 0 h 468"/>
                <a:gd name="T8" fmla="*/ 2147483647 w 8"/>
                <a:gd name="T9" fmla="*/ 2147483647 h 468"/>
                <a:gd name="T10" fmla="*/ 2147483647 w 8"/>
                <a:gd name="T11" fmla="*/ 2147483647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468"/>
                  </a:moveTo>
                  <a:lnTo>
                    <a:pt x="0" y="468"/>
                  </a:lnTo>
                  <a:lnTo>
                    <a:pt x="0" y="2"/>
                  </a:lnTo>
                  <a:lnTo>
                    <a:pt x="3" y="0"/>
                  </a:lnTo>
                  <a:lnTo>
                    <a:pt x="8" y="2"/>
                  </a:lnTo>
                  <a:lnTo>
                    <a:pt x="8" y="468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/>
            <p:nvPr>
              <p:custDataLst>
                <p:tags r:id="rId20"/>
              </p:custDataLst>
            </p:nvPr>
          </p:nvSpPr>
          <p:spPr bwMode="auto">
            <a:xfrm rot="5400000">
              <a:off x="6992355" y="3403875"/>
              <a:ext cx="9087" cy="574767"/>
            </a:xfrm>
            <a:custGeom>
              <a:avLst/>
              <a:gdLst>
                <a:gd name="T0" fmla="*/ 2147483647 w 8"/>
                <a:gd name="T1" fmla="*/ 2147483647 h 506"/>
                <a:gd name="T2" fmla="*/ 0 w 8"/>
                <a:gd name="T3" fmla="*/ 2147483647 h 506"/>
                <a:gd name="T4" fmla="*/ 0 w 8"/>
                <a:gd name="T5" fmla="*/ 2147483647 h 506"/>
                <a:gd name="T6" fmla="*/ 2147483647 w 8"/>
                <a:gd name="T7" fmla="*/ 0 h 506"/>
                <a:gd name="T8" fmla="*/ 2147483647 w 8"/>
                <a:gd name="T9" fmla="*/ 2147483647 h 506"/>
                <a:gd name="T10" fmla="*/ 2147483647 w 8"/>
                <a:gd name="T11" fmla="*/ 2147483647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506"/>
                  </a:moveTo>
                  <a:lnTo>
                    <a:pt x="0" y="506"/>
                  </a:lnTo>
                  <a:lnTo>
                    <a:pt x="0" y="1"/>
                  </a:lnTo>
                  <a:lnTo>
                    <a:pt x="3" y="0"/>
                  </a:lnTo>
                  <a:lnTo>
                    <a:pt x="8" y="1"/>
                  </a:lnTo>
                  <a:lnTo>
                    <a:pt x="8" y="50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85"/>
            <p:cNvSpPr/>
            <p:nvPr>
              <p:custDataLst>
                <p:tags r:id="rId21"/>
              </p:custDataLst>
            </p:nvPr>
          </p:nvSpPr>
          <p:spPr bwMode="auto">
            <a:xfrm rot="5400000">
              <a:off x="4629676" y="3425457"/>
              <a:ext cx="9087" cy="531603"/>
            </a:xfrm>
            <a:custGeom>
              <a:avLst/>
              <a:gdLst>
                <a:gd name="T0" fmla="*/ 2147483647 w 8"/>
                <a:gd name="T1" fmla="*/ 0 h 468"/>
                <a:gd name="T2" fmla="*/ 0 w 8"/>
                <a:gd name="T3" fmla="*/ 0 h 468"/>
                <a:gd name="T4" fmla="*/ 0 w 8"/>
                <a:gd name="T5" fmla="*/ 2147483647 h 468"/>
                <a:gd name="T6" fmla="*/ 2147483647 w 8"/>
                <a:gd name="T7" fmla="*/ 2147483647 h 468"/>
                <a:gd name="T8" fmla="*/ 2147483647 w 8"/>
                <a:gd name="T9" fmla="*/ 2147483647 h 468"/>
                <a:gd name="T10" fmla="*/ 2147483647 w 8"/>
                <a:gd name="T11" fmla="*/ 0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0"/>
                  </a:moveTo>
                  <a:lnTo>
                    <a:pt x="0" y="0"/>
                  </a:lnTo>
                  <a:lnTo>
                    <a:pt x="0" y="467"/>
                  </a:lnTo>
                  <a:lnTo>
                    <a:pt x="3" y="468"/>
                  </a:lnTo>
                  <a:lnTo>
                    <a:pt x="8" y="467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86"/>
            <p:cNvSpPr/>
            <p:nvPr>
              <p:custDataLst>
                <p:tags r:id="rId22"/>
              </p:custDataLst>
            </p:nvPr>
          </p:nvSpPr>
          <p:spPr bwMode="auto">
            <a:xfrm rot="5400000">
              <a:off x="5361198" y="3403875"/>
              <a:ext cx="9087" cy="574767"/>
            </a:xfrm>
            <a:custGeom>
              <a:avLst/>
              <a:gdLst>
                <a:gd name="T0" fmla="*/ 2147483647 w 8"/>
                <a:gd name="T1" fmla="*/ 0 h 506"/>
                <a:gd name="T2" fmla="*/ 0 w 8"/>
                <a:gd name="T3" fmla="*/ 0 h 506"/>
                <a:gd name="T4" fmla="*/ 0 w 8"/>
                <a:gd name="T5" fmla="*/ 2147483647 h 506"/>
                <a:gd name="T6" fmla="*/ 2147483647 w 8"/>
                <a:gd name="T7" fmla="*/ 2147483647 h 506"/>
                <a:gd name="T8" fmla="*/ 2147483647 w 8"/>
                <a:gd name="T9" fmla="*/ 2147483647 h 506"/>
                <a:gd name="T10" fmla="*/ 2147483647 w 8"/>
                <a:gd name="T11" fmla="*/ 0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0"/>
                  </a:moveTo>
                  <a:lnTo>
                    <a:pt x="0" y="0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8" y="50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87"/>
            <p:cNvSpPr/>
            <p:nvPr>
              <p:custDataLst>
                <p:tags r:id="rId23"/>
              </p:custDataLst>
            </p:nvPr>
          </p:nvSpPr>
          <p:spPr bwMode="auto">
            <a:xfrm rot="5400000">
              <a:off x="6172801" y="3327202"/>
              <a:ext cx="9087" cy="728114"/>
            </a:xfrm>
            <a:custGeom>
              <a:avLst/>
              <a:gdLst>
                <a:gd name="T0" fmla="*/ 2147483647 w 8"/>
                <a:gd name="T1" fmla="*/ 2147483647 h 641"/>
                <a:gd name="T2" fmla="*/ 2147483647 w 8"/>
                <a:gd name="T3" fmla="*/ 2147483647 h 641"/>
                <a:gd name="T4" fmla="*/ 0 w 8"/>
                <a:gd name="T5" fmla="*/ 2147483647 h 641"/>
                <a:gd name="T6" fmla="*/ 0 w 8"/>
                <a:gd name="T7" fmla="*/ 0 h 641"/>
                <a:gd name="T8" fmla="*/ 2147483647 w 8"/>
                <a:gd name="T9" fmla="*/ 0 h 641"/>
                <a:gd name="T10" fmla="*/ 2147483647 w 8"/>
                <a:gd name="T11" fmla="*/ 0 h 641"/>
                <a:gd name="T12" fmla="*/ 2147483647 w 8"/>
                <a:gd name="T13" fmla="*/ 2147483647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641"/>
                <a:gd name="T23" fmla="*/ 8 w 8"/>
                <a:gd name="T24" fmla="*/ 641 h 6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641">
                  <a:moveTo>
                    <a:pt x="8" y="640"/>
                  </a:moveTo>
                  <a:lnTo>
                    <a:pt x="3" y="641"/>
                  </a:lnTo>
                  <a:lnTo>
                    <a:pt x="0" y="640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8" y="64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88"/>
            <p:cNvSpPr/>
            <p:nvPr>
              <p:custDataLst>
                <p:tags r:id="rId24"/>
              </p:custDataLst>
            </p:nvPr>
          </p:nvSpPr>
          <p:spPr bwMode="auto">
            <a:xfrm rot="5400000">
              <a:off x="7303593" y="3529960"/>
              <a:ext cx="1059798" cy="323733"/>
            </a:xfrm>
            <a:custGeom>
              <a:avLst/>
              <a:gdLst>
                <a:gd name="T0" fmla="*/ 2147483647 w 933"/>
                <a:gd name="T1" fmla="*/ 0 h 285"/>
                <a:gd name="T2" fmla="*/ 0 w 933"/>
                <a:gd name="T3" fmla="*/ 2147483647 h 285"/>
                <a:gd name="T4" fmla="*/ 0 w 933"/>
                <a:gd name="T5" fmla="*/ 2147483647 h 285"/>
                <a:gd name="T6" fmla="*/ 2147483647 w 933"/>
                <a:gd name="T7" fmla="*/ 2147483647 h 285"/>
                <a:gd name="T8" fmla="*/ 2147483647 w 933"/>
                <a:gd name="T9" fmla="*/ 2147483647 h 285"/>
                <a:gd name="T10" fmla="*/ 2147483647 w 933"/>
                <a:gd name="T11" fmla="*/ 2147483647 h 285"/>
                <a:gd name="T12" fmla="*/ 2147483647 w 933"/>
                <a:gd name="T13" fmla="*/ 0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0"/>
                  </a:moveTo>
                  <a:lnTo>
                    <a:pt x="0" y="280"/>
                  </a:lnTo>
                  <a:lnTo>
                    <a:pt x="0" y="285"/>
                  </a:lnTo>
                  <a:lnTo>
                    <a:pt x="465" y="10"/>
                  </a:lnTo>
                  <a:lnTo>
                    <a:pt x="933" y="285"/>
                  </a:lnTo>
                  <a:lnTo>
                    <a:pt x="933" y="280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 89"/>
            <p:cNvSpPr/>
            <p:nvPr>
              <p:custDataLst>
                <p:tags r:id="rId25"/>
              </p:custDataLst>
            </p:nvPr>
          </p:nvSpPr>
          <p:spPr bwMode="auto">
            <a:xfrm rot="5400000">
              <a:off x="6837871" y="3587891"/>
              <a:ext cx="1059798" cy="207871"/>
            </a:xfrm>
            <a:custGeom>
              <a:avLst/>
              <a:gdLst>
                <a:gd name="T0" fmla="*/ 0 w 933"/>
                <a:gd name="T1" fmla="*/ 2147483647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2147483647 h 183"/>
                <a:gd name="T8" fmla="*/ 2147483647 w 933"/>
                <a:gd name="T9" fmla="*/ 2147483647 h 183"/>
                <a:gd name="T10" fmla="*/ 2147483647 w 933"/>
                <a:gd name="T11" fmla="*/ 0 h 183"/>
                <a:gd name="T12" fmla="*/ 2147483647 w 933"/>
                <a:gd name="T13" fmla="*/ 0 h 183"/>
                <a:gd name="T14" fmla="*/ 0 w 933"/>
                <a:gd name="T15" fmla="*/ 2147483647 h 183"/>
                <a:gd name="T16" fmla="*/ 0 w 933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183"/>
                  </a:moveTo>
                  <a:lnTo>
                    <a:pt x="462" y="7"/>
                  </a:lnTo>
                  <a:lnTo>
                    <a:pt x="470" y="7"/>
                  </a:lnTo>
                  <a:lnTo>
                    <a:pt x="933" y="183"/>
                  </a:lnTo>
                  <a:lnTo>
                    <a:pt x="933" y="178"/>
                  </a:lnTo>
                  <a:lnTo>
                    <a:pt x="470" y="0"/>
                  </a:lnTo>
                  <a:lnTo>
                    <a:pt x="462" y="0"/>
                  </a:lnTo>
                  <a:lnTo>
                    <a:pt x="0" y="178"/>
                  </a:lnTo>
                  <a:lnTo>
                    <a:pt x="0" y="18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Freeform 90"/>
            <p:cNvSpPr/>
            <p:nvPr>
              <p:custDataLst>
                <p:tags r:id="rId26"/>
              </p:custDataLst>
            </p:nvPr>
          </p:nvSpPr>
          <p:spPr bwMode="auto">
            <a:xfrm rot="5400000">
              <a:off x="6303998" y="3559494"/>
              <a:ext cx="1697039" cy="263530"/>
            </a:xfrm>
            <a:custGeom>
              <a:avLst/>
              <a:gdLst>
                <a:gd name="T0" fmla="*/ 2147483647 w 1494"/>
                <a:gd name="T1" fmla="*/ 0 h 232"/>
                <a:gd name="T2" fmla="*/ 0 w 1494"/>
                <a:gd name="T3" fmla="*/ 2147483647 h 232"/>
                <a:gd name="T4" fmla="*/ 0 w 1494"/>
                <a:gd name="T5" fmla="*/ 2147483647 h 232"/>
                <a:gd name="T6" fmla="*/ 2147483647 w 1494"/>
                <a:gd name="T7" fmla="*/ 2147483647 h 232"/>
                <a:gd name="T8" fmla="*/ 2147483647 w 1494"/>
                <a:gd name="T9" fmla="*/ 2147483647 h 232"/>
                <a:gd name="T10" fmla="*/ 2147483647 w 1494"/>
                <a:gd name="T11" fmla="*/ 2147483647 h 232"/>
                <a:gd name="T12" fmla="*/ 2147483647 w 1494"/>
                <a:gd name="T13" fmla="*/ 0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2"/>
                <a:gd name="T23" fmla="*/ 1494 w 1494"/>
                <a:gd name="T24" fmla="*/ 232 h 2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2">
                  <a:moveTo>
                    <a:pt x="746" y="0"/>
                  </a:moveTo>
                  <a:lnTo>
                    <a:pt x="0" y="224"/>
                  </a:lnTo>
                  <a:lnTo>
                    <a:pt x="0" y="232"/>
                  </a:lnTo>
                  <a:lnTo>
                    <a:pt x="746" y="10"/>
                  </a:lnTo>
                  <a:lnTo>
                    <a:pt x="1494" y="232"/>
                  </a:lnTo>
                  <a:lnTo>
                    <a:pt x="1494" y="224"/>
                  </a:lnTo>
                  <a:lnTo>
                    <a:pt x="746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Freeform 91"/>
            <p:cNvSpPr/>
            <p:nvPr>
              <p:custDataLst>
                <p:tags r:id="rId27"/>
              </p:custDataLst>
            </p:nvPr>
          </p:nvSpPr>
          <p:spPr bwMode="auto">
            <a:xfrm rot="5400000">
              <a:off x="5804200" y="3621969"/>
              <a:ext cx="1697039" cy="138580"/>
            </a:xfrm>
            <a:custGeom>
              <a:avLst/>
              <a:gdLst>
                <a:gd name="T0" fmla="*/ 2147483647 w 1494"/>
                <a:gd name="T1" fmla="*/ 0 h 122"/>
                <a:gd name="T2" fmla="*/ 0 w 1494"/>
                <a:gd name="T3" fmla="*/ 2147483647 h 122"/>
                <a:gd name="T4" fmla="*/ 0 w 1494"/>
                <a:gd name="T5" fmla="*/ 2147483647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2147483647 h 122"/>
                <a:gd name="T12" fmla="*/ 2147483647 w 1494"/>
                <a:gd name="T13" fmla="*/ 2147483647 h 122"/>
                <a:gd name="T14" fmla="*/ 2147483647 w 1494"/>
                <a:gd name="T15" fmla="*/ 0 h 122"/>
                <a:gd name="T16" fmla="*/ 2147483647 w 1494"/>
                <a:gd name="T17" fmla="*/ 0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0"/>
                  </a:moveTo>
                  <a:lnTo>
                    <a:pt x="0" y="113"/>
                  </a:lnTo>
                  <a:lnTo>
                    <a:pt x="0" y="122"/>
                  </a:lnTo>
                  <a:lnTo>
                    <a:pt x="743" y="11"/>
                  </a:lnTo>
                  <a:lnTo>
                    <a:pt x="751" y="11"/>
                  </a:lnTo>
                  <a:lnTo>
                    <a:pt x="1494" y="122"/>
                  </a:lnTo>
                  <a:lnTo>
                    <a:pt x="1494" y="113"/>
                  </a:lnTo>
                  <a:lnTo>
                    <a:pt x="751" y="0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92"/>
            <p:cNvSpPr/>
            <p:nvPr>
              <p:custDataLst>
                <p:tags r:id="rId28"/>
              </p:custDataLst>
            </p:nvPr>
          </p:nvSpPr>
          <p:spPr bwMode="auto">
            <a:xfrm rot="5400000">
              <a:off x="4000386" y="3529960"/>
              <a:ext cx="1059798" cy="323733"/>
            </a:xfrm>
            <a:custGeom>
              <a:avLst/>
              <a:gdLst>
                <a:gd name="T0" fmla="*/ 2147483647 w 933"/>
                <a:gd name="T1" fmla="*/ 2147483647 h 285"/>
                <a:gd name="T2" fmla="*/ 0 w 933"/>
                <a:gd name="T3" fmla="*/ 2147483647 h 285"/>
                <a:gd name="T4" fmla="*/ 0 w 933"/>
                <a:gd name="T5" fmla="*/ 0 h 285"/>
                <a:gd name="T6" fmla="*/ 2147483647 w 933"/>
                <a:gd name="T7" fmla="*/ 2147483647 h 285"/>
                <a:gd name="T8" fmla="*/ 2147483647 w 933"/>
                <a:gd name="T9" fmla="*/ 0 h 285"/>
                <a:gd name="T10" fmla="*/ 2147483647 w 933"/>
                <a:gd name="T11" fmla="*/ 2147483647 h 285"/>
                <a:gd name="T12" fmla="*/ 2147483647 w 933"/>
                <a:gd name="T13" fmla="*/ 2147483647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28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65" y="275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65" y="285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93"/>
            <p:cNvSpPr/>
            <p:nvPr>
              <p:custDataLst>
                <p:tags r:id="rId29"/>
              </p:custDataLst>
            </p:nvPr>
          </p:nvSpPr>
          <p:spPr bwMode="auto">
            <a:xfrm rot="5400000">
              <a:off x="4466105" y="3587891"/>
              <a:ext cx="1059798" cy="207871"/>
            </a:xfrm>
            <a:custGeom>
              <a:avLst/>
              <a:gdLst>
                <a:gd name="T0" fmla="*/ 0 w 933"/>
                <a:gd name="T1" fmla="*/ 0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0 h 183"/>
                <a:gd name="T8" fmla="*/ 2147483647 w 933"/>
                <a:gd name="T9" fmla="*/ 2147483647 h 183"/>
                <a:gd name="T10" fmla="*/ 2147483647 w 933"/>
                <a:gd name="T11" fmla="*/ 2147483647 h 183"/>
                <a:gd name="T12" fmla="*/ 2147483647 w 933"/>
                <a:gd name="T13" fmla="*/ 2147483647 h 183"/>
                <a:gd name="T14" fmla="*/ 0 w 933"/>
                <a:gd name="T15" fmla="*/ 2147483647 h 183"/>
                <a:gd name="T16" fmla="*/ 0 w 933"/>
                <a:gd name="T17" fmla="*/ 0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0"/>
                  </a:moveTo>
                  <a:lnTo>
                    <a:pt x="462" y="176"/>
                  </a:lnTo>
                  <a:lnTo>
                    <a:pt x="470" y="176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70" y="183"/>
                  </a:lnTo>
                  <a:lnTo>
                    <a:pt x="462" y="183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94"/>
            <p:cNvSpPr/>
            <p:nvPr>
              <p:custDataLst>
                <p:tags r:id="rId30"/>
              </p:custDataLst>
            </p:nvPr>
          </p:nvSpPr>
          <p:spPr bwMode="auto">
            <a:xfrm rot="5400000">
              <a:off x="4362170" y="3558926"/>
              <a:ext cx="1697039" cy="264666"/>
            </a:xfrm>
            <a:custGeom>
              <a:avLst/>
              <a:gdLst>
                <a:gd name="T0" fmla="*/ 2147483647 w 1494"/>
                <a:gd name="T1" fmla="*/ 2147483647 h 233"/>
                <a:gd name="T2" fmla="*/ 0 w 1494"/>
                <a:gd name="T3" fmla="*/ 2147483647 h 233"/>
                <a:gd name="T4" fmla="*/ 0 w 1494"/>
                <a:gd name="T5" fmla="*/ 0 h 233"/>
                <a:gd name="T6" fmla="*/ 2147483647 w 1494"/>
                <a:gd name="T7" fmla="*/ 2147483647 h 233"/>
                <a:gd name="T8" fmla="*/ 2147483647 w 1494"/>
                <a:gd name="T9" fmla="*/ 0 h 233"/>
                <a:gd name="T10" fmla="*/ 2147483647 w 1494"/>
                <a:gd name="T11" fmla="*/ 2147483647 h 233"/>
                <a:gd name="T12" fmla="*/ 2147483647 w 1494"/>
                <a:gd name="T13" fmla="*/ 2147483647 h 2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3"/>
                <a:gd name="T23" fmla="*/ 1494 w 1494"/>
                <a:gd name="T24" fmla="*/ 233 h 2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3">
                  <a:moveTo>
                    <a:pt x="746" y="233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6" y="22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46" y="23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95"/>
            <p:cNvSpPr/>
            <p:nvPr>
              <p:custDataLst>
                <p:tags r:id="rId31"/>
              </p:custDataLst>
            </p:nvPr>
          </p:nvSpPr>
          <p:spPr bwMode="auto">
            <a:xfrm rot="5400000">
              <a:off x="4862537" y="3621969"/>
              <a:ext cx="1697039" cy="138580"/>
            </a:xfrm>
            <a:custGeom>
              <a:avLst/>
              <a:gdLst>
                <a:gd name="T0" fmla="*/ 2147483647 w 1494"/>
                <a:gd name="T1" fmla="*/ 2147483647 h 122"/>
                <a:gd name="T2" fmla="*/ 0 w 1494"/>
                <a:gd name="T3" fmla="*/ 2147483647 h 122"/>
                <a:gd name="T4" fmla="*/ 0 w 1494"/>
                <a:gd name="T5" fmla="*/ 0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0 h 122"/>
                <a:gd name="T12" fmla="*/ 2147483647 w 1494"/>
                <a:gd name="T13" fmla="*/ 2147483647 h 122"/>
                <a:gd name="T14" fmla="*/ 2147483647 w 1494"/>
                <a:gd name="T15" fmla="*/ 2147483647 h 122"/>
                <a:gd name="T16" fmla="*/ 2147483647 w 1494"/>
                <a:gd name="T17" fmla="*/ 2147483647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122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3" y="112"/>
                  </a:lnTo>
                  <a:lnTo>
                    <a:pt x="751" y="11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51" y="122"/>
                  </a:lnTo>
                  <a:lnTo>
                    <a:pt x="743" y="122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Freeform 96"/>
            <p:cNvSpPr/>
            <p:nvPr>
              <p:custDataLst>
                <p:tags r:id="rId32"/>
              </p:custDataLst>
            </p:nvPr>
          </p:nvSpPr>
          <p:spPr bwMode="auto">
            <a:xfrm rot="5400000">
              <a:off x="5303835" y="3621400"/>
              <a:ext cx="2335417" cy="139716"/>
            </a:xfrm>
            <a:custGeom>
              <a:avLst/>
              <a:gdLst>
                <a:gd name="T0" fmla="*/ 2147483647 w 2056"/>
                <a:gd name="T1" fmla="*/ 0 h 123"/>
                <a:gd name="T2" fmla="*/ 0 w 2056"/>
                <a:gd name="T3" fmla="*/ 2147483647 h 123"/>
                <a:gd name="T4" fmla="*/ 0 w 2056"/>
                <a:gd name="T5" fmla="*/ 2147483647 h 123"/>
                <a:gd name="T6" fmla="*/ 2147483647 w 2056"/>
                <a:gd name="T7" fmla="*/ 2147483647 h 123"/>
                <a:gd name="T8" fmla="*/ 2147483647 w 2056"/>
                <a:gd name="T9" fmla="*/ 2147483647 h 123"/>
                <a:gd name="T10" fmla="*/ 2147483647 w 2056"/>
                <a:gd name="T11" fmla="*/ 2147483647 h 123"/>
                <a:gd name="T12" fmla="*/ 2147483647 w 2056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23"/>
                <a:gd name="T23" fmla="*/ 2056 w 2056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23">
                  <a:moveTo>
                    <a:pt x="1027" y="0"/>
                  </a:moveTo>
                  <a:lnTo>
                    <a:pt x="0" y="111"/>
                  </a:lnTo>
                  <a:lnTo>
                    <a:pt x="0" y="123"/>
                  </a:lnTo>
                  <a:lnTo>
                    <a:pt x="1027" y="14"/>
                  </a:lnTo>
                  <a:lnTo>
                    <a:pt x="2056" y="123"/>
                  </a:lnTo>
                  <a:lnTo>
                    <a:pt x="2056" y="111"/>
                  </a:lnTo>
                  <a:lnTo>
                    <a:pt x="1027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97"/>
            <p:cNvSpPr/>
            <p:nvPr>
              <p:custDataLst>
                <p:tags r:id="rId33"/>
              </p:custDataLst>
            </p:nvPr>
          </p:nvSpPr>
          <p:spPr bwMode="auto">
            <a:xfrm rot="5400000">
              <a:off x="4713165" y="3623672"/>
              <a:ext cx="2335417" cy="135173"/>
            </a:xfrm>
            <a:custGeom>
              <a:avLst/>
              <a:gdLst>
                <a:gd name="T0" fmla="*/ 2147483647 w 2056"/>
                <a:gd name="T1" fmla="*/ 2147483647 h 119"/>
                <a:gd name="T2" fmla="*/ 0 w 2056"/>
                <a:gd name="T3" fmla="*/ 2147483647 h 119"/>
                <a:gd name="T4" fmla="*/ 0 w 2056"/>
                <a:gd name="T5" fmla="*/ 0 h 119"/>
                <a:gd name="T6" fmla="*/ 2147483647 w 2056"/>
                <a:gd name="T7" fmla="*/ 2147483647 h 119"/>
                <a:gd name="T8" fmla="*/ 2147483647 w 2056"/>
                <a:gd name="T9" fmla="*/ 0 h 119"/>
                <a:gd name="T10" fmla="*/ 2147483647 w 2056"/>
                <a:gd name="T11" fmla="*/ 2147483647 h 119"/>
                <a:gd name="T12" fmla="*/ 2147483647 w 2056"/>
                <a:gd name="T13" fmla="*/ 2147483647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19"/>
                <a:gd name="T23" fmla="*/ 2056 w 205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19">
                  <a:moveTo>
                    <a:pt x="1027" y="119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027" y="104"/>
                  </a:lnTo>
                  <a:lnTo>
                    <a:pt x="2056" y="0"/>
                  </a:lnTo>
                  <a:lnTo>
                    <a:pt x="2056" y="10"/>
                  </a:lnTo>
                  <a:lnTo>
                    <a:pt x="1027" y="119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37" name="稻壳儿佳誉设计_9"/>
          <p:cNvCxnSpPr>
            <a:cxnSpLocks noChangeShapeType="1"/>
          </p:cNvCxnSpPr>
          <p:nvPr>
            <p:custDataLst>
              <p:tags r:id="rId34"/>
            </p:custDataLst>
          </p:nvPr>
        </p:nvCxnSpPr>
        <p:spPr bwMode="auto">
          <a:xfrm>
            <a:off x="6492875" y="24907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sp>
        <p:nvSpPr>
          <p:cNvPr id="38" name="稻壳儿佳誉设计_10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1994736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数据隐私风险突出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稻壳儿佳誉设计_11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984250" y="2247900"/>
            <a:ext cx="3019425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学生行为数据（出入记录、消费轨迹等）关联个人敏感信息，现有校园平台集中存储模式易引发数据泄露、非法滥用，直接威胁学生隐私安全。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稻壳儿佳誉设计_12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233658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 dirty="0">
                <a:solidFill>
                  <a:schemeClr val="accent1"/>
                </a:solidFill>
                <a:cs typeface="+mn-ea"/>
                <a:sym typeface="+mn-lt"/>
              </a:rPr>
              <a:t>终端硬件资源受限</a:t>
            </a:r>
            <a:endParaRPr lang="zh-CN" altLang="en-US" sz="1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稻壳儿佳誉设计_13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8183880" y="2247900"/>
            <a:ext cx="2856230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校园物联网设备多为低算力终端（算力＜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1TOPS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、内存＜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2GB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），难以承载复杂隐私保护算法，技术落地存在硬件瓶颈。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稻壳儿佳誉设计_14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12035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传统方案适配性差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稻壳儿佳誉设计_15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01663" y="3822700"/>
            <a:ext cx="2119312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主流隐私保护技术计算复杂度高，单次加密耗时超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1 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秒，无法适配校园低功耗物联网终端。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稻壳儿佳誉设计_16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9529058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隐私与服务难兼顾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5" name="稻壳儿佳誉设计_17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9478963" y="3822700"/>
            <a:ext cx="2119312" cy="690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过度隐私保护会降低校园服务效率，需在隐私安全与服务便捷间找到平衡。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5039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社区糖尿病家庭照护者足部护理知信行与干预研究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999453" y="179324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074781" y="1536381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疾病负担：糖尿病足防控需求迫切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六边形 4"/>
          <p:cNvSpPr/>
          <p:nvPr/>
        </p:nvSpPr>
        <p:spPr>
          <a:xfrm>
            <a:off x="1408611" y="3196581"/>
            <a:ext cx="1587263" cy="1368152"/>
          </a:xfrm>
          <a:prstGeom prst="hexago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17500" dist="50800" dir="5400000" algn="ctr" rotWithShape="0">
              <a:schemeClr val="accent6">
                <a:alpha val="65000"/>
              </a:schemeClr>
            </a:outerShdw>
          </a:effectLst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研究背景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cxnSp>
        <p:nvCxnSpPr>
          <p:cNvPr id="6" name="直接箭头连接符 5"/>
          <p:cNvCxnSpPr>
            <a:stCxn id="5" idx="5"/>
            <a:endCxn id="3" idx="1"/>
          </p:cNvCxnSpPr>
          <p:nvPr/>
        </p:nvCxnSpPr>
        <p:spPr>
          <a:xfrm flipV="1">
            <a:off x="2653836" y="2352669"/>
            <a:ext cx="1345617" cy="843912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7" name="直接箭头连接符 6"/>
          <p:cNvCxnSpPr>
            <a:stCxn id="5" idx="0"/>
            <a:endCxn id="10" idx="1"/>
          </p:cNvCxnSpPr>
          <p:nvPr/>
        </p:nvCxnSpPr>
        <p:spPr>
          <a:xfrm flipV="1">
            <a:off x="2995874" y="3877482"/>
            <a:ext cx="1003300" cy="3175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8" name="直接箭头连接符 7"/>
          <p:cNvCxnSpPr>
            <a:stCxn id="5" idx="1"/>
            <a:endCxn id="13" idx="1"/>
          </p:cNvCxnSpPr>
          <p:nvPr/>
        </p:nvCxnSpPr>
        <p:spPr>
          <a:xfrm>
            <a:off x="2653837" y="4564733"/>
            <a:ext cx="1345565" cy="905510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sp>
        <p:nvSpPr>
          <p:cNvPr id="9" name="文本框30"/>
          <p:cNvSpPr txBox="1"/>
          <p:nvPr>
            <p:custDataLst>
              <p:tags r:id="rId3"/>
            </p:custDataLst>
          </p:nvPr>
        </p:nvSpPr>
        <p:spPr>
          <a:xfrm>
            <a:off x="4393506" y="2045132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我国成人糖尿病患病率高，糖尿病足致残率、治疗成本高，既降低患者生活质量，也加重医疗负担，防控需求迫切。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3999453" y="3318347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5074781" y="3111053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 </a:t>
            </a: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照护角色：家庭照护者为关键实施者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文本框 33"/>
          <p:cNvSpPr txBox="1"/>
          <p:nvPr>
            <p:custDataLst>
              <p:tags r:id="rId6"/>
            </p:custDataLst>
          </p:nvPr>
        </p:nvSpPr>
        <p:spPr>
          <a:xfrm>
            <a:off x="4393506" y="361324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社区糖尿病患者以居家照护为主，家庭照护者承担足部清洁、风险观察等核心任务，其能力直接影响患者足部健康。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3999453" y="491069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5074781" y="4703404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服务缺口：照护者专项指导匮乏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5" name="文本框 36"/>
          <p:cNvSpPr txBox="1"/>
          <p:nvPr>
            <p:custDataLst>
              <p:tags r:id="rId9"/>
            </p:custDataLst>
          </p:nvPr>
        </p:nvSpPr>
        <p:spPr>
          <a:xfrm>
            <a:off x="4393506" y="517511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社区糖尿病护理指导多针对患者，针对照护者的足部护理专项指导与干预不足，无法满足实际需求。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129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幼儿园大班生活自理能力培养的游戏化策略研究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8858" y="2173923"/>
            <a:ext cx="3760470" cy="716915"/>
            <a:chOff x="1903" y="3480"/>
            <a:chExt cx="5922" cy="1129"/>
          </a:xfrm>
          <a:solidFill>
            <a:schemeClr val="accent1"/>
          </a:solidFill>
        </p:grpSpPr>
        <p:sp>
          <p:nvSpPr>
            <p:cNvPr id="27" name="圆角矩形 65"/>
            <p:cNvSpPr/>
            <p:nvPr/>
          </p:nvSpPr>
          <p:spPr>
            <a:xfrm>
              <a:off x="1903" y="3480"/>
              <a:ext cx="5922" cy="112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618" y="3599"/>
              <a:ext cx="5080" cy="890"/>
              <a:chOff x="2324" y="3599"/>
              <a:chExt cx="5080" cy="890"/>
            </a:xfrm>
            <a:grpFill/>
          </p:grpSpPr>
          <p:sp>
            <p:nvSpPr>
              <p:cNvPr id="29" name="Camille7"/>
              <p:cNvSpPr>
                <a:spLocks noEditPoints="1"/>
              </p:cNvSpPr>
              <p:nvPr/>
            </p:nvSpPr>
            <p:spPr bwMode="auto">
              <a:xfrm>
                <a:off x="2324" y="3723"/>
                <a:ext cx="918" cy="641"/>
              </a:xfrm>
              <a:custGeom>
                <a:avLst/>
                <a:gdLst>
                  <a:gd name="T0" fmla="*/ 48 w 257"/>
                  <a:gd name="T1" fmla="*/ 0 h 179"/>
                  <a:gd name="T2" fmla="*/ 212 w 257"/>
                  <a:gd name="T3" fmla="*/ 0 h 179"/>
                  <a:gd name="T4" fmla="*/ 235 w 257"/>
                  <a:gd name="T5" fmla="*/ 23 h 179"/>
                  <a:gd name="T6" fmla="*/ 235 w 257"/>
                  <a:gd name="T7" fmla="*/ 137 h 179"/>
                  <a:gd name="T8" fmla="*/ 25 w 257"/>
                  <a:gd name="T9" fmla="*/ 137 h 179"/>
                  <a:gd name="T10" fmla="*/ 25 w 257"/>
                  <a:gd name="T11" fmla="*/ 23 h 179"/>
                  <a:gd name="T12" fmla="*/ 48 w 257"/>
                  <a:gd name="T13" fmla="*/ 0 h 179"/>
                  <a:gd name="T14" fmla="*/ 64 w 257"/>
                  <a:gd name="T15" fmla="*/ 84 h 179"/>
                  <a:gd name="T16" fmla="*/ 64 w 257"/>
                  <a:gd name="T17" fmla="*/ 94 h 179"/>
                  <a:gd name="T18" fmla="*/ 137 w 257"/>
                  <a:gd name="T19" fmla="*/ 94 h 179"/>
                  <a:gd name="T20" fmla="*/ 137 w 257"/>
                  <a:gd name="T21" fmla="*/ 84 h 179"/>
                  <a:gd name="T22" fmla="*/ 64 w 257"/>
                  <a:gd name="T23" fmla="*/ 84 h 179"/>
                  <a:gd name="T24" fmla="*/ 64 w 257"/>
                  <a:gd name="T25" fmla="*/ 60 h 179"/>
                  <a:gd name="T26" fmla="*/ 64 w 257"/>
                  <a:gd name="T27" fmla="*/ 70 h 179"/>
                  <a:gd name="T28" fmla="*/ 122 w 257"/>
                  <a:gd name="T29" fmla="*/ 70 h 179"/>
                  <a:gd name="T30" fmla="*/ 122 w 257"/>
                  <a:gd name="T31" fmla="*/ 60 h 179"/>
                  <a:gd name="T32" fmla="*/ 64 w 257"/>
                  <a:gd name="T33" fmla="*/ 60 h 179"/>
                  <a:gd name="T34" fmla="*/ 64 w 257"/>
                  <a:gd name="T35" fmla="*/ 37 h 179"/>
                  <a:gd name="T36" fmla="*/ 64 w 257"/>
                  <a:gd name="T37" fmla="*/ 46 h 179"/>
                  <a:gd name="T38" fmla="*/ 137 w 257"/>
                  <a:gd name="T39" fmla="*/ 46 h 179"/>
                  <a:gd name="T40" fmla="*/ 137 w 257"/>
                  <a:gd name="T41" fmla="*/ 37 h 179"/>
                  <a:gd name="T42" fmla="*/ 64 w 257"/>
                  <a:gd name="T43" fmla="*/ 37 h 179"/>
                  <a:gd name="T44" fmla="*/ 146 w 257"/>
                  <a:gd name="T45" fmla="*/ 67 h 179"/>
                  <a:gd name="T46" fmla="*/ 166 w 257"/>
                  <a:gd name="T47" fmla="*/ 99 h 179"/>
                  <a:gd name="T48" fmla="*/ 172 w 257"/>
                  <a:gd name="T49" fmla="*/ 89 h 179"/>
                  <a:gd name="T50" fmla="*/ 189 w 257"/>
                  <a:gd name="T51" fmla="*/ 100 h 179"/>
                  <a:gd name="T52" fmla="*/ 195 w 257"/>
                  <a:gd name="T53" fmla="*/ 90 h 179"/>
                  <a:gd name="T54" fmla="*/ 178 w 257"/>
                  <a:gd name="T55" fmla="*/ 79 h 179"/>
                  <a:gd name="T56" fmla="*/ 184 w 257"/>
                  <a:gd name="T57" fmla="*/ 70 h 179"/>
                  <a:gd name="T58" fmla="*/ 146 w 257"/>
                  <a:gd name="T59" fmla="*/ 67 h 179"/>
                  <a:gd name="T60" fmla="*/ 0 w 257"/>
                  <a:gd name="T61" fmla="*/ 146 h 179"/>
                  <a:gd name="T62" fmla="*/ 257 w 257"/>
                  <a:gd name="T63" fmla="*/ 146 h 179"/>
                  <a:gd name="T64" fmla="*/ 257 w 257"/>
                  <a:gd name="T65" fmla="*/ 172 h 179"/>
                  <a:gd name="T66" fmla="*/ 249 w 257"/>
                  <a:gd name="T67" fmla="*/ 179 h 179"/>
                  <a:gd name="T68" fmla="*/ 7 w 257"/>
                  <a:gd name="T69" fmla="*/ 179 h 179"/>
                  <a:gd name="T70" fmla="*/ 0 w 257"/>
                  <a:gd name="T71" fmla="*/ 172 h 179"/>
                  <a:gd name="T72" fmla="*/ 0 w 257"/>
                  <a:gd name="T73" fmla="*/ 146 h 179"/>
                  <a:gd name="T74" fmla="*/ 17 w 257"/>
                  <a:gd name="T75" fmla="*/ 155 h 179"/>
                  <a:gd name="T76" fmla="*/ 17 w 257"/>
                  <a:gd name="T77" fmla="*/ 163 h 179"/>
                  <a:gd name="T78" fmla="*/ 39 w 257"/>
                  <a:gd name="T79" fmla="*/ 163 h 179"/>
                  <a:gd name="T80" fmla="*/ 39 w 257"/>
                  <a:gd name="T81" fmla="*/ 155 h 179"/>
                  <a:gd name="T82" fmla="*/ 17 w 257"/>
                  <a:gd name="T83" fmla="*/ 155 h 179"/>
                  <a:gd name="T84" fmla="*/ 220 w 257"/>
                  <a:gd name="T85" fmla="*/ 155 h 179"/>
                  <a:gd name="T86" fmla="*/ 220 w 257"/>
                  <a:gd name="T87" fmla="*/ 163 h 179"/>
                  <a:gd name="T88" fmla="*/ 242 w 257"/>
                  <a:gd name="T89" fmla="*/ 163 h 179"/>
                  <a:gd name="T90" fmla="*/ 242 w 257"/>
                  <a:gd name="T91" fmla="*/ 155 h 179"/>
                  <a:gd name="T92" fmla="*/ 220 w 257"/>
                  <a:gd name="T93" fmla="*/ 155 h 179"/>
                  <a:gd name="T94" fmla="*/ 49 w 257"/>
                  <a:gd name="T95" fmla="*/ 155 h 179"/>
                  <a:gd name="T96" fmla="*/ 49 w 257"/>
                  <a:gd name="T97" fmla="*/ 163 h 179"/>
                  <a:gd name="T98" fmla="*/ 71 w 257"/>
                  <a:gd name="T99" fmla="*/ 163 h 179"/>
                  <a:gd name="T100" fmla="*/ 71 w 257"/>
                  <a:gd name="T101" fmla="*/ 155 h 179"/>
                  <a:gd name="T102" fmla="*/ 49 w 257"/>
                  <a:gd name="T103" fmla="*/ 155 h 179"/>
                  <a:gd name="T104" fmla="*/ 48 w 257"/>
                  <a:gd name="T105" fmla="*/ 21 h 179"/>
                  <a:gd name="T106" fmla="*/ 48 w 257"/>
                  <a:gd name="T107" fmla="*/ 116 h 179"/>
                  <a:gd name="T108" fmla="*/ 213 w 257"/>
                  <a:gd name="T109" fmla="*/ 116 h 179"/>
                  <a:gd name="T110" fmla="*/ 213 w 257"/>
                  <a:gd name="T111" fmla="*/ 21 h 179"/>
                  <a:gd name="T112" fmla="*/ 48 w 257"/>
                  <a:gd name="T113" fmla="*/ 21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7" h="179">
                    <a:moveTo>
                      <a:pt x="48" y="0"/>
                    </a:moveTo>
                    <a:cubicBezTo>
                      <a:pt x="212" y="0"/>
                      <a:pt x="212" y="0"/>
                      <a:pt x="212" y="0"/>
                    </a:cubicBezTo>
                    <a:cubicBezTo>
                      <a:pt x="225" y="0"/>
                      <a:pt x="235" y="10"/>
                      <a:pt x="235" y="23"/>
                    </a:cubicBezTo>
                    <a:cubicBezTo>
                      <a:pt x="235" y="137"/>
                      <a:pt x="235" y="137"/>
                      <a:pt x="235" y="137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10"/>
                      <a:pt x="35" y="0"/>
                      <a:pt x="48" y="0"/>
                    </a:cubicBezTo>
                    <a:close/>
                    <a:moveTo>
                      <a:pt x="64" y="84"/>
                    </a:moveTo>
                    <a:cubicBezTo>
                      <a:pt x="64" y="94"/>
                      <a:pt x="64" y="94"/>
                      <a:pt x="64" y="94"/>
                    </a:cubicBezTo>
                    <a:cubicBezTo>
                      <a:pt x="137" y="94"/>
                      <a:pt x="137" y="94"/>
                      <a:pt x="137" y="94"/>
                    </a:cubicBezTo>
                    <a:cubicBezTo>
                      <a:pt x="137" y="84"/>
                      <a:pt x="137" y="84"/>
                      <a:pt x="137" y="84"/>
                    </a:cubicBezTo>
                    <a:cubicBezTo>
                      <a:pt x="64" y="84"/>
                      <a:pt x="64" y="84"/>
                      <a:pt x="64" y="84"/>
                    </a:cubicBezTo>
                    <a:close/>
                    <a:moveTo>
                      <a:pt x="64" y="60"/>
                    </a:moveTo>
                    <a:cubicBezTo>
                      <a:pt x="64" y="70"/>
                      <a:pt x="64" y="70"/>
                      <a:pt x="64" y="70"/>
                    </a:cubicBezTo>
                    <a:cubicBezTo>
                      <a:pt x="122" y="70"/>
                      <a:pt x="122" y="70"/>
                      <a:pt x="122" y="7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64" y="60"/>
                      <a:pt x="64" y="60"/>
                      <a:pt x="64" y="60"/>
                    </a:cubicBezTo>
                    <a:close/>
                    <a:moveTo>
                      <a:pt x="64" y="37"/>
                    </a:moveTo>
                    <a:cubicBezTo>
                      <a:pt x="64" y="46"/>
                      <a:pt x="64" y="46"/>
                      <a:pt x="64" y="46"/>
                    </a:cubicBezTo>
                    <a:cubicBezTo>
                      <a:pt x="137" y="46"/>
                      <a:pt x="137" y="46"/>
                      <a:pt x="137" y="4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64" y="37"/>
                      <a:pt x="64" y="37"/>
                      <a:pt x="64" y="37"/>
                    </a:cubicBezTo>
                    <a:close/>
                    <a:moveTo>
                      <a:pt x="146" y="67"/>
                    </a:moveTo>
                    <a:cubicBezTo>
                      <a:pt x="166" y="99"/>
                      <a:pt x="166" y="99"/>
                      <a:pt x="166" y="99"/>
                    </a:cubicBezTo>
                    <a:cubicBezTo>
                      <a:pt x="172" y="89"/>
                      <a:pt x="172" y="89"/>
                      <a:pt x="172" y="89"/>
                    </a:cubicBezTo>
                    <a:cubicBezTo>
                      <a:pt x="189" y="100"/>
                      <a:pt x="189" y="100"/>
                      <a:pt x="189" y="100"/>
                    </a:cubicBezTo>
                    <a:cubicBezTo>
                      <a:pt x="195" y="90"/>
                      <a:pt x="195" y="90"/>
                      <a:pt x="195" y="90"/>
                    </a:cubicBezTo>
                    <a:cubicBezTo>
                      <a:pt x="178" y="79"/>
                      <a:pt x="178" y="79"/>
                      <a:pt x="178" y="79"/>
                    </a:cubicBezTo>
                    <a:cubicBezTo>
                      <a:pt x="184" y="70"/>
                      <a:pt x="184" y="70"/>
                      <a:pt x="184" y="70"/>
                    </a:cubicBezTo>
                    <a:cubicBezTo>
                      <a:pt x="146" y="67"/>
                      <a:pt x="146" y="67"/>
                      <a:pt x="146" y="67"/>
                    </a:cubicBezTo>
                    <a:close/>
                    <a:moveTo>
                      <a:pt x="0" y="146"/>
                    </a:moveTo>
                    <a:cubicBezTo>
                      <a:pt x="257" y="146"/>
                      <a:pt x="257" y="146"/>
                      <a:pt x="257" y="146"/>
                    </a:cubicBezTo>
                    <a:cubicBezTo>
                      <a:pt x="257" y="172"/>
                      <a:pt x="257" y="172"/>
                      <a:pt x="257" y="172"/>
                    </a:cubicBezTo>
                    <a:cubicBezTo>
                      <a:pt x="249" y="179"/>
                      <a:pt x="249" y="179"/>
                      <a:pt x="249" y="179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46"/>
                      <a:pt x="0" y="146"/>
                      <a:pt x="0" y="146"/>
                    </a:cubicBezTo>
                    <a:close/>
                    <a:moveTo>
                      <a:pt x="17" y="155"/>
                    </a:moveTo>
                    <a:cubicBezTo>
                      <a:pt x="17" y="163"/>
                      <a:pt x="17" y="163"/>
                      <a:pt x="17" y="163"/>
                    </a:cubicBezTo>
                    <a:cubicBezTo>
                      <a:pt x="39" y="163"/>
                      <a:pt x="39" y="163"/>
                      <a:pt x="39" y="163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17" y="155"/>
                      <a:pt x="17" y="155"/>
                      <a:pt x="17" y="155"/>
                    </a:cubicBezTo>
                    <a:close/>
                    <a:moveTo>
                      <a:pt x="220" y="155"/>
                    </a:moveTo>
                    <a:cubicBezTo>
                      <a:pt x="220" y="163"/>
                      <a:pt x="220" y="163"/>
                      <a:pt x="220" y="163"/>
                    </a:cubicBezTo>
                    <a:cubicBezTo>
                      <a:pt x="242" y="163"/>
                      <a:pt x="242" y="163"/>
                      <a:pt x="242" y="163"/>
                    </a:cubicBezTo>
                    <a:cubicBezTo>
                      <a:pt x="242" y="155"/>
                      <a:pt x="242" y="155"/>
                      <a:pt x="242" y="155"/>
                    </a:cubicBezTo>
                    <a:cubicBezTo>
                      <a:pt x="220" y="155"/>
                      <a:pt x="220" y="155"/>
                      <a:pt x="220" y="155"/>
                    </a:cubicBezTo>
                    <a:close/>
                    <a:moveTo>
                      <a:pt x="49" y="155"/>
                    </a:moveTo>
                    <a:cubicBezTo>
                      <a:pt x="49" y="163"/>
                      <a:pt x="49" y="163"/>
                      <a:pt x="49" y="163"/>
                    </a:cubicBezTo>
                    <a:cubicBezTo>
                      <a:pt x="71" y="163"/>
                      <a:pt x="71" y="163"/>
                      <a:pt x="71" y="163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49" y="155"/>
                      <a:pt x="49" y="155"/>
                      <a:pt x="49" y="155"/>
                    </a:cubicBezTo>
                    <a:close/>
                    <a:moveTo>
                      <a:pt x="48" y="21"/>
                    </a:moveTo>
                    <a:cubicBezTo>
                      <a:pt x="48" y="116"/>
                      <a:pt x="48" y="116"/>
                      <a:pt x="48" y="116"/>
                    </a:cubicBezTo>
                    <a:cubicBezTo>
                      <a:pt x="213" y="116"/>
                      <a:pt x="213" y="116"/>
                      <a:pt x="213" y="116"/>
                    </a:cubicBezTo>
                    <a:cubicBezTo>
                      <a:pt x="213" y="21"/>
                      <a:pt x="213" y="21"/>
                      <a:pt x="213" y="21"/>
                    </a:cubicBezTo>
                    <a:lnTo>
                      <a:pt x="48" y="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文本框 68"/>
              <p:cNvSpPr txBox="1"/>
              <p:nvPr/>
            </p:nvSpPr>
            <p:spPr>
              <a:xfrm>
                <a:off x="3429" y="3599"/>
                <a:ext cx="3975" cy="8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zh-CN" altLang="en-US" sz="2800" b="1">
                    <a:solidFill>
                      <a:schemeClr val="bg1"/>
                    </a:solidFill>
                    <a:effectLst/>
                    <a:cs typeface="+mn-ea"/>
                    <a:sym typeface="+mn-lt"/>
                  </a:rPr>
                  <a:t>研究背景</a:t>
                </a:r>
                <a:endParaRPr lang="zh-CN" altLang="en-US" sz="2800" b="1">
                  <a:solidFill>
                    <a:schemeClr val="bg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69"/>
          <p:cNvSpPr txBox="1"/>
          <p:nvPr/>
        </p:nvSpPr>
        <p:spPr>
          <a:xfrm>
            <a:off x="1332548" y="3261678"/>
            <a:ext cx="318897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选题聚焦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大班幼儿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这一特定年龄段、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生活自理能力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这一具体能力、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游戏化策略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这一实施方式，维度细分明确，符合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学科开题的聚焦性要求。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5290503" y="2527618"/>
            <a:ext cx="0" cy="2518410"/>
          </a:xfrm>
          <a:prstGeom prst="line">
            <a:avLst/>
          </a:prstGeom>
          <a:solidFill>
            <a:schemeClr val="accent4"/>
          </a:solidFill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mille"/>
          <p:cNvSpPr/>
          <p:nvPr>
            <p:custDataLst>
              <p:tags r:id="rId2"/>
            </p:custDataLst>
          </p:nvPr>
        </p:nvSpPr>
        <p:spPr>
          <a:xfrm>
            <a:off x="5195253" y="231489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>
            <a:stCxn id="26" idx="6"/>
          </p:cNvCxnSpPr>
          <p:nvPr>
            <p:custDataLst>
              <p:tags r:id="rId3"/>
            </p:custDataLst>
          </p:nvPr>
        </p:nvCxnSpPr>
        <p:spPr>
          <a:xfrm flipV="1">
            <a:off x="5399088" y="241014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mille"/>
          <p:cNvSpPr/>
          <p:nvPr>
            <p:custDataLst>
              <p:tags r:id="rId4"/>
            </p:custDataLst>
          </p:nvPr>
        </p:nvSpPr>
        <p:spPr>
          <a:xfrm>
            <a:off x="5195253" y="3669348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84483" y="375888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mille"/>
          <p:cNvSpPr/>
          <p:nvPr>
            <p:custDataLst>
              <p:tags r:id="rId6"/>
            </p:custDataLst>
          </p:nvPr>
        </p:nvSpPr>
        <p:spPr>
          <a:xfrm>
            <a:off x="5195253" y="502380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7"/>
            </p:custDataLst>
          </p:nvPr>
        </p:nvCxnSpPr>
        <p:spPr>
          <a:xfrm flipV="1">
            <a:off x="5390833" y="5105718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8"/>
            </p:custDataLst>
          </p:nvPr>
        </p:nvGrpSpPr>
        <p:grpSpPr>
          <a:xfrm>
            <a:off x="5887404" y="2185671"/>
            <a:ext cx="1596054" cy="436245"/>
            <a:chOff x="6904" y="7100"/>
            <a:chExt cx="5344" cy="687"/>
          </a:xfrm>
          <a:noFill/>
        </p:grpSpPr>
        <p:sp>
          <p:nvSpPr>
            <p:cNvPr id="37" name="圆角矩形 71"/>
            <p:cNvSpPr/>
            <p:nvPr>
              <p:custDataLst>
                <p:tags r:id="rId9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8" name="圆角矩形 72"/>
            <p:cNvSpPr/>
            <p:nvPr>
              <p:custDataLst>
                <p:tags r:id="rId10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政策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1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>
            <p:custDataLst>
              <p:tags r:id="rId12"/>
            </p:custDataLst>
          </p:nvPr>
        </p:nvGrpSpPr>
        <p:grpSpPr>
          <a:xfrm>
            <a:off x="5873434" y="3524251"/>
            <a:ext cx="1596054" cy="436245"/>
            <a:chOff x="6904" y="7100"/>
            <a:chExt cx="5344" cy="687"/>
          </a:xfrm>
          <a:noFill/>
        </p:grpSpPr>
        <p:sp>
          <p:nvSpPr>
            <p:cNvPr id="41" name="圆角矩形 82"/>
            <p:cNvSpPr/>
            <p:nvPr>
              <p:custDataLst>
                <p:tags r:id="rId13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2" name="圆角矩形 83"/>
            <p:cNvSpPr/>
            <p:nvPr>
              <p:custDataLst>
                <p:tags r:id="rId14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现实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5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>
            <p:custDataLst>
              <p:tags r:id="rId16"/>
            </p:custDataLst>
          </p:nvPr>
        </p:nvGrpSpPr>
        <p:grpSpPr>
          <a:xfrm>
            <a:off x="5859464" y="4927601"/>
            <a:ext cx="1596054" cy="436245"/>
            <a:chOff x="6904" y="7100"/>
            <a:chExt cx="5344" cy="687"/>
          </a:xfrm>
          <a:noFill/>
        </p:grpSpPr>
        <p:sp>
          <p:nvSpPr>
            <p:cNvPr id="45" name="圆角矩形 86"/>
            <p:cNvSpPr/>
            <p:nvPr>
              <p:custDataLst>
                <p:tags r:id="rId17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圆角矩形 87"/>
            <p:cNvSpPr/>
            <p:nvPr>
              <p:custDataLst>
                <p:tags r:id="rId18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实践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9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89"/>
          <p:cNvSpPr txBox="1"/>
          <p:nvPr>
            <p:custDataLst>
              <p:tags r:id="rId20"/>
            </p:custDataLst>
          </p:nvPr>
        </p:nvSpPr>
        <p:spPr>
          <a:xfrm>
            <a:off x="7539673" y="206279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《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3-6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岁儿童学习与发展指南》将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生活自理能力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列为健康目标，要求大班幼儿掌握整理书包技能。学前教育发展下，生活自理能力是基础，政策为其培养指明方向。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9" name="文本框 90"/>
          <p:cNvSpPr txBox="1"/>
          <p:nvPr>
            <p:custDataLst>
              <p:tags r:id="rId21"/>
            </p:custDataLst>
          </p:nvPr>
        </p:nvSpPr>
        <p:spPr>
          <a:xfrm>
            <a:off x="7539673" y="340137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大班是幼小衔接关键期，小学对幼儿自主管理能力要求提升。但多数大班幼儿依赖家长代劳，进入小学后部分出现适应困难，凸显培养生活自理能力的迫切性。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0" name="文本框 91"/>
          <p:cNvSpPr txBox="1"/>
          <p:nvPr>
            <p:custDataLst>
              <p:tags r:id="rId22"/>
            </p:custDataLst>
          </p:nvPr>
        </p:nvSpPr>
        <p:spPr>
          <a:xfrm>
            <a:off x="7539673" y="480472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幼儿园教师认可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游戏是幼儿基本活动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，但培养生活自理能力时仍用说教、示范等传统方式，幼儿参与积极性低。部分教师尝试融入游戏，但缺乏系统策略，导致效果不佳。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46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智能家居嵌入式设备低功耗异常检测算法研究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 rot="2700000">
            <a:off x="4775086" y="2313825"/>
            <a:ext cx="2641828" cy="2641828"/>
          </a:xfrm>
          <a:prstGeom prst="roundRect">
            <a:avLst>
              <a:gd name="adj" fmla="val 8820"/>
            </a:avLst>
          </a:prstGeom>
          <a:solidFill>
            <a:schemeClr val="bg1"/>
          </a:solidFill>
          <a:ln w="28575">
            <a:gradFill>
              <a:gsLst>
                <a:gs pos="0">
                  <a:schemeClr val="accent4"/>
                </a:gs>
                <a:gs pos="74000">
                  <a:schemeClr val="accent1"/>
                </a:gs>
                <a:gs pos="83000">
                  <a:schemeClr val="accent1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271655" y="2810394"/>
            <a:ext cx="1648690" cy="1648690"/>
            <a:chOff x="5495925" y="2988935"/>
            <a:chExt cx="1200150" cy="1200150"/>
          </a:xfrm>
        </p:grpSpPr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 flipH="1"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4581236" y="5546992"/>
            <a:ext cx="3029528" cy="54888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5724525" y="2394721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4900180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5724525" y="4087609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6548872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2" name="user_209046"/>
          <p:cNvSpPr/>
          <p:nvPr>
            <p:custDataLst>
              <p:tags r:id="rId9"/>
            </p:custDataLst>
          </p:nvPr>
        </p:nvSpPr>
        <p:spPr>
          <a:xfrm>
            <a:off x="5942880" y="2557834"/>
            <a:ext cx="368030" cy="331874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3" name="user_209046"/>
          <p:cNvSpPr/>
          <p:nvPr>
            <p:custDataLst>
              <p:tags r:id="rId10"/>
            </p:custDataLst>
          </p:nvPr>
        </p:nvSpPr>
        <p:spPr>
          <a:xfrm>
            <a:off x="5116021" y="3431523"/>
            <a:ext cx="321988" cy="368030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4" name="user_209046"/>
          <p:cNvSpPr/>
          <p:nvPr>
            <p:custDataLst>
              <p:tags r:id="rId11"/>
            </p:custDataLst>
          </p:nvPr>
        </p:nvSpPr>
        <p:spPr>
          <a:xfrm>
            <a:off x="5911985" y="4303553"/>
            <a:ext cx="368030" cy="311062"/>
          </a:xfrm>
          <a:custGeom>
            <a:avLst/>
            <a:gdLst>
              <a:gd name="T0" fmla="*/ 4484 w 10375"/>
              <a:gd name="T1" fmla="*/ 6967 h 8769"/>
              <a:gd name="T2" fmla="*/ 4484 w 10375"/>
              <a:gd name="T3" fmla="*/ 8374 h 8769"/>
              <a:gd name="T4" fmla="*/ 5891 w 10375"/>
              <a:gd name="T5" fmla="*/ 8374 h 8769"/>
              <a:gd name="T6" fmla="*/ 5891 w 10375"/>
              <a:gd name="T7" fmla="*/ 6967 h 8769"/>
              <a:gd name="T8" fmla="*/ 4484 w 10375"/>
              <a:gd name="T9" fmla="*/ 6967 h 8769"/>
              <a:gd name="T10" fmla="*/ 1754 w 10375"/>
              <a:gd name="T11" fmla="*/ 5262 h 8769"/>
              <a:gd name="T12" fmla="*/ 2766 w 10375"/>
              <a:gd name="T13" fmla="*/ 6423 h 8769"/>
              <a:gd name="T14" fmla="*/ 7633 w 10375"/>
              <a:gd name="T15" fmla="*/ 6423 h 8769"/>
              <a:gd name="T16" fmla="*/ 8645 w 10375"/>
              <a:gd name="T17" fmla="*/ 5262 h 8769"/>
              <a:gd name="T18" fmla="*/ 1754 w 10375"/>
              <a:gd name="T19" fmla="*/ 5262 h 8769"/>
              <a:gd name="T20" fmla="*/ 0 w 10375"/>
              <a:gd name="T21" fmla="*/ 3261 h 8769"/>
              <a:gd name="T22" fmla="*/ 1038 w 10375"/>
              <a:gd name="T23" fmla="*/ 4447 h 8769"/>
              <a:gd name="T24" fmla="*/ 9338 w 10375"/>
              <a:gd name="T25" fmla="*/ 4447 h 8769"/>
              <a:gd name="T26" fmla="*/ 10375 w 10375"/>
              <a:gd name="T27" fmla="*/ 3261 h 8769"/>
              <a:gd name="T28" fmla="*/ 0 w 10375"/>
              <a:gd name="T29" fmla="*/ 3261 h 8769"/>
              <a:gd name="T30" fmla="*/ 0 w 10375"/>
              <a:gd name="T31" fmla="*/ 3261 h 8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5" h="8769">
                <a:moveTo>
                  <a:pt x="4484" y="6967"/>
                </a:moveTo>
                <a:cubicBezTo>
                  <a:pt x="4089" y="7362"/>
                  <a:pt x="4089" y="7979"/>
                  <a:pt x="4484" y="8374"/>
                </a:cubicBezTo>
                <a:cubicBezTo>
                  <a:pt x="4879" y="8769"/>
                  <a:pt x="5496" y="8769"/>
                  <a:pt x="5891" y="8374"/>
                </a:cubicBezTo>
                <a:cubicBezTo>
                  <a:pt x="6286" y="7979"/>
                  <a:pt x="6286" y="7362"/>
                  <a:pt x="5891" y="6967"/>
                </a:cubicBezTo>
                <a:cubicBezTo>
                  <a:pt x="5471" y="6571"/>
                  <a:pt x="4854" y="6571"/>
                  <a:pt x="4484" y="6967"/>
                </a:cubicBezTo>
                <a:close/>
                <a:moveTo>
                  <a:pt x="1754" y="5262"/>
                </a:moveTo>
                <a:lnTo>
                  <a:pt x="2766" y="6423"/>
                </a:lnTo>
                <a:cubicBezTo>
                  <a:pt x="4100" y="4892"/>
                  <a:pt x="6299" y="4892"/>
                  <a:pt x="7633" y="6423"/>
                </a:cubicBezTo>
                <a:lnTo>
                  <a:pt x="8645" y="5262"/>
                </a:lnTo>
                <a:cubicBezTo>
                  <a:pt x="6719" y="3088"/>
                  <a:pt x="3656" y="3088"/>
                  <a:pt x="1754" y="5262"/>
                </a:cubicBezTo>
                <a:close/>
                <a:moveTo>
                  <a:pt x="0" y="3261"/>
                </a:moveTo>
                <a:lnTo>
                  <a:pt x="1038" y="4447"/>
                </a:lnTo>
                <a:cubicBezTo>
                  <a:pt x="3335" y="1803"/>
                  <a:pt x="7040" y="1803"/>
                  <a:pt x="9338" y="4447"/>
                </a:cubicBezTo>
                <a:lnTo>
                  <a:pt x="10375" y="3261"/>
                </a:lnTo>
                <a:cubicBezTo>
                  <a:pt x="7534" y="0"/>
                  <a:pt x="2865" y="0"/>
                  <a:pt x="0" y="3261"/>
                </a:cubicBezTo>
                <a:close/>
                <a:moveTo>
                  <a:pt x="0" y="3261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5" name="user_209046"/>
          <p:cNvSpPr/>
          <p:nvPr>
            <p:custDataLst>
              <p:tags r:id="rId12"/>
            </p:custDataLst>
          </p:nvPr>
        </p:nvSpPr>
        <p:spPr>
          <a:xfrm>
            <a:off x="6777144" y="3415374"/>
            <a:ext cx="298838" cy="368030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84731" y="1932814"/>
            <a:ext cx="331025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智能家居设备低功耗需求迫切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604010" y="2437765"/>
            <a:ext cx="26682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智能家居设备（如温湿度传感器、门窗感应器）多依赖电池供电，用户对设备续航期望普遍超过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1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年，但现有异常检测算法能耗高，易导致设备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3-6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个月需更换电池，影响使用体验。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5"/>
            </p:custDataLst>
          </p:nvPr>
        </p:nvCxnSpPr>
        <p:spPr>
          <a:xfrm flipH="1">
            <a:off x="3816811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239366" y="4229235"/>
            <a:ext cx="305562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传统异常检测算法适配性差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13510" y="4733925"/>
            <a:ext cx="28587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主流异常检测算法（如支持向量机、传统神经网络）参数量大，单次推理需占用嵌入式设备（如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ESP32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芯片）超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60%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算力，易导致设备卡顿，甚至无法同时运行感知、通信功能。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8"/>
            </p:custDataLst>
          </p:nvPr>
        </p:nvCxnSpPr>
        <p:spPr>
          <a:xfrm flipH="1">
            <a:off x="3816811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7898502" y="1932814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设备异常后果影响广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7898765" y="243776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智能家居设备异常（如燃气传感器误报、门锁异常开启）不仅影响日常使用，还可能引发安全风险（如燃气泄漏未及时预警），需算法在低功耗前提下保证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≥95%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的异常识别准确率。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21"/>
            </p:custDataLst>
          </p:nvPr>
        </p:nvCxnSpPr>
        <p:spPr>
          <a:xfrm flipH="1">
            <a:off x="7898502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7898502" y="4229235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低功耗与精度难平衡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7898765" y="473392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现有低功耗算法（如基于阈值的简单检测）虽降低能耗，但忽略设备运行的动态变化（如传感器受环境温湿度影响），异常误报率超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20%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，无法满足用户对检测精度的需求。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4"/>
            </p:custDataLst>
          </p:nvPr>
        </p:nvCxnSpPr>
        <p:spPr>
          <a:xfrm flipH="1">
            <a:off x="7898502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02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研究意义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RESEARCH SIGNIFICANCE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80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幼儿园融合教育中轻度语迟儿童日常互动支持策略研究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9" name="任意多边形: 形状 4"/>
          <p:cNvSpPr/>
          <p:nvPr>
            <p:custDataLst>
              <p:tags r:id="rId1"/>
            </p:custDataLst>
          </p:nvPr>
        </p:nvSpPr>
        <p:spPr>
          <a:xfrm rot="10800000">
            <a:off x="525077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525076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3"/>
            </p:custDataLst>
          </p:nvPr>
        </p:nvCxnSpPr>
        <p:spPr>
          <a:xfrm>
            <a:off x="1750352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690352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促进发展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563330" y="2826331"/>
            <a:ext cx="2421006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为儿童提供互动支持，助其主动交流，提升表达与自信，夯实发展基础。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 rot="10800000">
            <a:off x="3453060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7"/>
            </p:custDataLst>
          </p:nvPr>
        </p:nvSpPr>
        <p:spPr>
          <a:xfrm>
            <a:off x="3453059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1" name="直接箭头连接符 30"/>
          <p:cNvCxnSpPr/>
          <p:nvPr>
            <p:custDataLst>
              <p:tags r:id="rId8"/>
            </p:custDataLst>
          </p:nvPr>
        </p:nvCxnSpPr>
        <p:spPr>
          <a:xfrm>
            <a:off x="4678335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3618335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解决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缺口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3491313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为幼师提供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即时用、低门槛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技巧，填补语迟儿童支持空白，兼顾儿童需求，减轻教学压力。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1"/>
            </p:custDataLst>
          </p:nvPr>
        </p:nvSpPr>
        <p:spPr>
          <a:xfrm rot="10800000">
            <a:off x="6381043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6381042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7" name="直接箭头连接符 36"/>
          <p:cNvCxnSpPr/>
          <p:nvPr>
            <p:custDataLst>
              <p:tags r:id="rId13"/>
            </p:custDataLst>
          </p:nvPr>
        </p:nvCxnSpPr>
        <p:spPr>
          <a:xfrm>
            <a:off x="7606318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6546318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推动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落地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>
            <p:custDataLst>
              <p:tags r:id="rId15"/>
            </p:custDataLst>
          </p:nvPr>
        </p:nvSpPr>
        <p:spPr>
          <a:xfrm>
            <a:off x="6419296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将融合教育从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专项干预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延伸到日常场景，丰富实践内容，让融合教育融入日常运营。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6"/>
            </p:custDataLst>
          </p:nvPr>
        </p:nvSpPr>
        <p:spPr>
          <a:xfrm rot="10800000">
            <a:off x="9309026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9309025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直接箭头连接符 42"/>
          <p:cNvCxnSpPr/>
          <p:nvPr>
            <p:custDataLst>
              <p:tags r:id="rId18"/>
            </p:custDataLst>
          </p:nvPr>
        </p:nvCxnSpPr>
        <p:spPr>
          <a:xfrm>
            <a:off x="10534301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9474301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补充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空白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47279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针对语迟儿童研究少关注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日常互动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现状，本研究可丰富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特殊儿童日常支持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内容，完善研究体系。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1259840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01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22"/>
            </p:custDataLst>
          </p:nvPr>
        </p:nvSpPr>
        <p:spPr>
          <a:xfrm>
            <a:off x="4187823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02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23"/>
            </p:custDataLst>
          </p:nvPr>
        </p:nvSpPr>
        <p:spPr>
          <a:xfrm>
            <a:off x="7115806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03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24"/>
            </p:custDataLst>
          </p:nvPr>
        </p:nvSpPr>
        <p:spPr>
          <a:xfrm>
            <a:off x="10043789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04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7148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儿童哮喘家庭照护者吸入装置操作规范性与干预研究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623890" y="1876455"/>
          <a:ext cx="5852160" cy="3669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692907" y="1722862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患儿健康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017385" y="2159635"/>
            <a:ext cx="2130425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《中国儿童哮喘防治指南（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2020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年版）》数据：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儿童哮喘急性发作与吸入装置操作不当有关；提升照护者操作规范性可降低发作。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9377680" y="158496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9217074" y="16764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照护者能力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9541561" y="21132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儿童哮喘家庭照护者能规范操作吸入装置；本研究可弥补其操作知识与技能缺口，降低照护焦虑，提升信心与自我效能。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7007883" y="374833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847277" y="383977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医疗资源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7171764" y="427665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我国儿科呼吸科住院患者中，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25%-30%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为哮喘急性发作，单次住院费约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5000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元；规范操作可降低住院率，缓解资源紧张。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9217074" y="38030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社区护理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9541561" y="42398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18%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社区卫生服务中心开展儿童哮喘照护者培训；本研究方案可提供标准化指导，推动服务体系建设，填补基层照护者服务空白。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3400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小学科学跨学科主题教学中教研融合的资源开发研究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782193" y="2697389"/>
            <a:ext cx="2727198" cy="2197689"/>
            <a:chOff x="1425702" y="2697389"/>
            <a:chExt cx="2727198" cy="2197689"/>
          </a:xfrm>
        </p:grpSpPr>
        <p:sp>
          <p:nvSpPr>
            <p:cNvPr id="43" name="矩形 42"/>
            <p:cNvSpPr/>
            <p:nvPr>
              <p:custDataLst>
                <p:tags r:id="rId2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方正宝黑体 简 Medium" panose="02010600010101010101" charset="-122"/>
                </a:rPr>
                <a:t>破解教师教学痛点</a:t>
              </a:r>
              <a:endParaRPr lang="zh-CN" altLang="en-US" sz="2400" b="1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4" name="圆角矩形 73"/>
            <p:cNvSpPr/>
            <p:nvPr>
              <p:custDataLst>
                <p:tags r:id="rId3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4"/>
              </p:custDataLst>
            </p:nvPr>
          </p:nvSpPr>
          <p:spPr>
            <a:xfrm>
              <a:off x="1800559" y="3753837"/>
              <a:ext cx="1980030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解决小学科学教师跨学科资源整合问题，提供优质资源，降低备课难度，提升效率。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4732401" y="2697389"/>
            <a:ext cx="2727198" cy="2197689"/>
            <a:chOff x="1425702" y="2697389"/>
            <a:chExt cx="2727198" cy="2197689"/>
          </a:xfrm>
        </p:grpSpPr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助力学生素养提升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圆角矩形 73"/>
            <p:cNvSpPr/>
            <p:nvPr>
              <p:custDataLst>
                <p:tags r:id="rId7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>
              <a:off x="1845328" y="3695490"/>
              <a:ext cx="1862002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具象化、生活化跨学科知识，助小学生理解科学概念，培养跨学科思维和科学素养。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9"/>
            </p:custDataLst>
          </p:nvPr>
        </p:nvGrpSpPr>
        <p:grpSpPr>
          <a:xfrm>
            <a:off x="8682609" y="2697389"/>
            <a:ext cx="2727198" cy="2197689"/>
            <a:chOff x="1425702" y="2697389"/>
            <a:chExt cx="2727198" cy="2197689"/>
          </a:xfrm>
        </p:grpSpPr>
        <p:sp>
          <p:nvSpPr>
            <p:cNvPr id="51" name="矩形 50"/>
            <p:cNvSpPr/>
            <p:nvPr>
              <p:custDataLst>
                <p:tags r:id="rId10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促进教研教学融合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2" name="圆角矩形 73"/>
            <p:cNvSpPr/>
            <p:nvPr>
              <p:custDataLst>
                <p:tags r:id="rId11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2"/>
              </p:custDataLst>
            </p:nvPr>
          </p:nvSpPr>
          <p:spPr>
            <a:xfrm>
              <a:off x="1769776" y="3753836"/>
              <a:ext cx="204679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以资源开发为纽带，形成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-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资源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-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教学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循环，提升小学科学教学质量。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4" name="等腰三角形 53"/>
          <p:cNvSpPr/>
          <p:nvPr>
            <p:custDataLst>
              <p:tags r:id="rId13"/>
            </p:custDataLst>
          </p:nvPr>
        </p:nvSpPr>
        <p:spPr>
          <a:xfrm rot="5400000">
            <a:off x="3430822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等腰三角形 54"/>
          <p:cNvSpPr/>
          <p:nvPr>
            <p:custDataLst>
              <p:tags r:id="rId14"/>
            </p:custDataLst>
          </p:nvPr>
        </p:nvSpPr>
        <p:spPr>
          <a:xfrm rot="5400000">
            <a:off x="3254607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6" name="等腰三角形 55"/>
          <p:cNvSpPr/>
          <p:nvPr>
            <p:custDataLst>
              <p:tags r:id="rId15"/>
            </p:custDataLst>
          </p:nvPr>
        </p:nvSpPr>
        <p:spPr>
          <a:xfrm rot="5400000">
            <a:off x="7463326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等腰三角形 56"/>
          <p:cNvSpPr/>
          <p:nvPr>
            <p:custDataLst>
              <p:tags r:id="rId16"/>
            </p:custDataLst>
          </p:nvPr>
        </p:nvSpPr>
        <p:spPr>
          <a:xfrm rot="5400000">
            <a:off x="7287111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17690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WSN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数据传输抗干扰节能优化研究意义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52" name="Chart 6"/>
          <p:cNvGraphicFramePr/>
          <p:nvPr/>
        </p:nvGraphicFramePr>
        <p:xfrm>
          <a:off x="3243398" y="1509504"/>
          <a:ext cx="8264862" cy="179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3" name="图表 52"/>
          <p:cNvGraphicFramePr/>
          <p:nvPr/>
        </p:nvGraphicFramePr>
        <p:xfrm>
          <a:off x="719598" y="1340656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4" name="文本框 375"/>
          <p:cNvSpPr txBox="1"/>
          <p:nvPr/>
        </p:nvSpPr>
        <p:spPr>
          <a:xfrm>
            <a:off x="1123189" y="2134178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55" name="TextBox 12"/>
          <p:cNvSpPr txBox="1"/>
          <p:nvPr/>
        </p:nvSpPr>
        <p:spPr>
          <a:xfrm>
            <a:off x="1294130" y="2583815"/>
            <a:ext cx="112839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研究数据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6" name="Oval 22"/>
          <p:cNvSpPr/>
          <p:nvPr>
            <p:custDataLst>
              <p:tags r:id="rId5"/>
            </p:custDataLst>
          </p:nvPr>
        </p:nvSpPr>
        <p:spPr>
          <a:xfrm>
            <a:off x="1123189" y="4156530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7" name="Oval 22"/>
          <p:cNvSpPr/>
          <p:nvPr>
            <p:custDataLst>
              <p:tags r:id="rId6"/>
            </p:custDataLst>
          </p:nvPr>
        </p:nvSpPr>
        <p:spPr>
          <a:xfrm>
            <a:off x="1255365" y="4285797"/>
            <a:ext cx="275757" cy="281575"/>
          </a:xfrm>
          <a:custGeom>
            <a:avLst/>
            <a:gdLst>
              <a:gd name="T0" fmla="*/ 7275 w 12440"/>
              <a:gd name="T1" fmla="*/ 12703 h 12703"/>
              <a:gd name="T2" fmla="*/ 7045 w 12440"/>
              <a:gd name="T3" fmla="*/ 12634 h 12703"/>
              <a:gd name="T4" fmla="*/ 4790 w 12440"/>
              <a:gd name="T5" fmla="*/ 11141 h 12703"/>
              <a:gd name="T6" fmla="*/ 4603 w 12440"/>
              <a:gd name="T7" fmla="*/ 10793 h 12703"/>
              <a:gd name="T8" fmla="*/ 4603 w 12440"/>
              <a:gd name="T9" fmla="*/ 6406 h 12703"/>
              <a:gd name="T10" fmla="*/ 697 w 12440"/>
              <a:gd name="T11" fmla="*/ 2724 h 12703"/>
              <a:gd name="T12" fmla="*/ 642 w 12440"/>
              <a:gd name="T13" fmla="*/ 2660 h 12703"/>
              <a:gd name="T14" fmla="*/ 282 w 12440"/>
              <a:gd name="T15" fmla="*/ 925 h 12703"/>
              <a:gd name="T16" fmla="*/ 1401 w 12440"/>
              <a:gd name="T17" fmla="*/ 15 h 12703"/>
              <a:gd name="T18" fmla="*/ 1512 w 12440"/>
              <a:gd name="T19" fmla="*/ 0 h 12703"/>
              <a:gd name="T20" fmla="*/ 10879 w 12440"/>
              <a:gd name="T21" fmla="*/ 0 h 12703"/>
              <a:gd name="T22" fmla="*/ 12184 w 12440"/>
              <a:gd name="T23" fmla="*/ 777 h 12703"/>
              <a:gd name="T24" fmla="*/ 11952 w 12440"/>
              <a:gd name="T25" fmla="*/ 2609 h 12703"/>
              <a:gd name="T26" fmla="*/ 11866 w 12440"/>
              <a:gd name="T27" fmla="*/ 2717 h 12703"/>
              <a:gd name="T28" fmla="*/ 7691 w 12440"/>
              <a:gd name="T29" fmla="*/ 6427 h 12703"/>
              <a:gd name="T30" fmla="*/ 7691 w 12440"/>
              <a:gd name="T31" fmla="*/ 12287 h 12703"/>
              <a:gd name="T32" fmla="*/ 7472 w 12440"/>
              <a:gd name="T33" fmla="*/ 12654 h 12703"/>
              <a:gd name="T34" fmla="*/ 7275 w 12440"/>
              <a:gd name="T35" fmla="*/ 12703 h 12703"/>
              <a:gd name="T36" fmla="*/ 5436 w 12440"/>
              <a:gd name="T37" fmla="*/ 10570 h 12703"/>
              <a:gd name="T38" fmla="*/ 6859 w 12440"/>
              <a:gd name="T39" fmla="*/ 11512 h 12703"/>
              <a:gd name="T40" fmla="*/ 6859 w 12440"/>
              <a:gd name="T41" fmla="*/ 6240 h 12703"/>
              <a:gd name="T42" fmla="*/ 6999 w 12440"/>
              <a:gd name="T43" fmla="*/ 5929 h 12703"/>
              <a:gd name="T44" fmla="*/ 11259 w 12440"/>
              <a:gd name="T45" fmla="*/ 2142 h 12703"/>
              <a:gd name="T46" fmla="*/ 11447 w 12440"/>
              <a:gd name="T47" fmla="*/ 1164 h 12703"/>
              <a:gd name="T48" fmla="*/ 10842 w 12440"/>
              <a:gd name="T49" fmla="*/ 831 h 12703"/>
              <a:gd name="T50" fmla="*/ 1571 w 12440"/>
              <a:gd name="T51" fmla="*/ 833 h 12703"/>
              <a:gd name="T52" fmla="*/ 1066 w 12440"/>
              <a:gd name="T53" fmla="*/ 1206 h 12703"/>
              <a:gd name="T54" fmla="*/ 1302 w 12440"/>
              <a:gd name="T55" fmla="*/ 2150 h 12703"/>
              <a:gd name="T56" fmla="*/ 5305 w 12440"/>
              <a:gd name="T57" fmla="*/ 5923 h 12703"/>
              <a:gd name="T58" fmla="*/ 5436 w 12440"/>
              <a:gd name="T59" fmla="*/ 6226 h 12703"/>
              <a:gd name="T60" fmla="*/ 5436 w 12440"/>
              <a:gd name="T61" fmla="*/ 10570 h 12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440" h="12703">
                <a:moveTo>
                  <a:pt x="7275" y="12703"/>
                </a:moveTo>
                <a:cubicBezTo>
                  <a:pt x="7195" y="12703"/>
                  <a:pt x="7114" y="12680"/>
                  <a:pt x="7045" y="12634"/>
                </a:cubicBezTo>
                <a:lnTo>
                  <a:pt x="4790" y="11141"/>
                </a:lnTo>
                <a:cubicBezTo>
                  <a:pt x="4673" y="11063"/>
                  <a:pt x="4603" y="10933"/>
                  <a:pt x="4603" y="10793"/>
                </a:cubicBezTo>
                <a:lnTo>
                  <a:pt x="4603" y="6406"/>
                </a:lnTo>
                <a:lnTo>
                  <a:pt x="697" y="2724"/>
                </a:lnTo>
                <a:cubicBezTo>
                  <a:pt x="677" y="2705"/>
                  <a:pt x="659" y="2683"/>
                  <a:pt x="642" y="2660"/>
                </a:cubicBezTo>
                <a:cubicBezTo>
                  <a:pt x="576" y="2566"/>
                  <a:pt x="0" y="1714"/>
                  <a:pt x="282" y="925"/>
                </a:cubicBezTo>
                <a:cubicBezTo>
                  <a:pt x="391" y="621"/>
                  <a:pt x="674" y="216"/>
                  <a:pt x="1401" y="15"/>
                </a:cubicBezTo>
                <a:cubicBezTo>
                  <a:pt x="1437" y="5"/>
                  <a:pt x="1474" y="0"/>
                  <a:pt x="1512" y="0"/>
                </a:cubicBezTo>
                <a:lnTo>
                  <a:pt x="10879" y="0"/>
                </a:lnTo>
                <a:cubicBezTo>
                  <a:pt x="11010" y="11"/>
                  <a:pt x="11830" y="104"/>
                  <a:pt x="12184" y="777"/>
                </a:cubicBezTo>
                <a:cubicBezTo>
                  <a:pt x="12440" y="1263"/>
                  <a:pt x="12362" y="1880"/>
                  <a:pt x="11952" y="2609"/>
                </a:cubicBezTo>
                <a:cubicBezTo>
                  <a:pt x="11929" y="2650"/>
                  <a:pt x="11900" y="2686"/>
                  <a:pt x="11866" y="2717"/>
                </a:cubicBezTo>
                <a:lnTo>
                  <a:pt x="7691" y="6427"/>
                </a:lnTo>
                <a:lnTo>
                  <a:pt x="7691" y="12287"/>
                </a:lnTo>
                <a:cubicBezTo>
                  <a:pt x="7691" y="12440"/>
                  <a:pt x="7607" y="12581"/>
                  <a:pt x="7472" y="12654"/>
                </a:cubicBezTo>
                <a:cubicBezTo>
                  <a:pt x="7411" y="12687"/>
                  <a:pt x="7343" y="12703"/>
                  <a:pt x="7275" y="12703"/>
                </a:cubicBezTo>
                <a:close/>
                <a:moveTo>
                  <a:pt x="5436" y="10570"/>
                </a:moveTo>
                <a:lnTo>
                  <a:pt x="6859" y="11512"/>
                </a:lnTo>
                <a:lnTo>
                  <a:pt x="6859" y="6240"/>
                </a:lnTo>
                <a:cubicBezTo>
                  <a:pt x="6859" y="6122"/>
                  <a:pt x="6910" y="6008"/>
                  <a:pt x="6999" y="5929"/>
                </a:cubicBezTo>
                <a:lnTo>
                  <a:pt x="11259" y="2142"/>
                </a:lnTo>
                <a:cubicBezTo>
                  <a:pt x="11488" y="1715"/>
                  <a:pt x="11555" y="1370"/>
                  <a:pt x="11447" y="1164"/>
                </a:cubicBezTo>
                <a:cubicBezTo>
                  <a:pt x="11320" y="922"/>
                  <a:pt x="10937" y="840"/>
                  <a:pt x="10842" y="831"/>
                </a:cubicBezTo>
                <a:lnTo>
                  <a:pt x="1571" y="833"/>
                </a:lnTo>
                <a:cubicBezTo>
                  <a:pt x="1294" y="918"/>
                  <a:pt x="1124" y="1043"/>
                  <a:pt x="1066" y="1206"/>
                </a:cubicBezTo>
                <a:cubicBezTo>
                  <a:pt x="955" y="1518"/>
                  <a:pt x="1199" y="1988"/>
                  <a:pt x="1302" y="2150"/>
                </a:cubicBezTo>
                <a:lnTo>
                  <a:pt x="5305" y="5923"/>
                </a:lnTo>
                <a:cubicBezTo>
                  <a:pt x="5389" y="6002"/>
                  <a:pt x="5436" y="6112"/>
                  <a:pt x="5436" y="6226"/>
                </a:cubicBezTo>
                <a:lnTo>
                  <a:pt x="5436" y="10570"/>
                </a:ln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8" name="矩形 57"/>
          <p:cNvSpPr/>
          <p:nvPr>
            <p:custDataLst>
              <p:tags r:id="rId7"/>
            </p:custDataLst>
          </p:nvPr>
        </p:nvSpPr>
        <p:spPr>
          <a:xfrm>
            <a:off x="1703705" y="4095750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解决工业数据传输稳定性痛点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9" name="矩形 58"/>
          <p:cNvSpPr/>
          <p:nvPr>
            <p:custDataLst>
              <p:tags r:id="rId8"/>
            </p:custDataLst>
          </p:nvPr>
        </p:nvSpPr>
        <p:spPr>
          <a:xfrm>
            <a:off x="1703664" y="4388485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电磁干扰下数据丢包率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15%-20%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，致监测中断。本研究可降至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以下，保障关键数据采集，减少误判停机。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0" name="Oval 22"/>
          <p:cNvSpPr/>
          <p:nvPr>
            <p:custDataLst>
              <p:tags r:id="rId9"/>
            </p:custDataLst>
          </p:nvPr>
        </p:nvSpPr>
        <p:spPr>
          <a:xfrm>
            <a:off x="1123189" y="5328248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1" name="Oval 22"/>
          <p:cNvSpPr/>
          <p:nvPr>
            <p:custDataLst>
              <p:tags r:id="rId10"/>
            </p:custDataLst>
          </p:nvPr>
        </p:nvSpPr>
        <p:spPr>
          <a:xfrm>
            <a:off x="1252456" y="5459051"/>
            <a:ext cx="281575" cy="278504"/>
          </a:xfrm>
          <a:custGeom>
            <a:avLst/>
            <a:gdLst>
              <a:gd name="T0" fmla="*/ 8893 w 12800"/>
              <a:gd name="T1" fmla="*/ 5239 h 12660"/>
              <a:gd name="T2" fmla="*/ 7643 w 12800"/>
              <a:gd name="T3" fmla="*/ 0 h 12660"/>
              <a:gd name="T4" fmla="*/ 3922 w 12800"/>
              <a:gd name="T5" fmla="*/ 1250 h 12660"/>
              <a:gd name="T6" fmla="*/ 1250 w 12800"/>
              <a:gd name="T7" fmla="*/ 3290 h 12660"/>
              <a:gd name="T8" fmla="*/ 0 w 12800"/>
              <a:gd name="T9" fmla="*/ 11410 h 12660"/>
              <a:gd name="T10" fmla="*/ 8443 w 12800"/>
              <a:gd name="T11" fmla="*/ 12660 h 12660"/>
              <a:gd name="T12" fmla="*/ 11550 w 12800"/>
              <a:gd name="T13" fmla="*/ 12660 h 12660"/>
              <a:gd name="T14" fmla="*/ 12800 w 12800"/>
              <a:gd name="T15" fmla="*/ 6489 h 12660"/>
              <a:gd name="T16" fmla="*/ 3922 w 12800"/>
              <a:gd name="T17" fmla="*/ 12109 h 12660"/>
              <a:gd name="T18" fmla="*/ 551 w 12800"/>
              <a:gd name="T19" fmla="*/ 11410 h 12660"/>
              <a:gd name="T20" fmla="*/ 1250 w 12800"/>
              <a:gd name="T21" fmla="*/ 3841 h 12660"/>
              <a:gd name="T22" fmla="*/ 3922 w 12800"/>
              <a:gd name="T23" fmla="*/ 12109 h 12660"/>
              <a:gd name="T24" fmla="*/ 4472 w 12800"/>
              <a:gd name="T25" fmla="*/ 12109 h 12660"/>
              <a:gd name="T26" fmla="*/ 5171 w 12800"/>
              <a:gd name="T27" fmla="*/ 551 h 12660"/>
              <a:gd name="T28" fmla="*/ 8343 w 12800"/>
              <a:gd name="T29" fmla="*/ 1250 h 12660"/>
              <a:gd name="T30" fmla="*/ 12249 w 12800"/>
              <a:gd name="T31" fmla="*/ 11410 h 12660"/>
              <a:gd name="T32" fmla="*/ 8893 w 12800"/>
              <a:gd name="T33" fmla="*/ 12109 h 12660"/>
              <a:gd name="T34" fmla="*/ 11550 w 12800"/>
              <a:gd name="T35" fmla="*/ 5790 h 12660"/>
              <a:gd name="T36" fmla="*/ 12249 w 12800"/>
              <a:gd name="T37" fmla="*/ 11410 h 12660"/>
              <a:gd name="T38" fmla="*/ 5611 w 12800"/>
              <a:gd name="T39" fmla="*/ 2813 h 12660"/>
              <a:gd name="T40" fmla="*/ 6330 w 12800"/>
              <a:gd name="T41" fmla="*/ 2941 h 12660"/>
              <a:gd name="T42" fmla="*/ 6845 w 12800"/>
              <a:gd name="T43" fmla="*/ 5465 h 12660"/>
              <a:gd name="T44" fmla="*/ 6457 w 12800"/>
              <a:gd name="T45" fmla="*/ 2320 h 12660"/>
              <a:gd name="T46" fmla="*/ 1665 w 12800"/>
              <a:gd name="T47" fmla="*/ 7319 h 12660"/>
              <a:gd name="T48" fmla="*/ 2259 w 12800"/>
              <a:gd name="T49" fmla="*/ 6561 h 12660"/>
              <a:gd name="T50" fmla="*/ 2806 w 12800"/>
              <a:gd name="T51" fmla="*/ 7068 h 12660"/>
              <a:gd name="T52" fmla="*/ 2167 w 12800"/>
              <a:gd name="T53" fmla="*/ 7918 h 12660"/>
              <a:gd name="T54" fmla="*/ 1132 w 12800"/>
              <a:gd name="T55" fmla="*/ 9332 h 12660"/>
              <a:gd name="T56" fmla="*/ 3326 w 12800"/>
              <a:gd name="T57" fmla="*/ 8879 h 12660"/>
              <a:gd name="T58" fmla="*/ 2361 w 12800"/>
              <a:gd name="T59" fmla="*/ 8323 h 12660"/>
              <a:gd name="T60" fmla="*/ 3321 w 12800"/>
              <a:gd name="T61" fmla="*/ 7072 h 12660"/>
              <a:gd name="T62" fmla="*/ 2277 w 12800"/>
              <a:gd name="T63" fmla="*/ 6125 h 12660"/>
              <a:gd name="T64" fmla="*/ 1149 w 12800"/>
              <a:gd name="T65" fmla="*/ 7319 h 12660"/>
              <a:gd name="T66" fmla="*/ 11157 w 12800"/>
              <a:gd name="T67" fmla="*/ 8782 h 12660"/>
              <a:gd name="T68" fmla="*/ 11395 w 12800"/>
              <a:gd name="T69" fmla="*/ 7456 h 12660"/>
              <a:gd name="T70" fmla="*/ 9861 w 12800"/>
              <a:gd name="T71" fmla="*/ 7486 h 12660"/>
              <a:gd name="T72" fmla="*/ 10015 w 12800"/>
              <a:gd name="T73" fmla="*/ 8227 h 12660"/>
              <a:gd name="T74" fmla="*/ 10628 w 12800"/>
              <a:gd name="T75" fmla="*/ 7667 h 12660"/>
              <a:gd name="T76" fmla="*/ 11165 w 12800"/>
              <a:gd name="T77" fmla="*/ 8134 h 12660"/>
              <a:gd name="T78" fmla="*/ 10602 w 12800"/>
              <a:gd name="T79" fmla="*/ 8605 h 12660"/>
              <a:gd name="T80" fmla="*/ 10382 w 12800"/>
              <a:gd name="T81" fmla="*/ 8993 h 12660"/>
              <a:gd name="T82" fmla="*/ 11064 w 12800"/>
              <a:gd name="T83" fmla="*/ 9121 h 12660"/>
              <a:gd name="T84" fmla="*/ 11073 w 12800"/>
              <a:gd name="T85" fmla="*/ 9892 h 12660"/>
              <a:gd name="T86" fmla="*/ 10166 w 12800"/>
              <a:gd name="T87" fmla="*/ 9905 h 12660"/>
              <a:gd name="T88" fmla="*/ 9448 w 12800"/>
              <a:gd name="T89" fmla="*/ 9433 h 12660"/>
              <a:gd name="T90" fmla="*/ 10606 w 12800"/>
              <a:gd name="T91" fmla="*/ 10495 h 12660"/>
              <a:gd name="T92" fmla="*/ 11743 w 12800"/>
              <a:gd name="T93" fmla="*/ 9495 h 12660"/>
              <a:gd name="T94" fmla="*/ 11157 w 12800"/>
              <a:gd name="T95" fmla="*/ 8782 h 12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00" h="12660">
                <a:moveTo>
                  <a:pt x="11550" y="5239"/>
                </a:moveTo>
                <a:lnTo>
                  <a:pt x="8893" y="5239"/>
                </a:lnTo>
                <a:lnTo>
                  <a:pt x="8893" y="1250"/>
                </a:lnTo>
                <a:cubicBezTo>
                  <a:pt x="8893" y="561"/>
                  <a:pt x="8333" y="0"/>
                  <a:pt x="7643" y="0"/>
                </a:cubicBezTo>
                <a:lnTo>
                  <a:pt x="5171" y="0"/>
                </a:lnTo>
                <a:cubicBezTo>
                  <a:pt x="4482" y="0"/>
                  <a:pt x="3922" y="561"/>
                  <a:pt x="3922" y="1250"/>
                </a:cubicBezTo>
                <a:lnTo>
                  <a:pt x="3922" y="3290"/>
                </a:lnTo>
                <a:lnTo>
                  <a:pt x="1250" y="3290"/>
                </a:lnTo>
                <a:cubicBezTo>
                  <a:pt x="561" y="3290"/>
                  <a:pt x="0" y="3851"/>
                  <a:pt x="0" y="4540"/>
                </a:cubicBezTo>
                <a:lnTo>
                  <a:pt x="0" y="11410"/>
                </a:lnTo>
                <a:cubicBezTo>
                  <a:pt x="0" y="12099"/>
                  <a:pt x="561" y="12660"/>
                  <a:pt x="1250" y="12660"/>
                </a:cubicBezTo>
                <a:lnTo>
                  <a:pt x="8443" y="12660"/>
                </a:lnTo>
                <a:lnTo>
                  <a:pt x="8893" y="12660"/>
                </a:lnTo>
                <a:lnTo>
                  <a:pt x="11550" y="12660"/>
                </a:lnTo>
                <a:cubicBezTo>
                  <a:pt x="12239" y="12660"/>
                  <a:pt x="12800" y="12099"/>
                  <a:pt x="12800" y="11410"/>
                </a:cubicBezTo>
                <a:lnTo>
                  <a:pt x="12800" y="6489"/>
                </a:lnTo>
                <a:cubicBezTo>
                  <a:pt x="12800" y="5800"/>
                  <a:pt x="12239" y="5239"/>
                  <a:pt x="11550" y="5239"/>
                </a:cubicBezTo>
                <a:close/>
                <a:moveTo>
                  <a:pt x="3922" y="12109"/>
                </a:moveTo>
                <a:lnTo>
                  <a:pt x="1250" y="12109"/>
                </a:lnTo>
                <a:cubicBezTo>
                  <a:pt x="865" y="12109"/>
                  <a:pt x="551" y="11796"/>
                  <a:pt x="551" y="11410"/>
                </a:cubicBezTo>
                <a:lnTo>
                  <a:pt x="551" y="4540"/>
                </a:lnTo>
                <a:cubicBezTo>
                  <a:pt x="551" y="4154"/>
                  <a:pt x="864" y="3841"/>
                  <a:pt x="1250" y="3841"/>
                </a:cubicBezTo>
                <a:lnTo>
                  <a:pt x="3922" y="3841"/>
                </a:lnTo>
                <a:lnTo>
                  <a:pt x="3922" y="12109"/>
                </a:lnTo>
                <a:close/>
                <a:moveTo>
                  <a:pt x="8343" y="12109"/>
                </a:moveTo>
                <a:lnTo>
                  <a:pt x="4472" y="12109"/>
                </a:lnTo>
                <a:lnTo>
                  <a:pt x="4472" y="1250"/>
                </a:lnTo>
                <a:cubicBezTo>
                  <a:pt x="4472" y="864"/>
                  <a:pt x="4786" y="551"/>
                  <a:pt x="5171" y="551"/>
                </a:cubicBezTo>
                <a:lnTo>
                  <a:pt x="7643" y="551"/>
                </a:lnTo>
                <a:cubicBezTo>
                  <a:pt x="8029" y="551"/>
                  <a:pt x="8343" y="864"/>
                  <a:pt x="8343" y="1250"/>
                </a:cubicBezTo>
                <a:lnTo>
                  <a:pt x="8343" y="12109"/>
                </a:lnTo>
                <a:close/>
                <a:moveTo>
                  <a:pt x="12249" y="11410"/>
                </a:moveTo>
                <a:cubicBezTo>
                  <a:pt x="12249" y="11796"/>
                  <a:pt x="11935" y="12109"/>
                  <a:pt x="11550" y="12109"/>
                </a:cubicBezTo>
                <a:lnTo>
                  <a:pt x="8893" y="12109"/>
                </a:lnTo>
                <a:lnTo>
                  <a:pt x="8893" y="5790"/>
                </a:lnTo>
                <a:lnTo>
                  <a:pt x="11550" y="5790"/>
                </a:lnTo>
                <a:cubicBezTo>
                  <a:pt x="11935" y="5790"/>
                  <a:pt x="12249" y="6103"/>
                  <a:pt x="12249" y="6489"/>
                </a:cubicBezTo>
                <a:lnTo>
                  <a:pt x="12249" y="11410"/>
                </a:lnTo>
                <a:close/>
                <a:moveTo>
                  <a:pt x="6065" y="2628"/>
                </a:moveTo>
                <a:cubicBezTo>
                  <a:pt x="5901" y="2716"/>
                  <a:pt x="5749" y="2778"/>
                  <a:pt x="5611" y="2813"/>
                </a:cubicBezTo>
                <a:lnTo>
                  <a:pt x="5611" y="3324"/>
                </a:lnTo>
                <a:cubicBezTo>
                  <a:pt x="5899" y="3242"/>
                  <a:pt x="6138" y="3114"/>
                  <a:pt x="6330" y="2941"/>
                </a:cubicBezTo>
                <a:lnTo>
                  <a:pt x="6330" y="5465"/>
                </a:lnTo>
                <a:lnTo>
                  <a:pt x="6845" y="5465"/>
                </a:lnTo>
                <a:lnTo>
                  <a:pt x="6845" y="2320"/>
                </a:lnTo>
                <a:lnTo>
                  <a:pt x="6457" y="2320"/>
                </a:lnTo>
                <a:cubicBezTo>
                  <a:pt x="6352" y="2431"/>
                  <a:pt x="6221" y="2534"/>
                  <a:pt x="6065" y="2628"/>
                </a:cubicBezTo>
                <a:close/>
                <a:moveTo>
                  <a:pt x="1665" y="7319"/>
                </a:moveTo>
                <a:cubicBezTo>
                  <a:pt x="1674" y="7069"/>
                  <a:pt x="1726" y="6883"/>
                  <a:pt x="1823" y="6760"/>
                </a:cubicBezTo>
                <a:cubicBezTo>
                  <a:pt x="1920" y="6627"/>
                  <a:pt x="2066" y="6561"/>
                  <a:pt x="2259" y="6561"/>
                </a:cubicBezTo>
                <a:cubicBezTo>
                  <a:pt x="2441" y="6561"/>
                  <a:pt x="2578" y="6602"/>
                  <a:pt x="2669" y="6684"/>
                </a:cubicBezTo>
                <a:cubicBezTo>
                  <a:pt x="2760" y="6770"/>
                  <a:pt x="2806" y="6897"/>
                  <a:pt x="2806" y="7068"/>
                </a:cubicBezTo>
                <a:cubicBezTo>
                  <a:pt x="2806" y="7244"/>
                  <a:pt x="2737" y="7410"/>
                  <a:pt x="2599" y="7566"/>
                </a:cubicBezTo>
                <a:cubicBezTo>
                  <a:pt x="2502" y="7668"/>
                  <a:pt x="2358" y="7786"/>
                  <a:pt x="2167" y="7918"/>
                </a:cubicBezTo>
                <a:cubicBezTo>
                  <a:pt x="1800" y="8171"/>
                  <a:pt x="1559" y="8363"/>
                  <a:pt x="1444" y="8495"/>
                </a:cubicBezTo>
                <a:cubicBezTo>
                  <a:pt x="1236" y="8730"/>
                  <a:pt x="1132" y="9009"/>
                  <a:pt x="1132" y="9332"/>
                </a:cubicBezTo>
                <a:lnTo>
                  <a:pt x="3326" y="9332"/>
                </a:lnTo>
                <a:lnTo>
                  <a:pt x="3326" y="8879"/>
                </a:lnTo>
                <a:lnTo>
                  <a:pt x="1775" y="8879"/>
                </a:lnTo>
                <a:cubicBezTo>
                  <a:pt x="1845" y="8720"/>
                  <a:pt x="2041" y="8535"/>
                  <a:pt x="2361" y="8323"/>
                </a:cubicBezTo>
                <a:cubicBezTo>
                  <a:pt x="2681" y="8109"/>
                  <a:pt x="2899" y="7940"/>
                  <a:pt x="3013" y="7817"/>
                </a:cubicBezTo>
                <a:cubicBezTo>
                  <a:pt x="3219" y="7588"/>
                  <a:pt x="3321" y="7339"/>
                  <a:pt x="3321" y="7072"/>
                </a:cubicBezTo>
                <a:cubicBezTo>
                  <a:pt x="3321" y="6793"/>
                  <a:pt x="3224" y="6565"/>
                  <a:pt x="3031" y="6389"/>
                </a:cubicBezTo>
                <a:cubicBezTo>
                  <a:pt x="2834" y="6213"/>
                  <a:pt x="2583" y="6125"/>
                  <a:pt x="2277" y="6125"/>
                </a:cubicBezTo>
                <a:cubicBezTo>
                  <a:pt x="1939" y="6125"/>
                  <a:pt x="1666" y="6239"/>
                  <a:pt x="1458" y="6468"/>
                </a:cubicBezTo>
                <a:cubicBezTo>
                  <a:pt x="1258" y="6683"/>
                  <a:pt x="1155" y="6966"/>
                  <a:pt x="1149" y="7319"/>
                </a:cubicBezTo>
                <a:lnTo>
                  <a:pt x="1665" y="7319"/>
                </a:lnTo>
                <a:close/>
                <a:moveTo>
                  <a:pt x="11157" y="8782"/>
                </a:moveTo>
                <a:cubicBezTo>
                  <a:pt x="11506" y="8667"/>
                  <a:pt x="11681" y="8438"/>
                  <a:pt x="11681" y="8094"/>
                </a:cubicBezTo>
                <a:cubicBezTo>
                  <a:pt x="11681" y="7824"/>
                  <a:pt x="11585" y="7611"/>
                  <a:pt x="11395" y="7456"/>
                </a:cubicBezTo>
                <a:cubicBezTo>
                  <a:pt x="11204" y="7303"/>
                  <a:pt x="10947" y="7227"/>
                  <a:pt x="10624" y="7227"/>
                </a:cubicBezTo>
                <a:cubicBezTo>
                  <a:pt x="10309" y="7227"/>
                  <a:pt x="10055" y="7313"/>
                  <a:pt x="9861" y="7486"/>
                </a:cubicBezTo>
                <a:cubicBezTo>
                  <a:pt x="9653" y="7660"/>
                  <a:pt x="9535" y="7907"/>
                  <a:pt x="9509" y="8227"/>
                </a:cubicBezTo>
                <a:lnTo>
                  <a:pt x="10015" y="8227"/>
                </a:lnTo>
                <a:cubicBezTo>
                  <a:pt x="10033" y="8036"/>
                  <a:pt x="10095" y="7895"/>
                  <a:pt x="10200" y="7804"/>
                </a:cubicBezTo>
                <a:cubicBezTo>
                  <a:pt x="10301" y="7713"/>
                  <a:pt x="10443" y="7667"/>
                  <a:pt x="10628" y="7667"/>
                </a:cubicBezTo>
                <a:cubicBezTo>
                  <a:pt x="10810" y="7667"/>
                  <a:pt x="10947" y="7707"/>
                  <a:pt x="11038" y="7786"/>
                </a:cubicBezTo>
                <a:cubicBezTo>
                  <a:pt x="11123" y="7865"/>
                  <a:pt x="11165" y="7982"/>
                  <a:pt x="11165" y="8134"/>
                </a:cubicBezTo>
                <a:cubicBezTo>
                  <a:pt x="11165" y="8290"/>
                  <a:pt x="11119" y="8407"/>
                  <a:pt x="11025" y="8487"/>
                </a:cubicBezTo>
                <a:cubicBezTo>
                  <a:pt x="10928" y="8566"/>
                  <a:pt x="10787" y="8605"/>
                  <a:pt x="10602" y="8605"/>
                </a:cubicBezTo>
                <a:lnTo>
                  <a:pt x="10382" y="8605"/>
                </a:lnTo>
                <a:lnTo>
                  <a:pt x="10382" y="8993"/>
                </a:lnTo>
                <a:lnTo>
                  <a:pt x="10602" y="8993"/>
                </a:lnTo>
                <a:cubicBezTo>
                  <a:pt x="10807" y="8993"/>
                  <a:pt x="10962" y="9036"/>
                  <a:pt x="11064" y="9121"/>
                </a:cubicBezTo>
                <a:cubicBezTo>
                  <a:pt x="11173" y="9206"/>
                  <a:pt x="11228" y="9339"/>
                  <a:pt x="11228" y="9517"/>
                </a:cubicBezTo>
                <a:cubicBezTo>
                  <a:pt x="11228" y="9664"/>
                  <a:pt x="11176" y="9789"/>
                  <a:pt x="11073" y="9892"/>
                </a:cubicBezTo>
                <a:cubicBezTo>
                  <a:pt x="10956" y="10004"/>
                  <a:pt x="10799" y="10059"/>
                  <a:pt x="10602" y="10059"/>
                </a:cubicBezTo>
                <a:cubicBezTo>
                  <a:pt x="10423" y="10059"/>
                  <a:pt x="10277" y="10008"/>
                  <a:pt x="10166" y="9905"/>
                </a:cubicBezTo>
                <a:cubicBezTo>
                  <a:pt x="10045" y="9797"/>
                  <a:pt x="9981" y="9639"/>
                  <a:pt x="9972" y="9433"/>
                </a:cubicBezTo>
                <a:lnTo>
                  <a:pt x="9448" y="9433"/>
                </a:lnTo>
                <a:cubicBezTo>
                  <a:pt x="9475" y="9789"/>
                  <a:pt x="9597" y="10059"/>
                  <a:pt x="9818" y="10244"/>
                </a:cubicBezTo>
                <a:cubicBezTo>
                  <a:pt x="10018" y="10412"/>
                  <a:pt x="10281" y="10495"/>
                  <a:pt x="10606" y="10495"/>
                </a:cubicBezTo>
                <a:cubicBezTo>
                  <a:pt x="10947" y="10495"/>
                  <a:pt x="11224" y="10400"/>
                  <a:pt x="11439" y="10209"/>
                </a:cubicBezTo>
                <a:cubicBezTo>
                  <a:pt x="11642" y="10024"/>
                  <a:pt x="11743" y="9787"/>
                  <a:pt x="11743" y="9495"/>
                </a:cubicBezTo>
                <a:cubicBezTo>
                  <a:pt x="11743" y="9307"/>
                  <a:pt x="11690" y="9155"/>
                  <a:pt x="11585" y="9037"/>
                </a:cubicBezTo>
                <a:cubicBezTo>
                  <a:pt x="11491" y="8925"/>
                  <a:pt x="11348" y="8840"/>
                  <a:pt x="11157" y="8782"/>
                </a:cubicBez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2" name="矩形 61"/>
          <p:cNvSpPr/>
          <p:nvPr>
            <p:custDataLst>
              <p:tags r:id="rId11"/>
            </p:custDataLst>
          </p:nvPr>
        </p:nvSpPr>
        <p:spPr>
          <a:xfrm>
            <a:off x="1703705" y="5267325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降低工业传感节点运维成本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3" name="矩形 62"/>
          <p:cNvSpPr/>
          <p:nvPr>
            <p:custDataLst>
              <p:tags r:id="rId12"/>
            </p:custDataLst>
          </p:nvPr>
        </p:nvSpPr>
        <p:spPr>
          <a:xfrm>
            <a:off x="1703664" y="5560203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节点常超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1000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个，续航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3-6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个月，年换电池成本超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万。本研究延长续航至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个月以上，降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以上运维成本。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aphicFrame>
        <p:nvGraphicFramePr>
          <p:cNvPr id="64" name="图表 63"/>
          <p:cNvGraphicFramePr/>
          <p:nvPr/>
        </p:nvGraphicFramePr>
        <p:xfrm>
          <a:off x="6612398" y="4156530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图表 64"/>
          <p:cNvGraphicFramePr/>
          <p:nvPr/>
        </p:nvGraphicFramePr>
        <p:xfrm>
          <a:off x="9231270" y="4095522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文本框 375"/>
          <p:cNvSpPr txBox="1"/>
          <p:nvPr/>
        </p:nvSpPr>
        <p:spPr>
          <a:xfrm>
            <a:off x="7000788" y="4802981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15%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78" name="TextBox 12"/>
          <p:cNvSpPr txBox="1"/>
          <p:nvPr/>
        </p:nvSpPr>
        <p:spPr>
          <a:xfrm>
            <a:off x="7121525" y="5252720"/>
            <a:ext cx="120904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79" name="文本框 375"/>
          <p:cNvSpPr txBox="1"/>
          <p:nvPr/>
        </p:nvSpPr>
        <p:spPr>
          <a:xfrm>
            <a:off x="9677987" y="4757047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20%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80" name="TextBox 12"/>
          <p:cNvSpPr txBox="1"/>
          <p:nvPr/>
        </p:nvSpPr>
        <p:spPr>
          <a:xfrm>
            <a:off x="9810750" y="5206365"/>
            <a:ext cx="11531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36282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3003202" y="3534856"/>
            <a:ext cx="6185602" cy="3132644"/>
          </a:xfrm>
          <a:custGeom>
            <a:avLst/>
            <a:gdLst>
              <a:gd name="connsiteX0" fmla="*/ 3092804 w 6185602"/>
              <a:gd name="connsiteY0" fmla="*/ 0 h 3132644"/>
              <a:gd name="connsiteX1" fmla="*/ 6185602 w 6185602"/>
              <a:gd name="connsiteY1" fmla="*/ 3092804 h 3132644"/>
              <a:gd name="connsiteX2" fmla="*/ 6183586 w 6185602"/>
              <a:gd name="connsiteY2" fmla="*/ 3132644 h 3132644"/>
              <a:gd name="connsiteX3" fmla="*/ 5908913 w 6185602"/>
              <a:gd name="connsiteY3" fmla="*/ 3132644 h 3132644"/>
              <a:gd name="connsiteX4" fmla="*/ 5910930 w 6185602"/>
              <a:gd name="connsiteY4" fmla="*/ 3092804 h 3132644"/>
              <a:gd name="connsiteX5" fmla="*/ 3092804 w 6185602"/>
              <a:gd name="connsiteY5" fmla="*/ 274672 h 3132644"/>
              <a:gd name="connsiteX6" fmla="*/ 274672 w 6185602"/>
              <a:gd name="connsiteY6" fmla="*/ 3092804 h 3132644"/>
              <a:gd name="connsiteX7" fmla="*/ 276688 w 6185602"/>
              <a:gd name="connsiteY7" fmla="*/ 3132644 h 3132644"/>
              <a:gd name="connsiteX8" fmla="*/ 2018 w 6185602"/>
              <a:gd name="connsiteY8" fmla="*/ 3132644 h 3132644"/>
              <a:gd name="connsiteX9" fmla="*/ 0 w 6185602"/>
              <a:gd name="connsiteY9" fmla="*/ 3092804 h 3132644"/>
              <a:gd name="connsiteX10" fmla="*/ 3092804 w 6185602"/>
              <a:gd name="connsiteY10" fmla="*/ 0 h 313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85602" h="3132644">
                <a:moveTo>
                  <a:pt x="3092804" y="0"/>
                </a:moveTo>
                <a:cubicBezTo>
                  <a:pt x="4795767" y="0"/>
                  <a:pt x="6185602" y="1389841"/>
                  <a:pt x="6185602" y="3092804"/>
                </a:cubicBezTo>
                <a:lnTo>
                  <a:pt x="6183586" y="3132644"/>
                </a:lnTo>
                <a:lnTo>
                  <a:pt x="5908913" y="3132644"/>
                </a:lnTo>
                <a:lnTo>
                  <a:pt x="5910930" y="3092804"/>
                </a:lnTo>
                <a:cubicBezTo>
                  <a:pt x="5910930" y="1538160"/>
                  <a:pt x="4652938" y="274672"/>
                  <a:pt x="3092804" y="274672"/>
                </a:cubicBezTo>
                <a:cubicBezTo>
                  <a:pt x="1538160" y="274672"/>
                  <a:pt x="274672" y="1538160"/>
                  <a:pt x="274672" y="3092804"/>
                </a:cubicBezTo>
                <a:lnTo>
                  <a:pt x="276688" y="3132644"/>
                </a:lnTo>
                <a:lnTo>
                  <a:pt x="2018" y="3132644"/>
                </a:lnTo>
                <a:lnTo>
                  <a:pt x="0" y="3092804"/>
                </a:lnTo>
                <a:cubicBezTo>
                  <a:pt x="0" y="1384344"/>
                  <a:pt x="1389841" y="0"/>
                  <a:pt x="309280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3882600" y="4414164"/>
            <a:ext cx="4426801" cy="2253337"/>
          </a:xfrm>
          <a:custGeom>
            <a:avLst/>
            <a:gdLst>
              <a:gd name="connsiteX0" fmla="*/ 2213401 w 4426801"/>
              <a:gd name="connsiteY0" fmla="*/ 0 h 2253337"/>
              <a:gd name="connsiteX1" fmla="*/ 4426801 w 4426801"/>
              <a:gd name="connsiteY1" fmla="*/ 2213400 h 2253337"/>
              <a:gd name="connsiteX2" fmla="*/ 4424785 w 4426801"/>
              <a:gd name="connsiteY2" fmla="*/ 2253337 h 2253337"/>
              <a:gd name="connsiteX3" fmla="*/ 2017 w 4426801"/>
              <a:gd name="connsiteY3" fmla="*/ 2253337 h 2253337"/>
              <a:gd name="connsiteX4" fmla="*/ 0 w 4426801"/>
              <a:gd name="connsiteY4" fmla="*/ 2213400 h 2253337"/>
              <a:gd name="connsiteX5" fmla="*/ 2213401 w 4426801"/>
              <a:gd name="connsiteY5" fmla="*/ 0 h 225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6801" h="2253337">
                <a:moveTo>
                  <a:pt x="2213401" y="0"/>
                </a:moveTo>
                <a:cubicBezTo>
                  <a:pt x="3435828" y="0"/>
                  <a:pt x="4426801" y="990973"/>
                  <a:pt x="4426801" y="2213400"/>
                </a:cubicBezTo>
                <a:lnTo>
                  <a:pt x="4424785" y="2253337"/>
                </a:lnTo>
                <a:lnTo>
                  <a:pt x="2017" y="2253337"/>
                </a:lnTo>
                <a:lnTo>
                  <a:pt x="0" y="2213400"/>
                </a:lnTo>
                <a:cubicBezTo>
                  <a:pt x="0" y="990973"/>
                  <a:pt x="990973" y="0"/>
                  <a:pt x="221340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5471" y="2276527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优化医疗资源配置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75295" y="2715260"/>
            <a:ext cx="26758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老人跌倒后人均住院费用约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8000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元，本研究可减少跌倒相关住院需求，既节约家庭与社会医疗支出，也缓解儿科医疗资源紧张现状。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173567" y="5037151"/>
            <a:ext cx="2206767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15%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社区开展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照护者跌倒预防培训，本研究可为社区提供干预方案，为养老政策提供实证，融入护理教学提升学生技能。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8435" y="2379345"/>
            <a:ext cx="277685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提升照护者照护能力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48435" y="2818130"/>
            <a:ext cx="2433955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28% 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家庭照护者掌握科学跌倒预防方法，本研究能填补其技能缺口，同时减轻照护者因担忧老人跌倒产生的焦虑与心理负担。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727" y="4623771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改善老人健康结局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1965" y="5062855"/>
            <a:ext cx="25361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我国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MCI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老人居家跌倒发生率达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42%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，本研究可通过提升照护者预防能力，预计降低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25%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跌倒风险，直接减少老人跌倒伤害并改善生活质量。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4834" y="5389233"/>
            <a:ext cx="34223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</a:rPr>
              <a:t>研究意义</a:t>
            </a:r>
            <a:endParaRPr lang="zh-CN" altLang="en-US" sz="36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j-lt"/>
            </a:endParaRPr>
          </a:p>
        </p:txBody>
      </p:sp>
      <p:pic>
        <p:nvPicPr>
          <p:cNvPr id="23" name="图片 22" descr="107874671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2915" y="4000500"/>
            <a:ext cx="584835" cy="584835"/>
          </a:xfrm>
          <a:prstGeom prst="rect">
            <a:avLst/>
          </a:prstGeom>
        </p:spPr>
      </p:pic>
      <p:pic>
        <p:nvPicPr>
          <p:cNvPr id="24" name="图片 23" descr="讲课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4095" y="2195830"/>
            <a:ext cx="622300" cy="622300"/>
          </a:xfrm>
          <a:prstGeom prst="rect">
            <a:avLst/>
          </a:prstGeom>
        </p:spPr>
      </p:pic>
      <p:pic>
        <p:nvPicPr>
          <p:cNvPr id="25" name="图片 24" descr="大楼大厦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2725" y="2196465"/>
            <a:ext cx="621665" cy="621665"/>
          </a:xfrm>
          <a:prstGeom prst="rect">
            <a:avLst/>
          </a:prstGeom>
        </p:spPr>
      </p:pic>
      <p:pic>
        <p:nvPicPr>
          <p:cNvPr id="26" name="图片 25" descr="电脑电源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48750" y="3950970"/>
            <a:ext cx="590550" cy="5905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9184927" y="4630756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/>
                </a:solidFill>
                <a:latin typeface="+mj-ea"/>
                <a:ea typeface="+mj-ea"/>
              </a:rPr>
              <a:t>完善照护体系建设</a:t>
            </a:r>
            <a:endParaRPr lang="zh-CN" altLang="en-US" sz="2000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307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新教师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教学反思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教研改进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闭环式教研融合模式研究意义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670719" y="3859406"/>
            <a:ext cx="10850563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231158" y="2127374"/>
            <a:ext cx="3729683" cy="3453014"/>
            <a:chOff x="3941117" y="1666193"/>
            <a:chExt cx="4311356" cy="3991538"/>
          </a:xfrm>
        </p:grpSpPr>
        <p:grpSp>
          <p:nvGrpSpPr>
            <p:cNvPr id="5" name="组合 4"/>
            <p:cNvGrpSpPr/>
            <p:nvPr/>
          </p:nvGrpSpPr>
          <p:grpSpPr>
            <a:xfrm>
              <a:off x="6257667" y="1666193"/>
              <a:ext cx="1994806" cy="1782861"/>
              <a:chOff x="6257666" y="1974203"/>
              <a:chExt cx="1994806" cy="1782861"/>
            </a:xfrm>
          </p:grpSpPr>
          <p:sp>
            <p:nvSpPr>
              <p:cNvPr id="17" name="išliḑe"/>
              <p:cNvSpPr/>
              <p:nvPr>
                <p:custDataLst>
                  <p:tags r:id="rId3"/>
                </p:custDataLst>
              </p:nvPr>
            </p:nvSpPr>
            <p:spPr>
              <a:xfrm>
                <a:off x="6257666" y="2045516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提升实效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8" name="îS1îḓe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436810" y="1974203"/>
                <a:ext cx="532180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2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9" name="ïśḷïďè"/>
              <p:cNvSpPr/>
              <p:nvPr>
                <p:custDataLst>
                  <p:tags r:id="rId5"/>
                </p:custDataLst>
              </p:nvPr>
            </p:nvSpPr>
            <p:spPr bwMode="auto">
              <a:xfrm flipH="1">
                <a:off x="7702899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941117" y="1666193"/>
              <a:ext cx="1994806" cy="1782861"/>
              <a:chOff x="3941116" y="1974203"/>
              <a:chExt cx="1994806" cy="1782861"/>
            </a:xfrm>
          </p:grpSpPr>
          <p:sp>
            <p:nvSpPr>
              <p:cNvPr id="14" name="iṧḷiďè"/>
              <p:cNvSpPr/>
              <p:nvPr>
                <p:custDataLst>
                  <p:tags r:id="rId6"/>
                </p:custDataLst>
              </p:nvPr>
            </p:nvSpPr>
            <p:spPr>
              <a:xfrm>
                <a:off x="4222858" y="2045516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助力成长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5" name="îşlïḍé"/>
              <p:cNvSpPr/>
              <p:nvPr>
                <p:custDataLst>
                  <p:tags r:id="rId7"/>
                </p:custDataLst>
              </p:nvPr>
            </p:nvSpPr>
            <p:spPr bwMode="auto">
              <a:xfrm flipH="1">
                <a:off x="4222858" y="1974203"/>
                <a:ext cx="533919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1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6" name="ísļîḑé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941116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257667" y="3874870"/>
              <a:ext cx="1994806" cy="1782861"/>
              <a:chOff x="6257666" y="4182880"/>
              <a:chExt cx="1994806" cy="1782861"/>
            </a:xfrm>
          </p:grpSpPr>
          <p:sp>
            <p:nvSpPr>
              <p:cNvPr id="11" name="i$ľîdê"/>
              <p:cNvSpPr/>
              <p:nvPr>
                <p:custDataLst>
                  <p:tags r:id="rId9"/>
                </p:custDataLst>
              </p:nvPr>
            </p:nvSpPr>
            <p:spPr>
              <a:xfrm>
                <a:off x="6257666" y="4254193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提供范式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2" name="îšḻïḓé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436810" y="4182880"/>
                <a:ext cx="532180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4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13" name="î$1ïḋé"/>
              <p:cNvSpPr/>
              <p:nvPr>
                <p:custDataLst>
                  <p:tags r:id="rId11"/>
                </p:custDataLst>
              </p:nvPr>
            </p:nvSpPr>
            <p:spPr bwMode="auto">
              <a:xfrm flipH="1">
                <a:off x="7702899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941117" y="3874870"/>
              <a:ext cx="1994806" cy="1782861"/>
              <a:chOff x="3941116" y="4182880"/>
              <a:chExt cx="1994806" cy="1782861"/>
            </a:xfrm>
          </p:grpSpPr>
          <p:sp>
            <p:nvSpPr>
              <p:cNvPr id="9" name="íşḻïḑé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22858" y="4254193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优化体系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0" name="ïŝḷíḋé"/>
              <p:cNvSpPr/>
              <p:nvPr>
                <p:custDataLst>
                  <p:tags r:id="rId13"/>
                </p:custDataLst>
              </p:nvPr>
            </p:nvSpPr>
            <p:spPr bwMode="auto">
              <a:xfrm flipH="1">
                <a:off x="4222858" y="4182880"/>
                <a:ext cx="533919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3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20" name="îśḷiḓê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41116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21" name="组合 20"/>
          <p:cNvGrpSpPr/>
          <p:nvPr>
            <p:custDataLst>
              <p:tags r:id="rId15"/>
            </p:custDataLst>
          </p:nvPr>
        </p:nvGrpSpPr>
        <p:grpSpPr>
          <a:xfrm>
            <a:off x="829654" y="2262804"/>
            <a:ext cx="2909444" cy="1271956"/>
            <a:chOff x="1893359" y="1819324"/>
            <a:chExt cx="2909444" cy="1271956"/>
          </a:xfrm>
        </p:grpSpPr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助力新教师快速成长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1893359" y="2161005"/>
              <a:ext cx="2909444" cy="93027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帮助新教师突破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教学反思难落地、教研改进无方向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的困境，形成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发现问题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解决问题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应用优化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的能力闭环，缩短教学适应期。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8"/>
            </p:custDataLst>
          </p:nvPr>
        </p:nvGrpSpPr>
        <p:grpSpPr>
          <a:xfrm>
            <a:off x="829654" y="4503018"/>
            <a:ext cx="2909444" cy="1050976"/>
            <a:chOff x="1893359" y="1819324"/>
            <a:chExt cx="2909444" cy="1050976"/>
          </a:xfrm>
        </p:grpSpPr>
        <p:sp>
          <p:nvSpPr>
            <p:cNvPr id="25" name="文本框 24"/>
            <p:cNvSpPr txBox="1"/>
            <p:nvPr>
              <p:custDataLst>
                <p:tags r:id="rId19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优化学校培养体系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0"/>
              </p:custDataLst>
            </p:nvPr>
          </p:nvSpPr>
          <p:spPr>
            <a:xfrm>
              <a:off x="1893359" y="2161005"/>
              <a:ext cx="2909444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为学校提供一套可操作的新教师培养方案，减少培养的盲目性，降低培养成本，提升新教师队伍建设的整体效率。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21"/>
            </p:custDataLst>
          </p:nvPr>
        </p:nvGrpSpPr>
        <p:grpSpPr>
          <a:xfrm>
            <a:off x="8396572" y="4503018"/>
            <a:ext cx="3124835" cy="1050925"/>
            <a:chOff x="1678094" y="1819324"/>
            <a:chExt cx="3124835" cy="1050925"/>
          </a:xfrm>
        </p:grpSpPr>
        <p:sp>
          <p:nvSpPr>
            <p:cNvPr id="28" name="文本框 27"/>
            <p:cNvSpPr txBox="1"/>
            <p:nvPr>
              <p:custDataLst>
                <p:tags r:id="rId22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提供教研融合范式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构建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教研改进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的闭环模型，为中小学同类教研融合实践提供可复制、可参考的框架，丰富教研模式的理论与实践成果。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24"/>
            </p:custDataLst>
          </p:nvPr>
        </p:nvGrpSpPr>
        <p:grpSpPr>
          <a:xfrm>
            <a:off x="8396572" y="2262804"/>
            <a:ext cx="3124835" cy="1050925"/>
            <a:chOff x="1678094" y="1819324"/>
            <a:chExt cx="3124835" cy="1050925"/>
          </a:xfrm>
        </p:grpSpPr>
        <p:sp>
          <p:nvSpPr>
            <p:cNvPr id="31" name="文本框 30"/>
            <p:cNvSpPr txBox="1"/>
            <p:nvPr>
              <p:custDataLst>
                <p:tags r:id="rId25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提升教研活动实效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6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避免传统教研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重形式、轻落地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的问题，让教研直接对接新教师的真实教学痛点，推动教研从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普适性指导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转向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针对性改进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561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普惠性幼儿园轻度自闭症幼儿融合教育支持体系研究意义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26" name="Straight Arrow Connector 194"/>
          <p:cNvCxnSpPr/>
          <p:nvPr>
            <p:custDataLst>
              <p:tags r:id="rId1"/>
            </p:custDataLst>
          </p:nvPr>
        </p:nvCxnSpPr>
        <p:spPr>
          <a:xfrm flipH="1">
            <a:off x="3152775" y="2346610"/>
            <a:ext cx="2064974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95"/>
          <p:cNvCxnSpPr/>
          <p:nvPr>
            <p:custDataLst>
              <p:tags r:id="rId2"/>
            </p:custDataLst>
          </p:nvPr>
        </p:nvCxnSpPr>
        <p:spPr>
          <a:xfrm flipH="1">
            <a:off x="6756400" y="3544085"/>
            <a:ext cx="1713471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96"/>
          <p:cNvCxnSpPr/>
          <p:nvPr>
            <p:custDataLst>
              <p:tags r:id="rId3"/>
            </p:custDataLst>
          </p:nvPr>
        </p:nvCxnSpPr>
        <p:spPr>
          <a:xfrm flipH="1">
            <a:off x="3152775" y="4615843"/>
            <a:ext cx="2064975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97"/>
          <p:cNvCxnSpPr/>
          <p:nvPr>
            <p:custDataLst>
              <p:tags r:id="rId4"/>
            </p:custDataLst>
          </p:nvPr>
        </p:nvCxnSpPr>
        <p:spPr>
          <a:xfrm flipH="1">
            <a:off x="7067550" y="5241291"/>
            <a:ext cx="1402319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82"/>
          <p:cNvSpPr/>
          <p:nvPr>
            <p:custDataLst>
              <p:tags r:id="rId5"/>
            </p:custDataLst>
          </p:nvPr>
        </p:nvSpPr>
        <p:spPr bwMode="auto">
          <a:xfrm>
            <a:off x="4451363" y="2822132"/>
            <a:ext cx="3509272" cy="1411323"/>
          </a:xfrm>
          <a:custGeom>
            <a:avLst/>
            <a:gdLst>
              <a:gd name="T0" fmla="*/ 527 w 527"/>
              <a:gd name="T1" fmla="*/ 130 h 212"/>
              <a:gd name="T2" fmla="*/ 492 w 527"/>
              <a:gd name="T3" fmla="*/ 0 h 212"/>
              <a:gd name="T4" fmla="*/ 35 w 527"/>
              <a:gd name="T5" fmla="*/ 0 h 212"/>
              <a:gd name="T6" fmla="*/ 0 w 527"/>
              <a:gd name="T7" fmla="*/ 130 h 212"/>
              <a:gd name="T8" fmla="*/ 13 w 527"/>
              <a:gd name="T9" fmla="*/ 212 h 212"/>
              <a:gd name="T10" fmla="*/ 514 w 527"/>
              <a:gd name="T11" fmla="*/ 212 h 212"/>
              <a:gd name="T12" fmla="*/ 527 w 527"/>
              <a:gd name="T13" fmla="*/ 13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" h="212">
                <a:moveTo>
                  <a:pt x="527" y="130"/>
                </a:moveTo>
                <a:cubicBezTo>
                  <a:pt x="527" y="83"/>
                  <a:pt x="514" y="38"/>
                  <a:pt x="49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3" y="38"/>
                  <a:pt x="0" y="83"/>
                  <a:pt x="0" y="130"/>
                </a:cubicBezTo>
                <a:cubicBezTo>
                  <a:pt x="0" y="159"/>
                  <a:pt x="4" y="186"/>
                  <a:pt x="13" y="212"/>
                </a:cubicBezTo>
                <a:cubicBezTo>
                  <a:pt x="514" y="212"/>
                  <a:pt x="514" y="212"/>
                  <a:pt x="514" y="212"/>
                </a:cubicBezTo>
                <a:cubicBezTo>
                  <a:pt x="522" y="186"/>
                  <a:pt x="527" y="159"/>
                  <a:pt x="527" y="1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 w="19050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4160198" y="1895474"/>
            <a:ext cx="3043207" cy="884867"/>
            <a:chOff x="4160198" y="2276474"/>
            <a:chExt cx="3043207" cy="884867"/>
          </a:xfrm>
        </p:grpSpPr>
        <p:sp>
          <p:nvSpPr>
            <p:cNvPr id="32" name="Freeform 78"/>
            <p:cNvSpPr/>
            <p:nvPr>
              <p:custDataLst>
                <p:tags r:id="rId7"/>
              </p:custDataLst>
            </p:nvPr>
          </p:nvSpPr>
          <p:spPr bwMode="auto">
            <a:xfrm>
              <a:off x="4160198" y="2276474"/>
              <a:ext cx="3043207" cy="884867"/>
            </a:xfrm>
            <a:custGeom>
              <a:avLst/>
              <a:gdLst>
                <a:gd name="T0" fmla="*/ 229 w 457"/>
                <a:gd name="T1" fmla="*/ 0 h 133"/>
                <a:gd name="T2" fmla="*/ 0 w 457"/>
                <a:gd name="T3" fmla="*/ 133 h 133"/>
                <a:gd name="T4" fmla="*/ 457 w 457"/>
                <a:gd name="T5" fmla="*/ 133 h 133"/>
                <a:gd name="T6" fmla="*/ 229 w 457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7" h="133">
                  <a:moveTo>
                    <a:pt x="229" y="0"/>
                  </a:moveTo>
                  <a:cubicBezTo>
                    <a:pt x="131" y="0"/>
                    <a:pt x="46" y="53"/>
                    <a:pt x="0" y="133"/>
                  </a:cubicBezTo>
                  <a:cubicBezTo>
                    <a:pt x="457" y="133"/>
                    <a:pt x="457" y="133"/>
                    <a:pt x="457" y="133"/>
                  </a:cubicBezTo>
                  <a:cubicBezTo>
                    <a:pt x="412" y="53"/>
                    <a:pt x="327" y="0"/>
                    <a:pt x="2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Freeform 210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502352" y="2558189"/>
              <a:ext cx="358898" cy="376247"/>
            </a:xfrm>
            <a:custGeom>
              <a:avLst/>
              <a:gdLst>
                <a:gd name="T0" fmla="*/ 154 w 154"/>
                <a:gd name="T1" fmla="*/ 22 h 160"/>
                <a:gd name="T2" fmla="*/ 77 w 154"/>
                <a:gd name="T3" fmla="*/ 0 h 160"/>
                <a:gd name="T4" fmla="*/ 0 w 154"/>
                <a:gd name="T5" fmla="*/ 22 h 160"/>
                <a:gd name="T6" fmla="*/ 6 w 154"/>
                <a:gd name="T7" fmla="*/ 30 h 160"/>
                <a:gd name="T8" fmla="*/ 58 w 154"/>
                <a:gd name="T9" fmla="*/ 102 h 160"/>
                <a:gd name="T10" fmla="*/ 58 w 154"/>
                <a:gd name="T11" fmla="*/ 156 h 160"/>
                <a:gd name="T12" fmla="*/ 60 w 154"/>
                <a:gd name="T13" fmla="*/ 159 h 160"/>
                <a:gd name="T14" fmla="*/ 62 w 154"/>
                <a:gd name="T15" fmla="*/ 160 h 160"/>
                <a:gd name="T16" fmla="*/ 95 w 154"/>
                <a:gd name="T17" fmla="*/ 127 h 160"/>
                <a:gd name="T18" fmla="*/ 95 w 154"/>
                <a:gd name="T19" fmla="*/ 102 h 160"/>
                <a:gd name="T20" fmla="*/ 148 w 154"/>
                <a:gd name="T21" fmla="*/ 30 h 160"/>
                <a:gd name="T22" fmla="*/ 148 w 154"/>
                <a:gd name="T23" fmla="*/ 30 h 160"/>
                <a:gd name="T24" fmla="*/ 154 w 154"/>
                <a:gd name="T25" fmla="*/ 22 h 160"/>
                <a:gd name="T26" fmla="*/ 77 w 154"/>
                <a:gd name="T27" fmla="*/ 6 h 160"/>
                <a:gd name="T28" fmla="*/ 147 w 154"/>
                <a:gd name="T29" fmla="*/ 22 h 160"/>
                <a:gd name="T30" fmla="*/ 144 w 154"/>
                <a:gd name="T31" fmla="*/ 26 h 160"/>
                <a:gd name="T32" fmla="*/ 144 w 154"/>
                <a:gd name="T33" fmla="*/ 26 h 160"/>
                <a:gd name="T34" fmla="*/ 144 w 154"/>
                <a:gd name="T35" fmla="*/ 26 h 160"/>
                <a:gd name="T36" fmla="*/ 77 w 154"/>
                <a:gd name="T37" fmla="*/ 37 h 160"/>
                <a:gd name="T38" fmla="*/ 10 w 154"/>
                <a:gd name="T39" fmla="*/ 26 h 160"/>
                <a:gd name="T40" fmla="*/ 10 w 154"/>
                <a:gd name="T41" fmla="*/ 26 h 160"/>
                <a:gd name="T42" fmla="*/ 8 w 154"/>
                <a:gd name="T43" fmla="*/ 25 h 160"/>
                <a:gd name="T44" fmla="*/ 6 w 154"/>
                <a:gd name="T45" fmla="*/ 22 h 160"/>
                <a:gd name="T46" fmla="*/ 77 w 154"/>
                <a:gd name="T47" fmla="*/ 6 h 160"/>
                <a:gd name="T48" fmla="*/ 89 w 154"/>
                <a:gd name="T49" fmla="*/ 125 h 160"/>
                <a:gd name="T50" fmla="*/ 65 w 154"/>
                <a:gd name="T51" fmla="*/ 149 h 160"/>
                <a:gd name="T52" fmla="*/ 65 w 154"/>
                <a:gd name="T53" fmla="*/ 104 h 160"/>
                <a:gd name="T54" fmla="*/ 89 w 154"/>
                <a:gd name="T55" fmla="*/ 104 h 160"/>
                <a:gd name="T56" fmla="*/ 89 w 154"/>
                <a:gd name="T57" fmla="*/ 125 h 160"/>
                <a:gd name="T58" fmla="*/ 91 w 154"/>
                <a:gd name="T59" fmla="*/ 98 h 160"/>
                <a:gd name="T60" fmla="*/ 63 w 154"/>
                <a:gd name="T61" fmla="*/ 98 h 160"/>
                <a:gd name="T62" fmla="*/ 17 w 154"/>
                <a:gd name="T63" fmla="*/ 36 h 160"/>
                <a:gd name="T64" fmla="*/ 77 w 154"/>
                <a:gd name="T65" fmla="*/ 43 h 160"/>
                <a:gd name="T66" fmla="*/ 136 w 154"/>
                <a:gd name="T67" fmla="*/ 36 h 160"/>
                <a:gd name="T68" fmla="*/ 91 w 154"/>
                <a:gd name="T69" fmla="*/ 9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4" h="160">
                  <a:moveTo>
                    <a:pt x="154" y="22"/>
                  </a:moveTo>
                  <a:cubicBezTo>
                    <a:pt x="154" y="7"/>
                    <a:pt x="115" y="0"/>
                    <a:pt x="77" y="0"/>
                  </a:cubicBezTo>
                  <a:cubicBezTo>
                    <a:pt x="39" y="0"/>
                    <a:pt x="0" y="7"/>
                    <a:pt x="0" y="22"/>
                  </a:cubicBezTo>
                  <a:cubicBezTo>
                    <a:pt x="0" y="25"/>
                    <a:pt x="2" y="28"/>
                    <a:pt x="6" y="30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56"/>
                    <a:pt x="58" y="156"/>
                    <a:pt x="58" y="156"/>
                  </a:cubicBezTo>
                  <a:cubicBezTo>
                    <a:pt x="58" y="158"/>
                    <a:pt x="59" y="159"/>
                    <a:pt x="60" y="159"/>
                  </a:cubicBezTo>
                  <a:cubicBezTo>
                    <a:pt x="62" y="160"/>
                    <a:pt x="62" y="160"/>
                    <a:pt x="62" y="160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02"/>
                    <a:pt x="95" y="102"/>
                    <a:pt x="95" y="102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52" y="28"/>
                    <a:pt x="154" y="25"/>
                    <a:pt x="154" y="22"/>
                  </a:cubicBezTo>
                  <a:close/>
                  <a:moveTo>
                    <a:pt x="77" y="6"/>
                  </a:moveTo>
                  <a:cubicBezTo>
                    <a:pt x="120" y="6"/>
                    <a:pt x="147" y="15"/>
                    <a:pt x="147" y="22"/>
                  </a:cubicBezTo>
                  <a:cubicBezTo>
                    <a:pt x="147" y="23"/>
                    <a:pt x="146" y="24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35" y="31"/>
                    <a:pt x="111" y="37"/>
                    <a:pt x="77" y="37"/>
                  </a:cubicBezTo>
                  <a:cubicBezTo>
                    <a:pt x="43" y="37"/>
                    <a:pt x="18" y="31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4"/>
                    <a:pt x="6" y="23"/>
                    <a:pt x="6" y="22"/>
                  </a:cubicBezTo>
                  <a:cubicBezTo>
                    <a:pt x="6" y="15"/>
                    <a:pt x="34" y="6"/>
                    <a:pt x="77" y="6"/>
                  </a:cubicBezTo>
                  <a:close/>
                  <a:moveTo>
                    <a:pt x="89" y="125"/>
                  </a:moveTo>
                  <a:cubicBezTo>
                    <a:pt x="65" y="149"/>
                    <a:pt x="65" y="149"/>
                    <a:pt x="65" y="149"/>
                  </a:cubicBezTo>
                  <a:cubicBezTo>
                    <a:pt x="65" y="104"/>
                    <a:pt x="65" y="104"/>
                    <a:pt x="65" y="104"/>
                  </a:cubicBezTo>
                  <a:cubicBezTo>
                    <a:pt x="89" y="104"/>
                    <a:pt x="89" y="104"/>
                    <a:pt x="89" y="104"/>
                  </a:cubicBezTo>
                  <a:lnTo>
                    <a:pt x="89" y="125"/>
                  </a:lnTo>
                  <a:close/>
                  <a:moveTo>
                    <a:pt x="91" y="98"/>
                  </a:moveTo>
                  <a:cubicBezTo>
                    <a:pt x="63" y="98"/>
                    <a:pt x="63" y="98"/>
                    <a:pt x="63" y="9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32" y="40"/>
                    <a:pt x="54" y="43"/>
                    <a:pt x="77" y="43"/>
                  </a:cubicBezTo>
                  <a:cubicBezTo>
                    <a:pt x="99" y="43"/>
                    <a:pt x="122" y="40"/>
                    <a:pt x="136" y="36"/>
                  </a:cubicBezTo>
                  <a:lnTo>
                    <a:pt x="91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4025753" y="4275246"/>
            <a:ext cx="3335975" cy="644614"/>
            <a:chOff x="4025753" y="4655486"/>
            <a:chExt cx="3335975" cy="644614"/>
          </a:xfrm>
        </p:grpSpPr>
        <p:sp>
          <p:nvSpPr>
            <p:cNvPr id="35" name="Freeform 80"/>
            <p:cNvSpPr/>
            <p:nvPr>
              <p:custDataLst>
                <p:tags r:id="rId10"/>
              </p:custDataLst>
            </p:nvPr>
          </p:nvSpPr>
          <p:spPr bwMode="auto">
            <a:xfrm>
              <a:off x="4025753" y="4655486"/>
              <a:ext cx="3335975" cy="644614"/>
            </a:xfrm>
            <a:custGeom>
              <a:avLst/>
              <a:gdLst>
                <a:gd name="T0" fmla="*/ 0 w 501"/>
                <a:gd name="T1" fmla="*/ 0 h 97"/>
                <a:gd name="T2" fmla="*/ 57 w 501"/>
                <a:gd name="T3" fmla="*/ 97 h 97"/>
                <a:gd name="T4" fmla="*/ 443 w 501"/>
                <a:gd name="T5" fmla="*/ 97 h 97"/>
                <a:gd name="T6" fmla="*/ 501 w 501"/>
                <a:gd name="T7" fmla="*/ 0 h 97"/>
                <a:gd name="T8" fmla="*/ 0 w 501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97">
                  <a:moveTo>
                    <a:pt x="0" y="0"/>
                  </a:moveTo>
                  <a:cubicBezTo>
                    <a:pt x="12" y="36"/>
                    <a:pt x="31" y="70"/>
                    <a:pt x="57" y="97"/>
                  </a:cubicBezTo>
                  <a:cubicBezTo>
                    <a:pt x="443" y="97"/>
                    <a:pt x="443" y="97"/>
                    <a:pt x="443" y="97"/>
                  </a:cubicBezTo>
                  <a:cubicBezTo>
                    <a:pt x="469" y="70"/>
                    <a:pt x="489" y="36"/>
                    <a:pt x="501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Freeform 2112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538688" y="4757006"/>
              <a:ext cx="310105" cy="376247"/>
            </a:xfrm>
            <a:custGeom>
              <a:avLst/>
              <a:gdLst>
                <a:gd name="T0" fmla="*/ 123 w 133"/>
                <a:gd name="T1" fmla="*/ 155 h 160"/>
                <a:gd name="T2" fmla="*/ 109 w 133"/>
                <a:gd name="T3" fmla="*/ 144 h 160"/>
                <a:gd name="T4" fmla="*/ 100 w 133"/>
                <a:gd name="T5" fmla="*/ 99 h 160"/>
                <a:gd name="T6" fmla="*/ 100 w 133"/>
                <a:gd name="T7" fmla="*/ 61 h 160"/>
                <a:gd name="T8" fmla="*/ 109 w 133"/>
                <a:gd name="T9" fmla="*/ 16 h 160"/>
                <a:gd name="T10" fmla="*/ 123 w 133"/>
                <a:gd name="T11" fmla="*/ 5 h 160"/>
                <a:gd name="T12" fmla="*/ 133 w 133"/>
                <a:gd name="T13" fmla="*/ 3 h 160"/>
                <a:gd name="T14" fmla="*/ 123 w 133"/>
                <a:gd name="T15" fmla="*/ 0 h 160"/>
                <a:gd name="T16" fmla="*/ 13 w 133"/>
                <a:gd name="T17" fmla="*/ 0 h 160"/>
                <a:gd name="T18" fmla="*/ 3 w 133"/>
                <a:gd name="T19" fmla="*/ 0 h 160"/>
                <a:gd name="T20" fmla="*/ 3 w 133"/>
                <a:gd name="T21" fmla="*/ 5 h 160"/>
                <a:gd name="T22" fmla="*/ 11 w 133"/>
                <a:gd name="T23" fmla="*/ 16 h 160"/>
                <a:gd name="T24" fmla="*/ 24 w 133"/>
                <a:gd name="T25" fmla="*/ 43 h 160"/>
                <a:gd name="T26" fmla="*/ 62 w 133"/>
                <a:gd name="T27" fmla="*/ 80 h 160"/>
                <a:gd name="T28" fmla="*/ 24 w 133"/>
                <a:gd name="T29" fmla="*/ 117 h 160"/>
                <a:gd name="T30" fmla="*/ 11 w 133"/>
                <a:gd name="T31" fmla="*/ 144 h 160"/>
                <a:gd name="T32" fmla="*/ 3 w 133"/>
                <a:gd name="T33" fmla="*/ 155 h 160"/>
                <a:gd name="T34" fmla="*/ 3 w 133"/>
                <a:gd name="T35" fmla="*/ 160 h 160"/>
                <a:gd name="T36" fmla="*/ 13 w 133"/>
                <a:gd name="T37" fmla="*/ 160 h 160"/>
                <a:gd name="T38" fmla="*/ 123 w 133"/>
                <a:gd name="T39" fmla="*/ 160 h 160"/>
                <a:gd name="T40" fmla="*/ 133 w 133"/>
                <a:gd name="T41" fmla="*/ 157 h 160"/>
                <a:gd name="T42" fmla="*/ 16 w 133"/>
                <a:gd name="T43" fmla="*/ 11 h 160"/>
                <a:gd name="T44" fmla="*/ 117 w 133"/>
                <a:gd name="T45" fmla="*/ 5 h 160"/>
                <a:gd name="T46" fmla="*/ 109 w 133"/>
                <a:gd name="T47" fmla="*/ 11 h 160"/>
                <a:gd name="T48" fmla="*/ 16 w 133"/>
                <a:gd name="T49" fmla="*/ 11 h 160"/>
                <a:gd name="T50" fmla="*/ 29 w 133"/>
                <a:gd name="T51" fmla="*/ 43 h 160"/>
                <a:gd name="T52" fmla="*/ 104 w 133"/>
                <a:gd name="T53" fmla="*/ 16 h 160"/>
                <a:gd name="T54" fmla="*/ 97 w 133"/>
                <a:gd name="T55" fmla="*/ 57 h 160"/>
                <a:gd name="T56" fmla="*/ 37 w 133"/>
                <a:gd name="T57" fmla="*/ 57 h 160"/>
                <a:gd name="T58" fmla="*/ 37 w 133"/>
                <a:gd name="T59" fmla="*/ 103 h 160"/>
                <a:gd name="T60" fmla="*/ 97 w 133"/>
                <a:gd name="T61" fmla="*/ 103 h 160"/>
                <a:gd name="T62" fmla="*/ 104 w 133"/>
                <a:gd name="T63" fmla="*/ 144 h 160"/>
                <a:gd name="T64" fmla="*/ 29 w 133"/>
                <a:gd name="T65" fmla="*/ 117 h 160"/>
                <a:gd name="T66" fmla="*/ 24 w 133"/>
                <a:gd name="T67" fmla="*/ 149 h 160"/>
                <a:gd name="T68" fmla="*/ 117 w 133"/>
                <a:gd name="T69" fmla="*/ 149 h 160"/>
                <a:gd name="T70" fmla="*/ 16 w 133"/>
                <a:gd name="T71" fmla="*/ 155 h 160"/>
                <a:gd name="T72" fmla="*/ 55 w 133"/>
                <a:gd name="T73" fmla="*/ 56 h 160"/>
                <a:gd name="T74" fmla="*/ 53 w 133"/>
                <a:gd name="T75" fmla="*/ 61 h 160"/>
                <a:gd name="T76" fmla="*/ 39 w 133"/>
                <a:gd name="T77" fmla="*/ 52 h 160"/>
                <a:gd name="T78" fmla="*/ 35 w 133"/>
                <a:gd name="T79" fmla="*/ 37 h 160"/>
                <a:gd name="T80" fmla="*/ 40 w 133"/>
                <a:gd name="T81" fmla="*/ 37 h 160"/>
                <a:gd name="T82" fmla="*/ 42 w 133"/>
                <a:gd name="T83" fmla="*/ 48 h 160"/>
                <a:gd name="T84" fmla="*/ 99 w 133"/>
                <a:gd name="T85" fmla="*/ 119 h 160"/>
                <a:gd name="T86" fmla="*/ 96 w 133"/>
                <a:gd name="T87" fmla="*/ 128 h 160"/>
                <a:gd name="T88" fmla="*/ 93 w 133"/>
                <a:gd name="T89" fmla="*/ 119 h 160"/>
                <a:gd name="T90" fmla="*/ 79 w 133"/>
                <a:gd name="T91" fmla="*/ 106 h 160"/>
                <a:gd name="T92" fmla="*/ 81 w 133"/>
                <a:gd name="T93" fmla="*/ 102 h 160"/>
                <a:gd name="T94" fmla="*/ 99 w 133"/>
                <a:gd name="T95" fmla="*/ 11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3" h="160">
                  <a:moveTo>
                    <a:pt x="131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0"/>
                    <a:pt x="106" y="103"/>
                    <a:pt x="100" y="99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6" y="57"/>
                    <a:pt x="109" y="50"/>
                    <a:pt x="109" y="43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23" y="16"/>
                    <a:pt x="123" y="16"/>
                    <a:pt x="123" y="16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31" y="5"/>
                    <a:pt x="131" y="5"/>
                    <a:pt x="131" y="5"/>
                  </a:cubicBezTo>
                  <a:cubicBezTo>
                    <a:pt x="132" y="5"/>
                    <a:pt x="133" y="4"/>
                    <a:pt x="133" y="3"/>
                  </a:cubicBezTo>
                  <a:cubicBezTo>
                    <a:pt x="133" y="1"/>
                    <a:pt x="132" y="0"/>
                    <a:pt x="131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50"/>
                    <a:pt x="28" y="57"/>
                    <a:pt x="34" y="6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28" y="103"/>
                    <a:pt x="24" y="110"/>
                    <a:pt x="24" y="117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1" y="155"/>
                    <a:pt x="0" y="156"/>
                    <a:pt x="0" y="157"/>
                  </a:cubicBezTo>
                  <a:cubicBezTo>
                    <a:pt x="0" y="159"/>
                    <a:pt x="1" y="160"/>
                    <a:pt x="3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2" y="160"/>
                    <a:pt x="133" y="159"/>
                    <a:pt x="133" y="157"/>
                  </a:cubicBezTo>
                  <a:cubicBezTo>
                    <a:pt x="133" y="156"/>
                    <a:pt x="132" y="155"/>
                    <a:pt x="131" y="155"/>
                  </a:cubicBezTo>
                  <a:close/>
                  <a:moveTo>
                    <a:pt x="16" y="11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16" y="11"/>
                  </a:lnTo>
                  <a:close/>
                  <a:moveTo>
                    <a:pt x="37" y="57"/>
                  </a:moveTo>
                  <a:cubicBezTo>
                    <a:pt x="32" y="54"/>
                    <a:pt x="29" y="49"/>
                    <a:pt x="29" y="43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9"/>
                    <a:pt x="101" y="54"/>
                    <a:pt x="97" y="57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37" y="57"/>
                  </a:lnTo>
                  <a:close/>
                  <a:moveTo>
                    <a:pt x="29" y="117"/>
                  </a:moveTo>
                  <a:cubicBezTo>
                    <a:pt x="29" y="111"/>
                    <a:pt x="32" y="106"/>
                    <a:pt x="37" y="10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101" y="106"/>
                    <a:pt x="104" y="111"/>
                    <a:pt x="104" y="117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29" y="144"/>
                    <a:pt x="29" y="144"/>
                    <a:pt x="29" y="144"/>
                  </a:cubicBezTo>
                  <a:lnTo>
                    <a:pt x="29" y="117"/>
                  </a:lnTo>
                  <a:close/>
                  <a:moveTo>
                    <a:pt x="16" y="149"/>
                  </a:moveTo>
                  <a:cubicBezTo>
                    <a:pt x="24" y="149"/>
                    <a:pt x="24" y="149"/>
                    <a:pt x="24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5"/>
                    <a:pt x="117" y="155"/>
                    <a:pt x="117" y="155"/>
                  </a:cubicBezTo>
                  <a:cubicBezTo>
                    <a:pt x="16" y="155"/>
                    <a:pt x="16" y="155"/>
                    <a:pt x="16" y="155"/>
                  </a:cubicBezTo>
                  <a:lnTo>
                    <a:pt x="16" y="149"/>
                  </a:lnTo>
                  <a:close/>
                  <a:moveTo>
                    <a:pt x="55" y="56"/>
                  </a:moveTo>
                  <a:cubicBezTo>
                    <a:pt x="56" y="57"/>
                    <a:pt x="56" y="59"/>
                    <a:pt x="56" y="60"/>
                  </a:cubicBezTo>
                  <a:cubicBezTo>
                    <a:pt x="55" y="61"/>
                    <a:pt x="54" y="61"/>
                    <a:pt x="53" y="61"/>
                  </a:cubicBezTo>
                  <a:cubicBezTo>
                    <a:pt x="53" y="61"/>
                    <a:pt x="52" y="61"/>
                    <a:pt x="52" y="61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6" y="50"/>
                    <a:pt x="35" y="47"/>
                    <a:pt x="35" y="43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6"/>
                    <a:pt x="36" y="35"/>
                    <a:pt x="37" y="35"/>
                  </a:cubicBezTo>
                  <a:cubicBezTo>
                    <a:pt x="39" y="35"/>
                    <a:pt x="40" y="36"/>
                    <a:pt x="40" y="37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5"/>
                    <a:pt x="41" y="47"/>
                    <a:pt x="42" y="48"/>
                  </a:cubicBezTo>
                  <a:lnTo>
                    <a:pt x="55" y="56"/>
                  </a:lnTo>
                  <a:close/>
                  <a:moveTo>
                    <a:pt x="99" y="119"/>
                  </a:moveTo>
                  <a:cubicBezTo>
                    <a:pt x="99" y="125"/>
                    <a:pt x="99" y="125"/>
                    <a:pt x="99" y="125"/>
                  </a:cubicBezTo>
                  <a:cubicBezTo>
                    <a:pt x="99" y="126"/>
                    <a:pt x="97" y="128"/>
                    <a:pt x="96" y="128"/>
                  </a:cubicBezTo>
                  <a:cubicBezTo>
                    <a:pt x="95" y="128"/>
                    <a:pt x="93" y="126"/>
                    <a:pt x="93" y="125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2" y="115"/>
                    <a:pt x="91" y="114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7" y="105"/>
                    <a:pt x="77" y="104"/>
                    <a:pt x="78" y="103"/>
                  </a:cubicBezTo>
                  <a:cubicBezTo>
                    <a:pt x="79" y="101"/>
                    <a:pt x="80" y="101"/>
                    <a:pt x="81" y="102"/>
                  </a:cubicBezTo>
                  <a:cubicBezTo>
                    <a:pt x="94" y="110"/>
                    <a:pt x="94" y="110"/>
                    <a:pt x="94" y="110"/>
                  </a:cubicBezTo>
                  <a:cubicBezTo>
                    <a:pt x="97" y="112"/>
                    <a:pt x="99" y="115"/>
                    <a:pt x="99" y="1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4836300" y="4961652"/>
            <a:ext cx="2570578" cy="559278"/>
            <a:chOff x="4836300" y="5342652"/>
            <a:chExt cx="2570578" cy="559278"/>
          </a:xfrm>
        </p:grpSpPr>
        <p:sp>
          <p:nvSpPr>
            <p:cNvPr id="38" name="Freeform 76"/>
            <p:cNvSpPr/>
            <p:nvPr>
              <p:custDataLst>
                <p:tags r:id="rId13"/>
              </p:custDataLst>
            </p:nvPr>
          </p:nvSpPr>
          <p:spPr bwMode="auto">
            <a:xfrm>
              <a:off x="4836300" y="5342652"/>
              <a:ext cx="2570578" cy="559278"/>
            </a:xfrm>
            <a:custGeom>
              <a:avLst/>
              <a:gdLst>
                <a:gd name="T0" fmla="*/ 193 w 386"/>
                <a:gd name="T1" fmla="*/ 84 h 84"/>
                <a:gd name="T2" fmla="*/ 386 w 386"/>
                <a:gd name="T3" fmla="*/ 0 h 84"/>
                <a:gd name="T4" fmla="*/ 0 w 386"/>
                <a:gd name="T5" fmla="*/ 0 h 84"/>
                <a:gd name="T6" fmla="*/ 193 w 386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6" h="84">
                  <a:moveTo>
                    <a:pt x="193" y="84"/>
                  </a:moveTo>
                  <a:cubicBezTo>
                    <a:pt x="269" y="84"/>
                    <a:pt x="338" y="52"/>
                    <a:pt x="3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52"/>
                    <a:pt x="117" y="84"/>
                    <a:pt x="193" y="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212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49188" y="5395620"/>
              <a:ext cx="344803" cy="375162"/>
            </a:xfrm>
            <a:custGeom>
              <a:avLst/>
              <a:gdLst>
                <a:gd name="T0" fmla="*/ 24 w 148"/>
                <a:gd name="T1" fmla="*/ 74 h 160"/>
                <a:gd name="T2" fmla="*/ 56 w 148"/>
                <a:gd name="T3" fmla="*/ 148 h 160"/>
                <a:gd name="T4" fmla="*/ 62 w 148"/>
                <a:gd name="T5" fmla="*/ 151 h 160"/>
                <a:gd name="T6" fmla="*/ 65 w 148"/>
                <a:gd name="T7" fmla="*/ 160 h 160"/>
                <a:gd name="T8" fmla="*/ 86 w 148"/>
                <a:gd name="T9" fmla="*/ 157 h 160"/>
                <a:gd name="T10" fmla="*/ 89 w 148"/>
                <a:gd name="T11" fmla="*/ 151 h 160"/>
                <a:gd name="T12" fmla="*/ 92 w 148"/>
                <a:gd name="T13" fmla="*/ 121 h 160"/>
                <a:gd name="T14" fmla="*/ 74 w 148"/>
                <a:gd name="T15" fmla="*/ 24 h 160"/>
                <a:gd name="T16" fmla="*/ 80 w 148"/>
                <a:gd name="T17" fmla="*/ 148 h 160"/>
                <a:gd name="T18" fmla="*/ 68 w 148"/>
                <a:gd name="T19" fmla="*/ 154 h 160"/>
                <a:gd name="T20" fmla="*/ 65 w 148"/>
                <a:gd name="T21" fmla="*/ 145 h 160"/>
                <a:gd name="T22" fmla="*/ 62 w 148"/>
                <a:gd name="T23" fmla="*/ 130 h 160"/>
                <a:gd name="T24" fmla="*/ 86 w 148"/>
                <a:gd name="T25" fmla="*/ 145 h 160"/>
                <a:gd name="T26" fmla="*/ 88 w 148"/>
                <a:gd name="T27" fmla="*/ 116 h 160"/>
                <a:gd name="T28" fmla="*/ 86 w 148"/>
                <a:gd name="T29" fmla="*/ 124 h 160"/>
                <a:gd name="T30" fmla="*/ 62 w 148"/>
                <a:gd name="T31" fmla="*/ 119 h 160"/>
                <a:gd name="T32" fmla="*/ 30 w 148"/>
                <a:gd name="T33" fmla="*/ 74 h 160"/>
                <a:gd name="T34" fmla="*/ 119 w 148"/>
                <a:gd name="T35" fmla="*/ 74 h 160"/>
                <a:gd name="T36" fmla="*/ 71 w 148"/>
                <a:gd name="T37" fmla="*/ 15 h 160"/>
                <a:gd name="T38" fmla="*/ 74 w 148"/>
                <a:gd name="T39" fmla="*/ 0 h 160"/>
                <a:gd name="T40" fmla="*/ 77 w 148"/>
                <a:gd name="T41" fmla="*/ 15 h 160"/>
                <a:gd name="T42" fmla="*/ 71 w 148"/>
                <a:gd name="T43" fmla="*/ 15 h 160"/>
                <a:gd name="T44" fmla="*/ 145 w 148"/>
                <a:gd name="T45" fmla="*/ 77 h 160"/>
                <a:gd name="T46" fmla="*/ 130 w 148"/>
                <a:gd name="T47" fmla="*/ 74 h 160"/>
                <a:gd name="T48" fmla="*/ 145 w 148"/>
                <a:gd name="T49" fmla="*/ 71 h 160"/>
                <a:gd name="T50" fmla="*/ 18 w 148"/>
                <a:gd name="T51" fmla="*/ 74 h 160"/>
                <a:gd name="T52" fmla="*/ 3 w 148"/>
                <a:gd name="T53" fmla="*/ 77 h 160"/>
                <a:gd name="T54" fmla="*/ 3 w 148"/>
                <a:gd name="T55" fmla="*/ 71 h 160"/>
                <a:gd name="T56" fmla="*/ 18 w 148"/>
                <a:gd name="T57" fmla="*/ 74 h 160"/>
                <a:gd name="T58" fmla="*/ 126 w 148"/>
                <a:gd name="T59" fmla="*/ 26 h 160"/>
                <a:gd name="T60" fmla="*/ 116 w 148"/>
                <a:gd name="T61" fmla="*/ 35 h 160"/>
                <a:gd name="T62" fmla="*/ 114 w 148"/>
                <a:gd name="T63" fmla="*/ 30 h 160"/>
                <a:gd name="T64" fmla="*/ 126 w 148"/>
                <a:gd name="T65" fmla="*/ 22 h 160"/>
                <a:gd name="T66" fmla="*/ 34 w 148"/>
                <a:gd name="T67" fmla="*/ 118 h 160"/>
                <a:gd name="T68" fmla="*/ 24 w 148"/>
                <a:gd name="T69" fmla="*/ 127 h 160"/>
                <a:gd name="T70" fmla="*/ 22 w 148"/>
                <a:gd name="T71" fmla="*/ 122 h 160"/>
                <a:gd name="T72" fmla="*/ 34 w 148"/>
                <a:gd name="T73" fmla="*/ 114 h 160"/>
                <a:gd name="T74" fmla="*/ 126 w 148"/>
                <a:gd name="T75" fmla="*/ 126 h 160"/>
                <a:gd name="T76" fmla="*/ 122 w 148"/>
                <a:gd name="T77" fmla="*/ 126 h 160"/>
                <a:gd name="T78" fmla="*/ 114 w 148"/>
                <a:gd name="T79" fmla="*/ 114 h 160"/>
                <a:gd name="T80" fmla="*/ 126 w 148"/>
                <a:gd name="T81" fmla="*/ 122 h 160"/>
                <a:gd name="T82" fmla="*/ 22 w 148"/>
                <a:gd name="T83" fmla="*/ 22 h 160"/>
                <a:gd name="T84" fmla="*/ 34 w 148"/>
                <a:gd name="T85" fmla="*/ 30 h 160"/>
                <a:gd name="T86" fmla="*/ 32 w 148"/>
                <a:gd name="T87" fmla="*/ 35 h 160"/>
                <a:gd name="T88" fmla="*/ 22 w 148"/>
                <a:gd name="T89" fmla="*/ 26 h 160"/>
                <a:gd name="T90" fmla="*/ 74 w 148"/>
                <a:gd name="T91" fmla="*/ 44 h 160"/>
                <a:gd name="T92" fmla="*/ 41 w 148"/>
                <a:gd name="T93" fmla="*/ 77 h 160"/>
                <a:gd name="T94" fmla="*/ 74 w 148"/>
                <a:gd name="T95" fmla="*/ 3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8" h="160">
                  <a:moveTo>
                    <a:pt x="74" y="24"/>
                  </a:moveTo>
                  <a:cubicBezTo>
                    <a:pt x="46" y="24"/>
                    <a:pt x="24" y="46"/>
                    <a:pt x="24" y="74"/>
                  </a:cubicBezTo>
                  <a:cubicBezTo>
                    <a:pt x="24" y="95"/>
                    <a:pt x="37" y="114"/>
                    <a:pt x="56" y="121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6" y="150"/>
                    <a:pt x="58" y="151"/>
                    <a:pt x="59" y="151"/>
                  </a:cubicBezTo>
                  <a:cubicBezTo>
                    <a:pt x="62" y="151"/>
                    <a:pt x="62" y="151"/>
                    <a:pt x="62" y="151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9"/>
                    <a:pt x="64" y="160"/>
                    <a:pt x="65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60"/>
                    <a:pt x="86" y="159"/>
                    <a:pt x="86" y="157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1" y="151"/>
                    <a:pt x="92" y="150"/>
                    <a:pt x="92" y="148"/>
                  </a:cubicBezTo>
                  <a:cubicBezTo>
                    <a:pt x="92" y="121"/>
                    <a:pt x="92" y="121"/>
                    <a:pt x="92" y="121"/>
                  </a:cubicBezTo>
                  <a:cubicBezTo>
                    <a:pt x="111" y="114"/>
                    <a:pt x="124" y="95"/>
                    <a:pt x="124" y="74"/>
                  </a:cubicBezTo>
                  <a:cubicBezTo>
                    <a:pt x="124" y="46"/>
                    <a:pt x="102" y="24"/>
                    <a:pt x="74" y="24"/>
                  </a:cubicBezTo>
                  <a:close/>
                  <a:moveTo>
                    <a:pt x="83" y="145"/>
                  </a:moveTo>
                  <a:cubicBezTo>
                    <a:pt x="81" y="145"/>
                    <a:pt x="80" y="147"/>
                    <a:pt x="80" y="148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68" y="147"/>
                    <a:pt x="67" y="145"/>
                    <a:pt x="65" y="145"/>
                  </a:cubicBezTo>
                  <a:cubicBezTo>
                    <a:pt x="62" y="145"/>
                    <a:pt x="62" y="145"/>
                    <a:pt x="62" y="145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45"/>
                    <a:pt x="86" y="145"/>
                    <a:pt x="86" y="145"/>
                  </a:cubicBezTo>
                  <a:lnTo>
                    <a:pt x="83" y="145"/>
                  </a:lnTo>
                  <a:close/>
                  <a:moveTo>
                    <a:pt x="88" y="116"/>
                  </a:moveTo>
                  <a:cubicBezTo>
                    <a:pt x="87" y="117"/>
                    <a:pt x="86" y="118"/>
                    <a:pt x="86" y="119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2" y="119"/>
                    <a:pt x="62" y="119"/>
                    <a:pt x="62" y="119"/>
                  </a:cubicBezTo>
                  <a:cubicBezTo>
                    <a:pt x="62" y="118"/>
                    <a:pt x="61" y="117"/>
                    <a:pt x="60" y="116"/>
                  </a:cubicBezTo>
                  <a:cubicBezTo>
                    <a:pt x="42" y="110"/>
                    <a:pt x="30" y="93"/>
                    <a:pt x="30" y="74"/>
                  </a:cubicBezTo>
                  <a:cubicBezTo>
                    <a:pt x="30" y="50"/>
                    <a:pt x="50" y="30"/>
                    <a:pt x="74" y="30"/>
                  </a:cubicBezTo>
                  <a:cubicBezTo>
                    <a:pt x="99" y="30"/>
                    <a:pt x="119" y="50"/>
                    <a:pt x="119" y="74"/>
                  </a:cubicBezTo>
                  <a:cubicBezTo>
                    <a:pt x="119" y="93"/>
                    <a:pt x="106" y="110"/>
                    <a:pt x="88" y="116"/>
                  </a:cubicBezTo>
                  <a:close/>
                  <a:moveTo>
                    <a:pt x="71" y="15"/>
                  </a:moveTo>
                  <a:cubicBezTo>
                    <a:pt x="71" y="3"/>
                    <a:pt x="71" y="3"/>
                    <a:pt x="71" y="3"/>
                  </a:cubicBezTo>
                  <a:cubicBezTo>
                    <a:pt x="71" y="1"/>
                    <a:pt x="72" y="0"/>
                    <a:pt x="74" y="0"/>
                  </a:cubicBezTo>
                  <a:cubicBezTo>
                    <a:pt x="76" y="0"/>
                    <a:pt x="77" y="1"/>
                    <a:pt x="77" y="3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6"/>
                    <a:pt x="76" y="18"/>
                    <a:pt x="74" y="18"/>
                  </a:cubicBezTo>
                  <a:cubicBezTo>
                    <a:pt x="72" y="18"/>
                    <a:pt x="71" y="16"/>
                    <a:pt x="71" y="15"/>
                  </a:cubicBezTo>
                  <a:close/>
                  <a:moveTo>
                    <a:pt x="148" y="74"/>
                  </a:moveTo>
                  <a:cubicBezTo>
                    <a:pt x="148" y="76"/>
                    <a:pt x="147" y="77"/>
                    <a:pt x="145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2" y="77"/>
                    <a:pt x="130" y="76"/>
                    <a:pt x="130" y="74"/>
                  </a:cubicBezTo>
                  <a:cubicBezTo>
                    <a:pt x="130" y="72"/>
                    <a:pt x="132" y="71"/>
                    <a:pt x="133" y="71"/>
                  </a:cubicBezTo>
                  <a:cubicBezTo>
                    <a:pt x="145" y="71"/>
                    <a:pt x="145" y="71"/>
                    <a:pt x="145" y="71"/>
                  </a:cubicBezTo>
                  <a:cubicBezTo>
                    <a:pt x="147" y="71"/>
                    <a:pt x="148" y="72"/>
                    <a:pt x="148" y="74"/>
                  </a:cubicBezTo>
                  <a:close/>
                  <a:moveTo>
                    <a:pt x="18" y="74"/>
                  </a:moveTo>
                  <a:cubicBezTo>
                    <a:pt x="18" y="76"/>
                    <a:pt x="16" y="77"/>
                    <a:pt x="15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1" y="77"/>
                    <a:pt x="0" y="76"/>
                    <a:pt x="0" y="74"/>
                  </a:cubicBezTo>
                  <a:cubicBezTo>
                    <a:pt x="0" y="72"/>
                    <a:pt x="1" y="71"/>
                    <a:pt x="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6" y="71"/>
                    <a:pt x="18" y="72"/>
                    <a:pt x="18" y="74"/>
                  </a:cubicBezTo>
                  <a:close/>
                  <a:moveTo>
                    <a:pt x="126" y="22"/>
                  </a:moveTo>
                  <a:cubicBezTo>
                    <a:pt x="128" y="23"/>
                    <a:pt x="128" y="25"/>
                    <a:pt x="126" y="26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7" y="35"/>
                    <a:pt x="117" y="35"/>
                    <a:pt x="116" y="35"/>
                  </a:cubicBezTo>
                  <a:cubicBezTo>
                    <a:pt x="115" y="35"/>
                    <a:pt x="114" y="35"/>
                    <a:pt x="114" y="34"/>
                  </a:cubicBezTo>
                  <a:cubicBezTo>
                    <a:pt x="113" y="33"/>
                    <a:pt x="113" y="31"/>
                    <a:pt x="114" y="30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3" y="21"/>
                    <a:pt x="125" y="21"/>
                    <a:pt x="126" y="22"/>
                  </a:cubicBezTo>
                  <a:close/>
                  <a:moveTo>
                    <a:pt x="34" y="114"/>
                  </a:moveTo>
                  <a:cubicBezTo>
                    <a:pt x="35" y="115"/>
                    <a:pt x="35" y="117"/>
                    <a:pt x="34" y="118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5" y="127"/>
                    <a:pt x="25" y="127"/>
                    <a:pt x="24" y="127"/>
                  </a:cubicBezTo>
                  <a:cubicBezTo>
                    <a:pt x="23" y="127"/>
                    <a:pt x="22" y="127"/>
                    <a:pt x="22" y="126"/>
                  </a:cubicBezTo>
                  <a:cubicBezTo>
                    <a:pt x="21" y="125"/>
                    <a:pt x="21" y="123"/>
                    <a:pt x="22" y="122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31" y="113"/>
                    <a:pt x="33" y="113"/>
                    <a:pt x="34" y="114"/>
                  </a:cubicBezTo>
                  <a:close/>
                  <a:moveTo>
                    <a:pt x="126" y="122"/>
                  </a:moveTo>
                  <a:cubicBezTo>
                    <a:pt x="128" y="123"/>
                    <a:pt x="128" y="125"/>
                    <a:pt x="126" y="126"/>
                  </a:cubicBezTo>
                  <a:cubicBezTo>
                    <a:pt x="126" y="127"/>
                    <a:pt x="125" y="127"/>
                    <a:pt x="124" y="127"/>
                  </a:cubicBezTo>
                  <a:cubicBezTo>
                    <a:pt x="124" y="127"/>
                    <a:pt x="123" y="127"/>
                    <a:pt x="122" y="126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7"/>
                    <a:pt x="113" y="115"/>
                    <a:pt x="114" y="114"/>
                  </a:cubicBezTo>
                  <a:cubicBezTo>
                    <a:pt x="115" y="113"/>
                    <a:pt x="117" y="113"/>
                    <a:pt x="118" y="114"/>
                  </a:cubicBezTo>
                  <a:lnTo>
                    <a:pt x="126" y="122"/>
                  </a:lnTo>
                  <a:close/>
                  <a:moveTo>
                    <a:pt x="22" y="26"/>
                  </a:moveTo>
                  <a:cubicBezTo>
                    <a:pt x="21" y="25"/>
                    <a:pt x="21" y="23"/>
                    <a:pt x="22" y="22"/>
                  </a:cubicBezTo>
                  <a:cubicBezTo>
                    <a:pt x="23" y="21"/>
                    <a:pt x="25" y="21"/>
                    <a:pt x="26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5" y="31"/>
                    <a:pt x="35" y="33"/>
                    <a:pt x="34" y="34"/>
                  </a:cubicBezTo>
                  <a:cubicBezTo>
                    <a:pt x="34" y="35"/>
                    <a:pt x="33" y="35"/>
                    <a:pt x="32" y="35"/>
                  </a:cubicBezTo>
                  <a:cubicBezTo>
                    <a:pt x="31" y="35"/>
                    <a:pt x="31" y="35"/>
                    <a:pt x="30" y="34"/>
                  </a:cubicBezTo>
                  <a:lnTo>
                    <a:pt x="22" y="26"/>
                  </a:lnTo>
                  <a:close/>
                  <a:moveTo>
                    <a:pt x="77" y="41"/>
                  </a:moveTo>
                  <a:cubicBezTo>
                    <a:pt x="77" y="43"/>
                    <a:pt x="76" y="44"/>
                    <a:pt x="74" y="44"/>
                  </a:cubicBezTo>
                  <a:cubicBezTo>
                    <a:pt x="58" y="44"/>
                    <a:pt x="44" y="58"/>
                    <a:pt x="44" y="74"/>
                  </a:cubicBezTo>
                  <a:cubicBezTo>
                    <a:pt x="44" y="76"/>
                    <a:pt x="43" y="77"/>
                    <a:pt x="41" y="77"/>
                  </a:cubicBezTo>
                  <a:cubicBezTo>
                    <a:pt x="40" y="77"/>
                    <a:pt x="39" y="76"/>
                    <a:pt x="39" y="74"/>
                  </a:cubicBezTo>
                  <a:cubicBezTo>
                    <a:pt x="39" y="54"/>
                    <a:pt x="54" y="39"/>
                    <a:pt x="74" y="39"/>
                  </a:cubicBezTo>
                  <a:cubicBezTo>
                    <a:pt x="76" y="39"/>
                    <a:pt x="77" y="40"/>
                    <a:pt x="77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40" name="Freeform 2073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6020587" y="3356504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1" name="矩形: 圆角 21"/>
          <p:cNvSpPr/>
          <p:nvPr>
            <p:custDataLst>
              <p:tags r:id="rId16"/>
            </p:custDataLst>
          </p:nvPr>
        </p:nvSpPr>
        <p:spPr>
          <a:xfrm>
            <a:off x="967105" y="2037715"/>
            <a:ext cx="177546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助力幼儿发展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7"/>
            </p:custDataLst>
          </p:nvPr>
        </p:nvSpPr>
        <p:spPr>
          <a:xfrm>
            <a:off x="969441" y="2508657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研究构建的支持体系，能为轻度自闭症幼儿提供个性化支持，助其融入集体，提升能力，减少孤独感，促进发展。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3" name="矩形: 圆角 23"/>
          <p:cNvSpPr/>
          <p:nvPr>
            <p:custDataLst>
              <p:tags r:id="rId18"/>
            </p:custDataLst>
          </p:nvPr>
        </p:nvSpPr>
        <p:spPr>
          <a:xfrm>
            <a:off x="1066165" y="4368800"/>
            <a:ext cx="170180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推进政策落地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1068436" y="4840155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国家提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普惠园担融合教育责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，但缺实施路径。本研究支持体系可将政策转为园所方案，推动普惠园落实融合教育，实现双重目标。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5" name="矩形: 圆角 25"/>
          <p:cNvSpPr/>
          <p:nvPr>
            <p:custDataLst>
              <p:tags r:id="rId20"/>
            </p:custDataLst>
          </p:nvPr>
        </p:nvSpPr>
        <p:spPr>
          <a:xfrm>
            <a:off x="8655050" y="4281805"/>
            <a:ext cx="156908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补充学科研究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1"/>
            </p:custDataLst>
          </p:nvPr>
        </p:nvSpPr>
        <p:spPr>
          <a:xfrm>
            <a:off x="8657358" y="4753013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学前融合教育研究多聚焦普通园或特教机构，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普惠性幼儿园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研究少。本研究可填补空白，提供自闭症幼儿融合教育案例与参考。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7" name="矩形: 圆角 27"/>
          <p:cNvSpPr/>
          <p:nvPr>
            <p:custDataLst>
              <p:tags r:id="rId22"/>
            </p:custDataLst>
          </p:nvPr>
        </p:nvSpPr>
        <p:spPr>
          <a:xfrm>
            <a:off x="8702675" y="2308225"/>
            <a:ext cx="182943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优化普惠园实践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3"/>
            </p:custDataLst>
          </p:nvPr>
        </p:nvSpPr>
        <p:spPr>
          <a:xfrm>
            <a:off x="8705215" y="2779395"/>
            <a:ext cx="27482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缩写结果：针对普惠园融合教育痛点，研究形成的支持体系（如师资培训、家园协同）可供园所参考，补齐短板，提升接纳和教育轻度自闭症幼儿的能力。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3186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智能仓储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AGV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路径规划的实时避障优化研究意义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9" name="任意多边形: 形状 2"/>
          <p:cNvSpPr/>
          <p:nvPr/>
        </p:nvSpPr>
        <p:spPr>
          <a:xfrm>
            <a:off x="3281212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59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任意多边形: 形状 3"/>
          <p:cNvSpPr/>
          <p:nvPr/>
        </p:nvSpPr>
        <p:spPr>
          <a:xfrm>
            <a:off x="3281212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59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任意多边形: 形状 4"/>
          <p:cNvSpPr/>
          <p:nvPr/>
        </p:nvSpPr>
        <p:spPr>
          <a:xfrm>
            <a:off x="7879677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60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任意多边形: 形状 5"/>
          <p:cNvSpPr/>
          <p:nvPr/>
        </p:nvSpPr>
        <p:spPr>
          <a:xfrm>
            <a:off x="7879677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60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图形 4"/>
          <p:cNvGrpSpPr/>
          <p:nvPr/>
        </p:nvGrpSpPr>
        <p:grpSpPr>
          <a:xfrm>
            <a:off x="4492701" y="2018732"/>
            <a:ext cx="3379337" cy="3379337"/>
            <a:chOff x="4421247" y="1730940"/>
            <a:chExt cx="3379337" cy="3379337"/>
          </a:xfrm>
          <a:noFill/>
        </p:grpSpPr>
        <p:sp>
          <p:nvSpPr>
            <p:cNvPr id="24" name="任意多边形: 形状 35"/>
            <p:cNvSpPr/>
            <p:nvPr/>
          </p:nvSpPr>
          <p:spPr>
            <a:xfrm>
              <a:off x="4729849" y="4395300"/>
              <a:ext cx="2730052" cy="714977"/>
            </a:xfrm>
            <a:custGeom>
              <a:avLst/>
              <a:gdLst>
                <a:gd name="connsiteX0" fmla="*/ 2730052 w 2730052"/>
                <a:gd name="connsiteY0" fmla="*/ 44305 h 714977"/>
                <a:gd name="connsiteX1" fmla="*/ 1381067 w 2730052"/>
                <a:gd name="connsiteY1" fmla="*/ 714978 h 714977"/>
                <a:gd name="connsiteX2" fmla="*/ 0 w 2730052"/>
                <a:gd name="connsiteY2" fmla="*/ 0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2730052" y="44305"/>
                  </a:moveTo>
                  <a:cubicBezTo>
                    <a:pt x="2421451" y="452208"/>
                    <a:pt x="1932578" y="714978"/>
                    <a:pt x="1381067" y="714978"/>
                  </a:cubicBezTo>
                  <a:cubicBezTo>
                    <a:pt x="811224" y="714978"/>
                    <a:pt x="307074" y="432348"/>
                    <a:pt x="0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: 形状 36"/>
            <p:cNvSpPr/>
            <p:nvPr/>
          </p:nvSpPr>
          <p:spPr>
            <a:xfrm>
              <a:off x="7550037" y="2581885"/>
              <a:ext cx="250547" cy="1724806"/>
            </a:xfrm>
            <a:custGeom>
              <a:avLst/>
              <a:gdLst>
                <a:gd name="connsiteX0" fmla="*/ 29027 w 250547"/>
                <a:gd name="connsiteY0" fmla="*/ 0 h 1724806"/>
                <a:gd name="connsiteX1" fmla="*/ 250548 w 250547"/>
                <a:gd name="connsiteY1" fmla="*/ 838723 h 1724806"/>
                <a:gd name="connsiteX2" fmla="*/ 0 w 250547"/>
                <a:gd name="connsiteY2" fmla="*/ 1724806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9027" y="0"/>
                  </a:moveTo>
                  <a:cubicBezTo>
                    <a:pt x="171105" y="247492"/>
                    <a:pt x="250548" y="533177"/>
                    <a:pt x="250548" y="838723"/>
                  </a:cubicBezTo>
                  <a:cubicBezTo>
                    <a:pt x="250548" y="1162602"/>
                    <a:pt x="158884" y="1466620"/>
                    <a:pt x="0" y="1724806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任意多边形: 形状 37"/>
            <p:cNvSpPr/>
            <p:nvPr/>
          </p:nvSpPr>
          <p:spPr>
            <a:xfrm>
              <a:off x="4761931" y="1730940"/>
              <a:ext cx="2730052" cy="714977"/>
            </a:xfrm>
            <a:custGeom>
              <a:avLst/>
              <a:gdLst>
                <a:gd name="connsiteX0" fmla="*/ 0 w 2730052"/>
                <a:gd name="connsiteY0" fmla="*/ 670673 h 714977"/>
                <a:gd name="connsiteX1" fmla="*/ 1348985 w 2730052"/>
                <a:gd name="connsiteY1" fmla="*/ 0 h 714977"/>
                <a:gd name="connsiteX2" fmla="*/ 2730052 w 2730052"/>
                <a:gd name="connsiteY2" fmla="*/ 714977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0" y="670673"/>
                  </a:moveTo>
                  <a:cubicBezTo>
                    <a:pt x="308601" y="262770"/>
                    <a:pt x="797474" y="0"/>
                    <a:pt x="1348985" y="0"/>
                  </a:cubicBezTo>
                  <a:cubicBezTo>
                    <a:pt x="1918828" y="0"/>
                    <a:pt x="2422979" y="282630"/>
                    <a:pt x="2730052" y="714977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任意多边形: 形状 38"/>
            <p:cNvSpPr/>
            <p:nvPr/>
          </p:nvSpPr>
          <p:spPr>
            <a:xfrm>
              <a:off x="4421247" y="2534525"/>
              <a:ext cx="250547" cy="1724806"/>
            </a:xfrm>
            <a:custGeom>
              <a:avLst/>
              <a:gdLst>
                <a:gd name="connsiteX0" fmla="*/ 221521 w 250547"/>
                <a:gd name="connsiteY0" fmla="*/ 1724806 h 1724806"/>
                <a:gd name="connsiteX1" fmla="*/ 0 w 250547"/>
                <a:gd name="connsiteY1" fmla="*/ 886083 h 1724806"/>
                <a:gd name="connsiteX2" fmla="*/ 250548 w 250547"/>
                <a:gd name="connsiteY2" fmla="*/ 0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21521" y="1724806"/>
                  </a:moveTo>
                  <a:cubicBezTo>
                    <a:pt x="79442" y="1477315"/>
                    <a:pt x="0" y="1191629"/>
                    <a:pt x="0" y="886083"/>
                  </a:cubicBezTo>
                  <a:cubicBezTo>
                    <a:pt x="0" y="560677"/>
                    <a:pt x="91664" y="258186"/>
                    <a:pt x="250548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8" name="任意多边形: 形状 7"/>
          <p:cNvSpPr/>
          <p:nvPr/>
        </p:nvSpPr>
        <p:spPr>
          <a:xfrm rot="18900000">
            <a:off x="4590070" y="2758042"/>
            <a:ext cx="238323" cy="238323"/>
          </a:xfrm>
          <a:custGeom>
            <a:avLst/>
            <a:gdLst>
              <a:gd name="connsiteX0" fmla="*/ 238323 w 238323"/>
              <a:gd name="connsiteY0" fmla="*/ 119162 h 238323"/>
              <a:gd name="connsiteX1" fmla="*/ 119162 w 238323"/>
              <a:gd name="connsiteY1" fmla="*/ 238324 h 238323"/>
              <a:gd name="connsiteX2" fmla="*/ 0 w 238323"/>
              <a:gd name="connsiteY2" fmla="*/ 119162 h 238323"/>
              <a:gd name="connsiteX3" fmla="*/ 119162 w 238323"/>
              <a:gd name="connsiteY3" fmla="*/ 0 h 238323"/>
              <a:gd name="connsiteX4" fmla="*/ 238323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3" y="119162"/>
                </a:moveTo>
                <a:cubicBezTo>
                  <a:pt x="238323" y="184973"/>
                  <a:pt x="184973" y="238324"/>
                  <a:pt x="119162" y="238324"/>
                </a:cubicBezTo>
                <a:cubicBezTo>
                  <a:pt x="53350" y="238324"/>
                  <a:pt x="0" y="184973"/>
                  <a:pt x="0" y="119162"/>
                </a:cubicBezTo>
                <a:cubicBezTo>
                  <a:pt x="0" y="53351"/>
                  <a:pt x="53351" y="0"/>
                  <a:pt x="119162" y="0"/>
                </a:cubicBezTo>
                <a:cubicBezTo>
                  <a:pt x="184973" y="0"/>
                  <a:pt x="238323" y="53350"/>
                  <a:pt x="238323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任意多边形: 形状 8"/>
          <p:cNvSpPr/>
          <p:nvPr/>
        </p:nvSpPr>
        <p:spPr>
          <a:xfrm>
            <a:off x="4651585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任意多边形: 形状 9"/>
          <p:cNvSpPr/>
          <p:nvPr/>
        </p:nvSpPr>
        <p:spPr>
          <a:xfrm rot="20805687">
            <a:off x="4590461" y="4420076"/>
            <a:ext cx="238319" cy="238319"/>
          </a:xfrm>
          <a:custGeom>
            <a:avLst/>
            <a:gdLst>
              <a:gd name="connsiteX0" fmla="*/ 238320 w 238319"/>
              <a:gd name="connsiteY0" fmla="*/ 119160 h 238319"/>
              <a:gd name="connsiteX1" fmla="*/ 119160 w 238319"/>
              <a:gd name="connsiteY1" fmla="*/ 238319 h 238319"/>
              <a:gd name="connsiteX2" fmla="*/ 0 w 238319"/>
              <a:gd name="connsiteY2" fmla="*/ 119160 h 238319"/>
              <a:gd name="connsiteX3" fmla="*/ 119160 w 238319"/>
              <a:gd name="connsiteY3" fmla="*/ 0 h 238319"/>
              <a:gd name="connsiteX4" fmla="*/ 238320 w 238319"/>
              <a:gd name="connsiteY4" fmla="*/ 119160 h 23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19" h="238319">
                <a:moveTo>
                  <a:pt x="238320" y="119160"/>
                </a:moveTo>
                <a:cubicBezTo>
                  <a:pt x="238320" y="184970"/>
                  <a:pt x="184970" y="238319"/>
                  <a:pt x="119160" y="238319"/>
                </a:cubicBezTo>
                <a:cubicBezTo>
                  <a:pt x="53350" y="238319"/>
                  <a:pt x="0" y="184970"/>
                  <a:pt x="0" y="119160"/>
                </a:cubicBezTo>
                <a:cubicBezTo>
                  <a:pt x="0" y="53349"/>
                  <a:pt x="53350" y="0"/>
                  <a:pt x="119160" y="0"/>
                </a:cubicBezTo>
                <a:cubicBezTo>
                  <a:pt x="184970" y="0"/>
                  <a:pt x="238320" y="53350"/>
                  <a:pt x="238320" y="119160"/>
                </a:cubicBezTo>
                <a:close/>
              </a:path>
            </a:pathLst>
          </a:custGeom>
          <a:solidFill>
            <a:srgbClr val="FFFFFF"/>
          </a:solidFill>
          <a:ln w="38188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任意多边形: 形状 10"/>
          <p:cNvSpPr/>
          <p:nvPr/>
        </p:nvSpPr>
        <p:spPr>
          <a:xfrm>
            <a:off x="4651585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11"/>
          <p:cNvSpPr/>
          <p:nvPr/>
        </p:nvSpPr>
        <p:spPr>
          <a:xfrm rot="18900000">
            <a:off x="7536217" y="4420466"/>
            <a:ext cx="238323" cy="238323"/>
          </a:xfrm>
          <a:custGeom>
            <a:avLst/>
            <a:gdLst>
              <a:gd name="connsiteX0" fmla="*/ 238324 w 238323"/>
              <a:gd name="connsiteY0" fmla="*/ 119162 h 238323"/>
              <a:gd name="connsiteX1" fmla="*/ 119162 w 238323"/>
              <a:gd name="connsiteY1" fmla="*/ 238323 h 238323"/>
              <a:gd name="connsiteX2" fmla="*/ 1 w 238323"/>
              <a:gd name="connsiteY2" fmla="*/ 119162 h 238323"/>
              <a:gd name="connsiteX3" fmla="*/ 119162 w 238323"/>
              <a:gd name="connsiteY3" fmla="*/ 0 h 238323"/>
              <a:gd name="connsiteX4" fmla="*/ 238324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4" y="119162"/>
                </a:moveTo>
                <a:cubicBezTo>
                  <a:pt x="238324" y="184973"/>
                  <a:pt x="184973" y="238323"/>
                  <a:pt x="119162" y="238323"/>
                </a:cubicBezTo>
                <a:cubicBezTo>
                  <a:pt x="53351" y="238323"/>
                  <a:pt x="1" y="184973"/>
                  <a:pt x="1" y="119162"/>
                </a:cubicBezTo>
                <a:cubicBezTo>
                  <a:pt x="1" y="53350"/>
                  <a:pt x="53351" y="0"/>
                  <a:pt x="119162" y="0"/>
                </a:cubicBezTo>
                <a:cubicBezTo>
                  <a:pt x="184974" y="0"/>
                  <a:pt x="238324" y="53351"/>
                  <a:pt x="238324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任意多边形: 形状 12"/>
          <p:cNvSpPr/>
          <p:nvPr/>
        </p:nvSpPr>
        <p:spPr>
          <a:xfrm>
            <a:off x="7597047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任意多边形: 形状 13"/>
          <p:cNvSpPr/>
          <p:nvPr/>
        </p:nvSpPr>
        <p:spPr>
          <a:xfrm rot="20800431">
            <a:off x="7536053" y="2758465"/>
            <a:ext cx="238332" cy="238332"/>
          </a:xfrm>
          <a:custGeom>
            <a:avLst/>
            <a:gdLst>
              <a:gd name="connsiteX0" fmla="*/ 238332 w 238332"/>
              <a:gd name="connsiteY0" fmla="*/ 119166 h 238332"/>
              <a:gd name="connsiteX1" fmla="*/ 119166 w 238332"/>
              <a:gd name="connsiteY1" fmla="*/ 238332 h 238332"/>
              <a:gd name="connsiteX2" fmla="*/ 1 w 238332"/>
              <a:gd name="connsiteY2" fmla="*/ 119166 h 238332"/>
              <a:gd name="connsiteX3" fmla="*/ 119166 w 238332"/>
              <a:gd name="connsiteY3" fmla="*/ 0 h 238332"/>
              <a:gd name="connsiteX4" fmla="*/ 238332 w 238332"/>
              <a:gd name="connsiteY4" fmla="*/ 119166 h 23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32" h="238332">
                <a:moveTo>
                  <a:pt x="238332" y="119166"/>
                </a:moveTo>
                <a:cubicBezTo>
                  <a:pt x="238332" y="184980"/>
                  <a:pt x="184980" y="238332"/>
                  <a:pt x="119166" y="238332"/>
                </a:cubicBezTo>
                <a:cubicBezTo>
                  <a:pt x="53353" y="238332"/>
                  <a:pt x="1" y="184980"/>
                  <a:pt x="1" y="119166"/>
                </a:cubicBezTo>
                <a:cubicBezTo>
                  <a:pt x="1" y="53353"/>
                  <a:pt x="53353" y="0"/>
                  <a:pt x="119166" y="0"/>
                </a:cubicBezTo>
                <a:cubicBezTo>
                  <a:pt x="184980" y="0"/>
                  <a:pt x="238332" y="53352"/>
                  <a:pt x="238332" y="119166"/>
                </a:cubicBezTo>
                <a:close/>
              </a:path>
            </a:pathLst>
          </a:custGeom>
          <a:solidFill>
            <a:srgbClr val="FFFFFF"/>
          </a:solidFill>
          <a:ln w="3819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7" name="任意多边形: 形状 14"/>
          <p:cNvSpPr/>
          <p:nvPr/>
        </p:nvSpPr>
        <p:spPr>
          <a:xfrm>
            <a:off x="7597047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任意多边形: 形状 15"/>
          <p:cNvSpPr/>
          <p:nvPr/>
        </p:nvSpPr>
        <p:spPr>
          <a:xfrm>
            <a:off x="5841312" y="2902380"/>
            <a:ext cx="689865" cy="533418"/>
          </a:xfrm>
          <a:custGeom>
            <a:avLst/>
            <a:gdLst>
              <a:gd name="connsiteX0" fmla="*/ 403050 w 567641"/>
              <a:gd name="connsiteY0" fmla="*/ 204216 h 438912"/>
              <a:gd name="connsiteX1" fmla="*/ 499062 w 567641"/>
              <a:gd name="connsiteY1" fmla="*/ 120396 h 438912"/>
              <a:gd name="connsiteX2" fmla="*/ 499062 w 567641"/>
              <a:gd name="connsiteY2" fmla="*/ 438912 h 438912"/>
              <a:gd name="connsiteX3" fmla="*/ 403050 w 567641"/>
              <a:gd name="connsiteY3" fmla="*/ 438912 h 438912"/>
              <a:gd name="connsiteX4" fmla="*/ 403050 w 567641"/>
              <a:gd name="connsiteY4" fmla="*/ 204216 h 438912"/>
              <a:gd name="connsiteX5" fmla="*/ 281130 w 567641"/>
              <a:gd name="connsiteY5" fmla="*/ 438912 h 438912"/>
              <a:gd name="connsiteX6" fmla="*/ 377142 w 567641"/>
              <a:gd name="connsiteY6" fmla="*/ 438912 h 438912"/>
              <a:gd name="connsiteX7" fmla="*/ 377142 w 567641"/>
              <a:gd name="connsiteY7" fmla="*/ 225552 h 438912"/>
              <a:gd name="connsiteX8" fmla="*/ 281130 w 567641"/>
              <a:gd name="connsiteY8" fmla="*/ 309372 h 438912"/>
              <a:gd name="connsiteX9" fmla="*/ 281130 w 567641"/>
              <a:gd name="connsiteY9" fmla="*/ 438912 h 438912"/>
              <a:gd name="connsiteX10" fmla="*/ 160734 w 567641"/>
              <a:gd name="connsiteY10" fmla="*/ 438912 h 438912"/>
              <a:gd name="connsiteX11" fmla="*/ 256745 w 567641"/>
              <a:gd name="connsiteY11" fmla="*/ 438912 h 438912"/>
              <a:gd name="connsiteX12" fmla="*/ 256745 w 567641"/>
              <a:gd name="connsiteY12" fmla="*/ 309372 h 438912"/>
              <a:gd name="connsiteX13" fmla="*/ 160734 w 567641"/>
              <a:gd name="connsiteY13" fmla="*/ 207264 h 438912"/>
              <a:gd name="connsiteX14" fmla="*/ 160734 w 567641"/>
              <a:gd name="connsiteY14" fmla="*/ 438912 h 438912"/>
              <a:gd name="connsiteX15" fmla="*/ 38814 w 567641"/>
              <a:gd name="connsiteY15" fmla="*/ 438912 h 438912"/>
              <a:gd name="connsiteX16" fmla="*/ 134825 w 567641"/>
              <a:gd name="connsiteY16" fmla="*/ 438912 h 438912"/>
              <a:gd name="connsiteX17" fmla="*/ 134825 w 567641"/>
              <a:gd name="connsiteY17" fmla="*/ 195072 h 438912"/>
              <a:gd name="connsiteX18" fmla="*/ 38814 w 567641"/>
              <a:gd name="connsiteY18" fmla="*/ 272796 h 438912"/>
              <a:gd name="connsiteX19" fmla="*/ 38814 w 567641"/>
              <a:gd name="connsiteY19" fmla="*/ 438912 h 438912"/>
              <a:gd name="connsiteX20" fmla="*/ 555450 w 567641"/>
              <a:gd name="connsiteY20" fmla="*/ 0 h 438912"/>
              <a:gd name="connsiteX21" fmla="*/ 464010 w 567641"/>
              <a:gd name="connsiteY21" fmla="*/ 0 h 438912"/>
              <a:gd name="connsiteX22" fmla="*/ 456390 w 567641"/>
              <a:gd name="connsiteY22" fmla="*/ 15240 h 438912"/>
              <a:gd name="connsiteX23" fmla="*/ 483822 w 567641"/>
              <a:gd name="connsiteY23" fmla="*/ 47244 h 438912"/>
              <a:gd name="connsiteX24" fmla="*/ 268938 w 567641"/>
              <a:gd name="connsiteY24" fmla="*/ 233172 h 438912"/>
              <a:gd name="connsiteX25" fmla="*/ 156162 w 567641"/>
              <a:gd name="connsiteY25" fmla="*/ 114300 h 438912"/>
              <a:gd name="connsiteX26" fmla="*/ 131778 w 567641"/>
              <a:gd name="connsiteY26" fmla="*/ 112776 h 438912"/>
              <a:gd name="connsiteX27" fmla="*/ 6809 w 567641"/>
              <a:gd name="connsiteY27" fmla="*/ 214884 h 438912"/>
              <a:gd name="connsiteX28" fmla="*/ 3762 w 567641"/>
              <a:gd name="connsiteY28" fmla="*/ 240792 h 438912"/>
              <a:gd name="connsiteX29" fmla="*/ 29669 w 567641"/>
              <a:gd name="connsiteY29" fmla="*/ 243840 h 438912"/>
              <a:gd name="connsiteX30" fmla="*/ 142445 w 567641"/>
              <a:gd name="connsiteY30" fmla="*/ 152400 h 438912"/>
              <a:gd name="connsiteX31" fmla="*/ 255222 w 567641"/>
              <a:gd name="connsiteY31" fmla="*/ 271272 h 438912"/>
              <a:gd name="connsiteX32" fmla="*/ 268938 w 567641"/>
              <a:gd name="connsiteY32" fmla="*/ 277368 h 438912"/>
              <a:gd name="connsiteX33" fmla="*/ 281130 w 567641"/>
              <a:gd name="connsiteY33" fmla="*/ 272796 h 438912"/>
              <a:gd name="connsiteX34" fmla="*/ 509730 w 567641"/>
              <a:gd name="connsiteY34" fmla="*/ 76200 h 438912"/>
              <a:gd name="connsiteX35" fmla="*/ 538685 w 567641"/>
              <a:gd name="connsiteY35" fmla="*/ 109728 h 438912"/>
              <a:gd name="connsiteX36" fmla="*/ 555450 w 567641"/>
              <a:gd name="connsiteY36" fmla="*/ 105156 h 438912"/>
              <a:gd name="connsiteX37" fmla="*/ 567642 w 567641"/>
              <a:gd name="connsiteY37" fmla="*/ 13716 h 438912"/>
              <a:gd name="connsiteX38" fmla="*/ 555450 w 567641"/>
              <a:gd name="connsiteY38" fmla="*/ 0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7641" h="438912">
                <a:moveTo>
                  <a:pt x="403050" y="204216"/>
                </a:moveTo>
                <a:lnTo>
                  <a:pt x="499062" y="120396"/>
                </a:lnTo>
                <a:lnTo>
                  <a:pt x="499062" y="438912"/>
                </a:lnTo>
                <a:lnTo>
                  <a:pt x="403050" y="438912"/>
                </a:lnTo>
                <a:lnTo>
                  <a:pt x="403050" y="204216"/>
                </a:lnTo>
                <a:close/>
                <a:moveTo>
                  <a:pt x="281130" y="438912"/>
                </a:moveTo>
                <a:lnTo>
                  <a:pt x="377142" y="438912"/>
                </a:lnTo>
                <a:lnTo>
                  <a:pt x="377142" y="225552"/>
                </a:lnTo>
                <a:lnTo>
                  <a:pt x="281130" y="309372"/>
                </a:lnTo>
                <a:lnTo>
                  <a:pt x="281130" y="438912"/>
                </a:lnTo>
                <a:close/>
                <a:moveTo>
                  <a:pt x="160734" y="438912"/>
                </a:moveTo>
                <a:lnTo>
                  <a:pt x="256745" y="438912"/>
                </a:lnTo>
                <a:lnTo>
                  <a:pt x="256745" y="309372"/>
                </a:lnTo>
                <a:lnTo>
                  <a:pt x="160734" y="207264"/>
                </a:lnTo>
                <a:lnTo>
                  <a:pt x="160734" y="438912"/>
                </a:lnTo>
                <a:close/>
                <a:moveTo>
                  <a:pt x="38814" y="438912"/>
                </a:moveTo>
                <a:lnTo>
                  <a:pt x="134825" y="438912"/>
                </a:lnTo>
                <a:lnTo>
                  <a:pt x="134825" y="195072"/>
                </a:lnTo>
                <a:lnTo>
                  <a:pt x="38814" y="272796"/>
                </a:lnTo>
                <a:lnTo>
                  <a:pt x="38814" y="438912"/>
                </a:lnTo>
                <a:close/>
                <a:moveTo>
                  <a:pt x="555450" y="0"/>
                </a:moveTo>
                <a:lnTo>
                  <a:pt x="464010" y="0"/>
                </a:lnTo>
                <a:cubicBezTo>
                  <a:pt x="456390" y="0"/>
                  <a:pt x="451818" y="9144"/>
                  <a:pt x="456390" y="15240"/>
                </a:cubicBezTo>
                <a:lnTo>
                  <a:pt x="483822" y="47244"/>
                </a:lnTo>
                <a:lnTo>
                  <a:pt x="268938" y="233172"/>
                </a:lnTo>
                <a:lnTo>
                  <a:pt x="156162" y="114300"/>
                </a:lnTo>
                <a:cubicBezTo>
                  <a:pt x="150065" y="108204"/>
                  <a:pt x="139398" y="106680"/>
                  <a:pt x="131778" y="112776"/>
                </a:cubicBezTo>
                <a:lnTo>
                  <a:pt x="6809" y="214884"/>
                </a:lnTo>
                <a:cubicBezTo>
                  <a:pt x="-811" y="220980"/>
                  <a:pt x="-2335" y="231648"/>
                  <a:pt x="3762" y="240792"/>
                </a:cubicBezTo>
                <a:cubicBezTo>
                  <a:pt x="9858" y="248412"/>
                  <a:pt x="20525" y="249936"/>
                  <a:pt x="29669" y="243840"/>
                </a:cubicBezTo>
                <a:lnTo>
                  <a:pt x="142445" y="152400"/>
                </a:lnTo>
                <a:lnTo>
                  <a:pt x="255222" y="271272"/>
                </a:lnTo>
                <a:cubicBezTo>
                  <a:pt x="258269" y="274320"/>
                  <a:pt x="262842" y="277368"/>
                  <a:pt x="268938" y="277368"/>
                </a:cubicBezTo>
                <a:cubicBezTo>
                  <a:pt x="273510" y="277368"/>
                  <a:pt x="276558" y="275844"/>
                  <a:pt x="281130" y="272796"/>
                </a:cubicBezTo>
                <a:lnTo>
                  <a:pt x="509730" y="76200"/>
                </a:lnTo>
                <a:lnTo>
                  <a:pt x="538685" y="109728"/>
                </a:lnTo>
                <a:cubicBezTo>
                  <a:pt x="543258" y="115824"/>
                  <a:pt x="553925" y="112776"/>
                  <a:pt x="555450" y="105156"/>
                </a:cubicBezTo>
                <a:lnTo>
                  <a:pt x="567642" y="13716"/>
                </a:lnTo>
                <a:cubicBezTo>
                  <a:pt x="564594" y="6096"/>
                  <a:pt x="561545" y="0"/>
                  <a:pt x="555450" y="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30229" y="3567797"/>
            <a:ext cx="2298509" cy="979337"/>
            <a:chOff x="1048479" y="4000440"/>
            <a:chExt cx="2298509" cy="979337"/>
          </a:xfrm>
        </p:grpSpPr>
        <p:sp>
          <p:nvSpPr>
            <p:cNvPr id="50" name="文本框 23"/>
            <p:cNvSpPr txBox="1"/>
            <p:nvPr/>
          </p:nvSpPr>
          <p:spPr>
            <a:xfrm>
              <a:off x="1147379" y="4000440"/>
              <a:ext cx="210070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cs typeface="+mn-ea"/>
                  <a:sym typeface="+mn-lt"/>
                </a:rPr>
                <a:t>研究意义</a:t>
              </a:r>
              <a:endParaRPr lang="zh-CN" altLang="en-US" sz="20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24"/>
            <p:cNvSpPr txBox="1"/>
            <p:nvPr/>
          </p:nvSpPr>
          <p:spPr>
            <a:xfrm>
              <a:off x="1048479" y="4372082"/>
              <a:ext cx="2298509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智能仓储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AGV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路径规划的实时避障优化研究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399767" y="1913796"/>
            <a:ext cx="2442845" cy="2013117"/>
            <a:chOff x="-3232055" y="326928"/>
            <a:chExt cx="2442845" cy="2013117"/>
          </a:xfrm>
        </p:grpSpPr>
        <p:sp>
          <p:nvSpPr>
            <p:cNvPr id="53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降低仓储运维成本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文本框 24"/>
            <p:cNvSpPr txBox="1"/>
            <p:nvPr/>
          </p:nvSpPr>
          <p:spPr>
            <a:xfrm>
              <a:off x="-3232055" y="698570"/>
              <a:ext cx="2298509" cy="1641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AGV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避障失败导致的碰撞故障，单台年度维修成本超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5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万元，本研究能将避障故障率降低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60%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以上，单仓储中心年均节省运维费用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30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万元以上。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399767" y="4539235"/>
            <a:ext cx="2442845" cy="1754672"/>
            <a:chOff x="-3232055" y="326928"/>
            <a:chExt cx="2442845" cy="1754672"/>
          </a:xfrm>
        </p:grpSpPr>
        <p:sp>
          <p:nvSpPr>
            <p:cNvPr id="56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拓展技术应用场景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7" name="文本框 24"/>
            <p:cNvSpPr txBox="1"/>
            <p:nvPr/>
          </p:nvSpPr>
          <p:spPr>
            <a:xfrm>
              <a:off x="-3232055" y="698570"/>
              <a:ext cx="2298509" cy="1383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研究成果可迁移至车间物料搬运、港口无人集卡等场景，解决同类移动机器人的实时避障难题，提升技术的通用性与落地价值。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05765" y="1913796"/>
            <a:ext cx="2664460" cy="1496060"/>
            <a:chOff x="234311" y="1626004"/>
            <a:chExt cx="2664460" cy="1496060"/>
          </a:xfrm>
        </p:grpSpPr>
        <p:sp>
          <p:nvSpPr>
            <p:cNvPr id="59" name="文本框 23"/>
            <p:cNvSpPr txBox="1"/>
            <p:nvPr/>
          </p:nvSpPr>
          <p:spPr>
            <a:xfrm>
              <a:off x="234311" y="1626004"/>
              <a:ext cx="266382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提升</a:t>
              </a:r>
              <a:r>
                <a:rPr lang="en-US" altLang="zh-CN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AGV</a:t>
              </a: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运行效率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0" name="文本框 24"/>
            <p:cNvSpPr txBox="1"/>
            <p:nvPr/>
          </p:nvSpPr>
          <p:spPr>
            <a:xfrm>
              <a:off x="506091" y="1997479"/>
              <a:ext cx="2392680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cs typeface="+mn-ea"/>
                  <a:sym typeface="+mn-lt"/>
                </a:rPr>
                <a:t>AGV </a:t>
              </a:r>
              <a:r>
                <a:rPr lang="zh-CN" altLang="en-US" sz="1400" dirty="0">
                  <a:cs typeface="+mn-ea"/>
                  <a:sym typeface="+mn-lt"/>
                </a:rPr>
                <a:t>遇障碍调路径时间超</a:t>
              </a:r>
              <a:r>
                <a:rPr lang="en-US" altLang="zh-CN" sz="1400" dirty="0">
                  <a:cs typeface="+mn-ea"/>
                  <a:sym typeface="+mn-lt"/>
                </a:rPr>
                <a:t> 8 </a:t>
              </a:r>
              <a:r>
                <a:rPr lang="zh-CN" altLang="en-US" sz="1400" dirty="0">
                  <a:cs typeface="+mn-ea"/>
                  <a:sym typeface="+mn-lt"/>
                </a:rPr>
                <a:t>秒，本研究可缩至</a:t>
              </a:r>
              <a:r>
                <a:rPr lang="en-US" altLang="zh-CN" sz="1400" dirty="0">
                  <a:cs typeface="+mn-ea"/>
                  <a:sym typeface="+mn-lt"/>
                </a:rPr>
                <a:t> 3 </a:t>
              </a:r>
              <a:r>
                <a:rPr lang="zh-CN" altLang="en-US" sz="1400" dirty="0">
                  <a:cs typeface="+mn-ea"/>
                  <a:sym typeface="+mn-lt"/>
                </a:rPr>
                <a:t>秒内，搬运次数提升超</a:t>
              </a:r>
              <a:r>
                <a:rPr lang="en-US" altLang="zh-CN" sz="1400" dirty="0">
                  <a:cs typeface="+mn-ea"/>
                  <a:sym typeface="+mn-lt"/>
                </a:rPr>
                <a:t> 25%</a:t>
              </a:r>
              <a:r>
                <a:rPr lang="zh-CN" altLang="en-US" sz="1400" dirty="0">
                  <a:cs typeface="+mn-ea"/>
                  <a:sym typeface="+mn-lt"/>
                </a:rPr>
                <a:t>，提高仓储效率。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0700" y="4513332"/>
            <a:ext cx="2549334" cy="1496227"/>
            <a:chOff x="349246" y="1626004"/>
            <a:chExt cx="2549334" cy="1496227"/>
          </a:xfrm>
        </p:grpSpPr>
        <p:sp>
          <p:nvSpPr>
            <p:cNvPr id="62" name="文本框 23"/>
            <p:cNvSpPr txBox="1"/>
            <p:nvPr/>
          </p:nvSpPr>
          <p:spPr>
            <a:xfrm>
              <a:off x="349246" y="1626004"/>
              <a:ext cx="2548890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提高空间利用率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600071" y="1997646"/>
              <a:ext cx="2298509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lvl="0" algn="r">
                <a:lnSpc>
                  <a:spcPct val="12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传统</a:t>
              </a:r>
              <a:r>
                <a:rPr lang="en-US" altLang="zh-CN" sz="1400" dirty="0">
                  <a:cs typeface="+mn-ea"/>
                  <a:sym typeface="+mn-lt"/>
                </a:rPr>
                <a:t>AGV</a:t>
              </a:r>
              <a:r>
                <a:rPr lang="zh-CN" altLang="en-US" sz="1400" dirty="0">
                  <a:cs typeface="+mn-ea"/>
                  <a:sym typeface="+mn-lt"/>
                </a:rPr>
                <a:t>通道超</a:t>
              </a:r>
              <a:r>
                <a:rPr lang="en-US" altLang="zh-CN" sz="1400" dirty="0">
                  <a:cs typeface="+mn-ea"/>
                  <a:sym typeface="+mn-lt"/>
                </a:rPr>
                <a:t>2</a:t>
              </a:r>
              <a:r>
                <a:rPr lang="zh-CN" altLang="en-US" sz="1400" dirty="0">
                  <a:cs typeface="+mn-ea"/>
                  <a:sym typeface="+mn-lt"/>
                </a:rPr>
                <a:t>米宽，本研究优化至</a:t>
              </a:r>
              <a:r>
                <a:rPr lang="en-US" altLang="zh-CN" sz="1400" dirty="0">
                  <a:cs typeface="+mn-ea"/>
                  <a:sym typeface="+mn-lt"/>
                </a:rPr>
                <a:t>1.2</a:t>
              </a:r>
              <a:r>
                <a:rPr lang="zh-CN" altLang="en-US" sz="1400" dirty="0">
                  <a:cs typeface="+mn-ea"/>
                  <a:sym typeface="+mn-lt"/>
                </a:rPr>
                <a:t>米，单仓储区域存储位增</a:t>
              </a:r>
              <a:r>
                <a:rPr lang="en-US" altLang="zh-CN" sz="1400" dirty="0">
                  <a:cs typeface="+mn-ea"/>
                  <a:sym typeface="+mn-lt"/>
                </a:rPr>
                <a:t>15%-20%</a:t>
              </a:r>
              <a:r>
                <a:rPr lang="zh-CN" altLang="en-US" sz="1400" dirty="0">
                  <a:cs typeface="+mn-ea"/>
                  <a:sym typeface="+mn-lt"/>
                </a:rPr>
                <a:t>，缓解仓储空间紧张。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64" name="任意多边形: 形状 21"/>
          <p:cNvSpPr/>
          <p:nvPr/>
        </p:nvSpPr>
        <p:spPr>
          <a:xfrm>
            <a:off x="3637593" y="4788925"/>
            <a:ext cx="491086" cy="491087"/>
          </a:xfrm>
          <a:custGeom>
            <a:avLst/>
            <a:gdLst>
              <a:gd name="connsiteX0" fmla="*/ 195072 w 502920"/>
              <a:gd name="connsiteY0" fmla="*/ 103632 h 502920"/>
              <a:gd name="connsiteX1" fmla="*/ 251460 w 502920"/>
              <a:gd name="connsiteY1" fmla="*/ 47244 h 502920"/>
              <a:gd name="connsiteX2" fmla="*/ 307848 w 502920"/>
              <a:gd name="connsiteY2" fmla="*/ 103632 h 502920"/>
              <a:gd name="connsiteX3" fmla="*/ 251460 w 502920"/>
              <a:gd name="connsiteY3" fmla="*/ 160020 h 502920"/>
              <a:gd name="connsiteX4" fmla="*/ 195072 w 502920"/>
              <a:gd name="connsiteY4" fmla="*/ 103632 h 502920"/>
              <a:gd name="connsiteX5" fmla="*/ 324612 w 502920"/>
              <a:gd name="connsiteY5" fmla="*/ 184404 h 502920"/>
              <a:gd name="connsiteX6" fmla="*/ 176784 w 502920"/>
              <a:gd name="connsiteY6" fmla="*/ 184404 h 502920"/>
              <a:gd name="connsiteX7" fmla="*/ 156972 w 502920"/>
              <a:gd name="connsiteY7" fmla="*/ 204216 h 502920"/>
              <a:gd name="connsiteX8" fmla="*/ 156972 w 502920"/>
              <a:gd name="connsiteY8" fmla="*/ 330708 h 502920"/>
              <a:gd name="connsiteX9" fmla="*/ 176784 w 502920"/>
              <a:gd name="connsiteY9" fmla="*/ 350520 h 502920"/>
              <a:gd name="connsiteX10" fmla="*/ 195072 w 502920"/>
              <a:gd name="connsiteY10" fmla="*/ 350520 h 502920"/>
              <a:gd name="connsiteX11" fmla="*/ 195072 w 502920"/>
              <a:gd name="connsiteY11" fmla="*/ 483108 h 502920"/>
              <a:gd name="connsiteX12" fmla="*/ 214884 w 502920"/>
              <a:gd name="connsiteY12" fmla="*/ 502920 h 502920"/>
              <a:gd name="connsiteX13" fmla="*/ 288036 w 502920"/>
              <a:gd name="connsiteY13" fmla="*/ 502920 h 502920"/>
              <a:gd name="connsiteX14" fmla="*/ 307848 w 502920"/>
              <a:gd name="connsiteY14" fmla="*/ 483108 h 502920"/>
              <a:gd name="connsiteX15" fmla="*/ 307848 w 502920"/>
              <a:gd name="connsiteY15" fmla="*/ 350520 h 502920"/>
              <a:gd name="connsiteX16" fmla="*/ 326136 w 502920"/>
              <a:gd name="connsiteY16" fmla="*/ 350520 h 502920"/>
              <a:gd name="connsiteX17" fmla="*/ 345948 w 502920"/>
              <a:gd name="connsiteY17" fmla="*/ 330708 h 502920"/>
              <a:gd name="connsiteX18" fmla="*/ 345948 w 502920"/>
              <a:gd name="connsiteY18" fmla="*/ 204216 h 502920"/>
              <a:gd name="connsiteX19" fmla="*/ 324612 w 502920"/>
              <a:gd name="connsiteY19" fmla="*/ 184404 h 502920"/>
              <a:gd name="connsiteX20" fmla="*/ 416052 w 502920"/>
              <a:gd name="connsiteY20" fmla="*/ 103632 h 502920"/>
              <a:gd name="connsiteX21" fmla="*/ 467868 w 502920"/>
              <a:gd name="connsiteY21" fmla="*/ 51816 h 502920"/>
              <a:gd name="connsiteX22" fmla="*/ 416052 w 502920"/>
              <a:gd name="connsiteY22" fmla="*/ 0 h 502920"/>
              <a:gd name="connsiteX23" fmla="*/ 364236 w 502920"/>
              <a:gd name="connsiteY23" fmla="*/ 51816 h 502920"/>
              <a:gd name="connsiteX24" fmla="*/ 416052 w 502920"/>
              <a:gd name="connsiteY24" fmla="*/ 103632 h 502920"/>
              <a:gd name="connsiteX25" fmla="*/ 484632 w 502920"/>
              <a:gd name="connsiteY25" fmla="*/ 126492 h 502920"/>
              <a:gd name="connsiteX26" fmla="*/ 347472 w 502920"/>
              <a:gd name="connsiteY26" fmla="*/ 126492 h 502920"/>
              <a:gd name="connsiteX27" fmla="*/ 329184 w 502920"/>
              <a:gd name="connsiteY27" fmla="*/ 144780 h 502920"/>
              <a:gd name="connsiteX28" fmla="*/ 329184 w 502920"/>
              <a:gd name="connsiteY28" fmla="*/ 146304 h 502920"/>
              <a:gd name="connsiteX29" fmla="*/ 381000 w 502920"/>
              <a:gd name="connsiteY29" fmla="*/ 202692 h 502920"/>
              <a:gd name="connsiteX30" fmla="*/ 381000 w 502920"/>
              <a:gd name="connsiteY30" fmla="*/ 329184 h 502920"/>
              <a:gd name="connsiteX31" fmla="*/ 362712 w 502920"/>
              <a:gd name="connsiteY31" fmla="*/ 370332 h 502920"/>
              <a:gd name="connsiteX32" fmla="*/ 362712 w 502920"/>
              <a:gd name="connsiteY32" fmla="*/ 402336 h 502920"/>
              <a:gd name="connsiteX33" fmla="*/ 381000 w 502920"/>
              <a:gd name="connsiteY33" fmla="*/ 420624 h 502920"/>
              <a:gd name="connsiteX34" fmla="*/ 449580 w 502920"/>
              <a:gd name="connsiteY34" fmla="*/ 420624 h 502920"/>
              <a:gd name="connsiteX35" fmla="*/ 467868 w 502920"/>
              <a:gd name="connsiteY35" fmla="*/ 402336 h 502920"/>
              <a:gd name="connsiteX36" fmla="*/ 467868 w 502920"/>
              <a:gd name="connsiteY36" fmla="*/ 278892 h 502920"/>
              <a:gd name="connsiteX37" fmla="*/ 484632 w 502920"/>
              <a:gd name="connsiteY37" fmla="*/ 278892 h 502920"/>
              <a:gd name="connsiteX38" fmla="*/ 502920 w 502920"/>
              <a:gd name="connsiteY38" fmla="*/ 260604 h 502920"/>
              <a:gd name="connsiteX39" fmla="*/ 502920 w 502920"/>
              <a:gd name="connsiteY39" fmla="*/ 143256 h 502920"/>
              <a:gd name="connsiteX40" fmla="*/ 484632 w 502920"/>
              <a:gd name="connsiteY40" fmla="*/ 126492 h 502920"/>
              <a:gd name="connsiteX41" fmla="*/ 138684 w 502920"/>
              <a:gd name="connsiteY41" fmla="*/ 51816 h 502920"/>
              <a:gd name="connsiteX42" fmla="*/ 86868 w 502920"/>
              <a:gd name="connsiteY42" fmla="*/ 0 h 502920"/>
              <a:gd name="connsiteX43" fmla="*/ 35052 w 502920"/>
              <a:gd name="connsiteY43" fmla="*/ 51816 h 502920"/>
              <a:gd name="connsiteX44" fmla="*/ 86868 w 502920"/>
              <a:gd name="connsiteY44" fmla="*/ 103632 h 502920"/>
              <a:gd name="connsiteX45" fmla="*/ 138684 w 502920"/>
              <a:gd name="connsiteY45" fmla="*/ 51816 h 502920"/>
              <a:gd name="connsiteX46" fmla="*/ 0 w 502920"/>
              <a:gd name="connsiteY46" fmla="*/ 144780 h 502920"/>
              <a:gd name="connsiteX47" fmla="*/ 0 w 502920"/>
              <a:gd name="connsiteY47" fmla="*/ 262128 h 502920"/>
              <a:gd name="connsiteX48" fmla="*/ 18288 w 502920"/>
              <a:gd name="connsiteY48" fmla="*/ 280416 h 502920"/>
              <a:gd name="connsiteX49" fmla="*/ 35052 w 502920"/>
              <a:gd name="connsiteY49" fmla="*/ 280416 h 502920"/>
              <a:gd name="connsiteX50" fmla="*/ 35052 w 502920"/>
              <a:gd name="connsiteY50" fmla="*/ 403860 h 502920"/>
              <a:gd name="connsiteX51" fmla="*/ 53340 w 502920"/>
              <a:gd name="connsiteY51" fmla="*/ 422148 h 502920"/>
              <a:gd name="connsiteX52" fmla="*/ 121920 w 502920"/>
              <a:gd name="connsiteY52" fmla="*/ 422148 h 502920"/>
              <a:gd name="connsiteX53" fmla="*/ 140208 w 502920"/>
              <a:gd name="connsiteY53" fmla="*/ 403860 h 502920"/>
              <a:gd name="connsiteX54" fmla="*/ 140208 w 502920"/>
              <a:gd name="connsiteY54" fmla="*/ 371856 h 502920"/>
              <a:gd name="connsiteX55" fmla="*/ 121920 w 502920"/>
              <a:gd name="connsiteY55" fmla="*/ 330708 h 502920"/>
              <a:gd name="connsiteX56" fmla="*/ 121920 w 502920"/>
              <a:gd name="connsiteY56" fmla="*/ 204216 h 502920"/>
              <a:gd name="connsiteX57" fmla="*/ 173736 w 502920"/>
              <a:gd name="connsiteY57" fmla="*/ 147828 h 502920"/>
              <a:gd name="connsiteX58" fmla="*/ 173736 w 502920"/>
              <a:gd name="connsiteY58" fmla="*/ 146304 h 502920"/>
              <a:gd name="connsiteX59" fmla="*/ 155448 w 502920"/>
              <a:gd name="connsiteY59" fmla="*/ 128016 h 502920"/>
              <a:gd name="connsiteX60" fmla="*/ 18288 w 502920"/>
              <a:gd name="connsiteY60" fmla="*/ 128016 h 502920"/>
              <a:gd name="connsiteX61" fmla="*/ 0 w 502920"/>
              <a:gd name="connsiteY61" fmla="*/ 14478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02920" h="502920">
                <a:moveTo>
                  <a:pt x="195072" y="103632"/>
                </a:moveTo>
                <a:cubicBezTo>
                  <a:pt x="195072" y="73152"/>
                  <a:pt x="219456" y="47244"/>
                  <a:pt x="251460" y="47244"/>
                </a:cubicBezTo>
                <a:cubicBezTo>
                  <a:pt x="281940" y="47244"/>
                  <a:pt x="307848" y="71628"/>
                  <a:pt x="307848" y="103632"/>
                </a:cubicBezTo>
                <a:cubicBezTo>
                  <a:pt x="307848" y="135636"/>
                  <a:pt x="283464" y="160020"/>
                  <a:pt x="251460" y="160020"/>
                </a:cubicBezTo>
                <a:cubicBezTo>
                  <a:pt x="219456" y="160020"/>
                  <a:pt x="195072" y="135636"/>
                  <a:pt x="195072" y="103632"/>
                </a:cubicBezTo>
                <a:close/>
                <a:moveTo>
                  <a:pt x="324612" y="184404"/>
                </a:moveTo>
                <a:lnTo>
                  <a:pt x="176784" y="184404"/>
                </a:lnTo>
                <a:cubicBezTo>
                  <a:pt x="166116" y="184404"/>
                  <a:pt x="156972" y="193548"/>
                  <a:pt x="156972" y="204216"/>
                </a:cubicBezTo>
                <a:lnTo>
                  <a:pt x="156972" y="330708"/>
                </a:lnTo>
                <a:cubicBezTo>
                  <a:pt x="156972" y="341376"/>
                  <a:pt x="166116" y="350520"/>
                  <a:pt x="176784" y="350520"/>
                </a:cubicBezTo>
                <a:lnTo>
                  <a:pt x="195072" y="350520"/>
                </a:lnTo>
                <a:lnTo>
                  <a:pt x="195072" y="483108"/>
                </a:lnTo>
                <a:cubicBezTo>
                  <a:pt x="195072" y="493776"/>
                  <a:pt x="204216" y="502920"/>
                  <a:pt x="214884" y="502920"/>
                </a:cubicBezTo>
                <a:lnTo>
                  <a:pt x="288036" y="502920"/>
                </a:lnTo>
                <a:cubicBezTo>
                  <a:pt x="298704" y="502920"/>
                  <a:pt x="307848" y="493776"/>
                  <a:pt x="307848" y="483108"/>
                </a:cubicBezTo>
                <a:lnTo>
                  <a:pt x="307848" y="350520"/>
                </a:lnTo>
                <a:lnTo>
                  <a:pt x="326136" y="350520"/>
                </a:lnTo>
                <a:cubicBezTo>
                  <a:pt x="336804" y="350520"/>
                  <a:pt x="345948" y="341376"/>
                  <a:pt x="345948" y="330708"/>
                </a:cubicBezTo>
                <a:lnTo>
                  <a:pt x="345948" y="204216"/>
                </a:lnTo>
                <a:cubicBezTo>
                  <a:pt x="344424" y="192024"/>
                  <a:pt x="335280" y="184404"/>
                  <a:pt x="324612" y="184404"/>
                </a:cubicBezTo>
                <a:close/>
                <a:moveTo>
                  <a:pt x="416052" y="103632"/>
                </a:moveTo>
                <a:cubicBezTo>
                  <a:pt x="445008" y="103632"/>
                  <a:pt x="467868" y="80772"/>
                  <a:pt x="467868" y="51816"/>
                </a:cubicBezTo>
                <a:cubicBezTo>
                  <a:pt x="467868" y="22860"/>
                  <a:pt x="445008" y="0"/>
                  <a:pt x="416052" y="0"/>
                </a:cubicBezTo>
                <a:cubicBezTo>
                  <a:pt x="387096" y="0"/>
                  <a:pt x="364236" y="22860"/>
                  <a:pt x="364236" y="51816"/>
                </a:cubicBezTo>
                <a:cubicBezTo>
                  <a:pt x="364236" y="80772"/>
                  <a:pt x="387096" y="103632"/>
                  <a:pt x="416052" y="103632"/>
                </a:cubicBezTo>
                <a:close/>
                <a:moveTo>
                  <a:pt x="484632" y="126492"/>
                </a:moveTo>
                <a:lnTo>
                  <a:pt x="347472" y="126492"/>
                </a:lnTo>
                <a:cubicBezTo>
                  <a:pt x="338328" y="126492"/>
                  <a:pt x="329184" y="134112"/>
                  <a:pt x="329184" y="144780"/>
                </a:cubicBezTo>
                <a:lnTo>
                  <a:pt x="329184" y="146304"/>
                </a:lnTo>
                <a:cubicBezTo>
                  <a:pt x="358140" y="149352"/>
                  <a:pt x="381000" y="173736"/>
                  <a:pt x="381000" y="202692"/>
                </a:cubicBezTo>
                <a:lnTo>
                  <a:pt x="381000" y="329184"/>
                </a:lnTo>
                <a:cubicBezTo>
                  <a:pt x="381000" y="345948"/>
                  <a:pt x="373380" y="359664"/>
                  <a:pt x="362712" y="370332"/>
                </a:cubicBezTo>
                <a:lnTo>
                  <a:pt x="362712" y="402336"/>
                </a:lnTo>
                <a:cubicBezTo>
                  <a:pt x="362712" y="411480"/>
                  <a:pt x="370332" y="420624"/>
                  <a:pt x="381000" y="420624"/>
                </a:cubicBezTo>
                <a:lnTo>
                  <a:pt x="449580" y="420624"/>
                </a:lnTo>
                <a:cubicBezTo>
                  <a:pt x="458724" y="420624"/>
                  <a:pt x="467868" y="413004"/>
                  <a:pt x="467868" y="402336"/>
                </a:cubicBezTo>
                <a:lnTo>
                  <a:pt x="467868" y="278892"/>
                </a:lnTo>
                <a:lnTo>
                  <a:pt x="484632" y="278892"/>
                </a:lnTo>
                <a:cubicBezTo>
                  <a:pt x="493776" y="278892"/>
                  <a:pt x="502920" y="271272"/>
                  <a:pt x="502920" y="260604"/>
                </a:cubicBezTo>
                <a:lnTo>
                  <a:pt x="502920" y="143256"/>
                </a:lnTo>
                <a:cubicBezTo>
                  <a:pt x="502920" y="134112"/>
                  <a:pt x="495300" y="126492"/>
                  <a:pt x="484632" y="126492"/>
                </a:cubicBezTo>
                <a:close/>
                <a:moveTo>
                  <a:pt x="138684" y="51816"/>
                </a:moveTo>
                <a:cubicBezTo>
                  <a:pt x="138684" y="22860"/>
                  <a:pt x="115824" y="0"/>
                  <a:pt x="86868" y="0"/>
                </a:cubicBezTo>
                <a:cubicBezTo>
                  <a:pt x="57912" y="0"/>
                  <a:pt x="35052" y="22860"/>
                  <a:pt x="35052" y="51816"/>
                </a:cubicBezTo>
                <a:cubicBezTo>
                  <a:pt x="35052" y="80772"/>
                  <a:pt x="57912" y="103632"/>
                  <a:pt x="86868" y="103632"/>
                </a:cubicBezTo>
                <a:cubicBezTo>
                  <a:pt x="115824" y="103632"/>
                  <a:pt x="138684" y="80772"/>
                  <a:pt x="138684" y="51816"/>
                </a:cubicBezTo>
                <a:close/>
                <a:moveTo>
                  <a:pt x="0" y="144780"/>
                </a:moveTo>
                <a:lnTo>
                  <a:pt x="0" y="262128"/>
                </a:lnTo>
                <a:cubicBezTo>
                  <a:pt x="0" y="271272"/>
                  <a:pt x="7620" y="280416"/>
                  <a:pt x="18288" y="280416"/>
                </a:cubicBezTo>
                <a:lnTo>
                  <a:pt x="35052" y="280416"/>
                </a:lnTo>
                <a:lnTo>
                  <a:pt x="35052" y="403860"/>
                </a:lnTo>
                <a:cubicBezTo>
                  <a:pt x="35052" y="413004"/>
                  <a:pt x="42672" y="422148"/>
                  <a:pt x="53340" y="422148"/>
                </a:cubicBezTo>
                <a:lnTo>
                  <a:pt x="121920" y="422148"/>
                </a:lnTo>
                <a:cubicBezTo>
                  <a:pt x="131064" y="422148"/>
                  <a:pt x="140208" y="414528"/>
                  <a:pt x="140208" y="403860"/>
                </a:cubicBezTo>
                <a:lnTo>
                  <a:pt x="140208" y="371856"/>
                </a:lnTo>
                <a:cubicBezTo>
                  <a:pt x="129540" y="361188"/>
                  <a:pt x="121920" y="345948"/>
                  <a:pt x="121920" y="330708"/>
                </a:cubicBezTo>
                <a:lnTo>
                  <a:pt x="121920" y="204216"/>
                </a:lnTo>
                <a:cubicBezTo>
                  <a:pt x="121920" y="173736"/>
                  <a:pt x="144780" y="149352"/>
                  <a:pt x="173736" y="147828"/>
                </a:cubicBezTo>
                <a:lnTo>
                  <a:pt x="173736" y="146304"/>
                </a:lnTo>
                <a:cubicBezTo>
                  <a:pt x="173736" y="137160"/>
                  <a:pt x="166116" y="128016"/>
                  <a:pt x="155448" y="128016"/>
                </a:cubicBezTo>
                <a:lnTo>
                  <a:pt x="18288" y="128016"/>
                </a:lnTo>
                <a:cubicBezTo>
                  <a:pt x="7620" y="126492"/>
                  <a:pt x="0" y="134112"/>
                  <a:pt x="0" y="14478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5" name="任意多边形: 形状 22"/>
          <p:cNvSpPr/>
          <p:nvPr/>
        </p:nvSpPr>
        <p:spPr>
          <a:xfrm>
            <a:off x="8161989" y="4863312"/>
            <a:ext cx="700913" cy="413703"/>
          </a:xfrm>
          <a:custGeom>
            <a:avLst/>
            <a:gdLst>
              <a:gd name="connsiteX0" fmla="*/ 166115 w 717803"/>
              <a:gd name="connsiteY0" fmla="*/ 278892 h 423672"/>
              <a:gd name="connsiteX1" fmla="*/ 150875 w 717803"/>
              <a:gd name="connsiteY1" fmla="*/ 271272 h 423672"/>
              <a:gd name="connsiteX2" fmla="*/ 146304 w 717803"/>
              <a:gd name="connsiteY2" fmla="*/ 257556 h 423672"/>
              <a:gd name="connsiteX3" fmla="*/ 153924 w 717803"/>
              <a:gd name="connsiteY3" fmla="*/ 243840 h 423672"/>
              <a:gd name="connsiteX4" fmla="*/ 217932 w 717803"/>
              <a:gd name="connsiteY4" fmla="*/ 190500 h 423672"/>
              <a:gd name="connsiteX5" fmla="*/ 230124 w 717803"/>
              <a:gd name="connsiteY5" fmla="*/ 185928 h 423672"/>
              <a:gd name="connsiteX6" fmla="*/ 245364 w 717803"/>
              <a:gd name="connsiteY6" fmla="*/ 193548 h 423672"/>
              <a:gd name="connsiteX7" fmla="*/ 249935 w 717803"/>
              <a:gd name="connsiteY7" fmla="*/ 207264 h 423672"/>
              <a:gd name="connsiteX8" fmla="*/ 242315 w 717803"/>
              <a:gd name="connsiteY8" fmla="*/ 220980 h 423672"/>
              <a:gd name="connsiteX9" fmla="*/ 178307 w 717803"/>
              <a:gd name="connsiteY9" fmla="*/ 274320 h 423672"/>
              <a:gd name="connsiteX10" fmla="*/ 166115 w 717803"/>
              <a:gd name="connsiteY10" fmla="*/ 278892 h 423672"/>
              <a:gd name="connsiteX11" fmla="*/ 214884 w 717803"/>
              <a:gd name="connsiteY11" fmla="*/ 327660 h 423672"/>
              <a:gd name="connsiteX12" fmla="*/ 297180 w 717803"/>
              <a:gd name="connsiteY12" fmla="*/ 259080 h 423672"/>
              <a:gd name="connsiteX13" fmla="*/ 300227 w 717803"/>
              <a:gd name="connsiteY13" fmla="*/ 231648 h 423672"/>
              <a:gd name="connsiteX14" fmla="*/ 284987 w 717803"/>
              <a:gd name="connsiteY14" fmla="*/ 224028 h 423672"/>
              <a:gd name="connsiteX15" fmla="*/ 272795 w 717803"/>
              <a:gd name="connsiteY15" fmla="*/ 228600 h 423672"/>
              <a:gd name="connsiteX16" fmla="*/ 190500 w 717803"/>
              <a:gd name="connsiteY16" fmla="*/ 297180 h 423672"/>
              <a:gd name="connsiteX17" fmla="*/ 187452 w 717803"/>
              <a:gd name="connsiteY17" fmla="*/ 324612 h 423672"/>
              <a:gd name="connsiteX18" fmla="*/ 202692 w 717803"/>
              <a:gd name="connsiteY18" fmla="*/ 332232 h 423672"/>
              <a:gd name="connsiteX19" fmla="*/ 214884 w 717803"/>
              <a:gd name="connsiteY19" fmla="*/ 327660 h 423672"/>
              <a:gd name="connsiteX20" fmla="*/ 262127 w 717803"/>
              <a:gd name="connsiteY20" fmla="*/ 371856 h 423672"/>
              <a:gd name="connsiteX21" fmla="*/ 321564 w 717803"/>
              <a:gd name="connsiteY21" fmla="*/ 323088 h 423672"/>
              <a:gd name="connsiteX22" fmla="*/ 324612 w 717803"/>
              <a:gd name="connsiteY22" fmla="*/ 295656 h 423672"/>
              <a:gd name="connsiteX23" fmla="*/ 309372 w 717803"/>
              <a:gd name="connsiteY23" fmla="*/ 288036 h 423672"/>
              <a:gd name="connsiteX24" fmla="*/ 297180 w 717803"/>
              <a:gd name="connsiteY24" fmla="*/ 292608 h 423672"/>
              <a:gd name="connsiteX25" fmla="*/ 237744 w 717803"/>
              <a:gd name="connsiteY25" fmla="*/ 341376 h 423672"/>
              <a:gd name="connsiteX26" fmla="*/ 234695 w 717803"/>
              <a:gd name="connsiteY26" fmla="*/ 368808 h 423672"/>
              <a:gd name="connsiteX27" fmla="*/ 249935 w 717803"/>
              <a:gd name="connsiteY27" fmla="*/ 376428 h 423672"/>
              <a:gd name="connsiteX28" fmla="*/ 262127 w 717803"/>
              <a:gd name="connsiteY28" fmla="*/ 371856 h 423672"/>
              <a:gd name="connsiteX29" fmla="*/ 304800 w 717803"/>
              <a:gd name="connsiteY29" fmla="*/ 419100 h 423672"/>
              <a:gd name="connsiteX30" fmla="*/ 339852 w 717803"/>
              <a:gd name="connsiteY30" fmla="*/ 390144 h 423672"/>
              <a:gd name="connsiteX31" fmla="*/ 342900 w 717803"/>
              <a:gd name="connsiteY31" fmla="*/ 362712 h 423672"/>
              <a:gd name="connsiteX32" fmla="*/ 327660 w 717803"/>
              <a:gd name="connsiteY32" fmla="*/ 355092 h 423672"/>
              <a:gd name="connsiteX33" fmla="*/ 315467 w 717803"/>
              <a:gd name="connsiteY33" fmla="*/ 359664 h 423672"/>
              <a:gd name="connsiteX34" fmla="*/ 280415 w 717803"/>
              <a:gd name="connsiteY34" fmla="*/ 388620 h 423672"/>
              <a:gd name="connsiteX35" fmla="*/ 277367 w 717803"/>
              <a:gd name="connsiteY35" fmla="*/ 416052 h 423672"/>
              <a:gd name="connsiteX36" fmla="*/ 292607 w 717803"/>
              <a:gd name="connsiteY36" fmla="*/ 423672 h 423672"/>
              <a:gd name="connsiteX37" fmla="*/ 304800 w 717803"/>
              <a:gd name="connsiteY37" fmla="*/ 419100 h 423672"/>
              <a:gd name="connsiteX38" fmla="*/ 637032 w 717803"/>
              <a:gd name="connsiteY38" fmla="*/ 172212 h 423672"/>
              <a:gd name="connsiteX39" fmla="*/ 717804 w 717803"/>
              <a:gd name="connsiteY39" fmla="*/ 129540 h 423672"/>
              <a:gd name="connsiteX40" fmla="*/ 658367 w 717803"/>
              <a:gd name="connsiteY40" fmla="*/ 16764 h 423672"/>
              <a:gd name="connsiteX41" fmla="*/ 571500 w 717803"/>
              <a:gd name="connsiteY41" fmla="*/ 62484 h 423672"/>
              <a:gd name="connsiteX42" fmla="*/ 633984 w 717803"/>
              <a:gd name="connsiteY42" fmla="*/ 169164 h 423672"/>
              <a:gd name="connsiteX43" fmla="*/ 637032 w 717803"/>
              <a:gd name="connsiteY43" fmla="*/ 172212 h 423672"/>
              <a:gd name="connsiteX44" fmla="*/ 565404 w 717803"/>
              <a:gd name="connsiteY44" fmla="*/ 216408 h 423672"/>
              <a:gd name="connsiteX45" fmla="*/ 577595 w 717803"/>
              <a:gd name="connsiteY45" fmla="*/ 199644 h 423672"/>
              <a:gd name="connsiteX46" fmla="*/ 612647 w 717803"/>
              <a:gd name="connsiteY46" fmla="*/ 176784 h 423672"/>
              <a:gd name="connsiteX47" fmla="*/ 550164 w 717803"/>
              <a:gd name="connsiteY47" fmla="*/ 68580 h 423672"/>
              <a:gd name="connsiteX48" fmla="*/ 385572 w 717803"/>
              <a:gd name="connsiteY48" fmla="*/ 38100 h 423672"/>
              <a:gd name="connsiteX49" fmla="*/ 347472 w 717803"/>
              <a:gd name="connsiteY49" fmla="*/ 39624 h 423672"/>
              <a:gd name="connsiteX50" fmla="*/ 345947 w 717803"/>
              <a:gd name="connsiteY50" fmla="*/ 39624 h 423672"/>
              <a:gd name="connsiteX51" fmla="*/ 336804 w 717803"/>
              <a:gd name="connsiteY51" fmla="*/ 41148 h 423672"/>
              <a:gd name="connsiteX52" fmla="*/ 225552 w 717803"/>
              <a:gd name="connsiteY52" fmla="*/ 97536 h 423672"/>
              <a:gd name="connsiteX53" fmla="*/ 216407 w 717803"/>
              <a:gd name="connsiteY53" fmla="*/ 108204 h 423672"/>
              <a:gd name="connsiteX54" fmla="*/ 217932 w 717803"/>
              <a:gd name="connsiteY54" fmla="*/ 123444 h 423672"/>
              <a:gd name="connsiteX55" fmla="*/ 234695 w 717803"/>
              <a:gd name="connsiteY55" fmla="*/ 134112 h 423672"/>
              <a:gd name="connsiteX56" fmla="*/ 243840 w 717803"/>
              <a:gd name="connsiteY56" fmla="*/ 132588 h 423672"/>
              <a:gd name="connsiteX57" fmla="*/ 356615 w 717803"/>
              <a:gd name="connsiteY57" fmla="*/ 76200 h 423672"/>
              <a:gd name="connsiteX58" fmla="*/ 359664 w 717803"/>
              <a:gd name="connsiteY58" fmla="*/ 74676 h 423672"/>
              <a:gd name="connsiteX59" fmla="*/ 362712 w 717803"/>
              <a:gd name="connsiteY59" fmla="*/ 76200 h 423672"/>
              <a:gd name="connsiteX60" fmla="*/ 547115 w 717803"/>
              <a:gd name="connsiteY60" fmla="*/ 240792 h 423672"/>
              <a:gd name="connsiteX61" fmla="*/ 565404 w 717803"/>
              <a:gd name="connsiteY61" fmla="*/ 216408 h 423672"/>
              <a:gd name="connsiteX62" fmla="*/ 377952 w 717803"/>
              <a:gd name="connsiteY62" fmla="*/ 417576 h 423672"/>
              <a:gd name="connsiteX63" fmla="*/ 387095 w 717803"/>
              <a:gd name="connsiteY63" fmla="*/ 391668 h 423672"/>
              <a:gd name="connsiteX64" fmla="*/ 371855 w 717803"/>
              <a:gd name="connsiteY64" fmla="*/ 377952 h 423672"/>
              <a:gd name="connsiteX65" fmla="*/ 356615 w 717803"/>
              <a:gd name="connsiteY65" fmla="*/ 406908 h 423672"/>
              <a:gd name="connsiteX66" fmla="*/ 355092 w 717803"/>
              <a:gd name="connsiteY66" fmla="*/ 408432 h 423672"/>
              <a:gd name="connsiteX67" fmla="*/ 368807 w 717803"/>
              <a:gd name="connsiteY67" fmla="*/ 419100 h 423672"/>
              <a:gd name="connsiteX68" fmla="*/ 377952 w 717803"/>
              <a:gd name="connsiteY68" fmla="*/ 417576 h 423672"/>
              <a:gd name="connsiteX69" fmla="*/ 437387 w 717803"/>
              <a:gd name="connsiteY69" fmla="*/ 387096 h 423672"/>
              <a:gd name="connsiteX70" fmla="*/ 446532 w 717803"/>
              <a:gd name="connsiteY70" fmla="*/ 364236 h 423672"/>
              <a:gd name="connsiteX71" fmla="*/ 445007 w 717803"/>
              <a:gd name="connsiteY71" fmla="*/ 361188 h 423672"/>
              <a:gd name="connsiteX72" fmla="*/ 402335 w 717803"/>
              <a:gd name="connsiteY72" fmla="*/ 316992 h 423672"/>
              <a:gd name="connsiteX73" fmla="*/ 423672 w 717803"/>
              <a:gd name="connsiteY73" fmla="*/ 300228 h 423672"/>
              <a:gd name="connsiteX74" fmla="*/ 472440 w 717803"/>
              <a:gd name="connsiteY74" fmla="*/ 348996 h 423672"/>
              <a:gd name="connsiteX75" fmla="*/ 477012 w 717803"/>
              <a:gd name="connsiteY75" fmla="*/ 352044 h 423672"/>
              <a:gd name="connsiteX76" fmla="*/ 492252 w 717803"/>
              <a:gd name="connsiteY76" fmla="*/ 361188 h 423672"/>
              <a:gd name="connsiteX77" fmla="*/ 501395 w 717803"/>
              <a:gd name="connsiteY77" fmla="*/ 359664 h 423672"/>
              <a:gd name="connsiteX78" fmla="*/ 512064 w 717803"/>
              <a:gd name="connsiteY78" fmla="*/ 342900 h 423672"/>
              <a:gd name="connsiteX79" fmla="*/ 507492 w 717803"/>
              <a:gd name="connsiteY79" fmla="*/ 330708 h 423672"/>
              <a:gd name="connsiteX80" fmla="*/ 457200 w 717803"/>
              <a:gd name="connsiteY80" fmla="*/ 277368 h 423672"/>
              <a:gd name="connsiteX81" fmla="*/ 478535 w 717803"/>
              <a:gd name="connsiteY81" fmla="*/ 262128 h 423672"/>
              <a:gd name="connsiteX82" fmla="*/ 528827 w 717803"/>
              <a:gd name="connsiteY82" fmla="*/ 313944 h 423672"/>
              <a:gd name="connsiteX83" fmla="*/ 530352 w 717803"/>
              <a:gd name="connsiteY83" fmla="*/ 315468 h 423672"/>
              <a:gd name="connsiteX84" fmla="*/ 547115 w 717803"/>
              <a:gd name="connsiteY84" fmla="*/ 326136 h 423672"/>
              <a:gd name="connsiteX85" fmla="*/ 556260 w 717803"/>
              <a:gd name="connsiteY85" fmla="*/ 324612 h 423672"/>
              <a:gd name="connsiteX86" fmla="*/ 563880 w 717803"/>
              <a:gd name="connsiteY86" fmla="*/ 298704 h 423672"/>
              <a:gd name="connsiteX87" fmla="*/ 518160 w 717803"/>
              <a:gd name="connsiteY87" fmla="*/ 248412 h 423672"/>
              <a:gd name="connsiteX88" fmla="*/ 356615 w 717803"/>
              <a:gd name="connsiteY88" fmla="*/ 103632 h 423672"/>
              <a:gd name="connsiteX89" fmla="*/ 254507 w 717803"/>
              <a:gd name="connsiteY89" fmla="*/ 155448 h 423672"/>
              <a:gd name="connsiteX90" fmla="*/ 233172 w 717803"/>
              <a:gd name="connsiteY90" fmla="*/ 160020 h 423672"/>
              <a:gd name="connsiteX91" fmla="*/ 198120 w 717803"/>
              <a:gd name="connsiteY91" fmla="*/ 141732 h 423672"/>
              <a:gd name="connsiteX92" fmla="*/ 192024 w 717803"/>
              <a:gd name="connsiteY92" fmla="*/ 105156 h 423672"/>
              <a:gd name="connsiteX93" fmla="*/ 214884 w 717803"/>
              <a:gd name="connsiteY93" fmla="*/ 76200 h 423672"/>
              <a:gd name="connsiteX94" fmla="*/ 225552 w 717803"/>
              <a:gd name="connsiteY94" fmla="*/ 71628 h 423672"/>
              <a:gd name="connsiteX95" fmla="*/ 175260 w 717803"/>
              <a:gd name="connsiteY95" fmla="*/ 76200 h 423672"/>
              <a:gd name="connsiteX96" fmla="*/ 88392 w 717803"/>
              <a:gd name="connsiteY96" fmla="*/ 166116 h 423672"/>
              <a:gd name="connsiteX97" fmla="*/ 140207 w 717803"/>
              <a:gd name="connsiteY97" fmla="*/ 225552 h 423672"/>
              <a:gd name="connsiteX98" fmla="*/ 205740 w 717803"/>
              <a:gd name="connsiteY98" fmla="*/ 172212 h 423672"/>
              <a:gd name="connsiteX99" fmla="*/ 233172 w 717803"/>
              <a:gd name="connsiteY99" fmla="*/ 161544 h 423672"/>
              <a:gd name="connsiteX100" fmla="*/ 266700 w 717803"/>
              <a:gd name="connsiteY100" fmla="*/ 176784 h 423672"/>
              <a:gd name="connsiteX101" fmla="*/ 275844 w 717803"/>
              <a:gd name="connsiteY101" fmla="*/ 201168 h 423672"/>
              <a:gd name="connsiteX102" fmla="*/ 286512 w 717803"/>
              <a:gd name="connsiteY102" fmla="*/ 199644 h 423672"/>
              <a:gd name="connsiteX103" fmla="*/ 320040 w 717803"/>
              <a:gd name="connsiteY103" fmla="*/ 214884 h 423672"/>
              <a:gd name="connsiteX104" fmla="*/ 323087 w 717803"/>
              <a:gd name="connsiteY104" fmla="*/ 265176 h 423672"/>
              <a:gd name="connsiteX105" fmla="*/ 342900 w 717803"/>
              <a:gd name="connsiteY105" fmla="*/ 278892 h 423672"/>
              <a:gd name="connsiteX106" fmla="*/ 342900 w 717803"/>
              <a:gd name="connsiteY106" fmla="*/ 333756 h 423672"/>
              <a:gd name="connsiteX107" fmla="*/ 359664 w 717803"/>
              <a:gd name="connsiteY107" fmla="*/ 345948 h 423672"/>
              <a:gd name="connsiteX108" fmla="*/ 368807 w 717803"/>
              <a:gd name="connsiteY108" fmla="*/ 339852 h 423672"/>
              <a:gd name="connsiteX109" fmla="*/ 408432 w 717803"/>
              <a:gd name="connsiteY109" fmla="*/ 376428 h 423672"/>
              <a:gd name="connsiteX110" fmla="*/ 416052 w 717803"/>
              <a:gd name="connsiteY110" fmla="*/ 382524 h 423672"/>
              <a:gd name="connsiteX111" fmla="*/ 428244 w 717803"/>
              <a:gd name="connsiteY111" fmla="*/ 388620 h 423672"/>
              <a:gd name="connsiteX112" fmla="*/ 437387 w 717803"/>
              <a:gd name="connsiteY112" fmla="*/ 387096 h 423672"/>
              <a:gd name="connsiteX113" fmla="*/ 62484 w 717803"/>
              <a:gd name="connsiteY113" fmla="*/ 155448 h 423672"/>
              <a:gd name="connsiteX114" fmla="*/ 153924 w 717803"/>
              <a:gd name="connsiteY114" fmla="*/ 60960 h 423672"/>
              <a:gd name="connsiteX115" fmla="*/ 92964 w 717803"/>
              <a:gd name="connsiteY115" fmla="*/ 0 h 423672"/>
              <a:gd name="connsiteX116" fmla="*/ 0 w 717803"/>
              <a:gd name="connsiteY116" fmla="*/ 92964 h 423672"/>
              <a:gd name="connsiteX117" fmla="*/ 62484 w 717803"/>
              <a:gd name="connsiteY117" fmla="*/ 155448 h 4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717803" h="423672">
                <a:moveTo>
                  <a:pt x="166115" y="278892"/>
                </a:moveTo>
                <a:cubicBezTo>
                  <a:pt x="160020" y="278892"/>
                  <a:pt x="155447" y="275844"/>
                  <a:pt x="150875" y="271272"/>
                </a:cubicBezTo>
                <a:cubicBezTo>
                  <a:pt x="147827" y="266700"/>
                  <a:pt x="146304" y="262128"/>
                  <a:pt x="146304" y="257556"/>
                </a:cubicBezTo>
                <a:cubicBezTo>
                  <a:pt x="146304" y="252984"/>
                  <a:pt x="149352" y="248412"/>
                  <a:pt x="153924" y="243840"/>
                </a:cubicBezTo>
                <a:lnTo>
                  <a:pt x="217932" y="190500"/>
                </a:lnTo>
                <a:cubicBezTo>
                  <a:pt x="220980" y="187452"/>
                  <a:pt x="225552" y="185928"/>
                  <a:pt x="230124" y="185928"/>
                </a:cubicBezTo>
                <a:cubicBezTo>
                  <a:pt x="236220" y="185928"/>
                  <a:pt x="240792" y="188976"/>
                  <a:pt x="245364" y="193548"/>
                </a:cubicBezTo>
                <a:cubicBezTo>
                  <a:pt x="248412" y="198120"/>
                  <a:pt x="249935" y="202692"/>
                  <a:pt x="249935" y="207264"/>
                </a:cubicBezTo>
                <a:cubicBezTo>
                  <a:pt x="249935" y="211836"/>
                  <a:pt x="246887" y="216408"/>
                  <a:pt x="242315" y="220980"/>
                </a:cubicBezTo>
                <a:lnTo>
                  <a:pt x="178307" y="274320"/>
                </a:lnTo>
                <a:cubicBezTo>
                  <a:pt x="175260" y="277368"/>
                  <a:pt x="170687" y="278892"/>
                  <a:pt x="166115" y="278892"/>
                </a:cubicBezTo>
                <a:close/>
                <a:moveTo>
                  <a:pt x="214884" y="327660"/>
                </a:moveTo>
                <a:lnTo>
                  <a:pt x="297180" y="259080"/>
                </a:lnTo>
                <a:cubicBezTo>
                  <a:pt x="304800" y="252984"/>
                  <a:pt x="306324" y="239268"/>
                  <a:pt x="300227" y="231648"/>
                </a:cubicBezTo>
                <a:cubicBezTo>
                  <a:pt x="297180" y="227076"/>
                  <a:pt x="291084" y="224028"/>
                  <a:pt x="284987" y="224028"/>
                </a:cubicBezTo>
                <a:cubicBezTo>
                  <a:pt x="280415" y="224028"/>
                  <a:pt x="275844" y="225552"/>
                  <a:pt x="272795" y="228600"/>
                </a:cubicBezTo>
                <a:lnTo>
                  <a:pt x="190500" y="297180"/>
                </a:lnTo>
                <a:cubicBezTo>
                  <a:pt x="182880" y="303276"/>
                  <a:pt x="181355" y="316992"/>
                  <a:pt x="187452" y="324612"/>
                </a:cubicBezTo>
                <a:cubicBezTo>
                  <a:pt x="190500" y="329184"/>
                  <a:pt x="196595" y="332232"/>
                  <a:pt x="202692" y="332232"/>
                </a:cubicBezTo>
                <a:cubicBezTo>
                  <a:pt x="207264" y="332232"/>
                  <a:pt x="211835" y="330708"/>
                  <a:pt x="214884" y="327660"/>
                </a:cubicBezTo>
                <a:close/>
                <a:moveTo>
                  <a:pt x="262127" y="371856"/>
                </a:moveTo>
                <a:lnTo>
                  <a:pt x="321564" y="323088"/>
                </a:lnTo>
                <a:cubicBezTo>
                  <a:pt x="329184" y="316992"/>
                  <a:pt x="330707" y="303276"/>
                  <a:pt x="324612" y="295656"/>
                </a:cubicBezTo>
                <a:cubicBezTo>
                  <a:pt x="321564" y="291084"/>
                  <a:pt x="315467" y="288036"/>
                  <a:pt x="309372" y="288036"/>
                </a:cubicBezTo>
                <a:cubicBezTo>
                  <a:pt x="304800" y="288036"/>
                  <a:pt x="300227" y="289560"/>
                  <a:pt x="297180" y="292608"/>
                </a:cubicBezTo>
                <a:lnTo>
                  <a:pt x="237744" y="341376"/>
                </a:lnTo>
                <a:cubicBezTo>
                  <a:pt x="230124" y="347472"/>
                  <a:pt x="228600" y="361188"/>
                  <a:pt x="234695" y="368808"/>
                </a:cubicBezTo>
                <a:cubicBezTo>
                  <a:pt x="237744" y="373380"/>
                  <a:pt x="243840" y="376428"/>
                  <a:pt x="249935" y="376428"/>
                </a:cubicBezTo>
                <a:cubicBezTo>
                  <a:pt x="254507" y="376428"/>
                  <a:pt x="259080" y="374904"/>
                  <a:pt x="262127" y="371856"/>
                </a:cubicBezTo>
                <a:close/>
                <a:moveTo>
                  <a:pt x="304800" y="419100"/>
                </a:moveTo>
                <a:lnTo>
                  <a:pt x="339852" y="390144"/>
                </a:lnTo>
                <a:cubicBezTo>
                  <a:pt x="347472" y="384048"/>
                  <a:pt x="348995" y="370332"/>
                  <a:pt x="342900" y="362712"/>
                </a:cubicBezTo>
                <a:cubicBezTo>
                  <a:pt x="339852" y="358140"/>
                  <a:pt x="333755" y="355092"/>
                  <a:pt x="327660" y="355092"/>
                </a:cubicBezTo>
                <a:cubicBezTo>
                  <a:pt x="323087" y="355092"/>
                  <a:pt x="318515" y="356616"/>
                  <a:pt x="315467" y="359664"/>
                </a:cubicBezTo>
                <a:lnTo>
                  <a:pt x="280415" y="388620"/>
                </a:lnTo>
                <a:cubicBezTo>
                  <a:pt x="272795" y="394716"/>
                  <a:pt x="271272" y="408432"/>
                  <a:pt x="277367" y="416052"/>
                </a:cubicBezTo>
                <a:cubicBezTo>
                  <a:pt x="280415" y="420624"/>
                  <a:pt x="286512" y="423672"/>
                  <a:pt x="292607" y="423672"/>
                </a:cubicBezTo>
                <a:cubicBezTo>
                  <a:pt x="297180" y="423672"/>
                  <a:pt x="301752" y="422148"/>
                  <a:pt x="304800" y="419100"/>
                </a:cubicBezTo>
                <a:close/>
                <a:moveTo>
                  <a:pt x="637032" y="172212"/>
                </a:moveTo>
                <a:lnTo>
                  <a:pt x="717804" y="129540"/>
                </a:lnTo>
                <a:lnTo>
                  <a:pt x="658367" y="16764"/>
                </a:lnTo>
                <a:cubicBezTo>
                  <a:pt x="624840" y="33528"/>
                  <a:pt x="586740" y="54864"/>
                  <a:pt x="571500" y="62484"/>
                </a:cubicBezTo>
                <a:cubicBezTo>
                  <a:pt x="580644" y="76200"/>
                  <a:pt x="597407" y="106680"/>
                  <a:pt x="633984" y="169164"/>
                </a:cubicBezTo>
                <a:lnTo>
                  <a:pt x="637032" y="172212"/>
                </a:lnTo>
                <a:close/>
                <a:moveTo>
                  <a:pt x="565404" y="216408"/>
                </a:moveTo>
                <a:cubicBezTo>
                  <a:pt x="569975" y="208788"/>
                  <a:pt x="574547" y="202692"/>
                  <a:pt x="577595" y="199644"/>
                </a:cubicBezTo>
                <a:cubicBezTo>
                  <a:pt x="583692" y="195072"/>
                  <a:pt x="600455" y="184404"/>
                  <a:pt x="612647" y="176784"/>
                </a:cubicBezTo>
                <a:cubicBezTo>
                  <a:pt x="600455" y="156972"/>
                  <a:pt x="563880" y="92964"/>
                  <a:pt x="550164" y="68580"/>
                </a:cubicBezTo>
                <a:cubicBezTo>
                  <a:pt x="484632" y="42672"/>
                  <a:pt x="425195" y="38100"/>
                  <a:pt x="385572" y="38100"/>
                </a:cubicBezTo>
                <a:cubicBezTo>
                  <a:pt x="373380" y="38100"/>
                  <a:pt x="359664" y="38100"/>
                  <a:pt x="347472" y="39624"/>
                </a:cubicBezTo>
                <a:lnTo>
                  <a:pt x="345947" y="39624"/>
                </a:lnTo>
                <a:cubicBezTo>
                  <a:pt x="342900" y="39624"/>
                  <a:pt x="339852" y="39624"/>
                  <a:pt x="336804" y="41148"/>
                </a:cubicBezTo>
                <a:lnTo>
                  <a:pt x="225552" y="97536"/>
                </a:lnTo>
                <a:cubicBezTo>
                  <a:pt x="220980" y="100584"/>
                  <a:pt x="217932" y="103632"/>
                  <a:pt x="216407" y="108204"/>
                </a:cubicBezTo>
                <a:cubicBezTo>
                  <a:pt x="214884" y="112776"/>
                  <a:pt x="214884" y="118872"/>
                  <a:pt x="217932" y="123444"/>
                </a:cubicBezTo>
                <a:cubicBezTo>
                  <a:pt x="220980" y="129540"/>
                  <a:pt x="228600" y="134112"/>
                  <a:pt x="234695" y="134112"/>
                </a:cubicBezTo>
                <a:cubicBezTo>
                  <a:pt x="237744" y="134112"/>
                  <a:pt x="240792" y="134112"/>
                  <a:pt x="243840" y="132588"/>
                </a:cubicBezTo>
                <a:lnTo>
                  <a:pt x="356615" y="76200"/>
                </a:lnTo>
                <a:lnTo>
                  <a:pt x="359664" y="74676"/>
                </a:lnTo>
                <a:lnTo>
                  <a:pt x="362712" y="76200"/>
                </a:lnTo>
                <a:cubicBezTo>
                  <a:pt x="434340" y="124968"/>
                  <a:pt x="527304" y="219456"/>
                  <a:pt x="547115" y="240792"/>
                </a:cubicBezTo>
                <a:cubicBezTo>
                  <a:pt x="551687" y="237744"/>
                  <a:pt x="559307" y="225552"/>
                  <a:pt x="565404" y="216408"/>
                </a:cubicBezTo>
                <a:close/>
                <a:moveTo>
                  <a:pt x="377952" y="417576"/>
                </a:moveTo>
                <a:cubicBezTo>
                  <a:pt x="387095" y="413004"/>
                  <a:pt x="391667" y="402336"/>
                  <a:pt x="387095" y="391668"/>
                </a:cubicBezTo>
                <a:lnTo>
                  <a:pt x="371855" y="377952"/>
                </a:lnTo>
                <a:cubicBezTo>
                  <a:pt x="370332" y="390144"/>
                  <a:pt x="365760" y="399288"/>
                  <a:pt x="356615" y="406908"/>
                </a:cubicBezTo>
                <a:lnTo>
                  <a:pt x="355092" y="408432"/>
                </a:lnTo>
                <a:cubicBezTo>
                  <a:pt x="361187" y="414528"/>
                  <a:pt x="367284" y="419100"/>
                  <a:pt x="368807" y="419100"/>
                </a:cubicBezTo>
                <a:cubicBezTo>
                  <a:pt x="371855" y="419100"/>
                  <a:pt x="374904" y="419100"/>
                  <a:pt x="377952" y="417576"/>
                </a:cubicBezTo>
                <a:close/>
                <a:moveTo>
                  <a:pt x="437387" y="387096"/>
                </a:moveTo>
                <a:cubicBezTo>
                  <a:pt x="446532" y="382524"/>
                  <a:pt x="449580" y="373380"/>
                  <a:pt x="446532" y="364236"/>
                </a:cubicBezTo>
                <a:cubicBezTo>
                  <a:pt x="446532" y="362712"/>
                  <a:pt x="445007" y="361188"/>
                  <a:pt x="445007" y="361188"/>
                </a:cubicBezTo>
                <a:lnTo>
                  <a:pt x="402335" y="316992"/>
                </a:lnTo>
                <a:lnTo>
                  <a:pt x="423672" y="300228"/>
                </a:lnTo>
                <a:lnTo>
                  <a:pt x="472440" y="348996"/>
                </a:lnTo>
                <a:lnTo>
                  <a:pt x="477012" y="352044"/>
                </a:lnTo>
                <a:cubicBezTo>
                  <a:pt x="484632" y="358140"/>
                  <a:pt x="486155" y="361188"/>
                  <a:pt x="492252" y="361188"/>
                </a:cubicBezTo>
                <a:cubicBezTo>
                  <a:pt x="495300" y="361188"/>
                  <a:pt x="498347" y="361188"/>
                  <a:pt x="501395" y="359664"/>
                </a:cubicBezTo>
                <a:cubicBezTo>
                  <a:pt x="507492" y="356616"/>
                  <a:pt x="512064" y="350520"/>
                  <a:pt x="512064" y="342900"/>
                </a:cubicBezTo>
                <a:cubicBezTo>
                  <a:pt x="512064" y="338328"/>
                  <a:pt x="510540" y="335280"/>
                  <a:pt x="507492" y="330708"/>
                </a:cubicBezTo>
                <a:lnTo>
                  <a:pt x="457200" y="277368"/>
                </a:lnTo>
                <a:lnTo>
                  <a:pt x="478535" y="262128"/>
                </a:lnTo>
                <a:lnTo>
                  <a:pt x="528827" y="313944"/>
                </a:lnTo>
                <a:lnTo>
                  <a:pt x="530352" y="315468"/>
                </a:lnTo>
                <a:cubicBezTo>
                  <a:pt x="537972" y="323088"/>
                  <a:pt x="541020" y="326136"/>
                  <a:pt x="547115" y="326136"/>
                </a:cubicBezTo>
                <a:cubicBezTo>
                  <a:pt x="550164" y="326136"/>
                  <a:pt x="553212" y="326136"/>
                  <a:pt x="556260" y="324612"/>
                </a:cubicBezTo>
                <a:cubicBezTo>
                  <a:pt x="565404" y="320040"/>
                  <a:pt x="569975" y="309372"/>
                  <a:pt x="563880" y="298704"/>
                </a:cubicBezTo>
                <a:lnTo>
                  <a:pt x="518160" y="248412"/>
                </a:lnTo>
                <a:cubicBezTo>
                  <a:pt x="489204" y="219456"/>
                  <a:pt x="417575" y="146304"/>
                  <a:pt x="356615" y="103632"/>
                </a:cubicBezTo>
                <a:lnTo>
                  <a:pt x="254507" y="155448"/>
                </a:lnTo>
                <a:cubicBezTo>
                  <a:pt x="248412" y="158496"/>
                  <a:pt x="242315" y="160020"/>
                  <a:pt x="233172" y="160020"/>
                </a:cubicBezTo>
                <a:cubicBezTo>
                  <a:pt x="219455" y="160020"/>
                  <a:pt x="205740" y="152400"/>
                  <a:pt x="198120" y="141732"/>
                </a:cubicBezTo>
                <a:cubicBezTo>
                  <a:pt x="190500" y="131064"/>
                  <a:pt x="187452" y="117348"/>
                  <a:pt x="192024" y="105156"/>
                </a:cubicBezTo>
                <a:cubicBezTo>
                  <a:pt x="195072" y="92964"/>
                  <a:pt x="204215" y="82296"/>
                  <a:pt x="214884" y="76200"/>
                </a:cubicBezTo>
                <a:lnTo>
                  <a:pt x="225552" y="71628"/>
                </a:lnTo>
                <a:lnTo>
                  <a:pt x="175260" y="76200"/>
                </a:lnTo>
                <a:lnTo>
                  <a:pt x="88392" y="166116"/>
                </a:lnTo>
                <a:lnTo>
                  <a:pt x="140207" y="225552"/>
                </a:lnTo>
                <a:cubicBezTo>
                  <a:pt x="140207" y="225552"/>
                  <a:pt x="205740" y="172212"/>
                  <a:pt x="205740" y="172212"/>
                </a:cubicBezTo>
                <a:cubicBezTo>
                  <a:pt x="213360" y="166116"/>
                  <a:pt x="224027" y="161544"/>
                  <a:pt x="233172" y="161544"/>
                </a:cubicBezTo>
                <a:cubicBezTo>
                  <a:pt x="246887" y="161544"/>
                  <a:pt x="259080" y="167640"/>
                  <a:pt x="266700" y="176784"/>
                </a:cubicBezTo>
                <a:cubicBezTo>
                  <a:pt x="272795" y="182880"/>
                  <a:pt x="275844" y="192024"/>
                  <a:pt x="275844" y="201168"/>
                </a:cubicBezTo>
                <a:cubicBezTo>
                  <a:pt x="278892" y="199644"/>
                  <a:pt x="283464" y="199644"/>
                  <a:pt x="286512" y="199644"/>
                </a:cubicBezTo>
                <a:cubicBezTo>
                  <a:pt x="300227" y="199644"/>
                  <a:pt x="312420" y="205740"/>
                  <a:pt x="320040" y="214884"/>
                </a:cubicBezTo>
                <a:cubicBezTo>
                  <a:pt x="332232" y="228600"/>
                  <a:pt x="333755" y="249936"/>
                  <a:pt x="323087" y="265176"/>
                </a:cubicBezTo>
                <a:cubicBezTo>
                  <a:pt x="330707" y="268224"/>
                  <a:pt x="338327" y="272796"/>
                  <a:pt x="342900" y="278892"/>
                </a:cubicBezTo>
                <a:cubicBezTo>
                  <a:pt x="356615" y="295656"/>
                  <a:pt x="356615" y="318516"/>
                  <a:pt x="342900" y="333756"/>
                </a:cubicBezTo>
                <a:cubicBezTo>
                  <a:pt x="348995" y="336804"/>
                  <a:pt x="355092" y="339852"/>
                  <a:pt x="359664" y="345948"/>
                </a:cubicBezTo>
                <a:lnTo>
                  <a:pt x="368807" y="339852"/>
                </a:lnTo>
                <a:lnTo>
                  <a:pt x="408432" y="376428"/>
                </a:lnTo>
                <a:cubicBezTo>
                  <a:pt x="411480" y="377952"/>
                  <a:pt x="413004" y="381000"/>
                  <a:pt x="416052" y="382524"/>
                </a:cubicBezTo>
                <a:cubicBezTo>
                  <a:pt x="422147" y="387096"/>
                  <a:pt x="423672" y="388620"/>
                  <a:pt x="428244" y="388620"/>
                </a:cubicBezTo>
                <a:cubicBezTo>
                  <a:pt x="431292" y="388620"/>
                  <a:pt x="434340" y="388620"/>
                  <a:pt x="437387" y="387096"/>
                </a:cubicBezTo>
                <a:close/>
                <a:moveTo>
                  <a:pt x="62484" y="155448"/>
                </a:moveTo>
                <a:lnTo>
                  <a:pt x="153924" y="60960"/>
                </a:lnTo>
                <a:lnTo>
                  <a:pt x="92964" y="0"/>
                </a:lnTo>
                <a:lnTo>
                  <a:pt x="0" y="92964"/>
                </a:lnTo>
                <a:lnTo>
                  <a:pt x="62484" y="155448"/>
                </a:ln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6" name="任意多边形: 形状 23"/>
          <p:cNvSpPr/>
          <p:nvPr/>
        </p:nvSpPr>
        <p:spPr>
          <a:xfrm>
            <a:off x="3691167" y="2099426"/>
            <a:ext cx="383939" cy="553588"/>
          </a:xfrm>
          <a:custGeom>
            <a:avLst/>
            <a:gdLst>
              <a:gd name="connsiteX0" fmla="*/ 179832 w 393191"/>
              <a:gd name="connsiteY0" fmla="*/ 278892 h 566927"/>
              <a:gd name="connsiteX1" fmla="*/ 213360 w 393191"/>
              <a:gd name="connsiteY1" fmla="*/ 278892 h 566927"/>
              <a:gd name="connsiteX2" fmla="*/ 213360 w 393191"/>
              <a:gd name="connsiteY2" fmla="*/ 449580 h 566927"/>
              <a:gd name="connsiteX3" fmla="*/ 179832 w 393191"/>
              <a:gd name="connsiteY3" fmla="*/ 449580 h 566927"/>
              <a:gd name="connsiteX4" fmla="*/ 179832 w 393191"/>
              <a:gd name="connsiteY4" fmla="*/ 278892 h 566927"/>
              <a:gd name="connsiteX5" fmla="*/ 196596 w 393191"/>
              <a:gd name="connsiteY5" fmla="*/ 0 h 566927"/>
              <a:gd name="connsiteX6" fmla="*/ 0 w 393191"/>
              <a:gd name="connsiteY6" fmla="*/ 198120 h 566927"/>
              <a:gd name="connsiteX7" fmla="*/ 39624 w 393191"/>
              <a:gd name="connsiteY7" fmla="*/ 316992 h 566927"/>
              <a:gd name="connsiteX8" fmla="*/ 85344 w 393191"/>
              <a:gd name="connsiteY8" fmla="*/ 408432 h 566927"/>
              <a:gd name="connsiteX9" fmla="*/ 124968 w 393191"/>
              <a:gd name="connsiteY9" fmla="*/ 448056 h 566927"/>
              <a:gd name="connsiteX10" fmla="*/ 147828 w 393191"/>
              <a:gd name="connsiteY10" fmla="*/ 448056 h 566927"/>
              <a:gd name="connsiteX11" fmla="*/ 147828 w 393191"/>
              <a:gd name="connsiteY11" fmla="*/ 277368 h 566927"/>
              <a:gd name="connsiteX12" fmla="*/ 120396 w 393191"/>
              <a:gd name="connsiteY12" fmla="*/ 277368 h 566927"/>
              <a:gd name="connsiteX13" fmla="*/ 62484 w 393191"/>
              <a:gd name="connsiteY13" fmla="*/ 219456 h 566927"/>
              <a:gd name="connsiteX14" fmla="*/ 120396 w 393191"/>
              <a:gd name="connsiteY14" fmla="*/ 161544 h 566927"/>
              <a:gd name="connsiteX15" fmla="*/ 178308 w 393191"/>
              <a:gd name="connsiteY15" fmla="*/ 219456 h 566927"/>
              <a:gd name="connsiteX16" fmla="*/ 170688 w 393191"/>
              <a:gd name="connsiteY16" fmla="*/ 246888 h 566927"/>
              <a:gd name="connsiteX17" fmla="*/ 224028 w 393191"/>
              <a:gd name="connsiteY17" fmla="*/ 246888 h 566927"/>
              <a:gd name="connsiteX18" fmla="*/ 216408 w 393191"/>
              <a:gd name="connsiteY18" fmla="*/ 219456 h 566927"/>
              <a:gd name="connsiteX19" fmla="*/ 274320 w 393191"/>
              <a:gd name="connsiteY19" fmla="*/ 161544 h 566927"/>
              <a:gd name="connsiteX20" fmla="*/ 332232 w 393191"/>
              <a:gd name="connsiteY20" fmla="*/ 219456 h 566927"/>
              <a:gd name="connsiteX21" fmla="*/ 274320 w 393191"/>
              <a:gd name="connsiteY21" fmla="*/ 277368 h 566927"/>
              <a:gd name="connsiteX22" fmla="*/ 245364 w 393191"/>
              <a:gd name="connsiteY22" fmla="*/ 277368 h 566927"/>
              <a:gd name="connsiteX23" fmla="*/ 245364 w 393191"/>
              <a:gd name="connsiteY23" fmla="*/ 448056 h 566927"/>
              <a:gd name="connsiteX24" fmla="*/ 268224 w 393191"/>
              <a:gd name="connsiteY24" fmla="*/ 448056 h 566927"/>
              <a:gd name="connsiteX25" fmla="*/ 307848 w 393191"/>
              <a:gd name="connsiteY25" fmla="*/ 408432 h 566927"/>
              <a:gd name="connsiteX26" fmla="*/ 353568 w 393191"/>
              <a:gd name="connsiteY26" fmla="*/ 316992 h 566927"/>
              <a:gd name="connsiteX27" fmla="*/ 393192 w 393191"/>
              <a:gd name="connsiteY27" fmla="*/ 198120 h 566927"/>
              <a:gd name="connsiteX28" fmla="*/ 196596 w 393191"/>
              <a:gd name="connsiteY28" fmla="*/ 0 h 566927"/>
              <a:gd name="connsiteX29" fmla="*/ 92964 w 393191"/>
              <a:gd name="connsiteY29" fmla="*/ 220980 h 566927"/>
              <a:gd name="connsiteX30" fmla="*/ 120396 w 393191"/>
              <a:gd name="connsiteY30" fmla="*/ 248412 h 566927"/>
              <a:gd name="connsiteX31" fmla="*/ 147828 w 393191"/>
              <a:gd name="connsiteY31" fmla="*/ 220980 h 566927"/>
              <a:gd name="connsiteX32" fmla="*/ 120396 w 393191"/>
              <a:gd name="connsiteY32" fmla="*/ 193548 h 566927"/>
              <a:gd name="connsiteX33" fmla="*/ 92964 w 393191"/>
              <a:gd name="connsiteY33" fmla="*/ 220980 h 566927"/>
              <a:gd name="connsiteX34" fmla="*/ 300228 w 393191"/>
              <a:gd name="connsiteY34" fmla="*/ 220980 h 566927"/>
              <a:gd name="connsiteX35" fmla="*/ 272796 w 393191"/>
              <a:gd name="connsiteY35" fmla="*/ 193548 h 566927"/>
              <a:gd name="connsiteX36" fmla="*/ 245364 w 393191"/>
              <a:gd name="connsiteY36" fmla="*/ 220980 h 566927"/>
              <a:gd name="connsiteX37" fmla="*/ 272796 w 393191"/>
              <a:gd name="connsiteY37" fmla="*/ 248412 h 566927"/>
              <a:gd name="connsiteX38" fmla="*/ 300228 w 393191"/>
              <a:gd name="connsiteY38" fmla="*/ 220980 h 566927"/>
              <a:gd name="connsiteX39" fmla="*/ 289560 w 393191"/>
              <a:gd name="connsiteY39" fmla="*/ 495300 h 566927"/>
              <a:gd name="connsiteX40" fmla="*/ 274320 w 393191"/>
              <a:gd name="connsiteY40" fmla="*/ 480060 h 566927"/>
              <a:gd name="connsiteX41" fmla="*/ 120396 w 393191"/>
              <a:gd name="connsiteY41" fmla="*/ 480060 h 566927"/>
              <a:gd name="connsiteX42" fmla="*/ 105156 w 393191"/>
              <a:gd name="connsiteY42" fmla="*/ 495300 h 566927"/>
              <a:gd name="connsiteX43" fmla="*/ 120396 w 393191"/>
              <a:gd name="connsiteY43" fmla="*/ 510540 h 566927"/>
              <a:gd name="connsiteX44" fmla="*/ 274320 w 393191"/>
              <a:gd name="connsiteY44" fmla="*/ 510540 h 566927"/>
              <a:gd name="connsiteX45" fmla="*/ 289560 w 393191"/>
              <a:gd name="connsiteY45" fmla="*/ 495300 h 566927"/>
              <a:gd name="connsiteX46" fmla="*/ 269748 w 393191"/>
              <a:gd name="connsiteY46" fmla="*/ 551688 h 566927"/>
              <a:gd name="connsiteX47" fmla="*/ 254508 w 393191"/>
              <a:gd name="connsiteY47" fmla="*/ 536448 h 566927"/>
              <a:gd name="connsiteX48" fmla="*/ 138684 w 393191"/>
              <a:gd name="connsiteY48" fmla="*/ 536448 h 566927"/>
              <a:gd name="connsiteX49" fmla="*/ 123444 w 393191"/>
              <a:gd name="connsiteY49" fmla="*/ 551688 h 566927"/>
              <a:gd name="connsiteX50" fmla="*/ 138684 w 393191"/>
              <a:gd name="connsiteY50" fmla="*/ 566928 h 566927"/>
              <a:gd name="connsiteX51" fmla="*/ 254508 w 393191"/>
              <a:gd name="connsiteY51" fmla="*/ 566928 h 566927"/>
              <a:gd name="connsiteX52" fmla="*/ 269748 w 393191"/>
              <a:gd name="connsiteY52" fmla="*/ 551688 h 56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93191" h="566927">
                <a:moveTo>
                  <a:pt x="179832" y="278892"/>
                </a:moveTo>
                <a:lnTo>
                  <a:pt x="213360" y="278892"/>
                </a:lnTo>
                <a:lnTo>
                  <a:pt x="213360" y="449580"/>
                </a:lnTo>
                <a:lnTo>
                  <a:pt x="179832" y="449580"/>
                </a:lnTo>
                <a:lnTo>
                  <a:pt x="179832" y="278892"/>
                </a:lnTo>
                <a:close/>
                <a:moveTo>
                  <a:pt x="196596" y="0"/>
                </a:moveTo>
                <a:cubicBezTo>
                  <a:pt x="88392" y="1524"/>
                  <a:pt x="0" y="89916"/>
                  <a:pt x="0" y="198120"/>
                </a:cubicBezTo>
                <a:cubicBezTo>
                  <a:pt x="0" y="242316"/>
                  <a:pt x="15240" y="284988"/>
                  <a:pt x="39624" y="316992"/>
                </a:cubicBezTo>
                <a:cubicBezTo>
                  <a:pt x="74676" y="364236"/>
                  <a:pt x="85344" y="384048"/>
                  <a:pt x="85344" y="408432"/>
                </a:cubicBezTo>
                <a:cubicBezTo>
                  <a:pt x="85344" y="429768"/>
                  <a:pt x="103632" y="448056"/>
                  <a:pt x="124968" y="448056"/>
                </a:cubicBezTo>
                <a:lnTo>
                  <a:pt x="147828" y="448056"/>
                </a:lnTo>
                <a:lnTo>
                  <a:pt x="147828" y="277368"/>
                </a:lnTo>
                <a:lnTo>
                  <a:pt x="120396" y="277368"/>
                </a:lnTo>
                <a:cubicBezTo>
                  <a:pt x="88392" y="277368"/>
                  <a:pt x="62484" y="251460"/>
                  <a:pt x="62484" y="219456"/>
                </a:cubicBezTo>
                <a:cubicBezTo>
                  <a:pt x="62484" y="187452"/>
                  <a:pt x="88392" y="161544"/>
                  <a:pt x="120396" y="161544"/>
                </a:cubicBezTo>
                <a:cubicBezTo>
                  <a:pt x="152400" y="161544"/>
                  <a:pt x="178308" y="187452"/>
                  <a:pt x="178308" y="219456"/>
                </a:cubicBezTo>
                <a:cubicBezTo>
                  <a:pt x="178308" y="228600"/>
                  <a:pt x="175260" y="237744"/>
                  <a:pt x="170688" y="246888"/>
                </a:cubicBezTo>
                <a:lnTo>
                  <a:pt x="224028" y="246888"/>
                </a:lnTo>
                <a:cubicBezTo>
                  <a:pt x="219456" y="239268"/>
                  <a:pt x="216408" y="230124"/>
                  <a:pt x="216408" y="219456"/>
                </a:cubicBezTo>
                <a:cubicBezTo>
                  <a:pt x="216408" y="187452"/>
                  <a:pt x="242316" y="161544"/>
                  <a:pt x="274320" y="161544"/>
                </a:cubicBezTo>
                <a:cubicBezTo>
                  <a:pt x="306324" y="161544"/>
                  <a:pt x="332232" y="187452"/>
                  <a:pt x="332232" y="219456"/>
                </a:cubicBezTo>
                <a:cubicBezTo>
                  <a:pt x="332232" y="251460"/>
                  <a:pt x="306324" y="277368"/>
                  <a:pt x="274320" y="277368"/>
                </a:cubicBezTo>
                <a:lnTo>
                  <a:pt x="245364" y="277368"/>
                </a:lnTo>
                <a:lnTo>
                  <a:pt x="245364" y="448056"/>
                </a:lnTo>
                <a:lnTo>
                  <a:pt x="268224" y="448056"/>
                </a:lnTo>
                <a:cubicBezTo>
                  <a:pt x="289560" y="448056"/>
                  <a:pt x="307848" y="429768"/>
                  <a:pt x="307848" y="408432"/>
                </a:cubicBezTo>
                <a:cubicBezTo>
                  <a:pt x="307848" y="384048"/>
                  <a:pt x="318516" y="364236"/>
                  <a:pt x="353568" y="316992"/>
                </a:cubicBezTo>
                <a:cubicBezTo>
                  <a:pt x="377952" y="283464"/>
                  <a:pt x="393192" y="242316"/>
                  <a:pt x="393192" y="198120"/>
                </a:cubicBezTo>
                <a:cubicBezTo>
                  <a:pt x="393192" y="89916"/>
                  <a:pt x="306324" y="1524"/>
                  <a:pt x="196596" y="0"/>
                </a:cubicBezTo>
                <a:close/>
                <a:moveTo>
                  <a:pt x="92964" y="220980"/>
                </a:moveTo>
                <a:cubicBezTo>
                  <a:pt x="92964" y="236220"/>
                  <a:pt x="105156" y="248412"/>
                  <a:pt x="120396" y="248412"/>
                </a:cubicBezTo>
                <a:cubicBezTo>
                  <a:pt x="135636" y="248412"/>
                  <a:pt x="147828" y="236220"/>
                  <a:pt x="147828" y="220980"/>
                </a:cubicBezTo>
                <a:cubicBezTo>
                  <a:pt x="147828" y="205740"/>
                  <a:pt x="135636" y="193548"/>
                  <a:pt x="120396" y="193548"/>
                </a:cubicBezTo>
                <a:cubicBezTo>
                  <a:pt x="105156" y="195072"/>
                  <a:pt x="92964" y="205740"/>
                  <a:pt x="92964" y="220980"/>
                </a:cubicBezTo>
                <a:close/>
                <a:moveTo>
                  <a:pt x="300228" y="220980"/>
                </a:moveTo>
                <a:cubicBezTo>
                  <a:pt x="300228" y="205740"/>
                  <a:pt x="288036" y="193548"/>
                  <a:pt x="272796" y="193548"/>
                </a:cubicBezTo>
                <a:cubicBezTo>
                  <a:pt x="257556" y="193548"/>
                  <a:pt x="245364" y="205740"/>
                  <a:pt x="245364" y="220980"/>
                </a:cubicBezTo>
                <a:cubicBezTo>
                  <a:pt x="245364" y="236220"/>
                  <a:pt x="257556" y="248412"/>
                  <a:pt x="272796" y="248412"/>
                </a:cubicBezTo>
                <a:cubicBezTo>
                  <a:pt x="288036" y="248412"/>
                  <a:pt x="300228" y="236220"/>
                  <a:pt x="300228" y="220980"/>
                </a:cubicBezTo>
                <a:close/>
                <a:moveTo>
                  <a:pt x="289560" y="495300"/>
                </a:moveTo>
                <a:cubicBezTo>
                  <a:pt x="289560" y="486156"/>
                  <a:pt x="281940" y="480060"/>
                  <a:pt x="274320" y="480060"/>
                </a:cubicBezTo>
                <a:lnTo>
                  <a:pt x="120396" y="480060"/>
                </a:lnTo>
                <a:cubicBezTo>
                  <a:pt x="111252" y="480060"/>
                  <a:pt x="105156" y="487680"/>
                  <a:pt x="105156" y="495300"/>
                </a:cubicBezTo>
                <a:cubicBezTo>
                  <a:pt x="105156" y="502920"/>
                  <a:pt x="112776" y="510540"/>
                  <a:pt x="120396" y="510540"/>
                </a:cubicBezTo>
                <a:lnTo>
                  <a:pt x="274320" y="510540"/>
                </a:lnTo>
                <a:cubicBezTo>
                  <a:pt x="281940" y="512064"/>
                  <a:pt x="289560" y="504444"/>
                  <a:pt x="289560" y="495300"/>
                </a:cubicBezTo>
                <a:close/>
                <a:moveTo>
                  <a:pt x="269748" y="551688"/>
                </a:moveTo>
                <a:cubicBezTo>
                  <a:pt x="269748" y="542544"/>
                  <a:pt x="262128" y="536448"/>
                  <a:pt x="254508" y="536448"/>
                </a:cubicBezTo>
                <a:lnTo>
                  <a:pt x="138684" y="536448"/>
                </a:lnTo>
                <a:cubicBezTo>
                  <a:pt x="129540" y="536448"/>
                  <a:pt x="123444" y="544068"/>
                  <a:pt x="123444" y="551688"/>
                </a:cubicBezTo>
                <a:cubicBezTo>
                  <a:pt x="123444" y="559308"/>
                  <a:pt x="131064" y="566928"/>
                  <a:pt x="138684" y="566928"/>
                </a:cubicBezTo>
                <a:lnTo>
                  <a:pt x="254508" y="566928"/>
                </a:lnTo>
                <a:cubicBezTo>
                  <a:pt x="263652" y="566928"/>
                  <a:pt x="269748" y="560832"/>
                  <a:pt x="269748" y="551688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7" name="任意多边形: 形状 24"/>
          <p:cNvSpPr/>
          <p:nvPr/>
        </p:nvSpPr>
        <p:spPr>
          <a:xfrm>
            <a:off x="8230444" y="2065113"/>
            <a:ext cx="564004" cy="566982"/>
          </a:xfrm>
          <a:custGeom>
            <a:avLst/>
            <a:gdLst>
              <a:gd name="connsiteX0" fmla="*/ 577596 w 577595"/>
              <a:gd name="connsiteY0" fmla="*/ 89916 h 580644"/>
              <a:gd name="connsiteX1" fmla="*/ 505968 w 577595"/>
              <a:gd name="connsiteY1" fmla="*/ 71628 h 580644"/>
              <a:gd name="connsiteX2" fmla="*/ 486156 w 577595"/>
              <a:gd name="connsiteY2" fmla="*/ 0 h 580644"/>
              <a:gd name="connsiteX3" fmla="*/ 403860 w 577595"/>
              <a:gd name="connsiteY3" fmla="*/ 111252 h 580644"/>
              <a:gd name="connsiteX4" fmla="*/ 409956 w 577595"/>
              <a:gd name="connsiteY4" fmla="*/ 147828 h 580644"/>
              <a:gd name="connsiteX5" fmla="*/ 233172 w 577595"/>
              <a:gd name="connsiteY5" fmla="*/ 324612 h 580644"/>
              <a:gd name="connsiteX6" fmla="*/ 233172 w 577595"/>
              <a:gd name="connsiteY6" fmla="*/ 348996 h 580644"/>
              <a:gd name="connsiteX7" fmla="*/ 245364 w 577595"/>
              <a:gd name="connsiteY7" fmla="*/ 353568 h 580644"/>
              <a:gd name="connsiteX8" fmla="*/ 257556 w 577595"/>
              <a:gd name="connsiteY8" fmla="*/ 348996 h 580644"/>
              <a:gd name="connsiteX9" fmla="*/ 435864 w 577595"/>
              <a:gd name="connsiteY9" fmla="*/ 170688 h 580644"/>
              <a:gd name="connsiteX10" fmla="*/ 470916 w 577595"/>
              <a:gd name="connsiteY10" fmla="*/ 175260 h 580644"/>
              <a:gd name="connsiteX11" fmla="*/ 577596 w 577595"/>
              <a:gd name="connsiteY11" fmla="*/ 89916 h 580644"/>
              <a:gd name="connsiteX12" fmla="*/ 364236 w 577595"/>
              <a:gd name="connsiteY12" fmla="*/ 288036 h 580644"/>
              <a:gd name="connsiteX13" fmla="*/ 390144 w 577595"/>
              <a:gd name="connsiteY13" fmla="*/ 262128 h 580644"/>
              <a:gd name="connsiteX14" fmla="*/ 408432 w 577595"/>
              <a:gd name="connsiteY14" fmla="*/ 336804 h 580644"/>
              <a:gd name="connsiteX15" fmla="*/ 243840 w 577595"/>
              <a:gd name="connsiteY15" fmla="*/ 501396 h 580644"/>
              <a:gd name="connsiteX16" fmla="*/ 79248 w 577595"/>
              <a:gd name="connsiteY16" fmla="*/ 336804 h 580644"/>
              <a:gd name="connsiteX17" fmla="*/ 243840 w 577595"/>
              <a:gd name="connsiteY17" fmla="*/ 172212 h 580644"/>
              <a:gd name="connsiteX18" fmla="*/ 318516 w 577595"/>
              <a:gd name="connsiteY18" fmla="*/ 190500 h 580644"/>
              <a:gd name="connsiteX19" fmla="*/ 292608 w 577595"/>
              <a:gd name="connsiteY19" fmla="*/ 216408 h 580644"/>
              <a:gd name="connsiteX20" fmla="*/ 243840 w 577595"/>
              <a:gd name="connsiteY20" fmla="*/ 207264 h 580644"/>
              <a:gd name="connsiteX21" fmla="*/ 114300 w 577595"/>
              <a:gd name="connsiteY21" fmla="*/ 336804 h 580644"/>
              <a:gd name="connsiteX22" fmla="*/ 243840 w 577595"/>
              <a:gd name="connsiteY22" fmla="*/ 466344 h 580644"/>
              <a:gd name="connsiteX23" fmla="*/ 373380 w 577595"/>
              <a:gd name="connsiteY23" fmla="*/ 336804 h 580644"/>
              <a:gd name="connsiteX24" fmla="*/ 364236 w 577595"/>
              <a:gd name="connsiteY24" fmla="*/ 288036 h 580644"/>
              <a:gd name="connsiteX25" fmla="*/ 297180 w 577595"/>
              <a:gd name="connsiteY25" fmla="*/ 353568 h 580644"/>
              <a:gd name="connsiteX26" fmla="*/ 332232 w 577595"/>
              <a:gd name="connsiteY26" fmla="*/ 318516 h 580644"/>
              <a:gd name="connsiteX27" fmla="*/ 333756 w 577595"/>
              <a:gd name="connsiteY27" fmla="*/ 335280 h 580644"/>
              <a:gd name="connsiteX28" fmla="*/ 242316 w 577595"/>
              <a:gd name="connsiteY28" fmla="*/ 426720 h 580644"/>
              <a:gd name="connsiteX29" fmla="*/ 150876 w 577595"/>
              <a:gd name="connsiteY29" fmla="*/ 335280 h 580644"/>
              <a:gd name="connsiteX30" fmla="*/ 242316 w 577595"/>
              <a:gd name="connsiteY30" fmla="*/ 243840 h 580644"/>
              <a:gd name="connsiteX31" fmla="*/ 259080 w 577595"/>
              <a:gd name="connsiteY31" fmla="*/ 245364 h 580644"/>
              <a:gd name="connsiteX32" fmla="*/ 224028 w 577595"/>
              <a:gd name="connsiteY32" fmla="*/ 280416 h 580644"/>
              <a:gd name="connsiteX33" fmla="*/ 185928 w 577595"/>
              <a:gd name="connsiteY33" fmla="*/ 333756 h 580644"/>
              <a:gd name="connsiteX34" fmla="*/ 242316 w 577595"/>
              <a:gd name="connsiteY34" fmla="*/ 390144 h 580644"/>
              <a:gd name="connsiteX35" fmla="*/ 297180 w 577595"/>
              <a:gd name="connsiteY35" fmla="*/ 353568 h 580644"/>
              <a:gd name="connsiteX36" fmla="*/ 449580 w 577595"/>
              <a:gd name="connsiteY36" fmla="*/ 207264 h 580644"/>
              <a:gd name="connsiteX37" fmla="*/ 487680 w 577595"/>
              <a:gd name="connsiteY37" fmla="*/ 336804 h 580644"/>
              <a:gd name="connsiteX38" fmla="*/ 243840 w 577595"/>
              <a:gd name="connsiteY38" fmla="*/ 580644 h 580644"/>
              <a:gd name="connsiteX39" fmla="*/ 0 w 577595"/>
              <a:gd name="connsiteY39" fmla="*/ 336804 h 580644"/>
              <a:gd name="connsiteX40" fmla="*/ 243840 w 577595"/>
              <a:gd name="connsiteY40" fmla="*/ 92964 h 580644"/>
              <a:gd name="connsiteX41" fmla="*/ 371856 w 577595"/>
              <a:gd name="connsiteY41" fmla="*/ 129540 h 580644"/>
              <a:gd name="connsiteX42" fmla="*/ 373380 w 577595"/>
              <a:gd name="connsiteY42" fmla="*/ 135636 h 580644"/>
              <a:gd name="connsiteX43" fmla="*/ 352044 w 577595"/>
              <a:gd name="connsiteY43" fmla="*/ 156972 h 580644"/>
              <a:gd name="connsiteX44" fmla="*/ 245364 w 577595"/>
              <a:gd name="connsiteY44" fmla="*/ 126492 h 580644"/>
              <a:gd name="connsiteX45" fmla="*/ 36576 w 577595"/>
              <a:gd name="connsiteY45" fmla="*/ 335280 h 580644"/>
              <a:gd name="connsiteX46" fmla="*/ 245364 w 577595"/>
              <a:gd name="connsiteY46" fmla="*/ 544068 h 580644"/>
              <a:gd name="connsiteX47" fmla="*/ 454152 w 577595"/>
              <a:gd name="connsiteY47" fmla="*/ 335280 h 580644"/>
              <a:gd name="connsiteX48" fmla="*/ 423672 w 577595"/>
              <a:gd name="connsiteY48" fmla="*/ 227076 h 580644"/>
              <a:gd name="connsiteX49" fmla="*/ 446532 w 577595"/>
              <a:gd name="connsiteY49" fmla="*/ 204216 h 580644"/>
              <a:gd name="connsiteX50" fmla="*/ 449580 w 577595"/>
              <a:gd name="connsiteY50" fmla="*/ 207264 h 58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7595" h="580644">
                <a:moveTo>
                  <a:pt x="577596" y="89916"/>
                </a:moveTo>
                <a:lnTo>
                  <a:pt x="505968" y="71628"/>
                </a:lnTo>
                <a:lnTo>
                  <a:pt x="486156" y="0"/>
                </a:lnTo>
                <a:lnTo>
                  <a:pt x="403860" y="111252"/>
                </a:lnTo>
                <a:lnTo>
                  <a:pt x="409956" y="147828"/>
                </a:lnTo>
                <a:lnTo>
                  <a:pt x="233172" y="324612"/>
                </a:lnTo>
                <a:cubicBezTo>
                  <a:pt x="227076" y="330708"/>
                  <a:pt x="227076" y="341376"/>
                  <a:pt x="233172" y="348996"/>
                </a:cubicBezTo>
                <a:cubicBezTo>
                  <a:pt x="236220" y="352044"/>
                  <a:pt x="240792" y="353568"/>
                  <a:pt x="245364" y="353568"/>
                </a:cubicBezTo>
                <a:cubicBezTo>
                  <a:pt x="249936" y="353568"/>
                  <a:pt x="254508" y="352044"/>
                  <a:pt x="257556" y="348996"/>
                </a:cubicBezTo>
                <a:lnTo>
                  <a:pt x="435864" y="170688"/>
                </a:lnTo>
                <a:lnTo>
                  <a:pt x="470916" y="175260"/>
                </a:lnTo>
                <a:lnTo>
                  <a:pt x="577596" y="89916"/>
                </a:lnTo>
                <a:close/>
                <a:moveTo>
                  <a:pt x="364236" y="288036"/>
                </a:moveTo>
                <a:lnTo>
                  <a:pt x="390144" y="262128"/>
                </a:lnTo>
                <a:cubicBezTo>
                  <a:pt x="400812" y="284988"/>
                  <a:pt x="408432" y="309372"/>
                  <a:pt x="408432" y="336804"/>
                </a:cubicBezTo>
                <a:cubicBezTo>
                  <a:pt x="408432" y="426720"/>
                  <a:pt x="335280" y="501396"/>
                  <a:pt x="243840" y="501396"/>
                </a:cubicBezTo>
                <a:cubicBezTo>
                  <a:pt x="153924" y="501396"/>
                  <a:pt x="79248" y="428244"/>
                  <a:pt x="79248" y="336804"/>
                </a:cubicBezTo>
                <a:cubicBezTo>
                  <a:pt x="79248" y="246888"/>
                  <a:pt x="152400" y="172212"/>
                  <a:pt x="243840" y="172212"/>
                </a:cubicBezTo>
                <a:cubicBezTo>
                  <a:pt x="269748" y="172212"/>
                  <a:pt x="295656" y="178308"/>
                  <a:pt x="318516" y="190500"/>
                </a:cubicBezTo>
                <a:lnTo>
                  <a:pt x="292608" y="216408"/>
                </a:lnTo>
                <a:cubicBezTo>
                  <a:pt x="277368" y="210312"/>
                  <a:pt x="262128" y="207264"/>
                  <a:pt x="243840" y="207264"/>
                </a:cubicBezTo>
                <a:cubicBezTo>
                  <a:pt x="172212" y="207264"/>
                  <a:pt x="114300" y="265176"/>
                  <a:pt x="114300" y="336804"/>
                </a:cubicBezTo>
                <a:cubicBezTo>
                  <a:pt x="114300" y="408432"/>
                  <a:pt x="172212" y="466344"/>
                  <a:pt x="243840" y="466344"/>
                </a:cubicBezTo>
                <a:cubicBezTo>
                  <a:pt x="315468" y="466344"/>
                  <a:pt x="373380" y="408432"/>
                  <a:pt x="373380" y="336804"/>
                </a:cubicBezTo>
                <a:cubicBezTo>
                  <a:pt x="373380" y="318516"/>
                  <a:pt x="368808" y="301752"/>
                  <a:pt x="364236" y="288036"/>
                </a:cubicBezTo>
                <a:close/>
                <a:moveTo>
                  <a:pt x="297180" y="353568"/>
                </a:moveTo>
                <a:lnTo>
                  <a:pt x="332232" y="318516"/>
                </a:lnTo>
                <a:cubicBezTo>
                  <a:pt x="333756" y="324612"/>
                  <a:pt x="333756" y="329184"/>
                  <a:pt x="333756" y="335280"/>
                </a:cubicBezTo>
                <a:cubicBezTo>
                  <a:pt x="333756" y="385572"/>
                  <a:pt x="292608" y="426720"/>
                  <a:pt x="242316" y="426720"/>
                </a:cubicBezTo>
                <a:cubicBezTo>
                  <a:pt x="192024" y="426720"/>
                  <a:pt x="150876" y="385572"/>
                  <a:pt x="150876" y="335280"/>
                </a:cubicBezTo>
                <a:cubicBezTo>
                  <a:pt x="150876" y="284988"/>
                  <a:pt x="192024" y="243840"/>
                  <a:pt x="242316" y="243840"/>
                </a:cubicBezTo>
                <a:cubicBezTo>
                  <a:pt x="248412" y="243840"/>
                  <a:pt x="254508" y="243840"/>
                  <a:pt x="259080" y="245364"/>
                </a:cubicBezTo>
                <a:lnTo>
                  <a:pt x="224028" y="280416"/>
                </a:lnTo>
                <a:cubicBezTo>
                  <a:pt x="201168" y="288036"/>
                  <a:pt x="185928" y="309372"/>
                  <a:pt x="185928" y="333756"/>
                </a:cubicBezTo>
                <a:cubicBezTo>
                  <a:pt x="185928" y="365760"/>
                  <a:pt x="211836" y="390144"/>
                  <a:pt x="242316" y="390144"/>
                </a:cubicBezTo>
                <a:cubicBezTo>
                  <a:pt x="268224" y="393192"/>
                  <a:pt x="289560" y="376428"/>
                  <a:pt x="297180" y="353568"/>
                </a:cubicBezTo>
                <a:close/>
                <a:moveTo>
                  <a:pt x="449580" y="207264"/>
                </a:moveTo>
                <a:cubicBezTo>
                  <a:pt x="473964" y="245364"/>
                  <a:pt x="487680" y="289560"/>
                  <a:pt x="487680" y="336804"/>
                </a:cubicBezTo>
                <a:cubicBezTo>
                  <a:pt x="487680" y="470916"/>
                  <a:pt x="377952" y="580644"/>
                  <a:pt x="243840" y="580644"/>
                </a:cubicBezTo>
                <a:cubicBezTo>
                  <a:pt x="109728" y="580644"/>
                  <a:pt x="0" y="470916"/>
                  <a:pt x="0" y="336804"/>
                </a:cubicBezTo>
                <a:cubicBezTo>
                  <a:pt x="0" y="202692"/>
                  <a:pt x="109728" y="92964"/>
                  <a:pt x="243840" y="92964"/>
                </a:cubicBezTo>
                <a:cubicBezTo>
                  <a:pt x="291084" y="92964"/>
                  <a:pt x="333756" y="106680"/>
                  <a:pt x="371856" y="129540"/>
                </a:cubicBezTo>
                <a:lnTo>
                  <a:pt x="373380" y="135636"/>
                </a:lnTo>
                <a:lnTo>
                  <a:pt x="352044" y="156972"/>
                </a:lnTo>
                <a:cubicBezTo>
                  <a:pt x="320040" y="138684"/>
                  <a:pt x="283464" y="126492"/>
                  <a:pt x="245364" y="126492"/>
                </a:cubicBezTo>
                <a:cubicBezTo>
                  <a:pt x="129540" y="126492"/>
                  <a:pt x="36576" y="220980"/>
                  <a:pt x="36576" y="335280"/>
                </a:cubicBezTo>
                <a:cubicBezTo>
                  <a:pt x="36576" y="451104"/>
                  <a:pt x="131064" y="544068"/>
                  <a:pt x="245364" y="544068"/>
                </a:cubicBezTo>
                <a:cubicBezTo>
                  <a:pt x="361188" y="544068"/>
                  <a:pt x="454152" y="449580"/>
                  <a:pt x="454152" y="335280"/>
                </a:cubicBezTo>
                <a:cubicBezTo>
                  <a:pt x="454152" y="295656"/>
                  <a:pt x="443484" y="259080"/>
                  <a:pt x="423672" y="227076"/>
                </a:cubicBezTo>
                <a:lnTo>
                  <a:pt x="446532" y="204216"/>
                </a:lnTo>
                <a:lnTo>
                  <a:pt x="449580" y="207264"/>
                </a:ln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596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3084" y="1375815"/>
            <a:ext cx="11385832" cy="4797250"/>
            <a:chOff x="407100" y="1136048"/>
            <a:chExt cx="11385832" cy="4797250"/>
          </a:xfrm>
        </p:grpSpPr>
        <p:grpSp>
          <p:nvGrpSpPr>
            <p:cNvPr id="4" name="组合 3"/>
            <p:cNvGrpSpPr/>
            <p:nvPr/>
          </p:nvGrpSpPr>
          <p:grpSpPr>
            <a:xfrm>
              <a:off x="407100" y="1136048"/>
              <a:ext cx="11385832" cy="4797250"/>
              <a:chOff x="407100" y="1059848"/>
              <a:chExt cx="11385832" cy="4797250"/>
            </a:xfrm>
          </p:grpSpPr>
          <p:sp>
            <p:nvSpPr>
              <p:cNvPr id="20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5400000">
                <a:off x="6047341" y="-3059302"/>
                <a:ext cx="105350" cy="11385832"/>
              </a:xfrm>
              <a:custGeom>
                <a:avLst/>
                <a:gdLst>
                  <a:gd name="connsiteX0" fmla="*/ 0 w 200947"/>
                  <a:gd name="connsiteY0" fmla="*/ 0 h 11385832"/>
                  <a:gd name="connsiteX1" fmla="*/ 200948 w 200947"/>
                  <a:gd name="connsiteY1" fmla="*/ 0 h 11385832"/>
                  <a:gd name="connsiteX2" fmla="*/ 200948 w 200947"/>
                  <a:gd name="connsiteY2" fmla="*/ 11385832 h 11385832"/>
                  <a:gd name="connsiteX3" fmla="*/ 0 w 200947"/>
                  <a:gd name="connsiteY3" fmla="*/ 11385832 h 1138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947" h="11385832">
                    <a:moveTo>
                      <a:pt x="0" y="0"/>
                    </a:moveTo>
                    <a:lnTo>
                      <a:pt x="200948" y="0"/>
                    </a:lnTo>
                    <a:lnTo>
                      <a:pt x="200948" y="11385832"/>
                    </a:lnTo>
                    <a:lnTo>
                      <a:pt x="0" y="11385832"/>
                    </a:lnTo>
                    <a:close/>
                  </a:path>
                </a:pathLst>
              </a:custGeom>
              <a:solidFill>
                <a:srgbClr val="E3E4E8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451505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980787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>
                <p:custDataLst>
                  <p:tags r:id="rId5"/>
                </p:custDataLst>
              </p:nvPr>
            </p:nvSpPr>
            <p:spPr>
              <a:xfrm>
                <a:off x="1519039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856989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9" name="任意多边形: 形状 98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0" name="任意多边形: 形状 9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5" name="图形 1"/>
              <p:cNvGrpSpPr/>
              <p:nvPr/>
            </p:nvGrpSpPr>
            <p:grpSpPr>
              <a:xfrm>
                <a:off x="458682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95" name="任意多边形: 形状 9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6" name="任意多边形: 形状 95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7" name="任意多边形: 形状 9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6" name="文本框 2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56990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01</a:t>
                </a:r>
                <a:endParaRPr lang="zh-CN" altLang="en-US" sz="3600" b="1" dirty="0">
                  <a:solidFill>
                    <a:schemeClr val="accent1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606091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92" name="文本框 23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激发兴趣</a:t>
                  </a:r>
                  <a:endPara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93" name="文本框 24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教研融合设计英语情境，解决注意力问题，提升参与度。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28" name="任意多边形: 形状 27"/>
              <p:cNvSpPr/>
              <p:nvPr>
                <p:custDataLst>
                  <p:tags r:id="rId14"/>
                </p:custDataLst>
              </p:nvPr>
            </p:nvSpPr>
            <p:spPr>
              <a:xfrm>
                <a:off x="2742002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15"/>
                </p:custDataLst>
              </p:nvPr>
            </p:nvSpPr>
            <p:spPr>
              <a:xfrm>
                <a:off x="3271284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09536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147486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0" name="任意多边形: 形状 8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1" name="任意多边形: 形状 9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2" name="图形 1"/>
              <p:cNvGrpSpPr/>
              <p:nvPr/>
            </p:nvGrpSpPr>
            <p:grpSpPr>
              <a:xfrm>
                <a:off x="2749179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86" name="任意多边形: 形状 8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8" name="任意多边形: 形状 8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9" name="任意多边形: 形状 8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147487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2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02</a:t>
                </a:r>
                <a:endParaRPr lang="zh-CN" altLang="en-US" sz="3600" b="1" dirty="0">
                  <a:solidFill>
                    <a:schemeClr val="accent2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2896588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83" name="文本框 2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2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提升能力</a:t>
                  </a:r>
                  <a:endPara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84" name="文本框 24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帮教师突破情境设计、问题解决困境，获取落地技巧，加速成长。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032499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561781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27"/>
                </p:custDataLst>
              </p:nvPr>
            </p:nvSpPr>
            <p:spPr>
              <a:xfrm>
                <a:off x="6100033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5437983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81" name="任意多边形: 形状 80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2" name="任意多边形: 形状 81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9" name="图形 1"/>
              <p:cNvGrpSpPr/>
              <p:nvPr/>
            </p:nvGrpSpPr>
            <p:grpSpPr>
              <a:xfrm>
                <a:off x="5039676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77" name="任意多边形: 形状 7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9" name="任意多边形: 形状 78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0" name="任意多边形: 形状 7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0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5437984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3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03</a:t>
                </a:r>
                <a:endParaRPr lang="zh-CN" altLang="en-US" sz="3600" b="1" dirty="0">
                  <a:solidFill>
                    <a:schemeClr val="accent3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5187085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74" name="文本框 23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3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增强针对性</a:t>
                  </a:r>
                  <a:endPara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75" name="文本框 24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避免教研脱离低段教学实际，聚焦情境、问题等真实需求。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36"/>
                </p:custDataLst>
              </p:nvPr>
            </p:nvSpPr>
            <p:spPr>
              <a:xfrm>
                <a:off x="7322996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37"/>
                </p:custDataLst>
              </p:nvPr>
            </p:nvSpPr>
            <p:spPr>
              <a:xfrm>
                <a:off x="7852278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90530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7728480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72" name="任意多边形: 形状 71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3" name="任意多边形: 形状 72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46" name="图形 1"/>
              <p:cNvGrpSpPr/>
              <p:nvPr/>
            </p:nvGrpSpPr>
            <p:grpSpPr>
              <a:xfrm>
                <a:off x="7330173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68" name="任意多边形: 形状 67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0" name="任意多边形: 形状 6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1" name="任意多边形: 形状 70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7" name="文本框 23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7728481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4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04</a:t>
                </a:r>
                <a:endParaRPr lang="zh-CN" altLang="en-US" sz="3600" b="1" dirty="0">
                  <a:solidFill>
                    <a:schemeClr val="accent4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7477582" y="3819560"/>
                <a:ext cx="1796851" cy="1548299"/>
                <a:chOff x="545131" y="3758600"/>
                <a:chExt cx="1796851" cy="1548299"/>
              </a:xfrm>
            </p:grpSpPr>
            <p:sp>
              <p:nvSpPr>
                <p:cNvPr id="65" name="文本框 23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4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提高质量</a:t>
                  </a:r>
                  <a:endPara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66" name="文本框 24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545131" y="4182314"/>
                  <a:ext cx="1796851" cy="1124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以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“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情境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-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问题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”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为纽带，优化课堂互动，提升低段英语教学水平。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9" name="任意多边形: 形状 48"/>
              <p:cNvSpPr/>
              <p:nvPr>
                <p:custDataLst>
                  <p:tags r:id="rId47"/>
                </p:custDataLst>
              </p:nvPr>
            </p:nvSpPr>
            <p:spPr>
              <a:xfrm>
                <a:off x="9613493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0142775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49"/>
                </p:custDataLst>
              </p:nvPr>
            </p:nvSpPr>
            <p:spPr>
              <a:xfrm>
                <a:off x="10681027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0018977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63" name="任意多边形: 形状 62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53" name="图形 1"/>
              <p:cNvGrpSpPr/>
              <p:nvPr/>
            </p:nvGrpSpPr>
            <p:grpSpPr>
              <a:xfrm>
                <a:off x="9620670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59" name="任意多边形: 形状 58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4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10018978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5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05</a:t>
                </a:r>
                <a:endParaRPr lang="zh-CN" altLang="en-US" sz="3600" b="1" dirty="0">
                  <a:solidFill>
                    <a:schemeClr val="accent5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9768079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56" name="文本框 23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5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提供参考</a:t>
                  </a:r>
                  <a:endParaRPr lang="zh-CN" altLang="en-US" b="1" dirty="0">
                    <a:solidFill>
                      <a:schemeClr val="accent5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57" name="文本框 24"/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构建低段英语教研融合模式，为其他低段学科提供借鉴。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</p:grpSp>
        <p:grpSp>
          <p:nvGrpSpPr>
            <p:cNvPr id="5" name="图形 3"/>
            <p:cNvGrpSpPr/>
            <p:nvPr/>
          </p:nvGrpSpPr>
          <p:grpSpPr>
            <a:xfrm>
              <a:off x="5918721" y="2537854"/>
              <a:ext cx="368005" cy="330719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" name="图形 3"/>
            <p:cNvGrpSpPr/>
            <p:nvPr/>
          </p:nvGrpSpPr>
          <p:grpSpPr>
            <a:xfrm>
              <a:off x="1341562" y="2517495"/>
              <a:ext cx="356485" cy="422477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60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" name="图形 3"/>
            <p:cNvGrpSpPr/>
            <p:nvPr/>
          </p:nvGrpSpPr>
          <p:grpSpPr>
            <a:xfrm>
              <a:off x="10541883" y="2506317"/>
              <a:ext cx="303782" cy="337467"/>
              <a:chOff x="3800744" y="5192543"/>
              <a:chExt cx="445815" cy="495250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62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3630669" y="2519733"/>
              <a:ext cx="357716" cy="330718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64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8200583" y="2504377"/>
              <a:ext cx="379893" cy="349489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0" name="任意多边形: 形状 8"/>
              <p:cNvSpPr/>
              <p:nvPr>
                <p:custDataLst>
                  <p:tags r:id="rId66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1" name="任意多边形: 形状 9"/>
              <p:cNvSpPr/>
              <p:nvPr>
                <p:custDataLst>
                  <p:tags r:id="rId67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8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03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研究现状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RESEARCH STATUS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761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幼儿园小班户外自主游戏材料支持与风险感知培养研究现状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3" name="Группа 31"/>
          <p:cNvGrpSpPr/>
          <p:nvPr>
            <p:custDataLst>
              <p:tags r:id="rId1"/>
            </p:custDataLst>
          </p:nvPr>
        </p:nvGrpSpPr>
        <p:grpSpPr>
          <a:xfrm>
            <a:off x="4222943" y="2693513"/>
            <a:ext cx="3392605" cy="3235295"/>
            <a:chOff x="8056352" y="4307748"/>
            <a:chExt cx="8413785" cy="8023654"/>
          </a:xfrm>
        </p:grpSpPr>
        <p:sp>
          <p:nvSpPr>
            <p:cNvPr id="41" name="Freeform 105"/>
            <p:cNvSpPr/>
            <p:nvPr>
              <p:custDataLst>
                <p:tags r:id="rId2"/>
              </p:custDataLst>
            </p:nvPr>
          </p:nvSpPr>
          <p:spPr bwMode="auto">
            <a:xfrm>
              <a:off x="8056352" y="5660195"/>
              <a:ext cx="4057341" cy="3797253"/>
            </a:xfrm>
            <a:custGeom>
              <a:avLst/>
              <a:gdLst>
                <a:gd name="T0" fmla="*/ 809 w 1064"/>
                <a:gd name="T1" fmla="*/ 52 h 994"/>
                <a:gd name="T2" fmla="*/ 665 w 1064"/>
                <a:gd name="T3" fmla="*/ 3 h 994"/>
                <a:gd name="T4" fmla="*/ 479 w 1064"/>
                <a:gd name="T5" fmla="*/ 50 h 994"/>
                <a:gd name="T6" fmla="*/ 125 w 1064"/>
                <a:gd name="T7" fmla="*/ 307 h 994"/>
                <a:gd name="T8" fmla="*/ 34 w 1064"/>
                <a:gd name="T9" fmla="*/ 586 h 994"/>
                <a:gd name="T10" fmla="*/ 166 w 1064"/>
                <a:gd name="T11" fmla="*/ 994 h 994"/>
                <a:gd name="T12" fmla="*/ 170 w 1064"/>
                <a:gd name="T13" fmla="*/ 981 h 994"/>
                <a:gd name="T14" fmla="*/ 302 w 1064"/>
                <a:gd name="T15" fmla="*/ 789 h 994"/>
                <a:gd name="T16" fmla="*/ 1064 w 1064"/>
                <a:gd name="T17" fmla="*/ 238 h 994"/>
                <a:gd name="T18" fmla="*/ 809 w 1064"/>
                <a:gd name="T19" fmla="*/ 52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4" h="994">
                  <a:moveTo>
                    <a:pt x="809" y="52"/>
                  </a:moveTo>
                  <a:cubicBezTo>
                    <a:pt x="766" y="22"/>
                    <a:pt x="718" y="6"/>
                    <a:pt x="665" y="3"/>
                  </a:cubicBezTo>
                  <a:cubicBezTo>
                    <a:pt x="598" y="0"/>
                    <a:pt x="534" y="11"/>
                    <a:pt x="479" y="50"/>
                  </a:cubicBezTo>
                  <a:cubicBezTo>
                    <a:pt x="360" y="135"/>
                    <a:pt x="243" y="222"/>
                    <a:pt x="125" y="307"/>
                  </a:cubicBezTo>
                  <a:cubicBezTo>
                    <a:pt x="37" y="371"/>
                    <a:pt x="0" y="482"/>
                    <a:pt x="34" y="586"/>
                  </a:cubicBezTo>
                  <a:cubicBezTo>
                    <a:pt x="166" y="994"/>
                    <a:pt x="166" y="994"/>
                    <a:pt x="166" y="994"/>
                  </a:cubicBezTo>
                  <a:cubicBezTo>
                    <a:pt x="168" y="987"/>
                    <a:pt x="169" y="984"/>
                    <a:pt x="170" y="981"/>
                  </a:cubicBezTo>
                  <a:cubicBezTo>
                    <a:pt x="192" y="902"/>
                    <a:pt x="235" y="838"/>
                    <a:pt x="302" y="789"/>
                  </a:cubicBezTo>
                  <a:cubicBezTo>
                    <a:pt x="1064" y="238"/>
                    <a:pt x="1064" y="238"/>
                    <a:pt x="1064" y="238"/>
                  </a:cubicBezTo>
                  <a:lnTo>
                    <a:pt x="809" y="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Freeform 106"/>
            <p:cNvSpPr/>
            <p:nvPr>
              <p:custDataLst>
                <p:tags r:id="rId3"/>
              </p:custDataLst>
            </p:nvPr>
          </p:nvSpPr>
          <p:spPr bwMode="auto">
            <a:xfrm>
              <a:off x="8771593" y="8170020"/>
              <a:ext cx="3134039" cy="4161375"/>
            </a:xfrm>
            <a:custGeom>
              <a:avLst/>
              <a:gdLst>
                <a:gd name="T0" fmla="*/ 123 w 821"/>
                <a:gd name="T1" fmla="*/ 186 h 1088"/>
                <a:gd name="T2" fmla="*/ 33 w 821"/>
                <a:gd name="T3" fmla="*/ 307 h 1088"/>
                <a:gd name="T4" fmla="*/ 20 w 821"/>
                <a:gd name="T5" fmla="*/ 499 h 1088"/>
                <a:gd name="T6" fmla="*/ 155 w 821"/>
                <a:gd name="T7" fmla="*/ 915 h 1088"/>
                <a:gd name="T8" fmla="*/ 392 w 821"/>
                <a:gd name="T9" fmla="*/ 1088 h 1088"/>
                <a:gd name="T10" fmla="*/ 821 w 821"/>
                <a:gd name="T11" fmla="*/ 1088 h 1088"/>
                <a:gd name="T12" fmla="*/ 810 w 821"/>
                <a:gd name="T13" fmla="*/ 1081 h 1088"/>
                <a:gd name="T14" fmla="*/ 669 w 821"/>
                <a:gd name="T15" fmla="*/ 895 h 1088"/>
                <a:gd name="T16" fmla="*/ 380 w 821"/>
                <a:gd name="T17" fmla="*/ 0 h 1088"/>
                <a:gd name="T18" fmla="*/ 123 w 821"/>
                <a:gd name="T19" fmla="*/ 186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1" h="1088">
                  <a:moveTo>
                    <a:pt x="123" y="186"/>
                  </a:moveTo>
                  <a:cubicBezTo>
                    <a:pt x="82" y="218"/>
                    <a:pt x="52" y="259"/>
                    <a:pt x="33" y="307"/>
                  </a:cubicBezTo>
                  <a:cubicBezTo>
                    <a:pt x="9" y="370"/>
                    <a:pt x="0" y="434"/>
                    <a:pt x="20" y="499"/>
                  </a:cubicBezTo>
                  <a:cubicBezTo>
                    <a:pt x="64" y="638"/>
                    <a:pt x="110" y="776"/>
                    <a:pt x="155" y="915"/>
                  </a:cubicBezTo>
                  <a:cubicBezTo>
                    <a:pt x="189" y="1019"/>
                    <a:pt x="283" y="1088"/>
                    <a:pt x="392" y="1088"/>
                  </a:cubicBezTo>
                  <a:cubicBezTo>
                    <a:pt x="821" y="1088"/>
                    <a:pt x="821" y="1088"/>
                    <a:pt x="821" y="1088"/>
                  </a:cubicBezTo>
                  <a:cubicBezTo>
                    <a:pt x="815" y="1084"/>
                    <a:pt x="813" y="1082"/>
                    <a:pt x="810" y="1081"/>
                  </a:cubicBezTo>
                  <a:cubicBezTo>
                    <a:pt x="741" y="1035"/>
                    <a:pt x="693" y="975"/>
                    <a:pt x="669" y="895"/>
                  </a:cubicBezTo>
                  <a:cubicBezTo>
                    <a:pt x="380" y="0"/>
                    <a:pt x="380" y="0"/>
                    <a:pt x="380" y="0"/>
                  </a:cubicBezTo>
                  <a:lnTo>
                    <a:pt x="123" y="1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Freeform 107"/>
            <p:cNvSpPr/>
            <p:nvPr>
              <p:custDataLst>
                <p:tags r:id="rId4"/>
              </p:custDataLst>
            </p:nvPr>
          </p:nvSpPr>
          <p:spPr bwMode="auto">
            <a:xfrm>
              <a:off x="11151377" y="10107663"/>
              <a:ext cx="4473477" cy="2223739"/>
            </a:xfrm>
            <a:custGeom>
              <a:avLst/>
              <a:gdLst>
                <a:gd name="T0" fmla="*/ 97 w 1170"/>
                <a:gd name="T1" fmla="*/ 385 h 580"/>
                <a:gd name="T2" fmla="*/ 185 w 1170"/>
                <a:gd name="T3" fmla="*/ 508 h 580"/>
                <a:gd name="T4" fmla="*/ 363 w 1170"/>
                <a:gd name="T5" fmla="*/ 579 h 580"/>
                <a:gd name="T6" fmla="*/ 800 w 1170"/>
                <a:gd name="T7" fmla="*/ 580 h 580"/>
                <a:gd name="T8" fmla="*/ 1038 w 1170"/>
                <a:gd name="T9" fmla="*/ 408 h 580"/>
                <a:gd name="T10" fmla="*/ 1170 w 1170"/>
                <a:gd name="T11" fmla="*/ 0 h 580"/>
                <a:gd name="T12" fmla="*/ 1160 w 1170"/>
                <a:gd name="T13" fmla="*/ 8 h 580"/>
                <a:gd name="T14" fmla="*/ 940 w 1170"/>
                <a:gd name="T15" fmla="*/ 85 h 580"/>
                <a:gd name="T16" fmla="*/ 0 w 1170"/>
                <a:gd name="T17" fmla="*/ 83 h 580"/>
                <a:gd name="T18" fmla="*/ 97 w 1170"/>
                <a:gd name="T19" fmla="*/ 385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0" h="580">
                  <a:moveTo>
                    <a:pt x="97" y="385"/>
                  </a:moveTo>
                  <a:cubicBezTo>
                    <a:pt x="114" y="434"/>
                    <a:pt x="144" y="475"/>
                    <a:pt x="185" y="508"/>
                  </a:cubicBezTo>
                  <a:cubicBezTo>
                    <a:pt x="237" y="551"/>
                    <a:pt x="295" y="579"/>
                    <a:pt x="363" y="579"/>
                  </a:cubicBezTo>
                  <a:cubicBezTo>
                    <a:pt x="509" y="580"/>
                    <a:pt x="654" y="580"/>
                    <a:pt x="800" y="580"/>
                  </a:cubicBezTo>
                  <a:cubicBezTo>
                    <a:pt x="909" y="580"/>
                    <a:pt x="1004" y="512"/>
                    <a:pt x="1038" y="408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165" y="4"/>
                    <a:pt x="1163" y="6"/>
                    <a:pt x="1160" y="8"/>
                  </a:cubicBezTo>
                  <a:cubicBezTo>
                    <a:pt x="1096" y="59"/>
                    <a:pt x="1023" y="86"/>
                    <a:pt x="940" y="85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97" y="38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Freeform 108"/>
            <p:cNvSpPr/>
            <p:nvPr>
              <p:custDataLst>
                <p:tags r:id="rId5"/>
              </p:custDataLst>
            </p:nvPr>
          </p:nvSpPr>
          <p:spPr bwMode="auto">
            <a:xfrm>
              <a:off x="13583184" y="5933282"/>
              <a:ext cx="2886953" cy="4343434"/>
            </a:xfrm>
            <a:custGeom>
              <a:avLst/>
              <a:gdLst>
                <a:gd name="T0" fmla="*/ 317 w 754"/>
                <a:gd name="T1" fmla="*/ 1139 h 1139"/>
                <a:gd name="T2" fmla="*/ 461 w 754"/>
                <a:gd name="T3" fmla="*/ 1094 h 1139"/>
                <a:gd name="T4" fmla="*/ 584 w 754"/>
                <a:gd name="T5" fmla="*/ 946 h 1139"/>
                <a:gd name="T6" fmla="*/ 720 w 754"/>
                <a:gd name="T7" fmla="*/ 531 h 1139"/>
                <a:gd name="T8" fmla="*/ 630 w 754"/>
                <a:gd name="T9" fmla="*/ 251 h 1139"/>
                <a:gd name="T10" fmla="*/ 283 w 754"/>
                <a:gd name="T11" fmla="*/ 0 h 1139"/>
                <a:gd name="T12" fmla="*/ 287 w 754"/>
                <a:gd name="T13" fmla="*/ 12 h 1139"/>
                <a:gd name="T14" fmla="*/ 293 w 754"/>
                <a:gd name="T15" fmla="*/ 245 h 1139"/>
                <a:gd name="T16" fmla="*/ 0 w 754"/>
                <a:gd name="T17" fmla="*/ 1139 h 1139"/>
                <a:gd name="T18" fmla="*/ 317 w 754"/>
                <a:gd name="T19" fmla="*/ 1139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4" h="1139">
                  <a:moveTo>
                    <a:pt x="317" y="1139"/>
                  </a:moveTo>
                  <a:cubicBezTo>
                    <a:pt x="369" y="1138"/>
                    <a:pt x="417" y="1122"/>
                    <a:pt x="461" y="1094"/>
                  </a:cubicBezTo>
                  <a:cubicBezTo>
                    <a:pt x="518" y="1058"/>
                    <a:pt x="563" y="1011"/>
                    <a:pt x="584" y="946"/>
                  </a:cubicBezTo>
                  <a:cubicBezTo>
                    <a:pt x="630" y="808"/>
                    <a:pt x="675" y="669"/>
                    <a:pt x="720" y="531"/>
                  </a:cubicBezTo>
                  <a:cubicBezTo>
                    <a:pt x="754" y="427"/>
                    <a:pt x="718" y="316"/>
                    <a:pt x="630" y="251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5" y="6"/>
                    <a:pt x="286" y="9"/>
                    <a:pt x="287" y="12"/>
                  </a:cubicBezTo>
                  <a:cubicBezTo>
                    <a:pt x="316" y="89"/>
                    <a:pt x="319" y="166"/>
                    <a:pt x="293" y="245"/>
                  </a:cubicBezTo>
                  <a:cubicBezTo>
                    <a:pt x="0" y="1139"/>
                    <a:pt x="0" y="1139"/>
                    <a:pt x="0" y="1139"/>
                  </a:cubicBezTo>
                  <a:lnTo>
                    <a:pt x="317" y="11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Freeform 109"/>
            <p:cNvSpPr/>
            <p:nvPr>
              <p:custDataLst>
                <p:tags r:id="rId6"/>
              </p:custDataLst>
            </p:nvPr>
          </p:nvSpPr>
          <p:spPr bwMode="auto">
            <a:xfrm>
              <a:off x="10391999" y="4307748"/>
              <a:ext cx="4252410" cy="3576186"/>
            </a:xfrm>
            <a:custGeom>
              <a:avLst/>
              <a:gdLst>
                <a:gd name="T0" fmla="*/ 1095 w 1110"/>
                <a:gd name="T1" fmla="*/ 635 h 936"/>
                <a:gd name="T2" fmla="*/ 1096 w 1110"/>
                <a:gd name="T3" fmla="*/ 484 h 936"/>
                <a:gd name="T4" fmla="*/ 994 w 1110"/>
                <a:gd name="T5" fmla="*/ 321 h 936"/>
                <a:gd name="T6" fmla="*/ 641 w 1110"/>
                <a:gd name="T7" fmla="*/ 64 h 936"/>
                <a:gd name="T8" fmla="*/ 347 w 1110"/>
                <a:gd name="T9" fmla="*/ 64 h 936"/>
                <a:gd name="T10" fmla="*/ 0 w 1110"/>
                <a:gd name="T11" fmla="*/ 316 h 936"/>
                <a:gd name="T12" fmla="*/ 13 w 1110"/>
                <a:gd name="T13" fmla="*/ 315 h 936"/>
                <a:gd name="T14" fmla="*/ 237 w 1110"/>
                <a:gd name="T15" fmla="*/ 382 h 936"/>
                <a:gd name="T16" fmla="*/ 996 w 1110"/>
                <a:gd name="T17" fmla="*/ 936 h 936"/>
                <a:gd name="T18" fmla="*/ 1095 w 1110"/>
                <a:gd name="T19" fmla="*/ 635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0" h="936">
                  <a:moveTo>
                    <a:pt x="1095" y="635"/>
                  </a:moveTo>
                  <a:cubicBezTo>
                    <a:pt x="1110" y="585"/>
                    <a:pt x="1110" y="535"/>
                    <a:pt x="1096" y="484"/>
                  </a:cubicBezTo>
                  <a:cubicBezTo>
                    <a:pt x="1079" y="419"/>
                    <a:pt x="1049" y="362"/>
                    <a:pt x="994" y="321"/>
                  </a:cubicBezTo>
                  <a:cubicBezTo>
                    <a:pt x="877" y="235"/>
                    <a:pt x="758" y="150"/>
                    <a:pt x="641" y="64"/>
                  </a:cubicBezTo>
                  <a:cubicBezTo>
                    <a:pt x="552" y="0"/>
                    <a:pt x="436" y="0"/>
                    <a:pt x="347" y="64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7" y="316"/>
                    <a:pt x="10" y="315"/>
                    <a:pt x="13" y="315"/>
                  </a:cubicBezTo>
                  <a:cubicBezTo>
                    <a:pt x="96" y="312"/>
                    <a:pt x="170" y="332"/>
                    <a:pt x="237" y="382"/>
                  </a:cubicBezTo>
                  <a:cubicBezTo>
                    <a:pt x="996" y="936"/>
                    <a:pt x="996" y="936"/>
                    <a:pt x="996" y="936"/>
                  </a:cubicBezTo>
                  <a:lnTo>
                    <a:pt x="1095" y="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7" name="文本框 46"/>
          <p:cNvSpPr txBox="1"/>
          <p:nvPr>
            <p:custDataLst>
              <p:tags r:id="rId7"/>
            </p:custDataLst>
          </p:nvPr>
        </p:nvSpPr>
        <p:spPr>
          <a:xfrm flipH="1">
            <a:off x="4961890" y="1554798"/>
            <a:ext cx="217170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重防护，轻感知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 flipH="1">
            <a:off x="7661910" y="3268028"/>
            <a:ext cx="20453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忽略小班特殊性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9"/>
            </p:custDataLst>
          </p:nvPr>
        </p:nvSpPr>
        <p:spPr>
          <a:xfrm flipH="1">
            <a:off x="7649210" y="5077143"/>
            <a:ext cx="22231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策略零散缺系统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 flipH="1">
            <a:off x="2332355" y="3268028"/>
            <a:ext cx="203454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材料研究无关联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 flipH="1">
            <a:off x="1930400" y="5077460"/>
            <a:ext cx="243649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方法偏观察缺干预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2"/>
            </p:custDataLst>
          </p:nvPr>
        </p:nvSpPr>
        <p:spPr>
          <a:xfrm flipH="1">
            <a:off x="2327774" y="543188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现有研究多采用观察法，少用材料调整干预风险感知的行动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/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实验研究。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组合 57"/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4720803" y="3621783"/>
            <a:ext cx="430414" cy="380931"/>
            <a:chOff x="10439401" y="5991224"/>
            <a:chExt cx="400050" cy="354013"/>
          </a:xfrm>
          <a:solidFill>
            <a:schemeClr val="bg1"/>
          </a:solidFill>
        </p:grpSpPr>
        <p:sp>
          <p:nvSpPr>
            <p:cNvPr id="5" name="Freeform 17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439401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50 h 223"/>
                <a:gd name="T6" fmla="*/ 0 w 57"/>
                <a:gd name="T7" fmla="*/ 50 h 223"/>
                <a:gd name="T8" fmla="*/ 0 w 57"/>
                <a:gd name="T9" fmla="*/ 115 h 223"/>
                <a:gd name="T10" fmla="*/ 16 w 57"/>
                <a:gd name="T11" fmla="*/ 115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15 h 223"/>
                <a:gd name="T18" fmla="*/ 57 w 57"/>
                <a:gd name="T19" fmla="*/ 115 h 223"/>
                <a:gd name="T20" fmla="*/ 57 w 57"/>
                <a:gd name="T21" fmla="*/ 50 h 223"/>
                <a:gd name="T22" fmla="*/ 42 w 57"/>
                <a:gd name="T23" fmla="*/ 50 h 223"/>
                <a:gd name="T24" fmla="*/ 42 w 57"/>
                <a:gd name="T25" fmla="*/ 0 h 223"/>
                <a:gd name="T26" fmla="*/ 49 w 57"/>
                <a:gd name="T27" fmla="*/ 58 h 223"/>
                <a:gd name="T28" fmla="*/ 49 w 57"/>
                <a:gd name="T29" fmla="*/ 107 h 223"/>
                <a:gd name="T30" fmla="*/ 8 w 57"/>
                <a:gd name="T31" fmla="*/ 107 h 223"/>
                <a:gd name="T32" fmla="*/ 8 w 57"/>
                <a:gd name="T33" fmla="*/ 58 h 223"/>
                <a:gd name="T34" fmla="*/ 49 w 57"/>
                <a:gd name="T35" fmla="*/ 5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50"/>
                  </a:lnTo>
                  <a:lnTo>
                    <a:pt x="0" y="50"/>
                  </a:lnTo>
                  <a:lnTo>
                    <a:pt x="0" y="115"/>
                  </a:lnTo>
                  <a:lnTo>
                    <a:pt x="16" y="115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15"/>
                  </a:lnTo>
                  <a:lnTo>
                    <a:pt x="57" y="115"/>
                  </a:lnTo>
                  <a:lnTo>
                    <a:pt x="57" y="50"/>
                  </a:lnTo>
                  <a:lnTo>
                    <a:pt x="42" y="50"/>
                  </a:lnTo>
                  <a:lnTo>
                    <a:pt x="42" y="0"/>
                  </a:lnTo>
                  <a:close/>
                  <a:moveTo>
                    <a:pt x="49" y="58"/>
                  </a:moveTo>
                  <a:lnTo>
                    <a:pt x="49" y="107"/>
                  </a:lnTo>
                  <a:lnTo>
                    <a:pt x="8" y="107"/>
                  </a:lnTo>
                  <a:lnTo>
                    <a:pt x="8" y="58"/>
                  </a:lnTo>
                  <a:lnTo>
                    <a:pt x="49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Freeform 17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542588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128 h 223"/>
                <a:gd name="T6" fmla="*/ 0 w 57"/>
                <a:gd name="T7" fmla="*/ 128 h 223"/>
                <a:gd name="T8" fmla="*/ 0 w 57"/>
                <a:gd name="T9" fmla="*/ 193 h 223"/>
                <a:gd name="T10" fmla="*/ 16 w 57"/>
                <a:gd name="T11" fmla="*/ 193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93 h 223"/>
                <a:gd name="T18" fmla="*/ 57 w 57"/>
                <a:gd name="T19" fmla="*/ 193 h 223"/>
                <a:gd name="T20" fmla="*/ 57 w 57"/>
                <a:gd name="T21" fmla="*/ 128 h 223"/>
                <a:gd name="T22" fmla="*/ 42 w 57"/>
                <a:gd name="T23" fmla="*/ 128 h 223"/>
                <a:gd name="T24" fmla="*/ 42 w 57"/>
                <a:gd name="T25" fmla="*/ 0 h 223"/>
                <a:gd name="T26" fmla="*/ 49 w 57"/>
                <a:gd name="T27" fmla="*/ 137 h 223"/>
                <a:gd name="T28" fmla="*/ 49 w 57"/>
                <a:gd name="T29" fmla="*/ 185 h 223"/>
                <a:gd name="T30" fmla="*/ 8 w 57"/>
                <a:gd name="T31" fmla="*/ 185 h 223"/>
                <a:gd name="T32" fmla="*/ 8 w 57"/>
                <a:gd name="T33" fmla="*/ 137 h 223"/>
                <a:gd name="T34" fmla="*/ 49 w 57"/>
                <a:gd name="T35" fmla="*/ 137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128"/>
                  </a:lnTo>
                  <a:lnTo>
                    <a:pt x="0" y="128"/>
                  </a:lnTo>
                  <a:lnTo>
                    <a:pt x="0" y="193"/>
                  </a:lnTo>
                  <a:lnTo>
                    <a:pt x="16" y="193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93"/>
                  </a:lnTo>
                  <a:lnTo>
                    <a:pt x="57" y="193"/>
                  </a:lnTo>
                  <a:lnTo>
                    <a:pt x="57" y="128"/>
                  </a:lnTo>
                  <a:lnTo>
                    <a:pt x="42" y="128"/>
                  </a:lnTo>
                  <a:lnTo>
                    <a:pt x="42" y="0"/>
                  </a:lnTo>
                  <a:close/>
                  <a:moveTo>
                    <a:pt x="49" y="137"/>
                  </a:moveTo>
                  <a:lnTo>
                    <a:pt x="49" y="185"/>
                  </a:lnTo>
                  <a:lnTo>
                    <a:pt x="8" y="185"/>
                  </a:lnTo>
                  <a:lnTo>
                    <a:pt x="8" y="137"/>
                  </a:lnTo>
                  <a:lnTo>
                    <a:pt x="49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 173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10645776" y="5991224"/>
              <a:ext cx="90488" cy="354013"/>
            </a:xfrm>
            <a:custGeom>
              <a:avLst/>
              <a:gdLst>
                <a:gd name="T0" fmla="*/ 41 w 57"/>
                <a:gd name="T1" fmla="*/ 0 h 223"/>
                <a:gd name="T2" fmla="*/ 16 w 57"/>
                <a:gd name="T3" fmla="*/ 0 h 223"/>
                <a:gd name="T4" fmla="*/ 16 w 57"/>
                <a:gd name="T5" fmla="*/ 26 h 223"/>
                <a:gd name="T6" fmla="*/ 0 w 57"/>
                <a:gd name="T7" fmla="*/ 26 h 223"/>
                <a:gd name="T8" fmla="*/ 0 w 57"/>
                <a:gd name="T9" fmla="*/ 91 h 223"/>
                <a:gd name="T10" fmla="*/ 16 w 57"/>
                <a:gd name="T11" fmla="*/ 91 h 223"/>
                <a:gd name="T12" fmla="*/ 16 w 57"/>
                <a:gd name="T13" fmla="*/ 223 h 223"/>
                <a:gd name="T14" fmla="*/ 41 w 57"/>
                <a:gd name="T15" fmla="*/ 223 h 223"/>
                <a:gd name="T16" fmla="*/ 41 w 57"/>
                <a:gd name="T17" fmla="*/ 91 h 223"/>
                <a:gd name="T18" fmla="*/ 57 w 57"/>
                <a:gd name="T19" fmla="*/ 91 h 223"/>
                <a:gd name="T20" fmla="*/ 57 w 57"/>
                <a:gd name="T21" fmla="*/ 26 h 223"/>
                <a:gd name="T22" fmla="*/ 41 w 57"/>
                <a:gd name="T23" fmla="*/ 26 h 223"/>
                <a:gd name="T24" fmla="*/ 41 w 57"/>
                <a:gd name="T25" fmla="*/ 0 h 223"/>
                <a:gd name="T26" fmla="*/ 48 w 57"/>
                <a:gd name="T27" fmla="*/ 35 h 223"/>
                <a:gd name="T28" fmla="*/ 48 w 57"/>
                <a:gd name="T29" fmla="*/ 83 h 223"/>
                <a:gd name="T30" fmla="*/ 8 w 57"/>
                <a:gd name="T31" fmla="*/ 83 h 223"/>
                <a:gd name="T32" fmla="*/ 8 w 57"/>
                <a:gd name="T33" fmla="*/ 35 h 223"/>
                <a:gd name="T34" fmla="*/ 48 w 57"/>
                <a:gd name="T35" fmla="*/ 3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0"/>
                  </a:moveTo>
                  <a:lnTo>
                    <a:pt x="16" y="0"/>
                  </a:lnTo>
                  <a:lnTo>
                    <a:pt x="16" y="26"/>
                  </a:lnTo>
                  <a:lnTo>
                    <a:pt x="0" y="26"/>
                  </a:lnTo>
                  <a:lnTo>
                    <a:pt x="0" y="91"/>
                  </a:lnTo>
                  <a:lnTo>
                    <a:pt x="16" y="91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91"/>
                  </a:lnTo>
                  <a:lnTo>
                    <a:pt x="57" y="91"/>
                  </a:lnTo>
                  <a:lnTo>
                    <a:pt x="57" y="26"/>
                  </a:lnTo>
                  <a:lnTo>
                    <a:pt x="41" y="26"/>
                  </a:lnTo>
                  <a:lnTo>
                    <a:pt x="41" y="0"/>
                  </a:lnTo>
                  <a:close/>
                  <a:moveTo>
                    <a:pt x="48" y="35"/>
                  </a:moveTo>
                  <a:lnTo>
                    <a:pt x="48" y="83"/>
                  </a:lnTo>
                  <a:lnTo>
                    <a:pt x="8" y="83"/>
                  </a:lnTo>
                  <a:lnTo>
                    <a:pt x="8" y="35"/>
                  </a:lnTo>
                  <a:lnTo>
                    <a:pt x="48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 174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0748963" y="5991224"/>
              <a:ext cx="90488" cy="354013"/>
            </a:xfrm>
            <a:custGeom>
              <a:avLst/>
              <a:gdLst>
                <a:gd name="T0" fmla="*/ 41 w 57"/>
                <a:gd name="T1" fmla="*/ 103 h 223"/>
                <a:gd name="T2" fmla="*/ 41 w 57"/>
                <a:gd name="T3" fmla="*/ 0 h 223"/>
                <a:gd name="T4" fmla="*/ 16 w 57"/>
                <a:gd name="T5" fmla="*/ 0 h 223"/>
                <a:gd name="T6" fmla="*/ 16 w 57"/>
                <a:gd name="T7" fmla="*/ 103 h 223"/>
                <a:gd name="T8" fmla="*/ 0 w 57"/>
                <a:gd name="T9" fmla="*/ 103 h 223"/>
                <a:gd name="T10" fmla="*/ 0 w 57"/>
                <a:gd name="T11" fmla="*/ 168 h 223"/>
                <a:gd name="T12" fmla="*/ 16 w 57"/>
                <a:gd name="T13" fmla="*/ 168 h 223"/>
                <a:gd name="T14" fmla="*/ 16 w 57"/>
                <a:gd name="T15" fmla="*/ 223 h 223"/>
                <a:gd name="T16" fmla="*/ 41 w 57"/>
                <a:gd name="T17" fmla="*/ 223 h 223"/>
                <a:gd name="T18" fmla="*/ 41 w 57"/>
                <a:gd name="T19" fmla="*/ 168 h 223"/>
                <a:gd name="T20" fmla="*/ 57 w 57"/>
                <a:gd name="T21" fmla="*/ 168 h 223"/>
                <a:gd name="T22" fmla="*/ 57 w 57"/>
                <a:gd name="T23" fmla="*/ 103 h 223"/>
                <a:gd name="T24" fmla="*/ 41 w 57"/>
                <a:gd name="T25" fmla="*/ 103 h 223"/>
                <a:gd name="T26" fmla="*/ 49 w 57"/>
                <a:gd name="T27" fmla="*/ 159 h 223"/>
                <a:gd name="T28" fmla="*/ 9 w 57"/>
                <a:gd name="T29" fmla="*/ 159 h 223"/>
                <a:gd name="T30" fmla="*/ 9 w 57"/>
                <a:gd name="T31" fmla="*/ 112 h 223"/>
                <a:gd name="T32" fmla="*/ 49 w 57"/>
                <a:gd name="T33" fmla="*/ 112 h 223"/>
                <a:gd name="T34" fmla="*/ 49 w 57"/>
                <a:gd name="T35" fmla="*/ 15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103"/>
                  </a:moveTo>
                  <a:lnTo>
                    <a:pt x="41" y="0"/>
                  </a:lnTo>
                  <a:lnTo>
                    <a:pt x="16" y="0"/>
                  </a:lnTo>
                  <a:lnTo>
                    <a:pt x="16" y="103"/>
                  </a:lnTo>
                  <a:lnTo>
                    <a:pt x="0" y="103"/>
                  </a:lnTo>
                  <a:lnTo>
                    <a:pt x="0" y="168"/>
                  </a:lnTo>
                  <a:lnTo>
                    <a:pt x="16" y="168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168"/>
                  </a:lnTo>
                  <a:lnTo>
                    <a:pt x="57" y="168"/>
                  </a:lnTo>
                  <a:lnTo>
                    <a:pt x="57" y="103"/>
                  </a:lnTo>
                  <a:lnTo>
                    <a:pt x="41" y="103"/>
                  </a:lnTo>
                  <a:close/>
                  <a:moveTo>
                    <a:pt x="49" y="159"/>
                  </a:moveTo>
                  <a:lnTo>
                    <a:pt x="9" y="159"/>
                  </a:lnTo>
                  <a:lnTo>
                    <a:pt x="9" y="112"/>
                  </a:lnTo>
                  <a:lnTo>
                    <a:pt x="49" y="112"/>
                  </a:lnTo>
                  <a:lnTo>
                    <a:pt x="49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9" name="Freeform 77"/>
          <p:cNvSpPr>
            <a:spLocks noChangeAspect="1" noEditPoints="1"/>
          </p:cNvSpPr>
          <p:nvPr>
            <p:custDataLst>
              <p:tags r:id="rId18"/>
            </p:custDataLst>
          </p:nvPr>
        </p:nvSpPr>
        <p:spPr bwMode="auto">
          <a:xfrm>
            <a:off x="4783667" y="4962444"/>
            <a:ext cx="377881" cy="380931"/>
          </a:xfrm>
          <a:custGeom>
            <a:avLst/>
            <a:gdLst>
              <a:gd name="T0" fmla="*/ 288 w 288"/>
              <a:gd name="T1" fmla="*/ 244 h 289"/>
              <a:gd name="T2" fmla="*/ 203 w 288"/>
              <a:gd name="T3" fmla="*/ 159 h 289"/>
              <a:gd name="T4" fmla="*/ 216 w 288"/>
              <a:gd name="T5" fmla="*/ 108 h 289"/>
              <a:gd name="T6" fmla="*/ 108 w 288"/>
              <a:gd name="T7" fmla="*/ 0 h 289"/>
              <a:gd name="T8" fmla="*/ 0 w 288"/>
              <a:gd name="T9" fmla="*/ 108 h 289"/>
              <a:gd name="T10" fmla="*/ 108 w 288"/>
              <a:gd name="T11" fmla="*/ 216 h 289"/>
              <a:gd name="T12" fmla="*/ 158 w 288"/>
              <a:gd name="T13" fmla="*/ 204 h 289"/>
              <a:gd name="T14" fmla="*/ 243 w 288"/>
              <a:gd name="T15" fmla="*/ 289 h 289"/>
              <a:gd name="T16" fmla="*/ 288 w 288"/>
              <a:gd name="T17" fmla="*/ 244 h 289"/>
              <a:gd name="T18" fmla="*/ 36 w 288"/>
              <a:gd name="T19" fmla="*/ 108 h 289"/>
              <a:gd name="T20" fmla="*/ 108 w 288"/>
              <a:gd name="T21" fmla="*/ 36 h 289"/>
              <a:gd name="T22" fmla="*/ 180 w 288"/>
              <a:gd name="T23" fmla="*/ 108 h 289"/>
              <a:gd name="T24" fmla="*/ 108 w 288"/>
              <a:gd name="T25" fmla="*/ 180 h 289"/>
              <a:gd name="T26" fmla="*/ 36 w 288"/>
              <a:gd name="T27" fmla="*/ 10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8" h="289">
                <a:moveTo>
                  <a:pt x="288" y="244"/>
                </a:moveTo>
                <a:cubicBezTo>
                  <a:pt x="203" y="159"/>
                  <a:pt x="203" y="159"/>
                  <a:pt x="203" y="159"/>
                </a:cubicBezTo>
                <a:cubicBezTo>
                  <a:pt x="211" y="144"/>
                  <a:pt x="216" y="126"/>
                  <a:pt x="216" y="108"/>
                </a:cubicBezTo>
                <a:cubicBezTo>
                  <a:pt x="216" y="48"/>
                  <a:pt x="167" y="0"/>
                  <a:pt x="108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8"/>
                  <a:pt x="48" y="216"/>
                  <a:pt x="108" y="216"/>
                </a:cubicBezTo>
                <a:cubicBezTo>
                  <a:pt x="126" y="216"/>
                  <a:pt x="143" y="212"/>
                  <a:pt x="158" y="204"/>
                </a:cubicBezTo>
                <a:cubicBezTo>
                  <a:pt x="243" y="289"/>
                  <a:pt x="243" y="289"/>
                  <a:pt x="243" y="289"/>
                </a:cubicBezTo>
                <a:lnTo>
                  <a:pt x="288" y="244"/>
                </a:lnTo>
                <a:close/>
                <a:moveTo>
                  <a:pt x="36" y="108"/>
                </a:moveTo>
                <a:cubicBezTo>
                  <a:pt x="36" y="68"/>
                  <a:pt x="68" y="36"/>
                  <a:pt x="108" y="36"/>
                </a:cubicBezTo>
                <a:cubicBezTo>
                  <a:pt x="148" y="36"/>
                  <a:pt x="180" y="68"/>
                  <a:pt x="180" y="108"/>
                </a:cubicBezTo>
                <a:cubicBezTo>
                  <a:pt x="180" y="148"/>
                  <a:pt x="148" y="180"/>
                  <a:pt x="108" y="180"/>
                </a:cubicBezTo>
                <a:cubicBezTo>
                  <a:pt x="68" y="180"/>
                  <a:pt x="36" y="148"/>
                  <a:pt x="36" y="1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905" dirty="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Freeform 143"/>
          <p:cNvSpPr>
            <a:spLocks noChangeAspect="1" noEditPoints="1"/>
          </p:cNvSpPr>
          <p:nvPr>
            <p:custDataLst>
              <p:tags r:id="rId19"/>
            </p:custDataLst>
          </p:nvPr>
        </p:nvSpPr>
        <p:spPr bwMode="auto">
          <a:xfrm>
            <a:off x="5950726" y="3040823"/>
            <a:ext cx="413530" cy="380931"/>
          </a:xfrm>
          <a:custGeom>
            <a:avLst/>
            <a:gdLst>
              <a:gd name="T0" fmla="*/ 151 w 157"/>
              <a:gd name="T1" fmla="*/ 59 h 145"/>
              <a:gd name="T2" fmla="*/ 130 w 157"/>
              <a:gd name="T3" fmla="*/ 41 h 145"/>
              <a:gd name="T4" fmla="*/ 110 w 157"/>
              <a:gd name="T5" fmla="*/ 23 h 145"/>
              <a:gd name="T6" fmla="*/ 88 w 157"/>
              <a:gd name="T7" fmla="*/ 5 h 145"/>
              <a:gd name="T8" fmla="*/ 69 w 157"/>
              <a:gd name="T9" fmla="*/ 5 h 145"/>
              <a:gd name="T10" fmla="*/ 47 w 157"/>
              <a:gd name="T11" fmla="*/ 23 h 145"/>
              <a:gd name="T12" fmla="*/ 27 w 157"/>
              <a:gd name="T13" fmla="*/ 41 h 145"/>
              <a:gd name="T14" fmla="*/ 6 w 157"/>
              <a:gd name="T15" fmla="*/ 59 h 145"/>
              <a:gd name="T16" fmla="*/ 9 w 157"/>
              <a:gd name="T17" fmla="*/ 68 h 145"/>
              <a:gd name="T18" fmla="*/ 21 w 157"/>
              <a:gd name="T19" fmla="*/ 68 h 145"/>
              <a:gd name="T20" fmla="*/ 21 w 157"/>
              <a:gd name="T21" fmla="*/ 139 h 145"/>
              <a:gd name="T22" fmla="*/ 27 w 157"/>
              <a:gd name="T23" fmla="*/ 145 h 145"/>
              <a:gd name="T24" fmla="*/ 38 w 157"/>
              <a:gd name="T25" fmla="*/ 145 h 145"/>
              <a:gd name="T26" fmla="*/ 38 w 157"/>
              <a:gd name="T27" fmla="*/ 81 h 145"/>
              <a:gd name="T28" fmla="*/ 71 w 157"/>
              <a:gd name="T29" fmla="*/ 81 h 145"/>
              <a:gd name="T30" fmla="*/ 71 w 157"/>
              <a:gd name="T31" fmla="*/ 145 h 145"/>
              <a:gd name="T32" fmla="*/ 130 w 157"/>
              <a:gd name="T33" fmla="*/ 145 h 145"/>
              <a:gd name="T34" fmla="*/ 136 w 157"/>
              <a:gd name="T35" fmla="*/ 139 h 145"/>
              <a:gd name="T36" fmla="*/ 136 w 157"/>
              <a:gd name="T37" fmla="*/ 68 h 145"/>
              <a:gd name="T38" fmla="*/ 148 w 157"/>
              <a:gd name="T39" fmla="*/ 68 h 145"/>
              <a:gd name="T40" fmla="*/ 151 w 157"/>
              <a:gd name="T41" fmla="*/ 59 h 145"/>
              <a:gd name="T42" fmla="*/ 118 w 157"/>
              <a:gd name="T43" fmla="*/ 97 h 145"/>
              <a:gd name="T44" fmla="*/ 89 w 157"/>
              <a:gd name="T45" fmla="*/ 97 h 145"/>
              <a:gd name="T46" fmla="*/ 89 w 157"/>
              <a:gd name="T47" fmla="*/ 72 h 145"/>
              <a:gd name="T48" fmla="*/ 118 w 157"/>
              <a:gd name="T49" fmla="*/ 72 h 145"/>
              <a:gd name="T50" fmla="*/ 118 w 157"/>
              <a:gd name="T51" fmla="*/ 9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" h="145">
                <a:moveTo>
                  <a:pt x="151" y="59"/>
                </a:moveTo>
                <a:cubicBezTo>
                  <a:pt x="130" y="41"/>
                  <a:pt x="130" y="41"/>
                  <a:pt x="130" y="41"/>
                </a:cubicBezTo>
                <a:cubicBezTo>
                  <a:pt x="124" y="36"/>
                  <a:pt x="115" y="28"/>
                  <a:pt x="110" y="23"/>
                </a:cubicBezTo>
                <a:cubicBezTo>
                  <a:pt x="88" y="5"/>
                  <a:pt x="88" y="5"/>
                  <a:pt x="88" y="5"/>
                </a:cubicBezTo>
                <a:cubicBezTo>
                  <a:pt x="83" y="0"/>
                  <a:pt x="74" y="0"/>
                  <a:pt x="69" y="5"/>
                </a:cubicBezTo>
                <a:cubicBezTo>
                  <a:pt x="47" y="23"/>
                  <a:pt x="47" y="23"/>
                  <a:pt x="47" y="23"/>
                </a:cubicBezTo>
                <a:cubicBezTo>
                  <a:pt x="42" y="28"/>
                  <a:pt x="33" y="36"/>
                  <a:pt x="27" y="41"/>
                </a:cubicBezTo>
                <a:cubicBezTo>
                  <a:pt x="6" y="59"/>
                  <a:pt x="6" y="59"/>
                  <a:pt x="6" y="59"/>
                </a:cubicBezTo>
                <a:cubicBezTo>
                  <a:pt x="0" y="64"/>
                  <a:pt x="2" y="68"/>
                  <a:pt x="9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139"/>
                  <a:pt x="21" y="139"/>
                  <a:pt x="21" y="139"/>
                </a:cubicBezTo>
                <a:cubicBezTo>
                  <a:pt x="21" y="142"/>
                  <a:pt x="24" y="145"/>
                  <a:pt x="27" y="145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38" y="81"/>
                  <a:pt x="38" y="81"/>
                  <a:pt x="38" y="81"/>
                </a:cubicBezTo>
                <a:cubicBezTo>
                  <a:pt x="71" y="81"/>
                  <a:pt x="71" y="81"/>
                  <a:pt x="71" y="81"/>
                </a:cubicBezTo>
                <a:cubicBezTo>
                  <a:pt x="71" y="145"/>
                  <a:pt x="71" y="145"/>
                  <a:pt x="71" y="145"/>
                </a:cubicBezTo>
                <a:cubicBezTo>
                  <a:pt x="130" y="145"/>
                  <a:pt x="130" y="145"/>
                  <a:pt x="130" y="145"/>
                </a:cubicBezTo>
                <a:cubicBezTo>
                  <a:pt x="134" y="145"/>
                  <a:pt x="136" y="142"/>
                  <a:pt x="136" y="139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48" y="68"/>
                  <a:pt x="148" y="68"/>
                  <a:pt x="148" y="68"/>
                </a:cubicBezTo>
                <a:cubicBezTo>
                  <a:pt x="155" y="68"/>
                  <a:pt x="157" y="64"/>
                  <a:pt x="151" y="59"/>
                </a:cubicBezTo>
                <a:close/>
                <a:moveTo>
                  <a:pt x="118" y="97"/>
                </a:moveTo>
                <a:cubicBezTo>
                  <a:pt x="89" y="97"/>
                  <a:pt x="89" y="97"/>
                  <a:pt x="89" y="97"/>
                </a:cubicBezTo>
                <a:cubicBezTo>
                  <a:pt x="89" y="72"/>
                  <a:pt x="89" y="72"/>
                  <a:pt x="89" y="72"/>
                </a:cubicBezTo>
                <a:cubicBezTo>
                  <a:pt x="118" y="72"/>
                  <a:pt x="118" y="72"/>
                  <a:pt x="118" y="72"/>
                </a:cubicBezTo>
                <a:lnTo>
                  <a:pt x="118" y="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8996" tIns="64498" rIns="128996" bIns="6449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905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11" name="组合 10"/>
          <p:cNvGrpSpPr>
            <a:grpSpLocks noChangeAspect="1"/>
          </p:cNvGrpSpPr>
          <p:nvPr>
            <p:custDataLst>
              <p:tags r:id="rId20"/>
            </p:custDataLst>
          </p:nvPr>
        </p:nvGrpSpPr>
        <p:grpSpPr>
          <a:xfrm>
            <a:off x="6110176" y="5336991"/>
            <a:ext cx="407081" cy="380931"/>
            <a:chOff x="6661150" y="233363"/>
            <a:chExt cx="320675" cy="300038"/>
          </a:xfrm>
          <a:solidFill>
            <a:schemeClr val="bg1"/>
          </a:solidFill>
        </p:grpSpPr>
        <p:sp>
          <p:nvSpPr>
            <p:cNvPr id="12" name="Freeform 153"/>
            <p:cNvSpPr/>
            <p:nvPr>
              <p:custDataLst>
                <p:tags r:id="rId21"/>
              </p:custDataLst>
            </p:nvPr>
          </p:nvSpPr>
          <p:spPr bwMode="auto">
            <a:xfrm>
              <a:off x="6677025" y="315913"/>
              <a:ext cx="79375" cy="187325"/>
            </a:xfrm>
            <a:custGeom>
              <a:avLst/>
              <a:gdLst>
                <a:gd name="T0" fmla="*/ 34 w 34"/>
                <a:gd name="T1" fmla="*/ 81 h 81"/>
                <a:gd name="T2" fmla="*/ 34 w 34"/>
                <a:gd name="T3" fmla="*/ 8 h 81"/>
                <a:gd name="T4" fmla="*/ 26 w 34"/>
                <a:gd name="T5" fmla="*/ 0 h 81"/>
                <a:gd name="T6" fmla="*/ 9 w 34"/>
                <a:gd name="T7" fmla="*/ 0 h 81"/>
                <a:gd name="T8" fmla="*/ 0 w 34"/>
                <a:gd name="T9" fmla="*/ 8 h 81"/>
                <a:gd name="T10" fmla="*/ 0 w 34"/>
                <a:gd name="T11" fmla="*/ 81 h 81"/>
                <a:gd name="T12" fmla="*/ 34 w 34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81">
                  <a:moveTo>
                    <a:pt x="34" y="81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1"/>
                    <a:pt x="0" y="81"/>
                    <a:pt x="0" y="81"/>
                  </a:cubicBezTo>
                  <a:lnTo>
                    <a:pt x="3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Freeform 154"/>
            <p:cNvSpPr/>
            <p:nvPr>
              <p:custDataLst>
                <p:tags r:id="rId22"/>
              </p:custDataLst>
            </p:nvPr>
          </p:nvSpPr>
          <p:spPr bwMode="auto">
            <a:xfrm>
              <a:off x="6783388" y="233363"/>
              <a:ext cx="77788" cy="269875"/>
            </a:xfrm>
            <a:custGeom>
              <a:avLst/>
              <a:gdLst>
                <a:gd name="T0" fmla="*/ 34 w 34"/>
                <a:gd name="T1" fmla="*/ 117 h 117"/>
                <a:gd name="T2" fmla="*/ 34 w 34"/>
                <a:gd name="T3" fmla="*/ 8 h 117"/>
                <a:gd name="T4" fmla="*/ 25 w 34"/>
                <a:gd name="T5" fmla="*/ 0 h 117"/>
                <a:gd name="T6" fmla="*/ 8 w 34"/>
                <a:gd name="T7" fmla="*/ 0 h 117"/>
                <a:gd name="T8" fmla="*/ 0 w 34"/>
                <a:gd name="T9" fmla="*/ 8 h 117"/>
                <a:gd name="T10" fmla="*/ 0 w 34"/>
                <a:gd name="T11" fmla="*/ 117 h 117"/>
                <a:gd name="T12" fmla="*/ 34 w 34"/>
                <a:gd name="T1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17">
                  <a:moveTo>
                    <a:pt x="34" y="117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17"/>
                    <a:pt x="0" y="117"/>
                    <a:pt x="0" y="117"/>
                  </a:cubicBezTo>
                  <a:lnTo>
                    <a:pt x="34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Freeform 155"/>
            <p:cNvSpPr/>
            <p:nvPr>
              <p:custDataLst>
                <p:tags r:id="rId23"/>
              </p:custDataLst>
            </p:nvPr>
          </p:nvSpPr>
          <p:spPr bwMode="auto">
            <a:xfrm>
              <a:off x="6886575" y="358776"/>
              <a:ext cx="79375" cy="144463"/>
            </a:xfrm>
            <a:custGeom>
              <a:avLst/>
              <a:gdLst>
                <a:gd name="T0" fmla="*/ 34 w 34"/>
                <a:gd name="T1" fmla="*/ 63 h 63"/>
                <a:gd name="T2" fmla="*/ 34 w 34"/>
                <a:gd name="T3" fmla="*/ 8 h 63"/>
                <a:gd name="T4" fmla="*/ 25 w 34"/>
                <a:gd name="T5" fmla="*/ 0 h 63"/>
                <a:gd name="T6" fmla="*/ 8 w 34"/>
                <a:gd name="T7" fmla="*/ 0 h 63"/>
                <a:gd name="T8" fmla="*/ 0 w 34"/>
                <a:gd name="T9" fmla="*/ 8 h 63"/>
                <a:gd name="T10" fmla="*/ 0 w 34"/>
                <a:gd name="T11" fmla="*/ 63 h 63"/>
                <a:gd name="T12" fmla="*/ 34 w 34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3">
                  <a:moveTo>
                    <a:pt x="34" y="63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4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Rectangle 15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661150" y="512763"/>
              <a:ext cx="320675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16" name="组合 15"/>
          <p:cNvGrpSpPr>
            <a:grpSpLocks noChangeAspect="1"/>
          </p:cNvGrpSpPr>
          <p:nvPr>
            <p:custDataLst>
              <p:tags r:id="rId25"/>
            </p:custDataLst>
          </p:nvPr>
        </p:nvGrpSpPr>
        <p:grpSpPr>
          <a:xfrm>
            <a:off x="6897576" y="4232701"/>
            <a:ext cx="237862" cy="380931"/>
            <a:chOff x="8912226" y="6748292"/>
            <a:chExt cx="250825" cy="401638"/>
          </a:xfrm>
          <a:solidFill>
            <a:schemeClr val="bg1"/>
          </a:solidFill>
        </p:grpSpPr>
        <p:sp>
          <p:nvSpPr>
            <p:cNvPr id="17" name="Freeform 550"/>
            <p:cNvSpPr/>
            <p:nvPr>
              <p:custDataLst>
                <p:tags r:id="rId26"/>
              </p:custDataLst>
            </p:nvPr>
          </p:nvSpPr>
          <p:spPr bwMode="auto">
            <a:xfrm>
              <a:off x="8912226" y="6859417"/>
              <a:ext cx="250825" cy="290513"/>
            </a:xfrm>
            <a:custGeom>
              <a:avLst/>
              <a:gdLst>
                <a:gd name="T0" fmla="*/ 180 w 180"/>
                <a:gd name="T1" fmla="*/ 68 h 209"/>
                <a:gd name="T2" fmla="*/ 180 w 180"/>
                <a:gd name="T3" fmla="*/ 15 h 209"/>
                <a:gd name="T4" fmla="*/ 156 w 180"/>
                <a:gd name="T5" fmla="*/ 15 h 209"/>
                <a:gd name="T6" fmla="*/ 156 w 180"/>
                <a:gd name="T7" fmla="*/ 68 h 209"/>
                <a:gd name="T8" fmla="*/ 92 w 180"/>
                <a:gd name="T9" fmla="*/ 132 h 209"/>
                <a:gd name="T10" fmla="*/ 91 w 180"/>
                <a:gd name="T11" fmla="*/ 132 h 209"/>
                <a:gd name="T12" fmla="*/ 90 w 180"/>
                <a:gd name="T13" fmla="*/ 132 h 209"/>
                <a:gd name="T14" fmla="*/ 90 w 180"/>
                <a:gd name="T15" fmla="*/ 132 h 209"/>
                <a:gd name="T16" fmla="*/ 89 w 180"/>
                <a:gd name="T17" fmla="*/ 132 h 209"/>
                <a:gd name="T18" fmla="*/ 24 w 180"/>
                <a:gd name="T19" fmla="*/ 68 h 209"/>
                <a:gd name="T20" fmla="*/ 24 w 180"/>
                <a:gd name="T21" fmla="*/ 15 h 209"/>
                <a:gd name="T22" fmla="*/ 0 w 180"/>
                <a:gd name="T23" fmla="*/ 15 h 209"/>
                <a:gd name="T24" fmla="*/ 0 w 180"/>
                <a:gd name="T25" fmla="*/ 68 h 209"/>
                <a:gd name="T26" fmla="*/ 76 w 180"/>
                <a:gd name="T27" fmla="*/ 156 h 209"/>
                <a:gd name="T28" fmla="*/ 76 w 180"/>
                <a:gd name="T29" fmla="*/ 194 h 209"/>
                <a:gd name="T30" fmla="*/ 22 w 180"/>
                <a:gd name="T31" fmla="*/ 209 h 209"/>
                <a:gd name="T32" fmla="*/ 159 w 180"/>
                <a:gd name="T33" fmla="*/ 209 h 209"/>
                <a:gd name="T34" fmla="*/ 104 w 180"/>
                <a:gd name="T35" fmla="*/ 193 h 209"/>
                <a:gd name="T36" fmla="*/ 104 w 180"/>
                <a:gd name="T37" fmla="*/ 156 h 209"/>
                <a:gd name="T38" fmla="*/ 180 w 180"/>
                <a:gd name="T39" fmla="*/ 68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0" h="209">
                  <a:moveTo>
                    <a:pt x="180" y="68"/>
                  </a:moveTo>
                  <a:cubicBezTo>
                    <a:pt x="180" y="68"/>
                    <a:pt x="180" y="38"/>
                    <a:pt x="180" y="15"/>
                  </a:cubicBezTo>
                  <a:cubicBezTo>
                    <a:pt x="180" y="0"/>
                    <a:pt x="156" y="0"/>
                    <a:pt x="156" y="15"/>
                  </a:cubicBezTo>
                  <a:cubicBezTo>
                    <a:pt x="156" y="38"/>
                    <a:pt x="156" y="68"/>
                    <a:pt x="156" y="68"/>
                  </a:cubicBezTo>
                  <a:cubicBezTo>
                    <a:pt x="156" y="104"/>
                    <a:pt x="128" y="132"/>
                    <a:pt x="92" y="132"/>
                  </a:cubicBezTo>
                  <a:cubicBezTo>
                    <a:pt x="92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89" y="132"/>
                    <a:pt x="89" y="132"/>
                  </a:cubicBezTo>
                  <a:cubicBezTo>
                    <a:pt x="53" y="132"/>
                    <a:pt x="24" y="104"/>
                    <a:pt x="24" y="68"/>
                  </a:cubicBezTo>
                  <a:cubicBezTo>
                    <a:pt x="24" y="68"/>
                    <a:pt x="24" y="38"/>
                    <a:pt x="24" y="15"/>
                  </a:cubicBezTo>
                  <a:cubicBezTo>
                    <a:pt x="24" y="0"/>
                    <a:pt x="0" y="0"/>
                    <a:pt x="0" y="15"/>
                  </a:cubicBezTo>
                  <a:cubicBezTo>
                    <a:pt x="0" y="22"/>
                    <a:pt x="0" y="68"/>
                    <a:pt x="0" y="68"/>
                  </a:cubicBezTo>
                  <a:cubicBezTo>
                    <a:pt x="0" y="113"/>
                    <a:pt x="33" y="149"/>
                    <a:pt x="76" y="156"/>
                  </a:cubicBezTo>
                  <a:cubicBezTo>
                    <a:pt x="76" y="194"/>
                    <a:pt x="76" y="194"/>
                    <a:pt x="76" y="194"/>
                  </a:cubicBezTo>
                  <a:cubicBezTo>
                    <a:pt x="22" y="209"/>
                    <a:pt x="22" y="209"/>
                    <a:pt x="22" y="209"/>
                  </a:cubicBezTo>
                  <a:cubicBezTo>
                    <a:pt x="159" y="209"/>
                    <a:pt x="159" y="209"/>
                    <a:pt x="159" y="209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47" y="150"/>
                    <a:pt x="180" y="113"/>
                    <a:pt x="180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Freeform 551"/>
            <p:cNvSpPr/>
            <p:nvPr>
              <p:custDataLst>
                <p:tags r:id="rId27"/>
              </p:custDataLst>
            </p:nvPr>
          </p:nvSpPr>
          <p:spPr bwMode="auto">
            <a:xfrm>
              <a:off x="8977313" y="6748292"/>
              <a:ext cx="120650" cy="263525"/>
            </a:xfrm>
            <a:custGeom>
              <a:avLst/>
              <a:gdLst>
                <a:gd name="T0" fmla="*/ 43 w 87"/>
                <a:gd name="T1" fmla="*/ 190 h 190"/>
                <a:gd name="T2" fmla="*/ 43 w 87"/>
                <a:gd name="T3" fmla="*/ 190 h 190"/>
                <a:gd name="T4" fmla="*/ 44 w 87"/>
                <a:gd name="T5" fmla="*/ 190 h 190"/>
                <a:gd name="T6" fmla="*/ 87 w 87"/>
                <a:gd name="T7" fmla="*/ 147 h 190"/>
                <a:gd name="T8" fmla="*/ 87 w 87"/>
                <a:gd name="T9" fmla="*/ 43 h 190"/>
                <a:gd name="T10" fmla="*/ 44 w 87"/>
                <a:gd name="T11" fmla="*/ 0 h 190"/>
                <a:gd name="T12" fmla="*/ 43 w 87"/>
                <a:gd name="T13" fmla="*/ 0 h 190"/>
                <a:gd name="T14" fmla="*/ 43 w 87"/>
                <a:gd name="T15" fmla="*/ 0 h 190"/>
                <a:gd name="T16" fmla="*/ 0 w 87"/>
                <a:gd name="T17" fmla="*/ 43 h 190"/>
                <a:gd name="T18" fmla="*/ 0 w 87"/>
                <a:gd name="T19" fmla="*/ 147 h 190"/>
                <a:gd name="T20" fmla="*/ 43 w 87"/>
                <a:gd name="T21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190">
                  <a:moveTo>
                    <a:pt x="43" y="190"/>
                  </a:moveTo>
                  <a:cubicBezTo>
                    <a:pt x="43" y="190"/>
                    <a:pt x="43" y="190"/>
                    <a:pt x="43" y="190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68" y="190"/>
                    <a:pt x="87" y="171"/>
                    <a:pt x="87" y="147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19"/>
                    <a:pt x="68" y="0"/>
                    <a:pt x="44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71"/>
                    <a:pt x="19" y="190"/>
                    <a:pt x="43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 flipH="1">
            <a:off x="2294119" y="361070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户外游戏材料研究多关注功能与玩法，未关联幼儿风险感知培养。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9"/>
            </p:custDataLst>
          </p:nvPr>
        </p:nvSpPr>
        <p:spPr>
          <a:xfrm flipH="1">
            <a:off x="4720590" y="1923733"/>
            <a:ext cx="255397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户外游戏研究多侧重安全防护，少探讨幼儿风险感知培养，存在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重保护、轻发展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倾向。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0"/>
            </p:custDataLst>
          </p:nvPr>
        </p:nvSpPr>
        <p:spPr>
          <a:xfrm flipH="1">
            <a:off x="7663044" y="362975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户外游戏与风险感知研究多泛化，未针对小班幼儿认知特点设计。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31"/>
            </p:custDataLst>
          </p:nvPr>
        </p:nvSpPr>
        <p:spPr>
          <a:xfrm flipH="1">
            <a:off x="7664314" y="548649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幼儿园户外材料投放经验零散，未形成风险感知培养的系统策略。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alpha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29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梯形 4"/>
          <p:cNvSpPr/>
          <p:nvPr/>
        </p:nvSpPr>
        <p:spPr>
          <a:xfrm>
            <a:off x="695324" y="1646276"/>
            <a:ext cx="5236882" cy="4717974"/>
          </a:xfrm>
          <a:custGeom>
            <a:avLst/>
            <a:gdLst>
              <a:gd name="connsiteX0" fmla="*/ 0 w 5236882"/>
              <a:gd name="connsiteY0" fmla="*/ 4501974 h 4717974"/>
              <a:gd name="connsiteX1" fmla="*/ 0 w 5236882"/>
              <a:gd name="connsiteY1" fmla="*/ 216000 h 4717974"/>
              <a:gd name="connsiteX2" fmla="*/ 216000 w 5236882"/>
              <a:gd name="connsiteY2" fmla="*/ 0 h 4717974"/>
              <a:gd name="connsiteX3" fmla="*/ 3922763 w 5236882"/>
              <a:gd name="connsiteY3" fmla="*/ 0 h 4717974"/>
              <a:gd name="connsiteX4" fmla="*/ 4132006 w 5236882"/>
              <a:gd name="connsiteY4" fmla="*/ 162395 h 4717974"/>
              <a:gd name="connsiteX5" fmla="*/ 5230007 w 5236882"/>
              <a:gd name="connsiteY5" fmla="*/ 4448369 h 4717974"/>
              <a:gd name="connsiteX6" fmla="*/ 5020765 w 5236882"/>
              <a:gd name="connsiteY6" fmla="*/ 4717974 h 4717974"/>
              <a:gd name="connsiteX7" fmla="*/ 216000 w 5236882"/>
              <a:gd name="connsiteY7" fmla="*/ 4717974 h 4717974"/>
              <a:gd name="connsiteX8" fmla="*/ 0 w 5236882"/>
              <a:gd name="connsiteY8" fmla="*/ 4501974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6882" h="4717974">
                <a:moveTo>
                  <a:pt x="0" y="4501974"/>
                </a:move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5230007" y="4448369"/>
                </a:lnTo>
                <a:cubicBezTo>
                  <a:pt x="5265025" y="4585059"/>
                  <a:pt x="5161868" y="4717974"/>
                  <a:pt x="5020765" y="4717974"/>
                </a:cubicBezTo>
                <a:lnTo>
                  <a:pt x="216000" y="4717974"/>
                </a:lnTo>
                <a:cubicBezTo>
                  <a:pt x="96768" y="4717974"/>
                  <a:pt x="0" y="4621206"/>
                  <a:pt x="0" y="4501974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/>
        </p:nvSpPr>
        <p:spPr>
          <a:xfrm>
            <a:off x="695324" y="1646276"/>
            <a:ext cx="4292472" cy="788761"/>
          </a:xfrm>
          <a:custGeom>
            <a:avLst/>
            <a:gdLst>
              <a:gd name="connsiteX0" fmla="*/ 216000 w 4292472"/>
              <a:gd name="connsiteY0" fmla="*/ 0 h 788761"/>
              <a:gd name="connsiteX1" fmla="*/ 3922763 w 4292472"/>
              <a:gd name="connsiteY1" fmla="*/ 0 h 788761"/>
              <a:gd name="connsiteX2" fmla="*/ 4132006 w 4292472"/>
              <a:gd name="connsiteY2" fmla="*/ 162395 h 788761"/>
              <a:gd name="connsiteX3" fmla="*/ 4292472 w 4292472"/>
              <a:gd name="connsiteY3" fmla="*/ 788761 h 788761"/>
              <a:gd name="connsiteX4" fmla="*/ 0 w 4292472"/>
              <a:gd name="connsiteY4" fmla="*/ 788761 h 788761"/>
              <a:gd name="connsiteX5" fmla="*/ 0 w 4292472"/>
              <a:gd name="connsiteY5" fmla="*/ 216000 h 788761"/>
              <a:gd name="connsiteX6" fmla="*/ 216000 w 4292472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472" h="788761">
                <a:moveTo>
                  <a:pt x="216000" y="0"/>
                </a:move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4292472" y="788761"/>
                </a:lnTo>
                <a:lnTo>
                  <a:pt x="0" y="788761"/>
                </a:ln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82097">
                <a:schemeClr val="accent3">
                  <a:lumMod val="60000"/>
                  <a:lumOff val="40000"/>
                </a:schemeClr>
              </a:gs>
              <a:gs pos="65000">
                <a:schemeClr val="accent3">
                  <a:lumMod val="60000"/>
                  <a:lumOff val="40000"/>
                </a:schemeClr>
              </a:gs>
              <a:gs pos="22000">
                <a:schemeClr val="accent3">
                  <a:lumMod val="60000"/>
                  <a:lumOff val="40000"/>
                </a:schemeClr>
              </a:gs>
              <a:gs pos="444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508000" dist="38100" dir="16200000" rotWithShape="0">
              <a:schemeClr val="accent1">
                <a:lumMod val="50000"/>
                <a:alpha val="40000"/>
              </a:schemeClr>
            </a:outerShdw>
          </a:effectLst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zh-CN" altLang="en-US" sz="3200" b="1" spc="300">
              <a:gradFill>
                <a:gsLst>
                  <a:gs pos="100000">
                    <a:srgbClr val="C8C9CA"/>
                  </a:gs>
                  <a:gs pos="0">
                    <a:srgbClr val="C8C9CA">
                      <a:lumMod val="20000"/>
                      <a:lumOff val="80000"/>
                    </a:srgb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" name="梯形 4"/>
          <p:cNvSpPr/>
          <p:nvPr/>
        </p:nvSpPr>
        <p:spPr>
          <a:xfrm>
            <a:off x="5059089" y="1619326"/>
            <a:ext cx="6386256" cy="4717974"/>
          </a:xfrm>
          <a:custGeom>
            <a:avLst/>
            <a:gdLst>
              <a:gd name="connsiteX0" fmla="*/ 6386256 w 6386256"/>
              <a:gd name="connsiteY0" fmla="*/ 216000 h 4717974"/>
              <a:gd name="connsiteX1" fmla="*/ 6386256 w 6386256"/>
              <a:gd name="connsiteY1" fmla="*/ 4501974 h 4717974"/>
              <a:gd name="connsiteX2" fmla="*/ 6170256 w 6386256"/>
              <a:gd name="connsiteY2" fmla="*/ 4717974 h 4717974"/>
              <a:gd name="connsiteX3" fmla="*/ 1397624 w 6386256"/>
              <a:gd name="connsiteY3" fmla="*/ 4717974 h 4717974"/>
              <a:gd name="connsiteX4" fmla="*/ 1189391 w 6386256"/>
              <a:gd name="connsiteY4" fmla="*/ 4559377 h 4717974"/>
              <a:gd name="connsiteX5" fmla="*/ 7889 w 6386256"/>
              <a:gd name="connsiteY5" fmla="*/ 273403 h 4717974"/>
              <a:gd name="connsiteX6" fmla="*/ 216122 w 6386256"/>
              <a:gd name="connsiteY6" fmla="*/ 0 h 4717974"/>
              <a:gd name="connsiteX7" fmla="*/ 6170256 w 6386256"/>
              <a:gd name="connsiteY7" fmla="*/ 0 h 4717974"/>
              <a:gd name="connsiteX8" fmla="*/ 6386256 w 6386256"/>
              <a:gd name="connsiteY8" fmla="*/ 216000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86256" h="4717974">
                <a:moveTo>
                  <a:pt x="6386256" y="216000"/>
                </a:moveTo>
                <a:lnTo>
                  <a:pt x="6386256" y="4501974"/>
                </a:lnTo>
                <a:cubicBezTo>
                  <a:pt x="6386256" y="4621206"/>
                  <a:pt x="6289488" y="4717974"/>
                  <a:pt x="6170256" y="4717974"/>
                </a:cubicBezTo>
                <a:lnTo>
                  <a:pt x="1397624" y="4717974"/>
                </a:lnTo>
                <a:cubicBezTo>
                  <a:pt x="1300397" y="4717974"/>
                  <a:pt x="1215230" y="4653108"/>
                  <a:pt x="1189391" y="4559377"/>
                </a:cubicBez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6" name="任意多边形: 形状 4"/>
          <p:cNvSpPr/>
          <p:nvPr/>
        </p:nvSpPr>
        <p:spPr>
          <a:xfrm>
            <a:off x="5059089" y="1636751"/>
            <a:ext cx="6437587" cy="788761"/>
          </a:xfrm>
          <a:custGeom>
            <a:avLst/>
            <a:gdLst>
              <a:gd name="connsiteX0" fmla="*/ 216122 w 6386256"/>
              <a:gd name="connsiteY0" fmla="*/ 0 h 788761"/>
              <a:gd name="connsiteX1" fmla="*/ 6170256 w 6386256"/>
              <a:gd name="connsiteY1" fmla="*/ 0 h 788761"/>
              <a:gd name="connsiteX2" fmla="*/ 6386256 w 6386256"/>
              <a:gd name="connsiteY2" fmla="*/ 216000 h 788761"/>
              <a:gd name="connsiteX3" fmla="*/ 6386256 w 6386256"/>
              <a:gd name="connsiteY3" fmla="*/ 788761 h 788761"/>
              <a:gd name="connsiteX4" fmla="*/ 149957 w 6386256"/>
              <a:gd name="connsiteY4" fmla="*/ 788761 h 788761"/>
              <a:gd name="connsiteX5" fmla="*/ 7889 w 6386256"/>
              <a:gd name="connsiteY5" fmla="*/ 273403 h 788761"/>
              <a:gd name="connsiteX6" fmla="*/ 216122 w 6386256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6256" h="788761">
                <a:moveTo>
                  <a:pt x="216122" y="0"/>
                </a:move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  <a:lnTo>
                  <a:pt x="6386256" y="788761"/>
                </a:lnTo>
                <a:lnTo>
                  <a:pt x="149957" y="788761"/>
                </a:ln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7025" y="1809824"/>
            <a:ext cx="245862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国内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研究现状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2481" y="1809824"/>
            <a:ext cx="2602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国外研究现状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686594" y="3208488"/>
            <a:ext cx="1669438" cy="1669438"/>
            <a:chOff x="4676201" y="3208488"/>
            <a:chExt cx="1669438" cy="1669438"/>
          </a:xfrm>
        </p:grpSpPr>
        <p:sp>
          <p:nvSpPr>
            <p:cNvPr id="47" name="椭圆 46"/>
            <p:cNvSpPr/>
            <p:nvPr/>
          </p:nvSpPr>
          <p:spPr>
            <a:xfrm>
              <a:off x="4676201" y="3208488"/>
              <a:ext cx="1669438" cy="1669438"/>
            </a:xfrm>
            <a:prstGeom prst="ellipse">
              <a:avLst/>
            </a:prstGeom>
            <a:gradFill>
              <a:gsLst>
                <a:gs pos="9000">
                  <a:schemeClr val="accent4"/>
                </a:gs>
                <a:gs pos="100000">
                  <a:schemeClr val="accent6"/>
                </a:gs>
              </a:gsLst>
              <a:lin ang="2700000" scaled="0"/>
            </a:gradFill>
            <a:ln w="9525" cap="flat">
              <a:noFill/>
              <a:prstDash val="solid"/>
              <a:miter/>
            </a:ln>
            <a:effectLst>
              <a:outerShdw blurRad="241300" dist="1397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17246" y="3571047"/>
              <a:ext cx="158734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cs typeface="+mn-ea"/>
                  <a:sym typeface="+mn-lt"/>
                </a:rPr>
                <a:t>VS</a:t>
              </a:r>
              <a:endParaRPr lang="en-US" altLang="zh-CN" sz="6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102280" y="2712954"/>
            <a:ext cx="3459634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聚焦轻量化算法，适配低端车载芯片延迟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50ms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内，但多终端资源分配精度低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8%-10%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102280" y="3863891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城市场景测试多（如车企合作），但无统一通信协议，不同车型兼容性不足。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02280" y="5126489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卸载能耗降低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20%+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，但高速场景（时速＞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100km/h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）数据传输中断率约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6%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47044" y="2712954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用强化学习，多终端资源利用率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85%+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，但依赖高端芯片，硬件成本高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3-4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倍。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747044" y="3863891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有完善标准（如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IEEE 802.11bd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），跨品牌协同好，但适配国内城市场景差。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747044" y="5126489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响应时间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内支撑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L4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级自动驾驶，但能耗高，车载续航短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15%-20%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1184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幼儿园中班幼儿自主整理餐具的行为支持策略研究现状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形状1"/>
          <p:cNvSpPr/>
          <p:nvPr>
            <p:custDataLst>
              <p:tags r:id="rId1"/>
            </p:custDataLst>
          </p:nvPr>
        </p:nvSpPr>
        <p:spPr>
          <a:xfrm>
            <a:off x="170751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4" name="形状1"/>
          <p:cNvSpPr/>
          <p:nvPr>
            <p:custDataLst>
              <p:tags r:id="rId2"/>
            </p:custDataLst>
          </p:nvPr>
        </p:nvSpPr>
        <p:spPr>
          <a:xfrm>
            <a:off x="514540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5" name="形状1"/>
          <p:cNvSpPr/>
          <p:nvPr>
            <p:custDataLst>
              <p:tags r:id="rId3"/>
            </p:custDataLst>
          </p:nvPr>
        </p:nvSpPr>
        <p:spPr>
          <a:xfrm>
            <a:off x="858329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6" name="文本框 28"/>
          <p:cNvSpPr txBox="1"/>
          <p:nvPr>
            <p:custDataLst>
              <p:tags r:id="rId4"/>
            </p:custDataLst>
          </p:nvPr>
        </p:nvSpPr>
        <p:spPr>
          <a:xfrm>
            <a:off x="1439545" y="3900805"/>
            <a:ext cx="243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对象泛化缺中班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7" name="文本框 29"/>
          <p:cNvSpPr txBox="1"/>
          <p:nvPr>
            <p:custDataLst>
              <p:tags r:id="rId5"/>
            </p:custDataLst>
          </p:nvPr>
        </p:nvSpPr>
        <p:spPr>
          <a:xfrm>
            <a:off x="1417320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现有幼儿自主整理研究多覆盖大中小班，未针对性聚焦中班幼儿的行为特点与支持需求。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文本框 15"/>
          <p:cNvSpPr txBox="1"/>
          <p:nvPr>
            <p:custDataLst>
              <p:tags r:id="rId6"/>
            </p:custDataLst>
          </p:nvPr>
        </p:nvSpPr>
        <p:spPr>
          <a:xfrm>
            <a:off x="5022215" y="3900805"/>
            <a:ext cx="2052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重意义缺策略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文本框 16"/>
          <p:cNvSpPr txBox="1"/>
          <p:nvPr>
            <p:custDataLst>
              <p:tags r:id="rId7"/>
            </p:custDataLst>
          </p:nvPr>
        </p:nvSpPr>
        <p:spPr>
          <a:xfrm>
            <a:off x="487489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多数研究强调自主整理餐具的教育意义，鲜少提出可直接应用于幼儿园的具体行为支持策略。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>
            <p:custDataLst>
              <p:tags r:id="rId8"/>
            </p:custDataLst>
          </p:nvPr>
        </p:nvSpPr>
        <p:spPr>
          <a:xfrm>
            <a:off x="8451850" y="3900805"/>
            <a:ext cx="207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多调查少干预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文本框 18"/>
          <p:cNvSpPr txBox="1"/>
          <p:nvPr>
            <p:custDataLst>
              <p:tags r:id="rId9"/>
            </p:custDataLst>
          </p:nvPr>
        </p:nvSpPr>
        <p:spPr>
          <a:xfrm>
            <a:off x="824674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现有研究多以问卷调查、观察描述为主，缺乏通过干预措施提升中班幼儿自主整理餐具行为的实践研究。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形状1"/>
          <p:cNvSpPr/>
          <p:nvPr>
            <p:custDataLst>
              <p:tags r:id="rId10"/>
            </p:custDataLst>
          </p:nvPr>
        </p:nvSpPr>
        <p:spPr>
          <a:xfrm>
            <a:off x="398386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3" name="形状1"/>
          <p:cNvSpPr/>
          <p:nvPr>
            <p:custDataLst>
              <p:tags r:id="rId11"/>
            </p:custDataLst>
          </p:nvPr>
        </p:nvSpPr>
        <p:spPr>
          <a:xfrm>
            <a:off x="743191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pic>
        <p:nvPicPr>
          <p:cNvPr id="14" name="图形 12" descr="resource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47530" y="2772093"/>
            <a:ext cx="552450" cy="552450"/>
          </a:xfrm>
          <a:prstGeom prst="rect">
            <a:avLst/>
          </a:prstGeom>
        </p:spPr>
      </p:pic>
      <p:pic>
        <p:nvPicPr>
          <p:cNvPr id="15" name="图形 13" descr="resourc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32170" y="2752408"/>
            <a:ext cx="572770" cy="572770"/>
          </a:xfrm>
          <a:prstGeom prst="rect">
            <a:avLst/>
          </a:prstGeom>
        </p:spPr>
      </p:pic>
      <p:pic>
        <p:nvPicPr>
          <p:cNvPr id="16" name="图形 14" descr="resourc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37765" y="2753678"/>
            <a:ext cx="600075" cy="600075"/>
          </a:xfrm>
          <a:prstGeom prst="rect">
            <a:avLst/>
          </a:prstGeom>
        </p:spPr>
      </p:pic>
      <p:sp>
        <p:nvSpPr>
          <p:cNvPr id="17" name="文本框 32"/>
          <p:cNvSpPr txBox="1"/>
          <p:nvPr>
            <p:custDataLst>
              <p:tags r:id="rId21"/>
            </p:custDataLst>
          </p:nvPr>
        </p:nvSpPr>
        <p:spPr>
          <a:xfrm>
            <a:off x="3020377" y="1736450"/>
            <a:ext cx="61512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梳理现状，可识别出对象、策略、方法上的缺口，论证了本研究必要性，为后续研究提供依据，避免重复并填补空白。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8" name="文本框 33"/>
          <p:cNvSpPr txBox="1"/>
          <p:nvPr>
            <p:custDataLst>
              <p:tags r:id="rId22"/>
            </p:custDataLst>
          </p:nvPr>
        </p:nvSpPr>
        <p:spPr>
          <a:xfrm>
            <a:off x="5338445" y="1296222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研究现状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1519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赋能下初中数学个性化教学的教研融合策略研究现状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863418" y="1254080"/>
          <a:ext cx="10465163" cy="3294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TextBox 18"/>
          <p:cNvSpPr txBox="1"/>
          <p:nvPr>
            <p:custDataLst>
              <p:tags r:id="rId2"/>
            </p:custDataLst>
          </p:nvPr>
        </p:nvSpPr>
        <p:spPr>
          <a:xfrm flipH="1">
            <a:off x="1125962" y="4750916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技术应用表层化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112729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教学工具在初中数学普及率超</a:t>
            </a:r>
            <a:r>
              <a:rPr lang="en-US" altLang="zh-CN" sz="1400" dirty="0">
                <a:cs typeface="+mn-ea"/>
                <a:sym typeface="+mn-lt"/>
              </a:rPr>
              <a:t>60%</a:t>
            </a:r>
            <a:r>
              <a:rPr lang="zh-CN" altLang="en-US" sz="1400" dirty="0">
                <a:cs typeface="+mn-ea"/>
                <a:sym typeface="+mn-lt"/>
              </a:rPr>
              <a:t>，仅</a:t>
            </a:r>
            <a:r>
              <a:rPr lang="en-US" altLang="zh-CN" sz="1400" dirty="0">
                <a:cs typeface="+mn-ea"/>
                <a:sym typeface="+mn-lt"/>
              </a:rPr>
              <a:t>35%</a:t>
            </a:r>
            <a:r>
              <a:rPr lang="zh-CN" altLang="en-US" sz="1400" dirty="0">
                <a:cs typeface="+mn-ea"/>
                <a:sym typeface="+mn-lt"/>
              </a:rPr>
              <a:t>教师能转化为个性化方案，多用于基础应用。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1" name="TextBox 18"/>
          <p:cNvSpPr txBox="1"/>
          <p:nvPr>
            <p:custDataLst>
              <p:tags r:id="rId4"/>
            </p:custDataLst>
          </p:nvPr>
        </p:nvSpPr>
        <p:spPr>
          <a:xfrm flipH="1">
            <a:off x="487881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教研支撑存在短板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488014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13</a:t>
            </a:r>
            <a:r>
              <a:rPr lang="zh-CN" altLang="en-US" sz="1400" dirty="0">
                <a:cs typeface="+mn-ea"/>
                <a:sym typeface="+mn-lt"/>
              </a:rPr>
              <a:t>万教研员中仅</a:t>
            </a:r>
            <a:r>
              <a:rPr lang="en-US" altLang="zh-CN" sz="1400" dirty="0">
                <a:cs typeface="+mn-ea"/>
                <a:sym typeface="+mn-lt"/>
              </a:rPr>
              <a:t>28%</a:t>
            </a:r>
            <a:r>
              <a:rPr lang="zh-CN" altLang="en-US" sz="1400" dirty="0">
                <a:cs typeface="+mn-ea"/>
                <a:sym typeface="+mn-lt"/>
              </a:rPr>
              <a:t>接受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教学培训，</a:t>
            </a:r>
            <a:r>
              <a:rPr lang="en-US" altLang="zh-CN" sz="1400" dirty="0">
                <a:cs typeface="+mn-ea"/>
                <a:sym typeface="+mn-lt"/>
              </a:rPr>
              <a:t>70%</a:t>
            </a:r>
            <a:r>
              <a:rPr lang="zh-CN" altLang="en-US" sz="1400" dirty="0">
                <a:cs typeface="+mn-ea"/>
                <a:sym typeface="+mn-lt"/>
              </a:rPr>
              <a:t>校本教研难提供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融合指导。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 flipH="1">
            <a:off x="863166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成果转化机制缺失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8632992" y="5155040"/>
            <a:ext cx="2703028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约</a:t>
            </a:r>
            <a:r>
              <a:rPr lang="en-US" altLang="zh-CN" sz="1400" dirty="0">
                <a:cs typeface="+mn-ea"/>
                <a:sym typeface="+mn-lt"/>
              </a:rPr>
              <a:t>62%</a:t>
            </a:r>
            <a:r>
              <a:rPr lang="zh-CN" altLang="en-US" sz="1400" dirty="0">
                <a:cs typeface="+mn-ea"/>
                <a:sym typeface="+mn-lt"/>
              </a:rPr>
              <a:t>学校开展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教学教研，仅</a:t>
            </a:r>
            <a:r>
              <a:rPr lang="en-US" altLang="zh-CN" sz="1400" dirty="0">
                <a:cs typeface="+mn-ea"/>
                <a:sym typeface="+mn-lt"/>
              </a:rPr>
              <a:t>19%</a:t>
            </a:r>
            <a:r>
              <a:rPr lang="zh-CN" altLang="en-US" sz="1400" dirty="0">
                <a:cs typeface="+mn-ea"/>
                <a:sym typeface="+mn-lt"/>
              </a:rPr>
              <a:t>建闭环，成果落地率低。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2960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幼儿园区域活动中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4-5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岁专注力培养的实践研究现状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" name="圆角矩形 20"/>
          <p:cNvSpPr/>
          <p:nvPr>
            <p:custDataLst>
              <p:tags r:id="rId2"/>
            </p:custDataLst>
          </p:nvPr>
        </p:nvSpPr>
        <p:spPr>
          <a:xfrm>
            <a:off x="690265" y="1595120"/>
            <a:ext cx="5587197" cy="4624738"/>
          </a:xfrm>
          <a:prstGeom prst="roundRect">
            <a:avLst>
              <a:gd name="adj" fmla="val 3631"/>
            </a:avLst>
          </a:prstGeom>
          <a:solidFill>
            <a:srgbClr val="FFFFFF"/>
          </a:solidFill>
          <a:ln>
            <a:noFill/>
          </a:ln>
          <a:effectLst>
            <a:outerShdw blurRad="208026" dist="34671" dir="2700001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c</a:t>
            </a:r>
            <a:endParaRPr kumimoji="0" lang="en-US" altLang="zh-CN" sz="164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1215371" y="1799693"/>
          <a:ext cx="4550156" cy="433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6802568" y="1637133"/>
            <a:ext cx="4475181" cy="1328724"/>
            <a:chOff x="6567213" y="1650734"/>
            <a:chExt cx="4475181" cy="1715103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6589027" y="1650734"/>
              <a:ext cx="4453367" cy="169646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 rot="10800000">
              <a:off x="6567213" y="1669375"/>
              <a:ext cx="81865" cy="169646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946238" y="1768365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幼儿专注力水平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14" name="内容占位符 11"/>
          <p:cNvSpPr txBox="1"/>
          <p:nvPr>
            <p:custDataLst>
              <p:tags r:id="rId7"/>
            </p:custDataLst>
          </p:nvPr>
        </p:nvSpPr>
        <p:spPr>
          <a:xfrm>
            <a:off x="6946265" y="2064385"/>
            <a:ext cx="4191000" cy="1189990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2023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年监测数据：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4-5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岁幼儿区域活动专注超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10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分钟仅占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38%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，近六成频繁换区、易受干扰。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802568" y="3235022"/>
            <a:ext cx="4475181" cy="1328723"/>
            <a:chOff x="6567213" y="1446746"/>
            <a:chExt cx="4475181" cy="1715098"/>
          </a:xfrm>
        </p:grpSpPr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6589027" y="1446746"/>
              <a:ext cx="4453367" cy="169646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0"/>
              </p:custDataLst>
            </p:nvPr>
          </p:nvSpPr>
          <p:spPr>
            <a:xfrm rot="10800000">
              <a:off x="6567213" y="1465385"/>
              <a:ext cx="81865" cy="1696459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946238" y="3366254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活动与专注力关联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6" name="内容占位符 11"/>
          <p:cNvSpPr txBox="1"/>
          <p:nvPr>
            <p:custDataLst>
              <p:tags r:id="rId12"/>
            </p:custDataLst>
          </p:nvPr>
        </p:nvSpPr>
        <p:spPr>
          <a:xfrm>
            <a:off x="6946265" y="366268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2024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年学前教育调研：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45%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幼儿园设计活动培养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4-5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岁幼儿专注力，半数能调整活动提效。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6802568" y="4832909"/>
            <a:ext cx="4475181" cy="1328724"/>
            <a:chOff x="6567213" y="1242765"/>
            <a:chExt cx="4475181" cy="1715101"/>
          </a:xfrm>
        </p:grpSpPr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6589027" y="1242765"/>
              <a:ext cx="4453367" cy="169646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5"/>
              </p:custDataLst>
            </p:nvPr>
          </p:nvSpPr>
          <p:spPr>
            <a:xfrm rot="10800000">
              <a:off x="6567213" y="1261406"/>
              <a:ext cx="81865" cy="16964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6946238" y="4964141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教师策略运用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31" name="内容占位符 11"/>
          <p:cNvSpPr txBox="1"/>
          <p:nvPr>
            <p:custDataLst>
              <p:tags r:id="rId17"/>
            </p:custDataLst>
          </p:nvPr>
        </p:nvSpPr>
        <p:spPr>
          <a:xfrm>
            <a:off x="6946265" y="526034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某省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 2023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幼儿园教师调研：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62%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“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口头提醒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维持专注，无分层策略。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98766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医疗影像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辅助诊断的小样本学习优化研究现状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7054200" y="1994891"/>
            <a:ext cx="2726201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多数小样本模型侧重精度优化，缺乏病灶定位、特征关联等解释输出，临床接受度仅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60%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1" name="空心弧 2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0800000"/>
              <a:gd name="adj2" fmla="val 1332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0" name="空心弧 39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9080000"/>
              <a:gd name="adj2" fmla="val 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1" name="空心弧 4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6320000"/>
              <a:gd name="adj2" fmla="val 1884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2" name="空心弧 41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3560000"/>
              <a:gd name="adj2" fmla="val 1608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3" name="Oval 26"/>
          <p:cNvSpPr/>
          <p:nvPr/>
        </p:nvSpPr>
        <p:spPr>
          <a:xfrm>
            <a:off x="4252413" y="5737110"/>
            <a:ext cx="511158" cy="510735"/>
          </a:xfrm>
          <a:custGeom>
            <a:avLst/>
            <a:gdLst>
              <a:gd name="T0" fmla="*/ 1929 w 7768"/>
              <a:gd name="T1" fmla="*/ 3699 h 7766"/>
              <a:gd name="T2" fmla="*/ 3359 w 7768"/>
              <a:gd name="T3" fmla="*/ 3699 h 7766"/>
              <a:gd name="T4" fmla="*/ 3638 w 7768"/>
              <a:gd name="T5" fmla="*/ 3259 h 7766"/>
              <a:gd name="T6" fmla="*/ 3638 w 7768"/>
              <a:gd name="T7" fmla="*/ 1829 h 7766"/>
              <a:gd name="T8" fmla="*/ 1930 w 7768"/>
              <a:gd name="T9" fmla="*/ 17 h 7766"/>
              <a:gd name="T10" fmla="*/ 0 w 7768"/>
              <a:gd name="T11" fmla="*/ 1829 h 7766"/>
              <a:gd name="T12" fmla="*/ 1930 w 7768"/>
              <a:gd name="T13" fmla="*/ 3699 h 7766"/>
              <a:gd name="T14" fmla="*/ 1930 w 7768"/>
              <a:gd name="T15" fmla="*/ 3699 h 7766"/>
              <a:gd name="T16" fmla="*/ 1929 w 7768"/>
              <a:gd name="T17" fmla="*/ 3699 h 7766"/>
              <a:gd name="T18" fmla="*/ 4543 w 7768"/>
              <a:gd name="T19" fmla="*/ 3698 h 7766"/>
              <a:gd name="T20" fmla="*/ 5972 w 7768"/>
              <a:gd name="T21" fmla="*/ 3698 h 7766"/>
              <a:gd name="T22" fmla="*/ 7768 w 7768"/>
              <a:gd name="T23" fmla="*/ 1828 h 7766"/>
              <a:gd name="T24" fmla="*/ 5972 w 7768"/>
              <a:gd name="T25" fmla="*/ 0 h 7766"/>
              <a:gd name="T26" fmla="*/ 4165 w 7768"/>
              <a:gd name="T27" fmla="*/ 1829 h 7766"/>
              <a:gd name="T28" fmla="*/ 4165 w 7768"/>
              <a:gd name="T29" fmla="*/ 3258 h 7766"/>
              <a:gd name="T30" fmla="*/ 4543 w 7768"/>
              <a:gd name="T31" fmla="*/ 3698 h 7766"/>
              <a:gd name="T32" fmla="*/ 4543 w 7768"/>
              <a:gd name="T33" fmla="*/ 3698 h 7766"/>
              <a:gd name="T34" fmla="*/ 5972 w 7768"/>
              <a:gd name="T35" fmla="*/ 4233 h 7766"/>
              <a:gd name="T36" fmla="*/ 4543 w 7768"/>
              <a:gd name="T37" fmla="*/ 4233 h 7766"/>
              <a:gd name="T38" fmla="*/ 4165 w 7768"/>
              <a:gd name="T39" fmla="*/ 4649 h 7766"/>
              <a:gd name="T40" fmla="*/ 4165 w 7768"/>
              <a:gd name="T41" fmla="*/ 5871 h 7766"/>
              <a:gd name="T42" fmla="*/ 5972 w 7768"/>
              <a:gd name="T43" fmla="*/ 7766 h 7766"/>
              <a:gd name="T44" fmla="*/ 7768 w 7768"/>
              <a:gd name="T45" fmla="*/ 5871 h 7766"/>
              <a:gd name="T46" fmla="*/ 5972 w 7768"/>
              <a:gd name="T47" fmla="*/ 4233 h 7766"/>
              <a:gd name="T48" fmla="*/ 5972 w 7768"/>
              <a:gd name="T49" fmla="*/ 4233 h 7766"/>
              <a:gd name="T50" fmla="*/ 3359 w 7768"/>
              <a:gd name="T51" fmla="*/ 4233 h 7766"/>
              <a:gd name="T52" fmla="*/ 1929 w 7768"/>
              <a:gd name="T53" fmla="*/ 4233 h 7766"/>
              <a:gd name="T54" fmla="*/ 0 w 7768"/>
              <a:gd name="T55" fmla="*/ 5871 h 7766"/>
              <a:gd name="T56" fmla="*/ 1929 w 7768"/>
              <a:gd name="T57" fmla="*/ 7750 h 7766"/>
              <a:gd name="T58" fmla="*/ 3638 w 7768"/>
              <a:gd name="T59" fmla="*/ 5871 h 7766"/>
              <a:gd name="T60" fmla="*/ 3638 w 7768"/>
              <a:gd name="T61" fmla="*/ 4649 h 7766"/>
              <a:gd name="T62" fmla="*/ 3359 w 7768"/>
              <a:gd name="T63" fmla="*/ 4233 h 7766"/>
              <a:gd name="T64" fmla="*/ 3359 w 7768"/>
              <a:gd name="T65" fmla="*/ 4233 h 7766"/>
              <a:gd name="T66" fmla="*/ 3359 w 7768"/>
              <a:gd name="T67" fmla="*/ 423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768" h="7766">
                <a:moveTo>
                  <a:pt x="1929" y="3699"/>
                </a:moveTo>
                <a:lnTo>
                  <a:pt x="3359" y="3699"/>
                </a:lnTo>
                <a:cubicBezTo>
                  <a:pt x="3589" y="3699"/>
                  <a:pt x="3638" y="3488"/>
                  <a:pt x="3638" y="3259"/>
                </a:cubicBezTo>
                <a:lnTo>
                  <a:pt x="3638" y="1829"/>
                </a:lnTo>
                <a:cubicBezTo>
                  <a:pt x="3638" y="809"/>
                  <a:pt x="2949" y="17"/>
                  <a:pt x="1930" y="17"/>
                </a:cubicBezTo>
                <a:cubicBezTo>
                  <a:pt x="911" y="17"/>
                  <a:pt x="0" y="809"/>
                  <a:pt x="0" y="1829"/>
                </a:cubicBezTo>
                <a:cubicBezTo>
                  <a:pt x="0" y="2848"/>
                  <a:pt x="911" y="3699"/>
                  <a:pt x="1930" y="3699"/>
                </a:cubicBezTo>
                <a:lnTo>
                  <a:pt x="1930" y="3699"/>
                </a:lnTo>
                <a:lnTo>
                  <a:pt x="1929" y="3699"/>
                </a:lnTo>
                <a:close/>
                <a:moveTo>
                  <a:pt x="4543" y="3698"/>
                </a:moveTo>
                <a:lnTo>
                  <a:pt x="5972" y="3698"/>
                </a:lnTo>
                <a:cubicBezTo>
                  <a:pt x="6991" y="3698"/>
                  <a:pt x="7768" y="2848"/>
                  <a:pt x="7768" y="1828"/>
                </a:cubicBezTo>
                <a:cubicBezTo>
                  <a:pt x="7768" y="809"/>
                  <a:pt x="6991" y="0"/>
                  <a:pt x="5972" y="0"/>
                </a:cubicBezTo>
                <a:cubicBezTo>
                  <a:pt x="4953" y="0"/>
                  <a:pt x="4165" y="809"/>
                  <a:pt x="4165" y="1829"/>
                </a:cubicBezTo>
                <a:lnTo>
                  <a:pt x="4165" y="3258"/>
                </a:lnTo>
                <a:cubicBezTo>
                  <a:pt x="4165" y="3488"/>
                  <a:pt x="4313" y="3698"/>
                  <a:pt x="4543" y="3698"/>
                </a:cubicBezTo>
                <a:lnTo>
                  <a:pt x="4543" y="3698"/>
                </a:lnTo>
                <a:close/>
                <a:moveTo>
                  <a:pt x="5972" y="4233"/>
                </a:moveTo>
                <a:lnTo>
                  <a:pt x="4543" y="4233"/>
                </a:lnTo>
                <a:cubicBezTo>
                  <a:pt x="4313" y="4233"/>
                  <a:pt x="4165" y="4419"/>
                  <a:pt x="4165" y="4649"/>
                </a:cubicBezTo>
                <a:lnTo>
                  <a:pt x="4165" y="5871"/>
                </a:lnTo>
                <a:cubicBezTo>
                  <a:pt x="4165" y="6890"/>
                  <a:pt x="4953" y="7766"/>
                  <a:pt x="5972" y="7766"/>
                </a:cubicBezTo>
                <a:cubicBezTo>
                  <a:pt x="6991" y="7766"/>
                  <a:pt x="7768" y="6891"/>
                  <a:pt x="7768" y="5871"/>
                </a:cubicBezTo>
                <a:cubicBezTo>
                  <a:pt x="7768" y="4852"/>
                  <a:pt x="6991" y="4233"/>
                  <a:pt x="5972" y="4233"/>
                </a:cubicBezTo>
                <a:lnTo>
                  <a:pt x="5972" y="4233"/>
                </a:lnTo>
                <a:close/>
                <a:moveTo>
                  <a:pt x="3359" y="4233"/>
                </a:moveTo>
                <a:lnTo>
                  <a:pt x="1929" y="4233"/>
                </a:lnTo>
                <a:cubicBezTo>
                  <a:pt x="911" y="4233"/>
                  <a:pt x="0" y="4852"/>
                  <a:pt x="0" y="5871"/>
                </a:cubicBezTo>
                <a:cubicBezTo>
                  <a:pt x="0" y="6890"/>
                  <a:pt x="911" y="7750"/>
                  <a:pt x="1929" y="7750"/>
                </a:cubicBezTo>
                <a:cubicBezTo>
                  <a:pt x="2949" y="7750"/>
                  <a:pt x="3638" y="6890"/>
                  <a:pt x="3638" y="5871"/>
                </a:cubicBezTo>
                <a:lnTo>
                  <a:pt x="3638" y="4649"/>
                </a:lnTo>
                <a:cubicBezTo>
                  <a:pt x="3638" y="4419"/>
                  <a:pt x="3589" y="4233"/>
                  <a:pt x="3359" y="4233"/>
                </a:cubicBezTo>
                <a:lnTo>
                  <a:pt x="3359" y="4233"/>
                </a:lnTo>
                <a:close/>
                <a:moveTo>
                  <a:pt x="3359" y="423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4" name="Oval 25"/>
          <p:cNvSpPr/>
          <p:nvPr>
            <p:custDataLst>
              <p:tags r:id="rId2"/>
            </p:custDataLst>
          </p:nvPr>
        </p:nvSpPr>
        <p:spPr>
          <a:xfrm>
            <a:off x="5172909" y="4798184"/>
            <a:ext cx="511158" cy="511021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5" name="Oval 28"/>
          <p:cNvSpPr/>
          <p:nvPr>
            <p:custDataLst>
              <p:tags r:id="rId3"/>
            </p:custDataLst>
          </p:nvPr>
        </p:nvSpPr>
        <p:spPr>
          <a:xfrm>
            <a:off x="6493146" y="4798184"/>
            <a:ext cx="511158" cy="511021"/>
          </a:xfrm>
          <a:custGeom>
            <a:avLst/>
            <a:gdLst>
              <a:gd name="connsiteX0" fmla="*/ 419590 w 607639"/>
              <a:gd name="connsiteY0" fmla="*/ 469253 h 606722"/>
              <a:gd name="connsiteX1" fmla="*/ 396184 w 607639"/>
              <a:gd name="connsiteY1" fmla="*/ 492534 h 606722"/>
              <a:gd name="connsiteX2" fmla="*/ 419590 w 607639"/>
              <a:gd name="connsiteY2" fmla="*/ 515905 h 606722"/>
              <a:gd name="connsiteX3" fmla="*/ 514905 w 607639"/>
              <a:gd name="connsiteY3" fmla="*/ 515905 h 606722"/>
              <a:gd name="connsiteX4" fmla="*/ 538222 w 607639"/>
              <a:gd name="connsiteY4" fmla="*/ 492534 h 606722"/>
              <a:gd name="connsiteX5" fmla="*/ 514905 w 607639"/>
              <a:gd name="connsiteY5" fmla="*/ 469253 h 606722"/>
              <a:gd name="connsiteX6" fmla="*/ 419590 w 607639"/>
              <a:gd name="connsiteY6" fmla="*/ 401984 h 606722"/>
              <a:gd name="connsiteX7" fmla="*/ 396184 w 607639"/>
              <a:gd name="connsiteY7" fmla="*/ 425266 h 606722"/>
              <a:gd name="connsiteX8" fmla="*/ 419590 w 607639"/>
              <a:gd name="connsiteY8" fmla="*/ 448637 h 606722"/>
              <a:gd name="connsiteX9" fmla="*/ 514905 w 607639"/>
              <a:gd name="connsiteY9" fmla="*/ 448637 h 606722"/>
              <a:gd name="connsiteX10" fmla="*/ 538222 w 607639"/>
              <a:gd name="connsiteY10" fmla="*/ 425266 h 606722"/>
              <a:gd name="connsiteX11" fmla="*/ 514905 w 607639"/>
              <a:gd name="connsiteY11" fmla="*/ 401984 h 606722"/>
              <a:gd name="connsiteX12" fmla="*/ 106517 w 607639"/>
              <a:gd name="connsiteY12" fmla="*/ 401940 h 606722"/>
              <a:gd name="connsiteX13" fmla="*/ 89975 w 607639"/>
              <a:gd name="connsiteY13" fmla="*/ 408738 h 606722"/>
              <a:gd name="connsiteX14" fmla="*/ 89975 w 607639"/>
              <a:gd name="connsiteY14" fmla="*/ 441794 h 606722"/>
              <a:gd name="connsiteX15" fmla="*/ 107151 w 607639"/>
              <a:gd name="connsiteY15" fmla="*/ 458945 h 606722"/>
              <a:gd name="connsiteX16" fmla="*/ 89975 w 607639"/>
              <a:gd name="connsiteY16" fmla="*/ 476095 h 606722"/>
              <a:gd name="connsiteX17" fmla="*/ 89975 w 607639"/>
              <a:gd name="connsiteY17" fmla="*/ 509063 h 606722"/>
              <a:gd name="connsiteX18" fmla="*/ 122993 w 607639"/>
              <a:gd name="connsiteY18" fmla="*/ 509063 h 606722"/>
              <a:gd name="connsiteX19" fmla="*/ 140169 w 607639"/>
              <a:gd name="connsiteY19" fmla="*/ 491912 h 606722"/>
              <a:gd name="connsiteX20" fmla="*/ 157345 w 607639"/>
              <a:gd name="connsiteY20" fmla="*/ 509063 h 606722"/>
              <a:gd name="connsiteX21" fmla="*/ 190452 w 607639"/>
              <a:gd name="connsiteY21" fmla="*/ 509063 h 606722"/>
              <a:gd name="connsiteX22" fmla="*/ 190452 w 607639"/>
              <a:gd name="connsiteY22" fmla="*/ 476095 h 606722"/>
              <a:gd name="connsiteX23" fmla="*/ 173276 w 607639"/>
              <a:gd name="connsiteY23" fmla="*/ 458945 h 606722"/>
              <a:gd name="connsiteX24" fmla="*/ 190452 w 607639"/>
              <a:gd name="connsiteY24" fmla="*/ 441794 h 606722"/>
              <a:gd name="connsiteX25" fmla="*/ 190452 w 607639"/>
              <a:gd name="connsiteY25" fmla="*/ 408738 h 606722"/>
              <a:gd name="connsiteX26" fmla="*/ 157345 w 607639"/>
              <a:gd name="connsiteY26" fmla="*/ 408738 h 606722"/>
              <a:gd name="connsiteX27" fmla="*/ 140169 w 607639"/>
              <a:gd name="connsiteY27" fmla="*/ 425888 h 606722"/>
              <a:gd name="connsiteX28" fmla="*/ 122993 w 607639"/>
              <a:gd name="connsiteY28" fmla="*/ 408738 h 606722"/>
              <a:gd name="connsiteX29" fmla="*/ 106517 w 607639"/>
              <a:gd name="connsiteY29" fmla="*/ 401940 h 606722"/>
              <a:gd name="connsiteX30" fmla="*/ 334955 w 607639"/>
              <a:gd name="connsiteY30" fmla="*/ 326718 h 606722"/>
              <a:gd name="connsiteX31" fmla="*/ 599807 w 607639"/>
              <a:gd name="connsiteY31" fmla="*/ 326718 h 606722"/>
              <a:gd name="connsiteX32" fmla="*/ 607639 w 607639"/>
              <a:gd name="connsiteY32" fmla="*/ 334449 h 606722"/>
              <a:gd name="connsiteX33" fmla="*/ 607639 w 607639"/>
              <a:gd name="connsiteY33" fmla="*/ 536699 h 606722"/>
              <a:gd name="connsiteX34" fmla="*/ 537510 w 607639"/>
              <a:gd name="connsiteY34" fmla="*/ 606722 h 606722"/>
              <a:gd name="connsiteX35" fmla="*/ 334955 w 607639"/>
              <a:gd name="connsiteY35" fmla="*/ 606722 h 606722"/>
              <a:gd name="connsiteX36" fmla="*/ 327212 w 607639"/>
              <a:gd name="connsiteY36" fmla="*/ 598902 h 606722"/>
              <a:gd name="connsiteX37" fmla="*/ 327212 w 607639"/>
              <a:gd name="connsiteY37" fmla="*/ 334449 h 606722"/>
              <a:gd name="connsiteX38" fmla="*/ 334955 w 607639"/>
              <a:gd name="connsiteY38" fmla="*/ 326718 h 606722"/>
              <a:gd name="connsiteX39" fmla="*/ 7832 w 607639"/>
              <a:gd name="connsiteY39" fmla="*/ 326718 h 606722"/>
              <a:gd name="connsiteX40" fmla="*/ 272595 w 607639"/>
              <a:gd name="connsiteY40" fmla="*/ 326718 h 606722"/>
              <a:gd name="connsiteX41" fmla="*/ 280427 w 607639"/>
              <a:gd name="connsiteY41" fmla="*/ 334449 h 606722"/>
              <a:gd name="connsiteX42" fmla="*/ 280427 w 607639"/>
              <a:gd name="connsiteY42" fmla="*/ 598902 h 606722"/>
              <a:gd name="connsiteX43" fmla="*/ 272595 w 607639"/>
              <a:gd name="connsiteY43" fmla="*/ 606722 h 606722"/>
              <a:gd name="connsiteX44" fmla="*/ 70129 w 607639"/>
              <a:gd name="connsiteY44" fmla="*/ 606722 h 606722"/>
              <a:gd name="connsiteX45" fmla="*/ 0 w 607639"/>
              <a:gd name="connsiteY45" fmla="*/ 536699 h 606722"/>
              <a:gd name="connsiteX46" fmla="*/ 0 w 607639"/>
              <a:gd name="connsiteY46" fmla="*/ 334449 h 606722"/>
              <a:gd name="connsiteX47" fmla="*/ 7832 w 607639"/>
              <a:gd name="connsiteY47" fmla="*/ 326718 h 606722"/>
              <a:gd name="connsiteX48" fmla="*/ 419590 w 607639"/>
              <a:gd name="connsiteY48" fmla="*/ 124407 h 606722"/>
              <a:gd name="connsiteX49" fmla="*/ 396184 w 607639"/>
              <a:gd name="connsiteY49" fmla="*/ 147777 h 606722"/>
              <a:gd name="connsiteX50" fmla="*/ 419590 w 607639"/>
              <a:gd name="connsiteY50" fmla="*/ 171059 h 606722"/>
              <a:gd name="connsiteX51" fmla="*/ 514905 w 607639"/>
              <a:gd name="connsiteY51" fmla="*/ 171059 h 606722"/>
              <a:gd name="connsiteX52" fmla="*/ 538222 w 607639"/>
              <a:gd name="connsiteY52" fmla="*/ 147777 h 606722"/>
              <a:gd name="connsiteX53" fmla="*/ 514905 w 607639"/>
              <a:gd name="connsiteY53" fmla="*/ 124407 h 606722"/>
              <a:gd name="connsiteX54" fmla="*/ 140169 w 607639"/>
              <a:gd name="connsiteY54" fmla="*/ 76885 h 606722"/>
              <a:gd name="connsiteX55" fmla="*/ 116852 w 607639"/>
              <a:gd name="connsiteY55" fmla="*/ 100172 h 606722"/>
              <a:gd name="connsiteX56" fmla="*/ 116852 w 607639"/>
              <a:gd name="connsiteY56" fmla="*/ 124438 h 606722"/>
              <a:gd name="connsiteX57" fmla="*/ 92556 w 607639"/>
              <a:gd name="connsiteY57" fmla="*/ 124438 h 606722"/>
              <a:gd name="connsiteX58" fmla="*/ 69150 w 607639"/>
              <a:gd name="connsiteY58" fmla="*/ 147814 h 606722"/>
              <a:gd name="connsiteX59" fmla="*/ 92556 w 607639"/>
              <a:gd name="connsiteY59" fmla="*/ 171102 h 606722"/>
              <a:gd name="connsiteX60" fmla="*/ 116852 w 607639"/>
              <a:gd name="connsiteY60" fmla="*/ 171102 h 606722"/>
              <a:gd name="connsiteX61" fmla="*/ 116852 w 607639"/>
              <a:gd name="connsiteY61" fmla="*/ 195367 h 606722"/>
              <a:gd name="connsiteX62" fmla="*/ 140169 w 607639"/>
              <a:gd name="connsiteY62" fmla="*/ 218744 h 606722"/>
              <a:gd name="connsiteX63" fmla="*/ 163575 w 607639"/>
              <a:gd name="connsiteY63" fmla="*/ 195367 h 606722"/>
              <a:gd name="connsiteX64" fmla="*/ 163575 w 607639"/>
              <a:gd name="connsiteY64" fmla="*/ 171102 h 606722"/>
              <a:gd name="connsiteX65" fmla="*/ 187871 w 607639"/>
              <a:gd name="connsiteY65" fmla="*/ 171102 h 606722"/>
              <a:gd name="connsiteX66" fmla="*/ 211188 w 607639"/>
              <a:gd name="connsiteY66" fmla="*/ 147814 h 606722"/>
              <a:gd name="connsiteX67" fmla="*/ 187871 w 607639"/>
              <a:gd name="connsiteY67" fmla="*/ 124438 h 606722"/>
              <a:gd name="connsiteX68" fmla="*/ 163575 w 607639"/>
              <a:gd name="connsiteY68" fmla="*/ 124438 h 606722"/>
              <a:gd name="connsiteX69" fmla="*/ 163575 w 607639"/>
              <a:gd name="connsiteY69" fmla="*/ 100172 h 606722"/>
              <a:gd name="connsiteX70" fmla="*/ 140169 w 607639"/>
              <a:gd name="connsiteY70" fmla="*/ 76885 h 606722"/>
              <a:gd name="connsiteX71" fmla="*/ 334955 w 607639"/>
              <a:gd name="connsiteY71" fmla="*/ 0 h 606722"/>
              <a:gd name="connsiteX72" fmla="*/ 537510 w 607639"/>
              <a:gd name="connsiteY72" fmla="*/ 0 h 606722"/>
              <a:gd name="connsiteX73" fmla="*/ 607639 w 607639"/>
              <a:gd name="connsiteY73" fmla="*/ 70023 h 606722"/>
              <a:gd name="connsiteX74" fmla="*/ 607639 w 607639"/>
              <a:gd name="connsiteY74" fmla="*/ 272184 h 606722"/>
              <a:gd name="connsiteX75" fmla="*/ 599807 w 607639"/>
              <a:gd name="connsiteY75" fmla="*/ 280004 h 606722"/>
              <a:gd name="connsiteX76" fmla="*/ 334955 w 607639"/>
              <a:gd name="connsiteY76" fmla="*/ 280004 h 606722"/>
              <a:gd name="connsiteX77" fmla="*/ 327212 w 607639"/>
              <a:gd name="connsiteY77" fmla="*/ 272184 h 606722"/>
              <a:gd name="connsiteX78" fmla="*/ 327212 w 607639"/>
              <a:gd name="connsiteY78" fmla="*/ 7820 h 606722"/>
              <a:gd name="connsiteX79" fmla="*/ 334955 w 607639"/>
              <a:gd name="connsiteY79" fmla="*/ 0 h 606722"/>
              <a:gd name="connsiteX80" fmla="*/ 70129 w 607639"/>
              <a:gd name="connsiteY80" fmla="*/ 0 h 606722"/>
              <a:gd name="connsiteX81" fmla="*/ 272595 w 607639"/>
              <a:gd name="connsiteY81" fmla="*/ 0 h 606722"/>
              <a:gd name="connsiteX82" fmla="*/ 280427 w 607639"/>
              <a:gd name="connsiteY82" fmla="*/ 7822 h 606722"/>
              <a:gd name="connsiteX83" fmla="*/ 280427 w 607639"/>
              <a:gd name="connsiteY83" fmla="*/ 272252 h 606722"/>
              <a:gd name="connsiteX84" fmla="*/ 272595 w 607639"/>
              <a:gd name="connsiteY84" fmla="*/ 280074 h 606722"/>
              <a:gd name="connsiteX85" fmla="*/ 7832 w 607639"/>
              <a:gd name="connsiteY85" fmla="*/ 280074 h 606722"/>
              <a:gd name="connsiteX86" fmla="*/ 0 w 607639"/>
              <a:gd name="connsiteY86" fmla="*/ 272252 h 606722"/>
              <a:gd name="connsiteX87" fmla="*/ 0 w 607639"/>
              <a:gd name="connsiteY87" fmla="*/ 70041 h 606722"/>
              <a:gd name="connsiteX88" fmla="*/ 70129 w 607639"/>
              <a:gd name="connsiteY88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7639" h="606722">
                <a:moveTo>
                  <a:pt x="419590" y="469253"/>
                </a:moveTo>
                <a:cubicBezTo>
                  <a:pt x="406686" y="469253"/>
                  <a:pt x="396184" y="479649"/>
                  <a:pt x="396184" y="492534"/>
                </a:cubicBezTo>
                <a:cubicBezTo>
                  <a:pt x="396184" y="505419"/>
                  <a:pt x="406686" y="515905"/>
                  <a:pt x="419590" y="515905"/>
                </a:cubicBezTo>
                <a:lnTo>
                  <a:pt x="514905" y="515905"/>
                </a:lnTo>
                <a:cubicBezTo>
                  <a:pt x="527809" y="515905"/>
                  <a:pt x="538222" y="505419"/>
                  <a:pt x="538222" y="492534"/>
                </a:cubicBezTo>
                <a:cubicBezTo>
                  <a:pt x="538222" y="479649"/>
                  <a:pt x="527809" y="469253"/>
                  <a:pt x="514905" y="469253"/>
                </a:cubicBezTo>
                <a:close/>
                <a:moveTo>
                  <a:pt x="419590" y="401984"/>
                </a:moveTo>
                <a:cubicBezTo>
                  <a:pt x="406686" y="401984"/>
                  <a:pt x="396184" y="412381"/>
                  <a:pt x="396184" y="425266"/>
                </a:cubicBezTo>
                <a:cubicBezTo>
                  <a:pt x="396184" y="438151"/>
                  <a:pt x="406686" y="448637"/>
                  <a:pt x="419590" y="448637"/>
                </a:cubicBezTo>
                <a:lnTo>
                  <a:pt x="514905" y="448637"/>
                </a:lnTo>
                <a:cubicBezTo>
                  <a:pt x="527809" y="448637"/>
                  <a:pt x="538222" y="438151"/>
                  <a:pt x="538222" y="425266"/>
                </a:cubicBezTo>
                <a:cubicBezTo>
                  <a:pt x="538222" y="412381"/>
                  <a:pt x="527809" y="401984"/>
                  <a:pt x="514905" y="401984"/>
                </a:cubicBezTo>
                <a:close/>
                <a:moveTo>
                  <a:pt x="106517" y="401940"/>
                </a:moveTo>
                <a:cubicBezTo>
                  <a:pt x="100543" y="401940"/>
                  <a:pt x="94558" y="404206"/>
                  <a:pt x="89975" y="408738"/>
                </a:cubicBezTo>
                <a:cubicBezTo>
                  <a:pt x="80898" y="417890"/>
                  <a:pt x="80898" y="432641"/>
                  <a:pt x="89975" y="441794"/>
                </a:cubicBezTo>
                <a:lnTo>
                  <a:pt x="107151" y="458945"/>
                </a:lnTo>
                <a:lnTo>
                  <a:pt x="89975" y="476095"/>
                </a:lnTo>
                <a:cubicBezTo>
                  <a:pt x="80898" y="485159"/>
                  <a:pt x="80898" y="499999"/>
                  <a:pt x="89975" y="509063"/>
                </a:cubicBezTo>
                <a:cubicBezTo>
                  <a:pt x="99142" y="518215"/>
                  <a:pt x="113915" y="518215"/>
                  <a:pt x="122993" y="509063"/>
                </a:cubicBezTo>
                <a:lnTo>
                  <a:pt x="140169" y="491912"/>
                </a:lnTo>
                <a:lnTo>
                  <a:pt x="157345" y="509063"/>
                </a:lnTo>
                <a:cubicBezTo>
                  <a:pt x="166512" y="518215"/>
                  <a:pt x="181285" y="518215"/>
                  <a:pt x="190452" y="509063"/>
                </a:cubicBezTo>
                <a:cubicBezTo>
                  <a:pt x="199529" y="499999"/>
                  <a:pt x="199529" y="485159"/>
                  <a:pt x="190452" y="476095"/>
                </a:cubicBezTo>
                <a:lnTo>
                  <a:pt x="173276" y="458945"/>
                </a:lnTo>
                <a:lnTo>
                  <a:pt x="190452" y="441794"/>
                </a:lnTo>
                <a:cubicBezTo>
                  <a:pt x="199529" y="432641"/>
                  <a:pt x="199529" y="417890"/>
                  <a:pt x="190452" y="408738"/>
                </a:cubicBezTo>
                <a:cubicBezTo>
                  <a:pt x="181285" y="399674"/>
                  <a:pt x="166512" y="399674"/>
                  <a:pt x="157345" y="408738"/>
                </a:cubicBezTo>
                <a:lnTo>
                  <a:pt x="140169" y="425888"/>
                </a:lnTo>
                <a:lnTo>
                  <a:pt x="122993" y="408738"/>
                </a:lnTo>
                <a:cubicBezTo>
                  <a:pt x="118454" y="404206"/>
                  <a:pt x="112491" y="401940"/>
                  <a:pt x="106517" y="401940"/>
                </a:cubicBezTo>
                <a:close/>
                <a:moveTo>
                  <a:pt x="334955" y="326718"/>
                </a:moveTo>
                <a:lnTo>
                  <a:pt x="599807" y="326718"/>
                </a:lnTo>
                <a:cubicBezTo>
                  <a:pt x="604079" y="326718"/>
                  <a:pt x="607639" y="330184"/>
                  <a:pt x="607639" y="334449"/>
                </a:cubicBezTo>
                <a:lnTo>
                  <a:pt x="607639" y="536699"/>
                </a:lnTo>
                <a:cubicBezTo>
                  <a:pt x="607639" y="575354"/>
                  <a:pt x="576223" y="606722"/>
                  <a:pt x="537510" y="606722"/>
                </a:cubicBezTo>
                <a:lnTo>
                  <a:pt x="334955" y="606722"/>
                </a:lnTo>
                <a:cubicBezTo>
                  <a:pt x="330683" y="606722"/>
                  <a:pt x="327212" y="603168"/>
                  <a:pt x="327212" y="598902"/>
                </a:cubicBezTo>
                <a:lnTo>
                  <a:pt x="327212" y="334449"/>
                </a:lnTo>
                <a:cubicBezTo>
                  <a:pt x="327212" y="330184"/>
                  <a:pt x="330683" y="326718"/>
                  <a:pt x="334955" y="326718"/>
                </a:cubicBezTo>
                <a:close/>
                <a:moveTo>
                  <a:pt x="7832" y="326718"/>
                </a:moveTo>
                <a:lnTo>
                  <a:pt x="272595" y="326718"/>
                </a:lnTo>
                <a:cubicBezTo>
                  <a:pt x="276956" y="326718"/>
                  <a:pt x="280427" y="330184"/>
                  <a:pt x="280427" y="334449"/>
                </a:cubicBezTo>
                <a:lnTo>
                  <a:pt x="280427" y="598902"/>
                </a:lnTo>
                <a:cubicBezTo>
                  <a:pt x="280427" y="603168"/>
                  <a:pt x="276956" y="606722"/>
                  <a:pt x="272595" y="606722"/>
                </a:cubicBezTo>
                <a:lnTo>
                  <a:pt x="70129" y="606722"/>
                </a:lnTo>
                <a:cubicBezTo>
                  <a:pt x="31416" y="606722"/>
                  <a:pt x="0" y="575354"/>
                  <a:pt x="0" y="536699"/>
                </a:cubicBezTo>
                <a:lnTo>
                  <a:pt x="0" y="334449"/>
                </a:lnTo>
                <a:cubicBezTo>
                  <a:pt x="0" y="330184"/>
                  <a:pt x="3471" y="326718"/>
                  <a:pt x="7832" y="326718"/>
                </a:cubicBezTo>
                <a:close/>
                <a:moveTo>
                  <a:pt x="419590" y="124407"/>
                </a:moveTo>
                <a:cubicBezTo>
                  <a:pt x="406686" y="124407"/>
                  <a:pt x="396184" y="134892"/>
                  <a:pt x="396184" y="147777"/>
                </a:cubicBezTo>
                <a:cubicBezTo>
                  <a:pt x="396184" y="160662"/>
                  <a:pt x="406686" y="171059"/>
                  <a:pt x="419590" y="171059"/>
                </a:cubicBezTo>
                <a:lnTo>
                  <a:pt x="514905" y="171059"/>
                </a:lnTo>
                <a:cubicBezTo>
                  <a:pt x="527809" y="171059"/>
                  <a:pt x="538222" y="160662"/>
                  <a:pt x="538222" y="147777"/>
                </a:cubicBezTo>
                <a:cubicBezTo>
                  <a:pt x="538222" y="134892"/>
                  <a:pt x="527809" y="124407"/>
                  <a:pt x="514905" y="124407"/>
                </a:cubicBezTo>
                <a:close/>
                <a:moveTo>
                  <a:pt x="140169" y="76885"/>
                </a:moveTo>
                <a:cubicBezTo>
                  <a:pt x="127265" y="76885"/>
                  <a:pt x="116852" y="87284"/>
                  <a:pt x="116852" y="100172"/>
                </a:cubicBezTo>
                <a:lnTo>
                  <a:pt x="116852" y="124438"/>
                </a:lnTo>
                <a:lnTo>
                  <a:pt x="92556" y="124438"/>
                </a:lnTo>
                <a:cubicBezTo>
                  <a:pt x="79652" y="124438"/>
                  <a:pt x="69150" y="134926"/>
                  <a:pt x="69150" y="147814"/>
                </a:cubicBezTo>
                <a:cubicBezTo>
                  <a:pt x="69150" y="160703"/>
                  <a:pt x="79652" y="171102"/>
                  <a:pt x="92556" y="171102"/>
                </a:cubicBezTo>
                <a:lnTo>
                  <a:pt x="116852" y="171102"/>
                </a:lnTo>
                <a:lnTo>
                  <a:pt x="116852" y="195367"/>
                </a:lnTo>
                <a:cubicBezTo>
                  <a:pt x="116852" y="208256"/>
                  <a:pt x="127265" y="218744"/>
                  <a:pt x="140169" y="218744"/>
                </a:cubicBezTo>
                <a:cubicBezTo>
                  <a:pt x="153073" y="218744"/>
                  <a:pt x="163575" y="208256"/>
                  <a:pt x="163575" y="195367"/>
                </a:cubicBezTo>
                <a:lnTo>
                  <a:pt x="163575" y="171102"/>
                </a:lnTo>
                <a:lnTo>
                  <a:pt x="187871" y="171102"/>
                </a:lnTo>
                <a:cubicBezTo>
                  <a:pt x="200775" y="171102"/>
                  <a:pt x="211188" y="160703"/>
                  <a:pt x="211188" y="147814"/>
                </a:cubicBezTo>
                <a:cubicBezTo>
                  <a:pt x="211188" y="134926"/>
                  <a:pt x="200775" y="124438"/>
                  <a:pt x="187871" y="124438"/>
                </a:cubicBezTo>
                <a:lnTo>
                  <a:pt x="163575" y="124438"/>
                </a:lnTo>
                <a:lnTo>
                  <a:pt x="163575" y="100172"/>
                </a:lnTo>
                <a:cubicBezTo>
                  <a:pt x="163575" y="87284"/>
                  <a:pt x="153073" y="76885"/>
                  <a:pt x="140169" y="76885"/>
                </a:cubicBezTo>
                <a:close/>
                <a:moveTo>
                  <a:pt x="334955" y="0"/>
                </a:moveTo>
                <a:lnTo>
                  <a:pt x="537510" y="0"/>
                </a:lnTo>
                <a:cubicBezTo>
                  <a:pt x="576223" y="0"/>
                  <a:pt x="607639" y="31368"/>
                  <a:pt x="607639" y="70023"/>
                </a:cubicBezTo>
                <a:lnTo>
                  <a:pt x="607639" y="272184"/>
                </a:lnTo>
                <a:cubicBezTo>
                  <a:pt x="607639" y="276538"/>
                  <a:pt x="604079" y="280004"/>
                  <a:pt x="599807" y="280004"/>
                </a:cubicBezTo>
                <a:lnTo>
                  <a:pt x="334955" y="280004"/>
                </a:lnTo>
                <a:cubicBezTo>
                  <a:pt x="330683" y="280004"/>
                  <a:pt x="327212" y="276538"/>
                  <a:pt x="327212" y="272184"/>
                </a:cubicBezTo>
                <a:lnTo>
                  <a:pt x="327212" y="7820"/>
                </a:lnTo>
                <a:cubicBezTo>
                  <a:pt x="327212" y="3466"/>
                  <a:pt x="330683" y="0"/>
                  <a:pt x="334955" y="0"/>
                </a:cubicBezTo>
                <a:close/>
                <a:moveTo>
                  <a:pt x="70129" y="0"/>
                </a:moveTo>
                <a:lnTo>
                  <a:pt x="272595" y="0"/>
                </a:lnTo>
                <a:cubicBezTo>
                  <a:pt x="276956" y="0"/>
                  <a:pt x="280427" y="3466"/>
                  <a:pt x="280427" y="7822"/>
                </a:cubicBezTo>
                <a:lnTo>
                  <a:pt x="280427" y="272252"/>
                </a:lnTo>
                <a:cubicBezTo>
                  <a:pt x="280427" y="276608"/>
                  <a:pt x="276956" y="280074"/>
                  <a:pt x="272595" y="280074"/>
                </a:cubicBezTo>
                <a:lnTo>
                  <a:pt x="7832" y="280074"/>
                </a:lnTo>
                <a:cubicBezTo>
                  <a:pt x="3471" y="280074"/>
                  <a:pt x="0" y="276608"/>
                  <a:pt x="0" y="272252"/>
                </a:cubicBezTo>
                <a:lnTo>
                  <a:pt x="0" y="70041"/>
                </a:lnTo>
                <a:cubicBezTo>
                  <a:pt x="0" y="31376"/>
                  <a:pt x="31416" y="0"/>
                  <a:pt x="701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6" name="Oval 27"/>
          <p:cNvSpPr/>
          <p:nvPr/>
        </p:nvSpPr>
        <p:spPr>
          <a:xfrm>
            <a:off x="7454957" y="5737285"/>
            <a:ext cx="511158" cy="510386"/>
          </a:xfrm>
          <a:custGeom>
            <a:avLst/>
            <a:gdLst>
              <a:gd name="T0" fmla="*/ 3884 w 7768"/>
              <a:gd name="T1" fmla="*/ 0 h 7766"/>
              <a:gd name="T2" fmla="*/ 0 w 7768"/>
              <a:gd name="T3" fmla="*/ 3883 h 7766"/>
              <a:gd name="T4" fmla="*/ 3884 w 7768"/>
              <a:gd name="T5" fmla="*/ 7766 h 7766"/>
              <a:gd name="T6" fmla="*/ 7768 w 7768"/>
              <a:gd name="T7" fmla="*/ 3883 h 7766"/>
              <a:gd name="T8" fmla="*/ 3884 w 7768"/>
              <a:gd name="T9" fmla="*/ 0 h 7766"/>
              <a:gd name="T10" fmla="*/ 3884 w 7768"/>
              <a:gd name="T11" fmla="*/ 6041 h 7766"/>
              <a:gd name="T12" fmla="*/ 3453 w 7768"/>
              <a:gd name="T13" fmla="*/ 5609 h 7766"/>
              <a:gd name="T14" fmla="*/ 3884 w 7768"/>
              <a:gd name="T15" fmla="*/ 5178 h 7766"/>
              <a:gd name="T16" fmla="*/ 4315 w 7768"/>
              <a:gd name="T17" fmla="*/ 5609 h 7766"/>
              <a:gd name="T18" fmla="*/ 3884 w 7768"/>
              <a:gd name="T19" fmla="*/ 6041 h 7766"/>
              <a:gd name="T20" fmla="*/ 4295 w 7768"/>
              <a:gd name="T21" fmla="*/ 4313 h 7766"/>
              <a:gd name="T22" fmla="*/ 3888 w 7768"/>
              <a:gd name="T23" fmla="*/ 4737 h 7766"/>
              <a:gd name="T24" fmla="*/ 3933 w 7768"/>
              <a:gd name="T25" fmla="*/ 4746 h 7766"/>
              <a:gd name="T26" fmla="*/ 3843 w 7768"/>
              <a:gd name="T27" fmla="*/ 4746 h 7766"/>
              <a:gd name="T28" fmla="*/ 3888 w 7768"/>
              <a:gd name="T29" fmla="*/ 4737 h 7766"/>
              <a:gd name="T30" fmla="*/ 3485 w 7768"/>
              <a:gd name="T31" fmla="*/ 4313 h 7766"/>
              <a:gd name="T32" fmla="*/ 3386 w 7768"/>
              <a:gd name="T33" fmla="*/ 2158 h 7766"/>
              <a:gd name="T34" fmla="*/ 3800 w 7768"/>
              <a:gd name="T35" fmla="*/ 1725 h 7766"/>
              <a:gd name="T36" fmla="*/ 3999 w 7768"/>
              <a:gd name="T37" fmla="*/ 1725 h 7766"/>
              <a:gd name="T38" fmla="*/ 4410 w 7768"/>
              <a:gd name="T39" fmla="*/ 2158 h 7766"/>
              <a:gd name="T40" fmla="*/ 4295 w 7768"/>
              <a:gd name="T41" fmla="*/ 4313 h 7766"/>
              <a:gd name="T42" fmla="*/ 4295 w 7768"/>
              <a:gd name="T43" fmla="*/ 431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7768" h="7766">
                <a:moveTo>
                  <a:pt x="3884" y="0"/>
                </a:moveTo>
                <a:cubicBezTo>
                  <a:pt x="1739" y="0"/>
                  <a:pt x="0" y="1738"/>
                  <a:pt x="0" y="3883"/>
                </a:cubicBezTo>
                <a:cubicBezTo>
                  <a:pt x="0" y="6028"/>
                  <a:pt x="1739" y="7766"/>
                  <a:pt x="3884" y="7766"/>
                </a:cubicBezTo>
                <a:cubicBezTo>
                  <a:pt x="6029" y="7766"/>
                  <a:pt x="7768" y="6028"/>
                  <a:pt x="7768" y="3883"/>
                </a:cubicBezTo>
                <a:cubicBezTo>
                  <a:pt x="7768" y="1738"/>
                  <a:pt x="6029" y="0"/>
                  <a:pt x="3884" y="0"/>
                </a:cubicBezTo>
                <a:close/>
                <a:moveTo>
                  <a:pt x="3884" y="6041"/>
                </a:moveTo>
                <a:cubicBezTo>
                  <a:pt x="3646" y="6041"/>
                  <a:pt x="3453" y="5847"/>
                  <a:pt x="3453" y="5609"/>
                </a:cubicBezTo>
                <a:cubicBezTo>
                  <a:pt x="3453" y="5371"/>
                  <a:pt x="3646" y="5178"/>
                  <a:pt x="3884" y="5178"/>
                </a:cubicBezTo>
                <a:cubicBezTo>
                  <a:pt x="4122" y="5178"/>
                  <a:pt x="4315" y="5371"/>
                  <a:pt x="4315" y="5609"/>
                </a:cubicBezTo>
                <a:cubicBezTo>
                  <a:pt x="4315" y="5847"/>
                  <a:pt x="4122" y="6041"/>
                  <a:pt x="3884" y="6041"/>
                </a:cubicBezTo>
                <a:close/>
                <a:moveTo>
                  <a:pt x="4295" y="4313"/>
                </a:moveTo>
                <a:cubicBezTo>
                  <a:pt x="4284" y="4537"/>
                  <a:pt x="4103" y="4714"/>
                  <a:pt x="3888" y="4737"/>
                </a:cubicBezTo>
                <a:cubicBezTo>
                  <a:pt x="3904" y="4739"/>
                  <a:pt x="3917" y="4746"/>
                  <a:pt x="3933" y="4746"/>
                </a:cubicBezTo>
                <a:lnTo>
                  <a:pt x="3843" y="4746"/>
                </a:lnTo>
                <a:cubicBezTo>
                  <a:pt x="3859" y="4746"/>
                  <a:pt x="3873" y="4739"/>
                  <a:pt x="3888" y="4737"/>
                </a:cubicBezTo>
                <a:cubicBezTo>
                  <a:pt x="3672" y="4714"/>
                  <a:pt x="3495" y="4541"/>
                  <a:pt x="3485" y="4313"/>
                </a:cubicBezTo>
                <a:lnTo>
                  <a:pt x="3386" y="2158"/>
                </a:lnTo>
                <a:cubicBezTo>
                  <a:pt x="3375" y="1919"/>
                  <a:pt x="3562" y="1725"/>
                  <a:pt x="3800" y="1725"/>
                </a:cubicBezTo>
                <a:lnTo>
                  <a:pt x="3999" y="1725"/>
                </a:lnTo>
                <a:cubicBezTo>
                  <a:pt x="4239" y="1725"/>
                  <a:pt x="4424" y="1914"/>
                  <a:pt x="4410" y="2158"/>
                </a:cubicBezTo>
                <a:lnTo>
                  <a:pt x="4295" y="4313"/>
                </a:lnTo>
                <a:close/>
                <a:moveTo>
                  <a:pt x="4295" y="431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7" name="椭圆 46"/>
          <p:cNvSpPr/>
          <p:nvPr>
            <p:custDataLst>
              <p:tags r:id="rId4"/>
            </p:custDataLst>
          </p:nvPr>
        </p:nvSpPr>
        <p:spPr>
          <a:xfrm>
            <a:off x="2802083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8" name="椭圆 47"/>
          <p:cNvSpPr/>
          <p:nvPr>
            <p:custDataLst>
              <p:tags r:id="rId5"/>
            </p:custDataLst>
          </p:nvPr>
        </p:nvSpPr>
        <p:spPr>
          <a:xfrm>
            <a:off x="4562171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9" name="椭圆 48"/>
          <p:cNvSpPr/>
          <p:nvPr>
            <p:custDataLst>
              <p:tags r:id="rId6"/>
            </p:custDataLst>
          </p:nvPr>
        </p:nvSpPr>
        <p:spPr>
          <a:xfrm>
            <a:off x="6936905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3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0" name="椭圆 49"/>
          <p:cNvSpPr/>
          <p:nvPr>
            <p:custDataLst>
              <p:tags r:id="rId7"/>
            </p:custDataLst>
          </p:nvPr>
        </p:nvSpPr>
        <p:spPr>
          <a:xfrm>
            <a:off x="8801840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4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7054200" y="1440347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临床可解释性不足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2" name="矩形 51"/>
          <p:cNvSpPr/>
          <p:nvPr>
            <p:custDataLst>
              <p:tags r:id="rId9"/>
            </p:custDataLst>
          </p:nvPr>
        </p:nvSpPr>
        <p:spPr>
          <a:xfrm>
            <a:off x="8949862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针对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CT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与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MRI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多模态影像的小样本融合算法较少，单模态诊断较跨模态漏诊率高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8%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3" name="文本框 52"/>
          <p:cNvSpPr txBox="1"/>
          <p:nvPr>
            <p:custDataLst>
              <p:tags r:id="rId10"/>
            </p:custDataLst>
          </p:nvPr>
        </p:nvSpPr>
        <p:spPr>
          <a:xfrm>
            <a:off x="8949862" y="3537672"/>
            <a:ext cx="19653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跨模态融合薄弱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4" name="矩形 53"/>
          <p:cNvSpPr/>
          <p:nvPr>
            <p:custDataLst>
              <p:tags r:id="rId11"/>
            </p:custDataLst>
          </p:nvPr>
        </p:nvSpPr>
        <p:spPr>
          <a:xfrm>
            <a:off x="586071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现有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Few-Shot CNN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等算法在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50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例以内肺结节影像样本下，诊断精度约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82%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，未达临床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90%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的实用标准。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5" name="文本框 54"/>
          <p:cNvSpPr txBox="1"/>
          <p:nvPr>
            <p:custDataLst>
              <p:tags r:id="rId12"/>
            </p:custDataLst>
          </p:nvPr>
        </p:nvSpPr>
        <p:spPr>
          <a:xfrm>
            <a:off x="837677" y="3537672"/>
            <a:ext cx="24745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小样本算法精度局限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6" name="矩形 55"/>
          <p:cNvSpPr/>
          <p:nvPr>
            <p:custDataLst>
              <p:tags r:id="rId13"/>
            </p:custDataLst>
          </p:nvPr>
        </p:nvSpPr>
        <p:spPr>
          <a:xfrm>
            <a:off x="2232660" y="1995170"/>
            <a:ext cx="2806700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算法在三甲医院数据上准确率超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90%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，迁移到社区医院异构数据后，准确率下降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15%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左右。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2309994" y="1440347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数据分布偏差影响泛化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cxnSp>
        <p:nvCxnSpPr>
          <p:cNvPr id="58" name="直接连接符 57"/>
          <p:cNvCxnSpPr/>
          <p:nvPr>
            <p:custDataLst>
              <p:tags r:id="rId15"/>
            </p:custDataLst>
          </p:nvPr>
        </p:nvCxnSpPr>
        <p:spPr>
          <a:xfrm flipH="1">
            <a:off x="4609373" y="1894525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16"/>
            </p:custDataLst>
          </p:nvPr>
        </p:nvCxnSpPr>
        <p:spPr>
          <a:xfrm flipH="1">
            <a:off x="2882421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17"/>
            </p:custDataLst>
          </p:nvPr>
        </p:nvCxnSpPr>
        <p:spPr>
          <a:xfrm>
            <a:off x="7145723" y="190610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>
            <p:custDataLst>
              <p:tags r:id="rId18"/>
            </p:custDataLst>
          </p:nvPr>
        </p:nvCxnSpPr>
        <p:spPr>
          <a:xfrm>
            <a:off x="9052497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9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高中生物实验教学中跨学科教研融合的实施路径研究现状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9" name="矩形: 圆顶角 38"/>
          <p:cNvSpPr/>
          <p:nvPr>
            <p:custDataLst>
              <p:tags r:id="rId1"/>
            </p:custDataLst>
          </p:nvPr>
        </p:nvSpPr>
        <p:spPr>
          <a:xfrm rot="10800000" flipH="1" flipV="1">
            <a:off x="692308" y="3263587"/>
            <a:ext cx="2303145" cy="3002280"/>
          </a:xfrm>
          <a:prstGeom prst="round2SameRect">
            <a:avLst>
              <a:gd name="adj1" fmla="val 4824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矩形 40"/>
          <p:cNvSpPr/>
          <p:nvPr>
            <p:custDataLst>
              <p:tags r:id="rId2"/>
            </p:custDataLst>
          </p:nvPr>
        </p:nvSpPr>
        <p:spPr>
          <a:xfrm>
            <a:off x="692352" y="239501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整合不足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文本框 3"/>
          <p:cNvSpPr txBox="1"/>
          <p:nvPr>
            <p:custDataLst>
              <p:tags r:id="rId3"/>
            </p:custDataLst>
          </p:nvPr>
        </p:nvSpPr>
        <p:spPr>
          <a:xfrm>
            <a:off x="692352" y="275885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跨学科教研资源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矩形: 圆顶角 42"/>
          <p:cNvSpPr/>
          <p:nvPr>
            <p:custDataLst>
              <p:tags r:id="rId4"/>
            </p:custDataLst>
          </p:nvPr>
        </p:nvSpPr>
        <p:spPr>
          <a:xfrm rot="10800000" flipH="1" flipV="1">
            <a:off x="3532028" y="326422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矩形 44"/>
          <p:cNvSpPr/>
          <p:nvPr>
            <p:custDataLst>
              <p:tags r:id="rId5"/>
            </p:custDataLst>
          </p:nvPr>
        </p:nvSpPr>
        <p:spPr>
          <a:xfrm>
            <a:off x="3532072" y="239565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能力薄弱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文本框 88"/>
          <p:cNvSpPr txBox="1"/>
          <p:nvPr>
            <p:custDataLst>
              <p:tags r:id="rId6"/>
            </p:custDataLst>
          </p:nvPr>
        </p:nvSpPr>
        <p:spPr>
          <a:xfrm>
            <a:off x="3532072" y="275948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教师跨学科教研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矩形: 圆顶角 46"/>
          <p:cNvSpPr/>
          <p:nvPr>
            <p:custDataLst>
              <p:tags r:id="rId7"/>
            </p:custDataLst>
          </p:nvPr>
        </p:nvSpPr>
        <p:spPr>
          <a:xfrm rot="10800000" flipH="1" flipV="1">
            <a:off x="6397269" y="3263587"/>
            <a:ext cx="2303145" cy="3002280"/>
          </a:xfrm>
          <a:prstGeom prst="round2SameRect">
            <a:avLst>
              <a:gd name="adj1" fmla="val 5238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矩形 48"/>
          <p:cNvSpPr/>
          <p:nvPr>
            <p:custDataLst>
              <p:tags r:id="rId8"/>
            </p:custDataLst>
          </p:nvPr>
        </p:nvSpPr>
        <p:spPr>
          <a:xfrm>
            <a:off x="6362902" y="239628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体系成熟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文本框 92"/>
          <p:cNvSpPr txBox="1"/>
          <p:nvPr>
            <p:custDataLst>
              <p:tags r:id="rId9"/>
            </p:custDataLst>
          </p:nvPr>
        </p:nvSpPr>
        <p:spPr>
          <a:xfrm>
            <a:off x="6362902" y="276012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跨学科教研体系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矩形: 圆顶角 50"/>
          <p:cNvSpPr/>
          <p:nvPr>
            <p:custDataLst>
              <p:tags r:id="rId10"/>
            </p:custDataLst>
          </p:nvPr>
        </p:nvSpPr>
        <p:spPr>
          <a:xfrm rot="10800000" flipH="1" flipV="1">
            <a:off x="9196863" y="326549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矩形 52"/>
          <p:cNvSpPr/>
          <p:nvPr>
            <p:custDataLst>
              <p:tags r:id="rId11"/>
            </p:custDataLst>
          </p:nvPr>
        </p:nvSpPr>
        <p:spPr>
          <a:xfrm>
            <a:off x="9196907" y="239692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技术赋能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104"/>
          <p:cNvSpPr txBox="1"/>
          <p:nvPr>
            <p:custDataLst>
              <p:tags r:id="rId12"/>
            </p:custDataLst>
          </p:nvPr>
        </p:nvSpPr>
        <p:spPr>
          <a:xfrm>
            <a:off x="9196907" y="276075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跨学科教研实践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文本框 105"/>
          <p:cNvSpPr txBox="1"/>
          <p:nvPr/>
        </p:nvSpPr>
        <p:spPr>
          <a:xfrm>
            <a:off x="696873" y="145225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73864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grpSp>
        <p:nvGrpSpPr>
          <p:cNvPr id="58" name="图形 239" descr="31393935333132383b31393939333930313bbcbccaf5b1a8b1ed"/>
          <p:cNvGrpSpPr/>
          <p:nvPr>
            <p:custDataLst>
              <p:tags r:id="rId13"/>
            </p:custDataLst>
          </p:nvPr>
        </p:nvGrpSpPr>
        <p:grpSpPr>
          <a:xfrm>
            <a:off x="2155348" y="5456877"/>
            <a:ext cx="711200" cy="693420"/>
            <a:chOff x="4457295" y="4749986"/>
            <a:chExt cx="914400" cy="891219"/>
          </a:xfrm>
          <a:solidFill>
            <a:schemeClr val="bg1"/>
          </a:solidFill>
        </p:grpSpPr>
        <p:sp>
          <p:nvSpPr>
            <p:cNvPr id="73" name="任意多边形: 形状 72"/>
            <p:cNvSpPr/>
            <p:nvPr>
              <p:custDataLst>
                <p:tags r:id="rId14"/>
              </p:custDataLst>
            </p:nvPr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15"/>
              </p:custDataLst>
            </p:nvPr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59" name="图形 240" descr="31393935333132383b31393939333930373bb2c6cef1bbe3b1a8"/>
          <p:cNvGrpSpPr/>
          <p:nvPr>
            <p:custDataLst>
              <p:tags r:id="rId16"/>
            </p:custDataLst>
          </p:nvPr>
        </p:nvGrpSpPr>
        <p:grpSpPr>
          <a:xfrm>
            <a:off x="5009020" y="5453067"/>
            <a:ext cx="711197" cy="704850"/>
            <a:chOff x="5371696" y="4742779"/>
            <a:chExt cx="914399" cy="905633"/>
          </a:xfrm>
          <a:solidFill>
            <a:schemeClr val="bg1"/>
          </a:solidFill>
        </p:grpSpPr>
        <p:sp>
          <p:nvSpPr>
            <p:cNvPr id="70" name="任意多边形: 形状 69"/>
            <p:cNvSpPr/>
            <p:nvPr>
              <p:custDataLst>
                <p:tags r:id="rId17"/>
              </p:custDataLst>
            </p:nvPr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18"/>
              </p:custDataLst>
            </p:nvPr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19"/>
              </p:custDataLst>
            </p:nvPr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0" name="图形 241" descr="31393935333132383b31393939333839333bb9a4d7f7bcc6bbae"/>
          <p:cNvGrpSpPr/>
          <p:nvPr>
            <p:custDataLst>
              <p:tags r:id="rId20"/>
            </p:custDataLst>
          </p:nvPr>
        </p:nvGrpSpPr>
        <p:grpSpPr>
          <a:xfrm>
            <a:off x="7913528" y="5450522"/>
            <a:ext cx="628650" cy="711834"/>
            <a:chOff x="6339034" y="4738396"/>
            <a:chExt cx="808522" cy="914399"/>
          </a:xfrm>
          <a:solidFill>
            <a:schemeClr val="bg1"/>
          </a:solidFill>
        </p:grpSpPr>
        <p:sp>
          <p:nvSpPr>
            <p:cNvPr id="68" name="任意多边形: 形状 67"/>
            <p:cNvSpPr/>
            <p:nvPr>
              <p:custDataLst>
                <p:tags r:id="rId21"/>
              </p:custDataLst>
            </p:nvPr>
          </p:nvSpPr>
          <p:spPr>
            <a:xfrm>
              <a:off x="6339034" y="4738396"/>
              <a:ext cx="645866" cy="769155"/>
            </a:xfrm>
            <a:custGeom>
              <a:avLst/>
              <a:gdLst>
                <a:gd name="connsiteX0" fmla="*/ 449004 w 645866"/>
                <a:gd name="connsiteY0" fmla="*/ 768799 h 769155"/>
                <a:gd name="connsiteX1" fmla="*/ 81838 w 645866"/>
                <a:gd name="connsiteY1" fmla="*/ 768799 h 769155"/>
                <a:gd name="connsiteX2" fmla="*/ 20626 w 645866"/>
                <a:gd name="connsiteY2" fmla="*/ 747818 h 769155"/>
                <a:gd name="connsiteX3" fmla="*/ -355 w 645866"/>
                <a:gd name="connsiteY3" fmla="*/ 686606 h 769155"/>
                <a:gd name="connsiteX4" fmla="*/ -355 w 645866"/>
                <a:gd name="connsiteY4" fmla="*/ 81837 h 769155"/>
                <a:gd name="connsiteX5" fmla="*/ 20626 w 645866"/>
                <a:gd name="connsiteY5" fmla="*/ 20624 h 769155"/>
                <a:gd name="connsiteX6" fmla="*/ 81838 w 645866"/>
                <a:gd name="connsiteY6" fmla="*/ -357 h 769155"/>
                <a:gd name="connsiteX7" fmla="*/ 476582 w 645866"/>
                <a:gd name="connsiteY7" fmla="*/ -357 h 769155"/>
                <a:gd name="connsiteX8" fmla="*/ 476798 w 645866"/>
                <a:gd name="connsiteY8" fmla="*/ -357 h 769155"/>
                <a:gd name="connsiteX9" fmla="*/ 484477 w 645866"/>
                <a:gd name="connsiteY9" fmla="*/ 2780 h 769155"/>
                <a:gd name="connsiteX10" fmla="*/ 642375 w 645866"/>
                <a:gd name="connsiteY10" fmla="*/ 160677 h 769155"/>
                <a:gd name="connsiteX11" fmla="*/ 645511 w 645866"/>
                <a:gd name="connsiteY11" fmla="*/ 168356 h 769155"/>
                <a:gd name="connsiteX12" fmla="*/ 645511 w 645866"/>
                <a:gd name="connsiteY12" fmla="*/ 552393 h 769155"/>
                <a:gd name="connsiteX13" fmla="*/ 634696 w 645866"/>
                <a:gd name="connsiteY13" fmla="*/ 563208 h 769155"/>
                <a:gd name="connsiteX14" fmla="*/ 623881 w 645866"/>
                <a:gd name="connsiteY14" fmla="*/ 552393 h 769155"/>
                <a:gd name="connsiteX15" fmla="*/ 623881 w 645866"/>
                <a:gd name="connsiteY15" fmla="*/ 178954 h 769155"/>
                <a:gd name="connsiteX16" fmla="*/ 547961 w 645866"/>
                <a:gd name="connsiteY16" fmla="*/ 178954 h 769155"/>
                <a:gd name="connsiteX17" fmla="*/ 486748 w 645866"/>
                <a:gd name="connsiteY17" fmla="*/ 157973 h 769155"/>
                <a:gd name="connsiteX18" fmla="*/ 465767 w 645866"/>
                <a:gd name="connsiteY18" fmla="*/ 96761 h 769155"/>
                <a:gd name="connsiteX19" fmla="*/ 465767 w 645866"/>
                <a:gd name="connsiteY19" fmla="*/ 21273 h 769155"/>
                <a:gd name="connsiteX20" fmla="*/ 81838 w 645866"/>
                <a:gd name="connsiteY20" fmla="*/ 21273 h 769155"/>
                <a:gd name="connsiteX21" fmla="*/ 35983 w 645866"/>
                <a:gd name="connsiteY21" fmla="*/ 35981 h 769155"/>
                <a:gd name="connsiteX22" fmla="*/ 21275 w 645866"/>
                <a:gd name="connsiteY22" fmla="*/ 81837 h 769155"/>
                <a:gd name="connsiteX23" fmla="*/ 21275 w 645866"/>
                <a:gd name="connsiteY23" fmla="*/ 686606 h 769155"/>
                <a:gd name="connsiteX24" fmla="*/ 35983 w 645866"/>
                <a:gd name="connsiteY24" fmla="*/ 732461 h 769155"/>
                <a:gd name="connsiteX25" fmla="*/ 81838 w 645866"/>
                <a:gd name="connsiteY25" fmla="*/ 747169 h 769155"/>
                <a:gd name="connsiteX26" fmla="*/ 449004 w 645866"/>
                <a:gd name="connsiteY26" fmla="*/ 747169 h 769155"/>
                <a:gd name="connsiteX27" fmla="*/ 459819 w 645866"/>
                <a:gd name="connsiteY27" fmla="*/ 757984 h 769155"/>
                <a:gd name="connsiteX28" fmla="*/ 449004 w 645866"/>
                <a:gd name="connsiteY28" fmla="*/ 768799 h 769155"/>
                <a:gd name="connsiteX29" fmla="*/ 487505 w 645866"/>
                <a:gd name="connsiteY29" fmla="*/ 36414 h 769155"/>
                <a:gd name="connsiteX30" fmla="*/ 487505 w 645866"/>
                <a:gd name="connsiteY30" fmla="*/ 96869 h 769155"/>
                <a:gd name="connsiteX31" fmla="*/ 502213 w 645866"/>
                <a:gd name="connsiteY31" fmla="*/ 142724 h 769155"/>
                <a:gd name="connsiteX32" fmla="*/ 548069 w 645866"/>
                <a:gd name="connsiteY32" fmla="*/ 157433 h 769155"/>
                <a:gd name="connsiteX33" fmla="*/ 608524 w 645866"/>
                <a:gd name="connsiteY33" fmla="*/ 157433 h 769155"/>
                <a:gd name="connsiteX34" fmla="*/ 487505 w 645866"/>
                <a:gd name="connsiteY34" fmla="*/ 36414 h 769155"/>
                <a:gd name="connsiteX35" fmla="*/ 508270 w 645866"/>
                <a:gd name="connsiteY35" fmla="*/ 581052 h 769155"/>
                <a:gd name="connsiteX36" fmla="*/ 283428 w 645866"/>
                <a:gd name="connsiteY36" fmla="*/ 581052 h 769155"/>
                <a:gd name="connsiteX37" fmla="*/ 272613 w 645866"/>
                <a:gd name="connsiteY37" fmla="*/ 570238 h 769155"/>
                <a:gd name="connsiteX38" fmla="*/ 283428 w 645866"/>
                <a:gd name="connsiteY38" fmla="*/ 559423 h 769155"/>
                <a:gd name="connsiteX39" fmla="*/ 508270 w 645866"/>
                <a:gd name="connsiteY39" fmla="*/ 559423 h 769155"/>
                <a:gd name="connsiteX40" fmla="*/ 519085 w 645866"/>
                <a:gd name="connsiteY40" fmla="*/ 570238 h 769155"/>
                <a:gd name="connsiteX41" fmla="*/ 508270 w 645866"/>
                <a:gd name="connsiteY41" fmla="*/ 581052 h 769155"/>
                <a:gd name="connsiteX42" fmla="*/ 508270 w 645866"/>
                <a:gd name="connsiteY42" fmla="*/ 522219 h 769155"/>
                <a:gd name="connsiteX43" fmla="*/ 283428 w 645866"/>
                <a:gd name="connsiteY43" fmla="*/ 522219 h 769155"/>
                <a:gd name="connsiteX44" fmla="*/ 272613 w 645866"/>
                <a:gd name="connsiteY44" fmla="*/ 511404 h 769155"/>
                <a:gd name="connsiteX45" fmla="*/ 283428 w 645866"/>
                <a:gd name="connsiteY45" fmla="*/ 500590 h 769155"/>
                <a:gd name="connsiteX46" fmla="*/ 508270 w 645866"/>
                <a:gd name="connsiteY46" fmla="*/ 500590 h 769155"/>
                <a:gd name="connsiteX47" fmla="*/ 519085 w 645866"/>
                <a:gd name="connsiteY47" fmla="*/ 511404 h 769155"/>
                <a:gd name="connsiteX48" fmla="*/ 508270 w 645866"/>
                <a:gd name="connsiteY48" fmla="*/ 522219 h 769155"/>
                <a:gd name="connsiteX49" fmla="*/ 508270 w 645866"/>
                <a:gd name="connsiteY49" fmla="*/ 421208 h 769155"/>
                <a:gd name="connsiteX50" fmla="*/ 283428 w 645866"/>
                <a:gd name="connsiteY50" fmla="*/ 421208 h 769155"/>
                <a:gd name="connsiteX51" fmla="*/ 272613 w 645866"/>
                <a:gd name="connsiteY51" fmla="*/ 410393 h 769155"/>
                <a:gd name="connsiteX52" fmla="*/ 283428 w 645866"/>
                <a:gd name="connsiteY52" fmla="*/ 399578 h 769155"/>
                <a:gd name="connsiteX53" fmla="*/ 508270 w 645866"/>
                <a:gd name="connsiteY53" fmla="*/ 399578 h 769155"/>
                <a:gd name="connsiteX54" fmla="*/ 519085 w 645866"/>
                <a:gd name="connsiteY54" fmla="*/ 410393 h 769155"/>
                <a:gd name="connsiteX55" fmla="*/ 508270 w 645866"/>
                <a:gd name="connsiteY55" fmla="*/ 421208 h 769155"/>
                <a:gd name="connsiteX56" fmla="*/ 508270 w 645866"/>
                <a:gd name="connsiteY56" fmla="*/ 362375 h 769155"/>
                <a:gd name="connsiteX57" fmla="*/ 283428 w 645866"/>
                <a:gd name="connsiteY57" fmla="*/ 362375 h 769155"/>
                <a:gd name="connsiteX58" fmla="*/ 272613 w 645866"/>
                <a:gd name="connsiteY58" fmla="*/ 351560 h 769155"/>
                <a:gd name="connsiteX59" fmla="*/ 283428 w 645866"/>
                <a:gd name="connsiteY59" fmla="*/ 340745 h 769155"/>
                <a:gd name="connsiteX60" fmla="*/ 508270 w 645866"/>
                <a:gd name="connsiteY60" fmla="*/ 340745 h 769155"/>
                <a:gd name="connsiteX61" fmla="*/ 519085 w 645866"/>
                <a:gd name="connsiteY61" fmla="*/ 351560 h 769155"/>
                <a:gd name="connsiteX62" fmla="*/ 508270 w 645866"/>
                <a:gd name="connsiteY62" fmla="*/ 362375 h 769155"/>
                <a:gd name="connsiteX63" fmla="*/ 508270 w 645866"/>
                <a:gd name="connsiteY63" fmla="*/ 261364 h 769155"/>
                <a:gd name="connsiteX64" fmla="*/ 283428 w 645866"/>
                <a:gd name="connsiteY64" fmla="*/ 261364 h 769155"/>
                <a:gd name="connsiteX65" fmla="*/ 272613 w 645866"/>
                <a:gd name="connsiteY65" fmla="*/ 250549 h 769155"/>
                <a:gd name="connsiteX66" fmla="*/ 283428 w 645866"/>
                <a:gd name="connsiteY66" fmla="*/ 239734 h 769155"/>
                <a:gd name="connsiteX67" fmla="*/ 508270 w 645866"/>
                <a:gd name="connsiteY67" fmla="*/ 239734 h 769155"/>
                <a:gd name="connsiteX68" fmla="*/ 519085 w 645866"/>
                <a:gd name="connsiteY68" fmla="*/ 250549 h 769155"/>
                <a:gd name="connsiteX69" fmla="*/ 508270 w 645866"/>
                <a:gd name="connsiteY69" fmla="*/ 261364 h 769155"/>
                <a:gd name="connsiteX70" fmla="*/ 508270 w 645866"/>
                <a:gd name="connsiteY70" fmla="*/ 202531 h 769155"/>
                <a:gd name="connsiteX71" fmla="*/ 283428 w 645866"/>
                <a:gd name="connsiteY71" fmla="*/ 202531 h 769155"/>
                <a:gd name="connsiteX72" fmla="*/ 272613 w 645866"/>
                <a:gd name="connsiteY72" fmla="*/ 191716 h 769155"/>
                <a:gd name="connsiteX73" fmla="*/ 283428 w 645866"/>
                <a:gd name="connsiteY73" fmla="*/ 180901 h 769155"/>
                <a:gd name="connsiteX74" fmla="*/ 508270 w 645866"/>
                <a:gd name="connsiteY74" fmla="*/ 180901 h 769155"/>
                <a:gd name="connsiteX75" fmla="*/ 519085 w 645866"/>
                <a:gd name="connsiteY75" fmla="*/ 191716 h 769155"/>
                <a:gd name="connsiteX76" fmla="*/ 508270 w 645866"/>
                <a:gd name="connsiteY76" fmla="*/ 202531 h 76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45866" h="769155">
                  <a:moveTo>
                    <a:pt x="449004" y="768799"/>
                  </a:moveTo>
                  <a:lnTo>
                    <a:pt x="81838" y="768799"/>
                  </a:lnTo>
                  <a:cubicBezTo>
                    <a:pt x="55234" y="768799"/>
                    <a:pt x="34577" y="761769"/>
                    <a:pt x="20626" y="747818"/>
                  </a:cubicBezTo>
                  <a:cubicBezTo>
                    <a:pt x="6675" y="733867"/>
                    <a:pt x="-355" y="713319"/>
                    <a:pt x="-355" y="686606"/>
                  </a:cubicBezTo>
                  <a:lnTo>
                    <a:pt x="-355" y="81837"/>
                  </a:lnTo>
                  <a:cubicBezTo>
                    <a:pt x="-355" y="55232"/>
                    <a:pt x="6675" y="34575"/>
                    <a:pt x="20626" y="20624"/>
                  </a:cubicBezTo>
                  <a:cubicBezTo>
                    <a:pt x="34577" y="6673"/>
                    <a:pt x="55125" y="-357"/>
                    <a:pt x="81838" y="-357"/>
                  </a:cubicBezTo>
                  <a:lnTo>
                    <a:pt x="476582" y="-357"/>
                  </a:lnTo>
                  <a:cubicBezTo>
                    <a:pt x="476690" y="-357"/>
                    <a:pt x="476690" y="-357"/>
                    <a:pt x="476798" y="-357"/>
                  </a:cubicBezTo>
                  <a:cubicBezTo>
                    <a:pt x="479610" y="-357"/>
                    <a:pt x="482314" y="725"/>
                    <a:pt x="484477" y="2780"/>
                  </a:cubicBezTo>
                  <a:lnTo>
                    <a:pt x="642375" y="160677"/>
                  </a:lnTo>
                  <a:cubicBezTo>
                    <a:pt x="644429" y="162732"/>
                    <a:pt x="645511" y="165436"/>
                    <a:pt x="645511" y="168356"/>
                  </a:cubicBezTo>
                  <a:lnTo>
                    <a:pt x="645511" y="552393"/>
                  </a:lnTo>
                  <a:cubicBezTo>
                    <a:pt x="645511" y="558341"/>
                    <a:pt x="640644" y="563208"/>
                    <a:pt x="634696" y="563208"/>
                  </a:cubicBezTo>
                  <a:cubicBezTo>
                    <a:pt x="628748" y="563208"/>
                    <a:pt x="623881" y="558341"/>
                    <a:pt x="623881" y="552393"/>
                  </a:cubicBezTo>
                  <a:lnTo>
                    <a:pt x="623881" y="178954"/>
                  </a:lnTo>
                  <a:lnTo>
                    <a:pt x="547961" y="178954"/>
                  </a:lnTo>
                  <a:cubicBezTo>
                    <a:pt x="521356" y="178954"/>
                    <a:pt x="500699" y="171925"/>
                    <a:pt x="486748" y="157973"/>
                  </a:cubicBezTo>
                  <a:cubicBezTo>
                    <a:pt x="472797" y="144022"/>
                    <a:pt x="465767" y="123474"/>
                    <a:pt x="465767" y="96761"/>
                  </a:cubicBezTo>
                  <a:lnTo>
                    <a:pt x="465767" y="21273"/>
                  </a:lnTo>
                  <a:lnTo>
                    <a:pt x="81838" y="21273"/>
                  </a:lnTo>
                  <a:cubicBezTo>
                    <a:pt x="61182" y="21273"/>
                    <a:pt x="45716" y="26248"/>
                    <a:pt x="35983" y="35981"/>
                  </a:cubicBezTo>
                  <a:cubicBezTo>
                    <a:pt x="26250" y="45715"/>
                    <a:pt x="21275" y="61180"/>
                    <a:pt x="21275" y="81837"/>
                  </a:cubicBezTo>
                  <a:lnTo>
                    <a:pt x="21275" y="686606"/>
                  </a:lnTo>
                  <a:cubicBezTo>
                    <a:pt x="21275" y="707262"/>
                    <a:pt x="26250" y="722728"/>
                    <a:pt x="35983" y="732461"/>
                  </a:cubicBezTo>
                  <a:cubicBezTo>
                    <a:pt x="45716" y="742195"/>
                    <a:pt x="61182" y="747169"/>
                    <a:pt x="81838" y="747169"/>
                  </a:cubicBezTo>
                  <a:lnTo>
                    <a:pt x="449004" y="747169"/>
                  </a:lnTo>
                  <a:cubicBezTo>
                    <a:pt x="454952" y="747169"/>
                    <a:pt x="459819" y="752036"/>
                    <a:pt x="459819" y="757984"/>
                  </a:cubicBezTo>
                  <a:cubicBezTo>
                    <a:pt x="459819" y="763932"/>
                    <a:pt x="454952" y="768799"/>
                    <a:pt x="449004" y="768799"/>
                  </a:cubicBezTo>
                  <a:close/>
                  <a:moveTo>
                    <a:pt x="487505" y="36414"/>
                  </a:moveTo>
                  <a:lnTo>
                    <a:pt x="487505" y="96869"/>
                  </a:lnTo>
                  <a:cubicBezTo>
                    <a:pt x="487505" y="117526"/>
                    <a:pt x="492480" y="132991"/>
                    <a:pt x="502213" y="142724"/>
                  </a:cubicBezTo>
                  <a:cubicBezTo>
                    <a:pt x="511947" y="152458"/>
                    <a:pt x="527412" y="157433"/>
                    <a:pt x="548069" y="157433"/>
                  </a:cubicBezTo>
                  <a:lnTo>
                    <a:pt x="608524" y="157433"/>
                  </a:lnTo>
                  <a:lnTo>
                    <a:pt x="487505" y="36414"/>
                  </a:lnTo>
                  <a:close/>
                  <a:moveTo>
                    <a:pt x="508270" y="581052"/>
                  </a:moveTo>
                  <a:lnTo>
                    <a:pt x="283428" y="581052"/>
                  </a:lnTo>
                  <a:cubicBezTo>
                    <a:pt x="277480" y="581052"/>
                    <a:pt x="272613" y="576186"/>
                    <a:pt x="272613" y="570238"/>
                  </a:cubicBezTo>
                  <a:cubicBezTo>
                    <a:pt x="272613" y="564289"/>
                    <a:pt x="277480" y="559423"/>
                    <a:pt x="283428" y="559423"/>
                  </a:cubicBezTo>
                  <a:lnTo>
                    <a:pt x="508270" y="559423"/>
                  </a:lnTo>
                  <a:cubicBezTo>
                    <a:pt x="514218" y="559423"/>
                    <a:pt x="519085" y="564289"/>
                    <a:pt x="519085" y="570238"/>
                  </a:cubicBezTo>
                  <a:cubicBezTo>
                    <a:pt x="519085" y="576186"/>
                    <a:pt x="514218" y="581052"/>
                    <a:pt x="508270" y="581052"/>
                  </a:cubicBezTo>
                  <a:close/>
                  <a:moveTo>
                    <a:pt x="508270" y="522219"/>
                  </a:moveTo>
                  <a:lnTo>
                    <a:pt x="283428" y="522219"/>
                  </a:lnTo>
                  <a:cubicBezTo>
                    <a:pt x="277480" y="522219"/>
                    <a:pt x="272613" y="517353"/>
                    <a:pt x="272613" y="511404"/>
                  </a:cubicBezTo>
                  <a:cubicBezTo>
                    <a:pt x="272613" y="505456"/>
                    <a:pt x="277480" y="500590"/>
                    <a:pt x="283428" y="500590"/>
                  </a:cubicBezTo>
                  <a:lnTo>
                    <a:pt x="508270" y="500590"/>
                  </a:lnTo>
                  <a:cubicBezTo>
                    <a:pt x="514218" y="500590"/>
                    <a:pt x="519085" y="505456"/>
                    <a:pt x="519085" y="511404"/>
                  </a:cubicBezTo>
                  <a:cubicBezTo>
                    <a:pt x="519085" y="517353"/>
                    <a:pt x="514218" y="522219"/>
                    <a:pt x="508270" y="522219"/>
                  </a:cubicBezTo>
                  <a:close/>
                  <a:moveTo>
                    <a:pt x="508270" y="421208"/>
                  </a:moveTo>
                  <a:lnTo>
                    <a:pt x="283428" y="421208"/>
                  </a:lnTo>
                  <a:cubicBezTo>
                    <a:pt x="277480" y="421208"/>
                    <a:pt x="272613" y="416341"/>
                    <a:pt x="272613" y="410393"/>
                  </a:cubicBezTo>
                  <a:cubicBezTo>
                    <a:pt x="272613" y="404445"/>
                    <a:pt x="277480" y="399578"/>
                    <a:pt x="283428" y="399578"/>
                  </a:cubicBezTo>
                  <a:lnTo>
                    <a:pt x="508270" y="399578"/>
                  </a:lnTo>
                  <a:cubicBezTo>
                    <a:pt x="514218" y="399578"/>
                    <a:pt x="519085" y="404445"/>
                    <a:pt x="519085" y="410393"/>
                  </a:cubicBezTo>
                  <a:cubicBezTo>
                    <a:pt x="519085" y="416341"/>
                    <a:pt x="514218" y="421208"/>
                    <a:pt x="508270" y="421208"/>
                  </a:cubicBezTo>
                  <a:close/>
                  <a:moveTo>
                    <a:pt x="508270" y="362375"/>
                  </a:moveTo>
                  <a:lnTo>
                    <a:pt x="283428" y="362375"/>
                  </a:lnTo>
                  <a:cubicBezTo>
                    <a:pt x="277480" y="362375"/>
                    <a:pt x="272613" y="357508"/>
                    <a:pt x="272613" y="351560"/>
                  </a:cubicBezTo>
                  <a:cubicBezTo>
                    <a:pt x="272613" y="345612"/>
                    <a:pt x="277480" y="340745"/>
                    <a:pt x="283428" y="340745"/>
                  </a:cubicBezTo>
                  <a:lnTo>
                    <a:pt x="508270" y="340745"/>
                  </a:lnTo>
                  <a:cubicBezTo>
                    <a:pt x="514218" y="340745"/>
                    <a:pt x="519085" y="345612"/>
                    <a:pt x="519085" y="351560"/>
                  </a:cubicBezTo>
                  <a:cubicBezTo>
                    <a:pt x="519085" y="357508"/>
                    <a:pt x="514218" y="362375"/>
                    <a:pt x="508270" y="362375"/>
                  </a:cubicBezTo>
                  <a:close/>
                  <a:moveTo>
                    <a:pt x="508270" y="261364"/>
                  </a:moveTo>
                  <a:lnTo>
                    <a:pt x="283428" y="261364"/>
                  </a:lnTo>
                  <a:cubicBezTo>
                    <a:pt x="277480" y="261364"/>
                    <a:pt x="272613" y="256497"/>
                    <a:pt x="272613" y="250549"/>
                  </a:cubicBezTo>
                  <a:cubicBezTo>
                    <a:pt x="272613" y="244601"/>
                    <a:pt x="277480" y="239734"/>
                    <a:pt x="283428" y="239734"/>
                  </a:cubicBezTo>
                  <a:lnTo>
                    <a:pt x="508270" y="239734"/>
                  </a:lnTo>
                  <a:cubicBezTo>
                    <a:pt x="514218" y="239734"/>
                    <a:pt x="519085" y="244601"/>
                    <a:pt x="519085" y="250549"/>
                  </a:cubicBezTo>
                  <a:cubicBezTo>
                    <a:pt x="519085" y="256497"/>
                    <a:pt x="514218" y="261364"/>
                    <a:pt x="508270" y="261364"/>
                  </a:cubicBezTo>
                  <a:close/>
                  <a:moveTo>
                    <a:pt x="508270" y="202531"/>
                  </a:moveTo>
                  <a:lnTo>
                    <a:pt x="283428" y="202531"/>
                  </a:lnTo>
                  <a:cubicBezTo>
                    <a:pt x="277480" y="202531"/>
                    <a:pt x="272613" y="197664"/>
                    <a:pt x="272613" y="191716"/>
                  </a:cubicBezTo>
                  <a:cubicBezTo>
                    <a:pt x="272613" y="185768"/>
                    <a:pt x="277480" y="180901"/>
                    <a:pt x="283428" y="180901"/>
                  </a:cubicBezTo>
                  <a:lnTo>
                    <a:pt x="508270" y="180901"/>
                  </a:lnTo>
                  <a:cubicBezTo>
                    <a:pt x="514218" y="180901"/>
                    <a:pt x="519085" y="185768"/>
                    <a:pt x="519085" y="191716"/>
                  </a:cubicBezTo>
                  <a:cubicBezTo>
                    <a:pt x="519085" y="197664"/>
                    <a:pt x="514218" y="202531"/>
                    <a:pt x="508270" y="202531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22"/>
              </p:custDataLst>
            </p:nvPr>
          </p:nvSpPr>
          <p:spPr>
            <a:xfrm>
              <a:off x="6414171" y="4906865"/>
              <a:ext cx="733385" cy="745930"/>
            </a:xfrm>
            <a:custGeom>
              <a:avLst/>
              <a:gdLst>
                <a:gd name="connsiteX0" fmla="*/ 578733 w 733385"/>
                <a:gd name="connsiteY0" fmla="*/ 745473 h 745930"/>
                <a:gd name="connsiteX1" fmla="*/ 517737 w 733385"/>
                <a:gd name="connsiteY1" fmla="*/ 745473 h 745930"/>
                <a:gd name="connsiteX2" fmla="*/ 506922 w 733385"/>
                <a:gd name="connsiteY2" fmla="*/ 734658 h 745930"/>
                <a:gd name="connsiteX3" fmla="*/ 506922 w 733385"/>
                <a:gd name="connsiteY3" fmla="*/ 714434 h 745930"/>
                <a:gd name="connsiteX4" fmla="*/ 496432 w 733385"/>
                <a:gd name="connsiteY4" fmla="*/ 732711 h 745930"/>
                <a:gd name="connsiteX5" fmla="*/ 489835 w 733385"/>
                <a:gd name="connsiteY5" fmla="*/ 737794 h 745930"/>
                <a:gd name="connsiteX6" fmla="*/ 481616 w 733385"/>
                <a:gd name="connsiteY6" fmla="*/ 736713 h 745930"/>
                <a:gd name="connsiteX7" fmla="*/ 428839 w 733385"/>
                <a:gd name="connsiteY7" fmla="*/ 706215 h 745930"/>
                <a:gd name="connsiteX8" fmla="*/ 424837 w 733385"/>
                <a:gd name="connsiteY8" fmla="*/ 691507 h 745930"/>
                <a:gd name="connsiteX9" fmla="*/ 436950 w 733385"/>
                <a:gd name="connsiteY9" fmla="*/ 670309 h 745930"/>
                <a:gd name="connsiteX10" fmla="*/ 417267 w 733385"/>
                <a:gd name="connsiteY10" fmla="*/ 681665 h 745930"/>
                <a:gd name="connsiteX11" fmla="*/ 402667 w 733385"/>
                <a:gd name="connsiteY11" fmla="*/ 677880 h 745930"/>
                <a:gd name="connsiteX12" fmla="*/ 370871 w 733385"/>
                <a:gd name="connsiteY12" fmla="*/ 625644 h 745930"/>
                <a:gd name="connsiteX13" fmla="*/ 369681 w 733385"/>
                <a:gd name="connsiteY13" fmla="*/ 617316 h 745930"/>
                <a:gd name="connsiteX14" fmla="*/ 374764 w 733385"/>
                <a:gd name="connsiteY14" fmla="*/ 610611 h 745930"/>
                <a:gd name="connsiteX15" fmla="*/ 392393 w 733385"/>
                <a:gd name="connsiteY15" fmla="*/ 600445 h 745930"/>
                <a:gd name="connsiteX16" fmla="*/ 373683 w 733385"/>
                <a:gd name="connsiteY16" fmla="*/ 600445 h 745930"/>
                <a:gd name="connsiteX17" fmla="*/ 362868 w 733385"/>
                <a:gd name="connsiteY17" fmla="*/ 589630 h 745930"/>
                <a:gd name="connsiteX18" fmla="*/ 362868 w 733385"/>
                <a:gd name="connsiteY18" fmla="*/ 589630 h 745930"/>
                <a:gd name="connsiteX19" fmla="*/ 361246 w 733385"/>
                <a:gd name="connsiteY19" fmla="*/ 528742 h 745930"/>
                <a:gd name="connsiteX20" fmla="*/ 364274 w 733385"/>
                <a:gd name="connsiteY20" fmla="*/ 520847 h 745930"/>
                <a:gd name="connsiteX21" fmla="*/ 371952 w 733385"/>
                <a:gd name="connsiteY21" fmla="*/ 517603 h 745930"/>
                <a:gd name="connsiteX22" fmla="*/ 371952 w 733385"/>
                <a:gd name="connsiteY22" fmla="*/ 517603 h 745930"/>
                <a:gd name="connsiteX23" fmla="*/ 394123 w 733385"/>
                <a:gd name="connsiteY23" fmla="*/ 517711 h 745930"/>
                <a:gd name="connsiteX24" fmla="*/ 376819 w 733385"/>
                <a:gd name="connsiteY24" fmla="*/ 507329 h 745930"/>
                <a:gd name="connsiteX25" fmla="*/ 372926 w 733385"/>
                <a:gd name="connsiteY25" fmla="*/ 492729 h 745930"/>
                <a:gd name="connsiteX26" fmla="*/ 403208 w 733385"/>
                <a:gd name="connsiteY26" fmla="*/ 439195 h 745930"/>
                <a:gd name="connsiteX27" fmla="*/ 409696 w 733385"/>
                <a:gd name="connsiteY27" fmla="*/ 434112 h 745930"/>
                <a:gd name="connsiteX28" fmla="*/ 417916 w 733385"/>
                <a:gd name="connsiteY28" fmla="*/ 435193 h 745930"/>
                <a:gd name="connsiteX29" fmla="*/ 433381 w 733385"/>
                <a:gd name="connsiteY29" fmla="*/ 444062 h 745930"/>
                <a:gd name="connsiteX30" fmla="*/ 425162 w 733385"/>
                <a:gd name="connsiteY30" fmla="*/ 429570 h 745930"/>
                <a:gd name="connsiteX31" fmla="*/ 429055 w 733385"/>
                <a:gd name="connsiteY31" fmla="*/ 414970 h 745930"/>
                <a:gd name="connsiteX32" fmla="*/ 482264 w 733385"/>
                <a:gd name="connsiteY32" fmla="*/ 383715 h 745930"/>
                <a:gd name="connsiteX33" fmla="*/ 490484 w 733385"/>
                <a:gd name="connsiteY33" fmla="*/ 382633 h 745930"/>
                <a:gd name="connsiteX34" fmla="*/ 497081 w 733385"/>
                <a:gd name="connsiteY34" fmla="*/ 387716 h 745930"/>
                <a:gd name="connsiteX35" fmla="*/ 506274 w 733385"/>
                <a:gd name="connsiteY35" fmla="*/ 403830 h 745930"/>
                <a:gd name="connsiteX36" fmla="*/ 506274 w 733385"/>
                <a:gd name="connsiteY36" fmla="*/ 384039 h 745930"/>
                <a:gd name="connsiteX37" fmla="*/ 517088 w 733385"/>
                <a:gd name="connsiteY37" fmla="*/ 373224 h 745930"/>
                <a:gd name="connsiteX38" fmla="*/ 578084 w 733385"/>
                <a:gd name="connsiteY38" fmla="*/ 373224 h 745930"/>
                <a:gd name="connsiteX39" fmla="*/ 588899 w 733385"/>
                <a:gd name="connsiteY39" fmla="*/ 384039 h 745930"/>
                <a:gd name="connsiteX40" fmla="*/ 588899 w 733385"/>
                <a:gd name="connsiteY40" fmla="*/ 405561 h 745930"/>
                <a:gd name="connsiteX41" fmla="*/ 599174 w 733385"/>
                <a:gd name="connsiteY41" fmla="*/ 387500 h 745930"/>
                <a:gd name="connsiteX42" fmla="*/ 605771 w 733385"/>
                <a:gd name="connsiteY42" fmla="*/ 382417 h 745930"/>
                <a:gd name="connsiteX43" fmla="*/ 613990 w 733385"/>
                <a:gd name="connsiteY43" fmla="*/ 383498 h 745930"/>
                <a:gd name="connsiteX44" fmla="*/ 666767 w 733385"/>
                <a:gd name="connsiteY44" fmla="*/ 413996 h 745930"/>
                <a:gd name="connsiteX45" fmla="*/ 670768 w 733385"/>
                <a:gd name="connsiteY45" fmla="*/ 428705 h 745930"/>
                <a:gd name="connsiteX46" fmla="*/ 661576 w 733385"/>
                <a:gd name="connsiteY46" fmla="*/ 444602 h 745930"/>
                <a:gd name="connsiteX47" fmla="*/ 677473 w 733385"/>
                <a:gd name="connsiteY47" fmla="*/ 435193 h 745930"/>
                <a:gd name="connsiteX48" fmla="*/ 685693 w 733385"/>
                <a:gd name="connsiteY48" fmla="*/ 434004 h 745930"/>
                <a:gd name="connsiteX49" fmla="*/ 692290 w 733385"/>
                <a:gd name="connsiteY49" fmla="*/ 439087 h 745930"/>
                <a:gd name="connsiteX50" fmla="*/ 723329 w 733385"/>
                <a:gd name="connsiteY50" fmla="*/ 492621 h 745930"/>
                <a:gd name="connsiteX51" fmla="*/ 719543 w 733385"/>
                <a:gd name="connsiteY51" fmla="*/ 507329 h 745930"/>
                <a:gd name="connsiteX52" fmla="*/ 702564 w 733385"/>
                <a:gd name="connsiteY52" fmla="*/ 517603 h 745930"/>
                <a:gd name="connsiteX53" fmla="*/ 722031 w 733385"/>
                <a:gd name="connsiteY53" fmla="*/ 517387 h 745930"/>
                <a:gd name="connsiteX54" fmla="*/ 729709 w 733385"/>
                <a:gd name="connsiteY54" fmla="*/ 520523 h 745930"/>
                <a:gd name="connsiteX55" fmla="*/ 732954 w 733385"/>
                <a:gd name="connsiteY55" fmla="*/ 528202 h 745930"/>
                <a:gd name="connsiteX56" fmla="*/ 732954 w 733385"/>
                <a:gd name="connsiteY56" fmla="*/ 589955 h 745930"/>
                <a:gd name="connsiteX57" fmla="*/ 722463 w 733385"/>
                <a:gd name="connsiteY57" fmla="*/ 600770 h 745930"/>
                <a:gd name="connsiteX58" fmla="*/ 704078 w 733385"/>
                <a:gd name="connsiteY58" fmla="*/ 601202 h 745930"/>
                <a:gd name="connsiteX59" fmla="*/ 719543 w 733385"/>
                <a:gd name="connsiteY59" fmla="*/ 610611 h 745930"/>
                <a:gd name="connsiteX60" fmla="*/ 723220 w 733385"/>
                <a:gd name="connsiteY60" fmla="*/ 625319 h 745930"/>
                <a:gd name="connsiteX61" fmla="*/ 692182 w 733385"/>
                <a:gd name="connsiteY61" fmla="*/ 677555 h 745930"/>
                <a:gd name="connsiteX62" fmla="*/ 677798 w 733385"/>
                <a:gd name="connsiteY62" fmla="*/ 681557 h 745930"/>
                <a:gd name="connsiteX63" fmla="*/ 661251 w 733385"/>
                <a:gd name="connsiteY63" fmla="*/ 672689 h 745930"/>
                <a:gd name="connsiteX64" fmla="*/ 670876 w 733385"/>
                <a:gd name="connsiteY64" fmla="*/ 690209 h 745930"/>
                <a:gd name="connsiteX65" fmla="*/ 666659 w 733385"/>
                <a:gd name="connsiteY65" fmla="*/ 704809 h 745930"/>
                <a:gd name="connsiteX66" fmla="*/ 613666 w 733385"/>
                <a:gd name="connsiteY66" fmla="*/ 734550 h 745930"/>
                <a:gd name="connsiteX67" fmla="*/ 599174 w 733385"/>
                <a:gd name="connsiteY67" fmla="*/ 730765 h 745930"/>
                <a:gd name="connsiteX68" fmla="*/ 588899 w 733385"/>
                <a:gd name="connsiteY68" fmla="*/ 714002 h 745930"/>
                <a:gd name="connsiteX69" fmla="*/ 588899 w 733385"/>
                <a:gd name="connsiteY69" fmla="*/ 734334 h 745930"/>
                <a:gd name="connsiteX70" fmla="*/ 578733 w 733385"/>
                <a:gd name="connsiteY70" fmla="*/ 745473 h 745930"/>
                <a:gd name="connsiteX71" fmla="*/ 528552 w 733385"/>
                <a:gd name="connsiteY71" fmla="*/ 723843 h 745930"/>
                <a:gd name="connsiteX72" fmla="*/ 567918 w 733385"/>
                <a:gd name="connsiteY72" fmla="*/ 723843 h 745930"/>
                <a:gd name="connsiteX73" fmla="*/ 567918 w 733385"/>
                <a:gd name="connsiteY73" fmla="*/ 698428 h 745930"/>
                <a:gd name="connsiteX74" fmla="*/ 576030 w 733385"/>
                <a:gd name="connsiteY74" fmla="*/ 687938 h 745930"/>
                <a:gd name="connsiteX75" fmla="*/ 582627 w 733385"/>
                <a:gd name="connsiteY75" fmla="*/ 686315 h 745930"/>
                <a:gd name="connsiteX76" fmla="*/ 588791 w 733385"/>
                <a:gd name="connsiteY76" fmla="*/ 684910 h 745930"/>
                <a:gd name="connsiteX77" fmla="*/ 599931 w 733385"/>
                <a:gd name="connsiteY77" fmla="*/ 689884 h 745930"/>
                <a:gd name="connsiteX78" fmla="*/ 612800 w 733385"/>
                <a:gd name="connsiteY78" fmla="*/ 710865 h 745930"/>
                <a:gd name="connsiteX79" fmla="*/ 647408 w 733385"/>
                <a:gd name="connsiteY79" fmla="*/ 691399 h 745930"/>
                <a:gd name="connsiteX80" fmla="*/ 635728 w 733385"/>
                <a:gd name="connsiteY80" fmla="*/ 670093 h 745930"/>
                <a:gd name="connsiteX81" fmla="*/ 637566 w 733385"/>
                <a:gd name="connsiteY81" fmla="*/ 657223 h 745930"/>
                <a:gd name="connsiteX82" fmla="*/ 645569 w 733385"/>
                <a:gd name="connsiteY82" fmla="*/ 648896 h 745930"/>
                <a:gd name="connsiteX83" fmla="*/ 645894 w 733385"/>
                <a:gd name="connsiteY83" fmla="*/ 648572 h 745930"/>
                <a:gd name="connsiteX84" fmla="*/ 646002 w 733385"/>
                <a:gd name="connsiteY84" fmla="*/ 648463 h 745930"/>
                <a:gd name="connsiteX85" fmla="*/ 658764 w 733385"/>
                <a:gd name="connsiteY85" fmla="*/ 646517 h 745930"/>
                <a:gd name="connsiteX86" fmla="*/ 679636 w 733385"/>
                <a:gd name="connsiteY86" fmla="*/ 657656 h 745930"/>
                <a:gd name="connsiteX87" fmla="*/ 699968 w 733385"/>
                <a:gd name="connsiteY87" fmla="*/ 623481 h 745930"/>
                <a:gd name="connsiteX88" fmla="*/ 679312 w 733385"/>
                <a:gd name="connsiteY88" fmla="*/ 610827 h 745930"/>
                <a:gd name="connsiteX89" fmla="*/ 674662 w 733385"/>
                <a:gd name="connsiteY89" fmla="*/ 598282 h 745930"/>
                <a:gd name="connsiteX90" fmla="*/ 677473 w 733385"/>
                <a:gd name="connsiteY90" fmla="*/ 588224 h 745930"/>
                <a:gd name="connsiteX91" fmla="*/ 687748 w 733385"/>
                <a:gd name="connsiteY91" fmla="*/ 579897 h 745930"/>
                <a:gd name="connsiteX92" fmla="*/ 712189 w 733385"/>
                <a:gd name="connsiteY92" fmla="*/ 579248 h 745930"/>
                <a:gd name="connsiteX93" fmla="*/ 712189 w 733385"/>
                <a:gd name="connsiteY93" fmla="*/ 539017 h 745930"/>
                <a:gd name="connsiteX94" fmla="*/ 687964 w 733385"/>
                <a:gd name="connsiteY94" fmla="*/ 539233 h 745930"/>
                <a:gd name="connsiteX95" fmla="*/ 687856 w 733385"/>
                <a:gd name="connsiteY95" fmla="*/ 539233 h 745930"/>
                <a:gd name="connsiteX96" fmla="*/ 687099 w 733385"/>
                <a:gd name="connsiteY96" fmla="*/ 539233 h 745930"/>
                <a:gd name="connsiteX97" fmla="*/ 677473 w 733385"/>
                <a:gd name="connsiteY97" fmla="*/ 533285 h 745930"/>
                <a:gd name="connsiteX98" fmla="*/ 674770 w 733385"/>
                <a:gd name="connsiteY98" fmla="*/ 524416 h 745930"/>
                <a:gd name="connsiteX99" fmla="*/ 674878 w 733385"/>
                <a:gd name="connsiteY99" fmla="*/ 520847 h 745930"/>
                <a:gd name="connsiteX100" fmla="*/ 674337 w 733385"/>
                <a:gd name="connsiteY100" fmla="*/ 519117 h 745930"/>
                <a:gd name="connsiteX101" fmla="*/ 679096 w 733385"/>
                <a:gd name="connsiteY101" fmla="*/ 506788 h 745930"/>
                <a:gd name="connsiteX102" fmla="*/ 699968 w 733385"/>
                <a:gd name="connsiteY102" fmla="*/ 494135 h 745930"/>
                <a:gd name="connsiteX103" fmla="*/ 679745 w 733385"/>
                <a:gd name="connsiteY103" fmla="*/ 459203 h 745930"/>
                <a:gd name="connsiteX104" fmla="*/ 658439 w 733385"/>
                <a:gd name="connsiteY104" fmla="*/ 471856 h 745930"/>
                <a:gd name="connsiteX105" fmla="*/ 647084 w 733385"/>
                <a:gd name="connsiteY105" fmla="*/ 471640 h 745930"/>
                <a:gd name="connsiteX106" fmla="*/ 640486 w 733385"/>
                <a:gd name="connsiteY106" fmla="*/ 465475 h 745930"/>
                <a:gd name="connsiteX107" fmla="*/ 637134 w 733385"/>
                <a:gd name="connsiteY107" fmla="*/ 462339 h 745930"/>
                <a:gd name="connsiteX108" fmla="*/ 634755 w 733385"/>
                <a:gd name="connsiteY108" fmla="*/ 448712 h 745930"/>
                <a:gd name="connsiteX109" fmla="*/ 647192 w 733385"/>
                <a:gd name="connsiteY109" fmla="*/ 426974 h 745930"/>
                <a:gd name="connsiteX110" fmla="*/ 613125 w 733385"/>
                <a:gd name="connsiteY110" fmla="*/ 407291 h 745930"/>
                <a:gd name="connsiteX111" fmla="*/ 600904 w 733385"/>
                <a:gd name="connsiteY111" fmla="*/ 428705 h 745930"/>
                <a:gd name="connsiteX112" fmla="*/ 588250 w 733385"/>
                <a:gd name="connsiteY112" fmla="*/ 433679 h 745930"/>
                <a:gd name="connsiteX113" fmla="*/ 587818 w 733385"/>
                <a:gd name="connsiteY113" fmla="*/ 433571 h 745930"/>
                <a:gd name="connsiteX114" fmla="*/ 576354 w 733385"/>
                <a:gd name="connsiteY114" fmla="*/ 430543 h 745930"/>
                <a:gd name="connsiteX115" fmla="*/ 567810 w 733385"/>
                <a:gd name="connsiteY115" fmla="*/ 419944 h 745930"/>
                <a:gd name="connsiteX116" fmla="*/ 567810 w 733385"/>
                <a:gd name="connsiteY116" fmla="*/ 394313 h 745930"/>
                <a:gd name="connsiteX117" fmla="*/ 528444 w 733385"/>
                <a:gd name="connsiteY117" fmla="*/ 394313 h 745930"/>
                <a:gd name="connsiteX118" fmla="*/ 528444 w 733385"/>
                <a:gd name="connsiteY118" fmla="*/ 419944 h 745930"/>
                <a:gd name="connsiteX119" fmla="*/ 520225 w 733385"/>
                <a:gd name="connsiteY119" fmla="*/ 430435 h 745930"/>
                <a:gd name="connsiteX120" fmla="*/ 514385 w 733385"/>
                <a:gd name="connsiteY120" fmla="*/ 431949 h 745930"/>
                <a:gd name="connsiteX121" fmla="*/ 512979 w 733385"/>
                <a:gd name="connsiteY121" fmla="*/ 433247 h 745930"/>
                <a:gd name="connsiteX122" fmla="*/ 497838 w 733385"/>
                <a:gd name="connsiteY122" fmla="*/ 430759 h 745930"/>
                <a:gd name="connsiteX123" fmla="*/ 496973 w 733385"/>
                <a:gd name="connsiteY123" fmla="*/ 429570 h 745930"/>
                <a:gd name="connsiteX124" fmla="*/ 496648 w 733385"/>
                <a:gd name="connsiteY124" fmla="*/ 429137 h 745930"/>
                <a:gd name="connsiteX125" fmla="*/ 496216 w 733385"/>
                <a:gd name="connsiteY125" fmla="*/ 428488 h 745930"/>
                <a:gd name="connsiteX126" fmla="*/ 484211 w 733385"/>
                <a:gd name="connsiteY126" fmla="*/ 407615 h 745930"/>
                <a:gd name="connsiteX127" fmla="*/ 449603 w 733385"/>
                <a:gd name="connsiteY127" fmla="*/ 427947 h 745930"/>
                <a:gd name="connsiteX128" fmla="*/ 461608 w 733385"/>
                <a:gd name="connsiteY128" fmla="*/ 449361 h 745930"/>
                <a:gd name="connsiteX129" fmla="*/ 461716 w 733385"/>
                <a:gd name="connsiteY129" fmla="*/ 449577 h 745930"/>
                <a:gd name="connsiteX130" fmla="*/ 461932 w 733385"/>
                <a:gd name="connsiteY130" fmla="*/ 449902 h 745930"/>
                <a:gd name="connsiteX131" fmla="*/ 462041 w 733385"/>
                <a:gd name="connsiteY131" fmla="*/ 450226 h 745930"/>
                <a:gd name="connsiteX132" fmla="*/ 459012 w 733385"/>
                <a:gd name="connsiteY132" fmla="*/ 463637 h 745930"/>
                <a:gd name="connsiteX133" fmla="*/ 454362 w 733385"/>
                <a:gd name="connsiteY133" fmla="*/ 467854 h 745930"/>
                <a:gd name="connsiteX134" fmla="*/ 454146 w 733385"/>
                <a:gd name="connsiteY134" fmla="*/ 468071 h 745930"/>
                <a:gd name="connsiteX135" fmla="*/ 454146 w 733385"/>
                <a:gd name="connsiteY135" fmla="*/ 468071 h 745930"/>
                <a:gd name="connsiteX136" fmla="*/ 454146 w 733385"/>
                <a:gd name="connsiteY136" fmla="*/ 468071 h 745930"/>
                <a:gd name="connsiteX137" fmla="*/ 454038 w 733385"/>
                <a:gd name="connsiteY137" fmla="*/ 468179 h 745930"/>
                <a:gd name="connsiteX138" fmla="*/ 452956 w 733385"/>
                <a:gd name="connsiteY138" fmla="*/ 469369 h 745930"/>
                <a:gd name="connsiteX139" fmla="*/ 445061 w 733385"/>
                <a:gd name="connsiteY139" fmla="*/ 473370 h 745930"/>
                <a:gd name="connsiteX140" fmla="*/ 438140 w 733385"/>
                <a:gd name="connsiteY140" fmla="*/ 471315 h 745930"/>
                <a:gd name="connsiteX141" fmla="*/ 416834 w 733385"/>
                <a:gd name="connsiteY141" fmla="*/ 459094 h 745930"/>
                <a:gd name="connsiteX142" fmla="*/ 397367 w 733385"/>
                <a:gd name="connsiteY142" fmla="*/ 494243 h 745930"/>
                <a:gd name="connsiteX143" fmla="*/ 418132 w 733385"/>
                <a:gd name="connsiteY143" fmla="*/ 506680 h 745930"/>
                <a:gd name="connsiteX144" fmla="*/ 422782 w 733385"/>
                <a:gd name="connsiteY144" fmla="*/ 519658 h 745930"/>
                <a:gd name="connsiteX145" fmla="*/ 419646 w 733385"/>
                <a:gd name="connsiteY145" fmla="*/ 530797 h 745930"/>
                <a:gd name="connsiteX146" fmla="*/ 409048 w 733385"/>
                <a:gd name="connsiteY146" fmla="*/ 539449 h 745930"/>
                <a:gd name="connsiteX147" fmla="*/ 409048 w 733385"/>
                <a:gd name="connsiteY147" fmla="*/ 539449 h 745930"/>
                <a:gd name="connsiteX148" fmla="*/ 383416 w 733385"/>
                <a:gd name="connsiteY148" fmla="*/ 539341 h 745930"/>
                <a:gd name="connsiteX149" fmla="*/ 384498 w 733385"/>
                <a:gd name="connsiteY149" fmla="*/ 578815 h 745930"/>
                <a:gd name="connsiteX150" fmla="*/ 409156 w 733385"/>
                <a:gd name="connsiteY150" fmla="*/ 578815 h 745930"/>
                <a:gd name="connsiteX151" fmla="*/ 419754 w 733385"/>
                <a:gd name="connsiteY151" fmla="*/ 587467 h 745930"/>
                <a:gd name="connsiteX152" fmla="*/ 422566 w 733385"/>
                <a:gd name="connsiteY152" fmla="*/ 598607 h 745930"/>
                <a:gd name="connsiteX153" fmla="*/ 417591 w 733385"/>
                <a:gd name="connsiteY153" fmla="*/ 611152 h 745930"/>
                <a:gd name="connsiteX154" fmla="*/ 395204 w 733385"/>
                <a:gd name="connsiteY154" fmla="*/ 623805 h 745930"/>
                <a:gd name="connsiteX155" fmla="*/ 415753 w 733385"/>
                <a:gd name="connsiteY155" fmla="*/ 657548 h 745930"/>
                <a:gd name="connsiteX156" fmla="*/ 436950 w 733385"/>
                <a:gd name="connsiteY156" fmla="*/ 645327 h 745930"/>
                <a:gd name="connsiteX157" fmla="*/ 450360 w 733385"/>
                <a:gd name="connsiteY157" fmla="*/ 647490 h 745930"/>
                <a:gd name="connsiteX158" fmla="*/ 459878 w 733385"/>
                <a:gd name="connsiteY158" fmla="*/ 657115 h 745930"/>
                <a:gd name="connsiteX159" fmla="*/ 461932 w 733385"/>
                <a:gd name="connsiteY159" fmla="*/ 670418 h 745930"/>
                <a:gd name="connsiteX160" fmla="*/ 449063 w 733385"/>
                <a:gd name="connsiteY160" fmla="*/ 692804 h 745930"/>
                <a:gd name="connsiteX161" fmla="*/ 483130 w 733385"/>
                <a:gd name="connsiteY161" fmla="*/ 712488 h 745930"/>
                <a:gd name="connsiteX162" fmla="*/ 495891 w 733385"/>
                <a:gd name="connsiteY162" fmla="*/ 690101 h 745930"/>
                <a:gd name="connsiteX163" fmla="*/ 508545 w 733385"/>
                <a:gd name="connsiteY163" fmla="*/ 685126 h 745930"/>
                <a:gd name="connsiteX164" fmla="*/ 520225 w 733385"/>
                <a:gd name="connsiteY164" fmla="*/ 688262 h 745930"/>
                <a:gd name="connsiteX165" fmla="*/ 528660 w 733385"/>
                <a:gd name="connsiteY165" fmla="*/ 698753 h 745930"/>
                <a:gd name="connsiteX166" fmla="*/ 528552 w 733385"/>
                <a:gd name="connsiteY166" fmla="*/ 723843 h 745930"/>
                <a:gd name="connsiteX167" fmla="*/ 528552 w 733385"/>
                <a:gd name="connsiteY167" fmla="*/ 723843 h 745930"/>
                <a:gd name="connsiteX168" fmla="*/ 547154 w 733385"/>
                <a:gd name="connsiteY168" fmla="*/ 637973 h 745930"/>
                <a:gd name="connsiteX169" fmla="*/ 509302 w 733385"/>
                <a:gd name="connsiteY169" fmla="*/ 627591 h 745930"/>
                <a:gd name="connsiteX170" fmla="*/ 478587 w 733385"/>
                <a:gd name="connsiteY170" fmla="*/ 594930 h 745930"/>
                <a:gd name="connsiteX171" fmla="*/ 478587 w 733385"/>
                <a:gd name="connsiteY171" fmla="*/ 594821 h 745930"/>
                <a:gd name="connsiteX172" fmla="*/ 478263 w 733385"/>
                <a:gd name="connsiteY172" fmla="*/ 594281 h 745930"/>
                <a:gd name="connsiteX173" fmla="*/ 469827 w 733385"/>
                <a:gd name="connsiteY173" fmla="*/ 558592 h 745930"/>
                <a:gd name="connsiteX174" fmla="*/ 469827 w 733385"/>
                <a:gd name="connsiteY174" fmla="*/ 558051 h 745930"/>
                <a:gd name="connsiteX175" fmla="*/ 492971 w 733385"/>
                <a:gd name="connsiteY175" fmla="*/ 502030 h 745930"/>
                <a:gd name="connsiteX176" fmla="*/ 493404 w 733385"/>
                <a:gd name="connsiteY176" fmla="*/ 501597 h 745930"/>
                <a:gd name="connsiteX177" fmla="*/ 548452 w 733385"/>
                <a:gd name="connsiteY177" fmla="*/ 480075 h 745930"/>
                <a:gd name="connsiteX178" fmla="*/ 560889 w 733385"/>
                <a:gd name="connsiteY178" fmla="*/ 480941 h 745930"/>
                <a:gd name="connsiteX179" fmla="*/ 561213 w 733385"/>
                <a:gd name="connsiteY179" fmla="*/ 480941 h 745930"/>
                <a:gd name="connsiteX180" fmla="*/ 603283 w 733385"/>
                <a:gd name="connsiteY180" fmla="*/ 501489 h 745930"/>
                <a:gd name="connsiteX181" fmla="*/ 603716 w 733385"/>
                <a:gd name="connsiteY181" fmla="*/ 501921 h 745930"/>
                <a:gd name="connsiteX182" fmla="*/ 620479 w 733385"/>
                <a:gd name="connsiteY182" fmla="*/ 526363 h 745930"/>
                <a:gd name="connsiteX183" fmla="*/ 624697 w 733385"/>
                <a:gd name="connsiteY183" fmla="*/ 537394 h 745930"/>
                <a:gd name="connsiteX184" fmla="*/ 624913 w 733385"/>
                <a:gd name="connsiteY184" fmla="*/ 538043 h 745930"/>
                <a:gd name="connsiteX185" fmla="*/ 617343 w 733385"/>
                <a:gd name="connsiteY185" fmla="*/ 597093 h 745930"/>
                <a:gd name="connsiteX186" fmla="*/ 616694 w 733385"/>
                <a:gd name="connsiteY186" fmla="*/ 598499 h 745930"/>
                <a:gd name="connsiteX187" fmla="*/ 569000 w 733385"/>
                <a:gd name="connsiteY187" fmla="*/ 634728 h 745930"/>
                <a:gd name="connsiteX188" fmla="*/ 547154 w 733385"/>
                <a:gd name="connsiteY188" fmla="*/ 637973 h 745930"/>
                <a:gd name="connsiteX189" fmla="*/ 497946 w 733385"/>
                <a:gd name="connsiteY189" fmla="*/ 585304 h 745930"/>
                <a:gd name="connsiteX190" fmla="*/ 508328 w 733385"/>
                <a:gd name="connsiteY190" fmla="*/ 598499 h 745930"/>
                <a:gd name="connsiteX191" fmla="*/ 508545 w 733385"/>
                <a:gd name="connsiteY191" fmla="*/ 598715 h 745930"/>
                <a:gd name="connsiteX192" fmla="*/ 548452 w 733385"/>
                <a:gd name="connsiteY192" fmla="*/ 615478 h 745930"/>
                <a:gd name="connsiteX193" fmla="*/ 588250 w 733385"/>
                <a:gd name="connsiteY193" fmla="*/ 598715 h 745930"/>
                <a:gd name="connsiteX194" fmla="*/ 588467 w 733385"/>
                <a:gd name="connsiteY194" fmla="*/ 598499 h 745930"/>
                <a:gd name="connsiteX195" fmla="*/ 605338 w 733385"/>
                <a:gd name="connsiteY195" fmla="*/ 558700 h 745930"/>
                <a:gd name="connsiteX196" fmla="*/ 605338 w 733385"/>
                <a:gd name="connsiteY196" fmla="*/ 558159 h 745930"/>
                <a:gd name="connsiteX197" fmla="*/ 600796 w 733385"/>
                <a:gd name="connsiteY197" fmla="*/ 535448 h 745930"/>
                <a:gd name="connsiteX198" fmla="*/ 577003 w 733385"/>
                <a:gd name="connsiteY198" fmla="*/ 510033 h 745930"/>
                <a:gd name="connsiteX199" fmla="*/ 557752 w 733385"/>
                <a:gd name="connsiteY199" fmla="*/ 502895 h 745930"/>
                <a:gd name="connsiteX200" fmla="*/ 534609 w 733385"/>
                <a:gd name="connsiteY200" fmla="*/ 503652 h 745930"/>
                <a:gd name="connsiteX201" fmla="*/ 500001 w 733385"/>
                <a:gd name="connsiteY201" fmla="*/ 529716 h 745930"/>
                <a:gd name="connsiteX202" fmla="*/ 499352 w 733385"/>
                <a:gd name="connsiteY202" fmla="*/ 531014 h 745930"/>
                <a:gd name="connsiteX203" fmla="*/ 494161 w 733385"/>
                <a:gd name="connsiteY203" fmla="*/ 573732 h 745930"/>
                <a:gd name="connsiteX204" fmla="*/ 494269 w 733385"/>
                <a:gd name="connsiteY204" fmla="*/ 574165 h 745930"/>
                <a:gd name="connsiteX205" fmla="*/ 497838 w 733385"/>
                <a:gd name="connsiteY205" fmla="*/ 584547 h 745930"/>
                <a:gd name="connsiteX206" fmla="*/ 497946 w 733385"/>
                <a:gd name="connsiteY206" fmla="*/ 585304 h 745930"/>
                <a:gd name="connsiteX207" fmla="*/ 57347 w 733385"/>
                <a:gd name="connsiteY207" fmla="*/ 439303 h 745930"/>
                <a:gd name="connsiteX208" fmla="*/ 49668 w 733385"/>
                <a:gd name="connsiteY208" fmla="*/ 436167 h 745930"/>
                <a:gd name="connsiteX209" fmla="*/ 2732 w 733385"/>
                <a:gd name="connsiteY209" fmla="*/ 389230 h 745930"/>
                <a:gd name="connsiteX210" fmla="*/ 2732 w 733385"/>
                <a:gd name="connsiteY210" fmla="*/ 373981 h 745930"/>
                <a:gd name="connsiteX211" fmla="*/ 17981 w 733385"/>
                <a:gd name="connsiteY211" fmla="*/ 373981 h 745930"/>
                <a:gd name="connsiteX212" fmla="*/ 57239 w 733385"/>
                <a:gd name="connsiteY212" fmla="*/ 413239 h 745930"/>
                <a:gd name="connsiteX213" fmla="*/ 146678 w 733385"/>
                <a:gd name="connsiteY213" fmla="*/ 323800 h 745930"/>
                <a:gd name="connsiteX214" fmla="*/ 161927 w 733385"/>
                <a:gd name="connsiteY214" fmla="*/ 323800 h 745930"/>
                <a:gd name="connsiteX215" fmla="*/ 161927 w 733385"/>
                <a:gd name="connsiteY215" fmla="*/ 339049 h 745930"/>
                <a:gd name="connsiteX216" fmla="*/ 64917 w 733385"/>
                <a:gd name="connsiteY216" fmla="*/ 436059 h 745930"/>
                <a:gd name="connsiteX217" fmla="*/ 57347 w 733385"/>
                <a:gd name="connsiteY217" fmla="*/ 439303 h 745930"/>
                <a:gd name="connsiteX218" fmla="*/ 57347 w 733385"/>
                <a:gd name="connsiteY218" fmla="*/ 278702 h 745930"/>
                <a:gd name="connsiteX219" fmla="*/ 49668 w 733385"/>
                <a:gd name="connsiteY219" fmla="*/ 275565 h 745930"/>
                <a:gd name="connsiteX220" fmla="*/ 2732 w 733385"/>
                <a:gd name="connsiteY220" fmla="*/ 228629 h 745930"/>
                <a:gd name="connsiteX221" fmla="*/ 2732 w 733385"/>
                <a:gd name="connsiteY221" fmla="*/ 213380 h 745930"/>
                <a:gd name="connsiteX222" fmla="*/ 17981 w 733385"/>
                <a:gd name="connsiteY222" fmla="*/ 213380 h 745930"/>
                <a:gd name="connsiteX223" fmla="*/ 57239 w 733385"/>
                <a:gd name="connsiteY223" fmla="*/ 252638 h 745930"/>
                <a:gd name="connsiteX224" fmla="*/ 146678 w 733385"/>
                <a:gd name="connsiteY224" fmla="*/ 163199 h 745930"/>
                <a:gd name="connsiteX225" fmla="*/ 161927 w 733385"/>
                <a:gd name="connsiteY225" fmla="*/ 163199 h 745930"/>
                <a:gd name="connsiteX226" fmla="*/ 161927 w 733385"/>
                <a:gd name="connsiteY226" fmla="*/ 178448 h 745930"/>
                <a:gd name="connsiteX227" fmla="*/ 64917 w 733385"/>
                <a:gd name="connsiteY227" fmla="*/ 275457 h 745930"/>
                <a:gd name="connsiteX228" fmla="*/ 57347 w 733385"/>
                <a:gd name="connsiteY228" fmla="*/ 278702 h 745930"/>
                <a:gd name="connsiteX229" fmla="*/ 57347 w 733385"/>
                <a:gd name="connsiteY229" fmla="*/ 118209 h 745930"/>
                <a:gd name="connsiteX230" fmla="*/ 49668 w 733385"/>
                <a:gd name="connsiteY230" fmla="*/ 115072 h 745930"/>
                <a:gd name="connsiteX231" fmla="*/ 2732 w 733385"/>
                <a:gd name="connsiteY231" fmla="*/ 68136 h 745930"/>
                <a:gd name="connsiteX232" fmla="*/ 2732 w 733385"/>
                <a:gd name="connsiteY232" fmla="*/ 52887 h 745930"/>
                <a:gd name="connsiteX233" fmla="*/ 17981 w 733385"/>
                <a:gd name="connsiteY233" fmla="*/ 52887 h 745930"/>
                <a:gd name="connsiteX234" fmla="*/ 57239 w 733385"/>
                <a:gd name="connsiteY234" fmla="*/ 92145 h 745930"/>
                <a:gd name="connsiteX235" fmla="*/ 146678 w 733385"/>
                <a:gd name="connsiteY235" fmla="*/ 2705 h 745930"/>
                <a:gd name="connsiteX236" fmla="*/ 161927 w 733385"/>
                <a:gd name="connsiteY236" fmla="*/ 2705 h 745930"/>
                <a:gd name="connsiteX237" fmla="*/ 161927 w 733385"/>
                <a:gd name="connsiteY237" fmla="*/ 17955 h 745930"/>
                <a:gd name="connsiteX238" fmla="*/ 64917 w 733385"/>
                <a:gd name="connsiteY238" fmla="*/ 114964 h 745930"/>
                <a:gd name="connsiteX239" fmla="*/ 57347 w 733385"/>
                <a:gd name="connsiteY239" fmla="*/ 118209 h 74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733385" h="745930">
                  <a:moveTo>
                    <a:pt x="578733" y="745473"/>
                  </a:moveTo>
                  <a:lnTo>
                    <a:pt x="517737" y="745473"/>
                  </a:lnTo>
                  <a:cubicBezTo>
                    <a:pt x="511789" y="745473"/>
                    <a:pt x="506922" y="740606"/>
                    <a:pt x="506922" y="734658"/>
                  </a:cubicBezTo>
                  <a:lnTo>
                    <a:pt x="506922" y="714434"/>
                  </a:lnTo>
                  <a:lnTo>
                    <a:pt x="496432" y="732711"/>
                  </a:lnTo>
                  <a:cubicBezTo>
                    <a:pt x="495026" y="735199"/>
                    <a:pt x="492647" y="737037"/>
                    <a:pt x="489835" y="737794"/>
                  </a:cubicBezTo>
                  <a:cubicBezTo>
                    <a:pt x="487023" y="738552"/>
                    <a:pt x="484103" y="738119"/>
                    <a:pt x="481616" y="736713"/>
                  </a:cubicBezTo>
                  <a:lnTo>
                    <a:pt x="428839" y="706215"/>
                  </a:lnTo>
                  <a:cubicBezTo>
                    <a:pt x="423648" y="703187"/>
                    <a:pt x="421917" y="696590"/>
                    <a:pt x="424837" y="691507"/>
                  </a:cubicBezTo>
                  <a:lnTo>
                    <a:pt x="436950" y="670309"/>
                  </a:lnTo>
                  <a:lnTo>
                    <a:pt x="417267" y="681665"/>
                  </a:lnTo>
                  <a:cubicBezTo>
                    <a:pt x="412184" y="684585"/>
                    <a:pt x="405695" y="682963"/>
                    <a:pt x="402667" y="677880"/>
                  </a:cubicBezTo>
                  <a:lnTo>
                    <a:pt x="370871" y="625644"/>
                  </a:lnTo>
                  <a:cubicBezTo>
                    <a:pt x="369357" y="623156"/>
                    <a:pt x="368924" y="620128"/>
                    <a:pt x="369681" y="617316"/>
                  </a:cubicBezTo>
                  <a:cubicBezTo>
                    <a:pt x="370438" y="614505"/>
                    <a:pt x="372277" y="612125"/>
                    <a:pt x="374764" y="610611"/>
                  </a:cubicBezTo>
                  <a:lnTo>
                    <a:pt x="392393" y="600445"/>
                  </a:lnTo>
                  <a:lnTo>
                    <a:pt x="373683" y="600445"/>
                  </a:lnTo>
                  <a:cubicBezTo>
                    <a:pt x="367735" y="600445"/>
                    <a:pt x="362868" y="595578"/>
                    <a:pt x="362868" y="589630"/>
                  </a:cubicBezTo>
                  <a:lnTo>
                    <a:pt x="362868" y="589630"/>
                  </a:lnTo>
                  <a:lnTo>
                    <a:pt x="361246" y="528742"/>
                  </a:lnTo>
                  <a:cubicBezTo>
                    <a:pt x="361138" y="525822"/>
                    <a:pt x="362327" y="523010"/>
                    <a:pt x="364274" y="520847"/>
                  </a:cubicBezTo>
                  <a:cubicBezTo>
                    <a:pt x="366329" y="518793"/>
                    <a:pt x="369141" y="517603"/>
                    <a:pt x="371952" y="517603"/>
                  </a:cubicBezTo>
                  <a:lnTo>
                    <a:pt x="371952" y="517603"/>
                  </a:lnTo>
                  <a:lnTo>
                    <a:pt x="394123" y="517711"/>
                  </a:lnTo>
                  <a:lnTo>
                    <a:pt x="376819" y="507329"/>
                  </a:lnTo>
                  <a:cubicBezTo>
                    <a:pt x="371736" y="504301"/>
                    <a:pt x="370114" y="497812"/>
                    <a:pt x="372926" y="492729"/>
                  </a:cubicBezTo>
                  <a:lnTo>
                    <a:pt x="403208" y="439195"/>
                  </a:lnTo>
                  <a:cubicBezTo>
                    <a:pt x="404613" y="436708"/>
                    <a:pt x="406993" y="434869"/>
                    <a:pt x="409696" y="434112"/>
                  </a:cubicBezTo>
                  <a:cubicBezTo>
                    <a:pt x="412508" y="433355"/>
                    <a:pt x="415428" y="433679"/>
                    <a:pt x="417916" y="435193"/>
                  </a:cubicBezTo>
                  <a:lnTo>
                    <a:pt x="433381" y="444062"/>
                  </a:lnTo>
                  <a:lnTo>
                    <a:pt x="425162" y="429570"/>
                  </a:lnTo>
                  <a:cubicBezTo>
                    <a:pt x="422242" y="424379"/>
                    <a:pt x="423972" y="417890"/>
                    <a:pt x="429055" y="414970"/>
                  </a:cubicBezTo>
                  <a:lnTo>
                    <a:pt x="482264" y="383715"/>
                  </a:lnTo>
                  <a:cubicBezTo>
                    <a:pt x="484752" y="382200"/>
                    <a:pt x="487672" y="381876"/>
                    <a:pt x="490484" y="382633"/>
                  </a:cubicBezTo>
                  <a:cubicBezTo>
                    <a:pt x="493296" y="383390"/>
                    <a:pt x="495675" y="385229"/>
                    <a:pt x="497081" y="387716"/>
                  </a:cubicBezTo>
                  <a:lnTo>
                    <a:pt x="506274" y="403830"/>
                  </a:lnTo>
                  <a:lnTo>
                    <a:pt x="506274" y="384039"/>
                  </a:lnTo>
                  <a:cubicBezTo>
                    <a:pt x="506274" y="378091"/>
                    <a:pt x="511140" y="373224"/>
                    <a:pt x="517088" y="373224"/>
                  </a:cubicBezTo>
                  <a:lnTo>
                    <a:pt x="578084" y="373224"/>
                  </a:lnTo>
                  <a:cubicBezTo>
                    <a:pt x="584033" y="373224"/>
                    <a:pt x="588899" y="378091"/>
                    <a:pt x="588899" y="384039"/>
                  </a:cubicBezTo>
                  <a:lnTo>
                    <a:pt x="588899" y="405561"/>
                  </a:lnTo>
                  <a:lnTo>
                    <a:pt x="599174" y="387500"/>
                  </a:lnTo>
                  <a:cubicBezTo>
                    <a:pt x="600580" y="385012"/>
                    <a:pt x="602959" y="383174"/>
                    <a:pt x="605771" y="382417"/>
                  </a:cubicBezTo>
                  <a:cubicBezTo>
                    <a:pt x="608582" y="381660"/>
                    <a:pt x="611503" y="382092"/>
                    <a:pt x="613990" y="383498"/>
                  </a:cubicBezTo>
                  <a:lnTo>
                    <a:pt x="666767" y="413996"/>
                  </a:lnTo>
                  <a:cubicBezTo>
                    <a:pt x="671958" y="417024"/>
                    <a:pt x="673688" y="423622"/>
                    <a:pt x="670768" y="428705"/>
                  </a:cubicBezTo>
                  <a:lnTo>
                    <a:pt x="661576" y="444602"/>
                  </a:lnTo>
                  <a:lnTo>
                    <a:pt x="677473" y="435193"/>
                  </a:lnTo>
                  <a:cubicBezTo>
                    <a:pt x="679961" y="433679"/>
                    <a:pt x="682881" y="433355"/>
                    <a:pt x="685693" y="434004"/>
                  </a:cubicBezTo>
                  <a:cubicBezTo>
                    <a:pt x="688505" y="434761"/>
                    <a:pt x="690884" y="436599"/>
                    <a:pt x="692290" y="439087"/>
                  </a:cubicBezTo>
                  <a:lnTo>
                    <a:pt x="723329" y="492621"/>
                  </a:lnTo>
                  <a:cubicBezTo>
                    <a:pt x="726249" y="497704"/>
                    <a:pt x="724626" y="504193"/>
                    <a:pt x="719543" y="507329"/>
                  </a:cubicBezTo>
                  <a:lnTo>
                    <a:pt x="702564" y="517603"/>
                  </a:lnTo>
                  <a:lnTo>
                    <a:pt x="722031" y="517387"/>
                  </a:lnTo>
                  <a:cubicBezTo>
                    <a:pt x="724951" y="517387"/>
                    <a:pt x="727655" y="518468"/>
                    <a:pt x="729709" y="520523"/>
                  </a:cubicBezTo>
                  <a:cubicBezTo>
                    <a:pt x="731764" y="522578"/>
                    <a:pt x="732954" y="525282"/>
                    <a:pt x="732954" y="528202"/>
                  </a:cubicBezTo>
                  <a:lnTo>
                    <a:pt x="732954" y="589955"/>
                  </a:lnTo>
                  <a:cubicBezTo>
                    <a:pt x="732954" y="595795"/>
                    <a:pt x="728303" y="600662"/>
                    <a:pt x="722463" y="600770"/>
                  </a:cubicBezTo>
                  <a:lnTo>
                    <a:pt x="704078" y="601202"/>
                  </a:lnTo>
                  <a:lnTo>
                    <a:pt x="719543" y="610611"/>
                  </a:lnTo>
                  <a:cubicBezTo>
                    <a:pt x="724626" y="613748"/>
                    <a:pt x="726249" y="620236"/>
                    <a:pt x="723220" y="625319"/>
                  </a:cubicBezTo>
                  <a:lnTo>
                    <a:pt x="692182" y="677555"/>
                  </a:lnTo>
                  <a:cubicBezTo>
                    <a:pt x="689262" y="682530"/>
                    <a:pt x="682881" y="684261"/>
                    <a:pt x="677798" y="681557"/>
                  </a:cubicBezTo>
                  <a:lnTo>
                    <a:pt x="661251" y="672689"/>
                  </a:lnTo>
                  <a:lnTo>
                    <a:pt x="670876" y="690209"/>
                  </a:lnTo>
                  <a:cubicBezTo>
                    <a:pt x="673688" y="695400"/>
                    <a:pt x="671850" y="701889"/>
                    <a:pt x="666659" y="704809"/>
                  </a:cubicBezTo>
                  <a:lnTo>
                    <a:pt x="613666" y="734550"/>
                  </a:lnTo>
                  <a:cubicBezTo>
                    <a:pt x="608582" y="737362"/>
                    <a:pt x="602202" y="735740"/>
                    <a:pt x="599174" y="730765"/>
                  </a:cubicBezTo>
                  <a:lnTo>
                    <a:pt x="588899" y="714002"/>
                  </a:lnTo>
                  <a:lnTo>
                    <a:pt x="588899" y="734334"/>
                  </a:lnTo>
                  <a:cubicBezTo>
                    <a:pt x="589548" y="740606"/>
                    <a:pt x="584682" y="745473"/>
                    <a:pt x="578733" y="745473"/>
                  </a:cubicBezTo>
                  <a:close/>
                  <a:moveTo>
                    <a:pt x="528552" y="723843"/>
                  </a:moveTo>
                  <a:lnTo>
                    <a:pt x="567918" y="723843"/>
                  </a:lnTo>
                  <a:lnTo>
                    <a:pt x="567918" y="698428"/>
                  </a:lnTo>
                  <a:cubicBezTo>
                    <a:pt x="567918" y="693561"/>
                    <a:pt x="571271" y="689236"/>
                    <a:pt x="576030" y="687938"/>
                  </a:cubicBezTo>
                  <a:cubicBezTo>
                    <a:pt x="578301" y="687397"/>
                    <a:pt x="580464" y="686856"/>
                    <a:pt x="582627" y="686315"/>
                  </a:cubicBezTo>
                  <a:cubicBezTo>
                    <a:pt x="584465" y="685775"/>
                    <a:pt x="586520" y="685234"/>
                    <a:pt x="588791" y="684910"/>
                  </a:cubicBezTo>
                  <a:cubicBezTo>
                    <a:pt x="593117" y="684153"/>
                    <a:pt x="597551" y="686099"/>
                    <a:pt x="599931" y="689884"/>
                  </a:cubicBezTo>
                  <a:lnTo>
                    <a:pt x="612800" y="710865"/>
                  </a:lnTo>
                  <a:lnTo>
                    <a:pt x="647408" y="691399"/>
                  </a:lnTo>
                  <a:lnTo>
                    <a:pt x="635728" y="670093"/>
                  </a:lnTo>
                  <a:cubicBezTo>
                    <a:pt x="633457" y="665875"/>
                    <a:pt x="634214" y="660684"/>
                    <a:pt x="637566" y="657223"/>
                  </a:cubicBezTo>
                  <a:cubicBezTo>
                    <a:pt x="640270" y="654520"/>
                    <a:pt x="642974" y="651708"/>
                    <a:pt x="645569" y="648896"/>
                  </a:cubicBezTo>
                  <a:cubicBezTo>
                    <a:pt x="645678" y="648788"/>
                    <a:pt x="645786" y="648680"/>
                    <a:pt x="645894" y="648572"/>
                  </a:cubicBezTo>
                  <a:lnTo>
                    <a:pt x="646002" y="648463"/>
                  </a:lnTo>
                  <a:cubicBezTo>
                    <a:pt x="649355" y="645111"/>
                    <a:pt x="654546" y="644246"/>
                    <a:pt x="658764" y="646517"/>
                  </a:cubicBezTo>
                  <a:lnTo>
                    <a:pt x="679636" y="657656"/>
                  </a:lnTo>
                  <a:lnTo>
                    <a:pt x="699968" y="623481"/>
                  </a:lnTo>
                  <a:lnTo>
                    <a:pt x="679312" y="610827"/>
                  </a:lnTo>
                  <a:cubicBezTo>
                    <a:pt x="675094" y="608232"/>
                    <a:pt x="673147" y="603041"/>
                    <a:pt x="674662" y="598282"/>
                  </a:cubicBezTo>
                  <a:cubicBezTo>
                    <a:pt x="675743" y="594930"/>
                    <a:pt x="676716" y="591577"/>
                    <a:pt x="677473" y="588224"/>
                  </a:cubicBezTo>
                  <a:cubicBezTo>
                    <a:pt x="678555" y="583466"/>
                    <a:pt x="682773" y="580005"/>
                    <a:pt x="687748" y="579897"/>
                  </a:cubicBezTo>
                  <a:lnTo>
                    <a:pt x="712189" y="579248"/>
                  </a:lnTo>
                  <a:lnTo>
                    <a:pt x="712189" y="539017"/>
                  </a:lnTo>
                  <a:lnTo>
                    <a:pt x="687964" y="539233"/>
                  </a:lnTo>
                  <a:lnTo>
                    <a:pt x="687856" y="539233"/>
                  </a:lnTo>
                  <a:lnTo>
                    <a:pt x="687099" y="539233"/>
                  </a:lnTo>
                  <a:cubicBezTo>
                    <a:pt x="682989" y="539233"/>
                    <a:pt x="679204" y="536962"/>
                    <a:pt x="677473" y="533285"/>
                  </a:cubicBezTo>
                  <a:cubicBezTo>
                    <a:pt x="676068" y="530581"/>
                    <a:pt x="675202" y="527553"/>
                    <a:pt x="674770" y="524416"/>
                  </a:cubicBezTo>
                  <a:cubicBezTo>
                    <a:pt x="674662" y="523227"/>
                    <a:pt x="674662" y="522037"/>
                    <a:pt x="674878" y="520847"/>
                  </a:cubicBezTo>
                  <a:cubicBezTo>
                    <a:pt x="674770" y="520307"/>
                    <a:pt x="674553" y="519658"/>
                    <a:pt x="674337" y="519117"/>
                  </a:cubicBezTo>
                  <a:cubicBezTo>
                    <a:pt x="672931" y="514359"/>
                    <a:pt x="674878" y="509384"/>
                    <a:pt x="679096" y="506788"/>
                  </a:cubicBezTo>
                  <a:lnTo>
                    <a:pt x="699968" y="494135"/>
                  </a:lnTo>
                  <a:lnTo>
                    <a:pt x="679745" y="459203"/>
                  </a:lnTo>
                  <a:lnTo>
                    <a:pt x="658439" y="471856"/>
                  </a:lnTo>
                  <a:cubicBezTo>
                    <a:pt x="654870" y="473911"/>
                    <a:pt x="650544" y="473911"/>
                    <a:pt x="647084" y="471640"/>
                  </a:cubicBezTo>
                  <a:cubicBezTo>
                    <a:pt x="644488" y="470017"/>
                    <a:pt x="642217" y="467963"/>
                    <a:pt x="640486" y="465475"/>
                  </a:cubicBezTo>
                  <a:cubicBezTo>
                    <a:pt x="639513" y="464394"/>
                    <a:pt x="638323" y="463312"/>
                    <a:pt x="637134" y="462339"/>
                  </a:cubicBezTo>
                  <a:cubicBezTo>
                    <a:pt x="633240" y="458986"/>
                    <a:pt x="632159" y="453254"/>
                    <a:pt x="634755" y="448712"/>
                  </a:cubicBezTo>
                  <a:lnTo>
                    <a:pt x="647192" y="426974"/>
                  </a:lnTo>
                  <a:lnTo>
                    <a:pt x="613125" y="407291"/>
                  </a:lnTo>
                  <a:lnTo>
                    <a:pt x="600904" y="428705"/>
                  </a:lnTo>
                  <a:cubicBezTo>
                    <a:pt x="598417" y="433139"/>
                    <a:pt x="593117" y="435193"/>
                    <a:pt x="588250" y="433679"/>
                  </a:cubicBezTo>
                  <a:cubicBezTo>
                    <a:pt x="588142" y="433679"/>
                    <a:pt x="587926" y="433571"/>
                    <a:pt x="587818" y="433571"/>
                  </a:cubicBezTo>
                  <a:cubicBezTo>
                    <a:pt x="584141" y="432382"/>
                    <a:pt x="580247" y="431408"/>
                    <a:pt x="576354" y="430543"/>
                  </a:cubicBezTo>
                  <a:cubicBezTo>
                    <a:pt x="571379" y="429462"/>
                    <a:pt x="567810" y="425027"/>
                    <a:pt x="567810" y="419944"/>
                  </a:cubicBezTo>
                  <a:lnTo>
                    <a:pt x="567810" y="394313"/>
                  </a:lnTo>
                  <a:lnTo>
                    <a:pt x="528444" y="394313"/>
                  </a:lnTo>
                  <a:lnTo>
                    <a:pt x="528444" y="419944"/>
                  </a:lnTo>
                  <a:cubicBezTo>
                    <a:pt x="528444" y="424919"/>
                    <a:pt x="524983" y="429245"/>
                    <a:pt x="520225" y="430435"/>
                  </a:cubicBezTo>
                  <a:cubicBezTo>
                    <a:pt x="518278" y="430868"/>
                    <a:pt x="516331" y="431408"/>
                    <a:pt x="514385" y="431949"/>
                  </a:cubicBezTo>
                  <a:cubicBezTo>
                    <a:pt x="513952" y="432382"/>
                    <a:pt x="513411" y="432814"/>
                    <a:pt x="512979" y="433247"/>
                  </a:cubicBezTo>
                  <a:cubicBezTo>
                    <a:pt x="508112" y="436708"/>
                    <a:pt x="501407" y="435626"/>
                    <a:pt x="497838" y="430759"/>
                  </a:cubicBezTo>
                  <a:lnTo>
                    <a:pt x="496973" y="429570"/>
                  </a:lnTo>
                  <a:cubicBezTo>
                    <a:pt x="496865" y="429462"/>
                    <a:pt x="496756" y="429245"/>
                    <a:pt x="496648" y="429137"/>
                  </a:cubicBezTo>
                  <a:cubicBezTo>
                    <a:pt x="496540" y="428921"/>
                    <a:pt x="496324" y="428705"/>
                    <a:pt x="496216" y="428488"/>
                  </a:cubicBezTo>
                  <a:lnTo>
                    <a:pt x="484211" y="407615"/>
                  </a:lnTo>
                  <a:lnTo>
                    <a:pt x="449603" y="427947"/>
                  </a:lnTo>
                  <a:lnTo>
                    <a:pt x="461608" y="449361"/>
                  </a:lnTo>
                  <a:cubicBezTo>
                    <a:pt x="461608" y="449469"/>
                    <a:pt x="461716" y="449469"/>
                    <a:pt x="461716" y="449577"/>
                  </a:cubicBezTo>
                  <a:cubicBezTo>
                    <a:pt x="461824" y="449685"/>
                    <a:pt x="461824" y="449794"/>
                    <a:pt x="461932" y="449902"/>
                  </a:cubicBezTo>
                  <a:lnTo>
                    <a:pt x="462041" y="450226"/>
                  </a:lnTo>
                  <a:cubicBezTo>
                    <a:pt x="464312" y="454877"/>
                    <a:pt x="463122" y="460392"/>
                    <a:pt x="459012" y="463637"/>
                  </a:cubicBezTo>
                  <a:cubicBezTo>
                    <a:pt x="457390" y="464934"/>
                    <a:pt x="455768" y="466340"/>
                    <a:pt x="454362" y="467854"/>
                  </a:cubicBezTo>
                  <a:cubicBezTo>
                    <a:pt x="454254" y="467963"/>
                    <a:pt x="454254" y="467963"/>
                    <a:pt x="454146" y="468071"/>
                  </a:cubicBezTo>
                  <a:lnTo>
                    <a:pt x="454146" y="468071"/>
                  </a:lnTo>
                  <a:lnTo>
                    <a:pt x="454146" y="468071"/>
                  </a:lnTo>
                  <a:lnTo>
                    <a:pt x="454038" y="468179"/>
                  </a:lnTo>
                  <a:cubicBezTo>
                    <a:pt x="453281" y="468936"/>
                    <a:pt x="452956" y="469260"/>
                    <a:pt x="452956" y="469369"/>
                  </a:cubicBezTo>
                  <a:cubicBezTo>
                    <a:pt x="451009" y="471748"/>
                    <a:pt x="448197" y="473262"/>
                    <a:pt x="445061" y="473370"/>
                  </a:cubicBezTo>
                  <a:cubicBezTo>
                    <a:pt x="442574" y="473478"/>
                    <a:pt x="440086" y="472721"/>
                    <a:pt x="438140" y="471315"/>
                  </a:cubicBezTo>
                  <a:lnTo>
                    <a:pt x="416834" y="459094"/>
                  </a:lnTo>
                  <a:lnTo>
                    <a:pt x="397367" y="494243"/>
                  </a:lnTo>
                  <a:lnTo>
                    <a:pt x="418132" y="506680"/>
                  </a:lnTo>
                  <a:cubicBezTo>
                    <a:pt x="422566" y="509384"/>
                    <a:pt x="424513" y="514791"/>
                    <a:pt x="422782" y="519658"/>
                  </a:cubicBezTo>
                  <a:cubicBezTo>
                    <a:pt x="421377" y="523443"/>
                    <a:pt x="420403" y="527120"/>
                    <a:pt x="419646" y="530797"/>
                  </a:cubicBezTo>
                  <a:cubicBezTo>
                    <a:pt x="418673" y="535880"/>
                    <a:pt x="414239" y="539449"/>
                    <a:pt x="409048" y="539449"/>
                  </a:cubicBezTo>
                  <a:lnTo>
                    <a:pt x="409048" y="539449"/>
                  </a:lnTo>
                  <a:lnTo>
                    <a:pt x="383416" y="539341"/>
                  </a:lnTo>
                  <a:lnTo>
                    <a:pt x="384498" y="578815"/>
                  </a:lnTo>
                  <a:lnTo>
                    <a:pt x="409156" y="578815"/>
                  </a:lnTo>
                  <a:cubicBezTo>
                    <a:pt x="414347" y="578815"/>
                    <a:pt x="418781" y="582492"/>
                    <a:pt x="419754" y="587467"/>
                  </a:cubicBezTo>
                  <a:cubicBezTo>
                    <a:pt x="420511" y="591253"/>
                    <a:pt x="421485" y="595038"/>
                    <a:pt x="422566" y="598607"/>
                  </a:cubicBezTo>
                  <a:cubicBezTo>
                    <a:pt x="424080" y="603473"/>
                    <a:pt x="421917" y="608664"/>
                    <a:pt x="417591" y="611152"/>
                  </a:cubicBezTo>
                  <a:lnTo>
                    <a:pt x="395204" y="623805"/>
                  </a:lnTo>
                  <a:lnTo>
                    <a:pt x="415753" y="657548"/>
                  </a:lnTo>
                  <a:lnTo>
                    <a:pt x="436950" y="645327"/>
                  </a:lnTo>
                  <a:cubicBezTo>
                    <a:pt x="441384" y="642731"/>
                    <a:pt x="447008" y="643705"/>
                    <a:pt x="450360" y="647490"/>
                  </a:cubicBezTo>
                  <a:cubicBezTo>
                    <a:pt x="453389" y="650843"/>
                    <a:pt x="456525" y="654087"/>
                    <a:pt x="459878" y="657115"/>
                  </a:cubicBezTo>
                  <a:cubicBezTo>
                    <a:pt x="463555" y="660576"/>
                    <a:pt x="464420" y="666092"/>
                    <a:pt x="461932" y="670418"/>
                  </a:cubicBezTo>
                  <a:lnTo>
                    <a:pt x="449063" y="692804"/>
                  </a:lnTo>
                  <a:lnTo>
                    <a:pt x="483130" y="712488"/>
                  </a:lnTo>
                  <a:lnTo>
                    <a:pt x="495891" y="690101"/>
                  </a:lnTo>
                  <a:cubicBezTo>
                    <a:pt x="498379" y="685667"/>
                    <a:pt x="503678" y="683612"/>
                    <a:pt x="508545" y="685126"/>
                  </a:cubicBezTo>
                  <a:cubicBezTo>
                    <a:pt x="512438" y="686315"/>
                    <a:pt x="516331" y="687397"/>
                    <a:pt x="520225" y="688262"/>
                  </a:cubicBezTo>
                  <a:cubicBezTo>
                    <a:pt x="525091" y="689344"/>
                    <a:pt x="528660" y="693778"/>
                    <a:pt x="528660" y="698753"/>
                  </a:cubicBezTo>
                  <a:lnTo>
                    <a:pt x="528552" y="723843"/>
                  </a:lnTo>
                  <a:lnTo>
                    <a:pt x="528552" y="723843"/>
                  </a:lnTo>
                  <a:close/>
                  <a:moveTo>
                    <a:pt x="547154" y="637973"/>
                  </a:moveTo>
                  <a:cubicBezTo>
                    <a:pt x="533960" y="637973"/>
                    <a:pt x="521306" y="634512"/>
                    <a:pt x="509302" y="627591"/>
                  </a:cubicBezTo>
                  <a:cubicBezTo>
                    <a:pt x="495567" y="619588"/>
                    <a:pt x="485184" y="608664"/>
                    <a:pt x="478587" y="594930"/>
                  </a:cubicBezTo>
                  <a:lnTo>
                    <a:pt x="478587" y="594821"/>
                  </a:lnTo>
                  <a:cubicBezTo>
                    <a:pt x="478479" y="594605"/>
                    <a:pt x="478371" y="594389"/>
                    <a:pt x="478263" y="594281"/>
                  </a:cubicBezTo>
                  <a:cubicBezTo>
                    <a:pt x="472639" y="583574"/>
                    <a:pt x="469827" y="571569"/>
                    <a:pt x="469827" y="558592"/>
                  </a:cubicBezTo>
                  <a:lnTo>
                    <a:pt x="469827" y="558051"/>
                  </a:lnTo>
                  <a:cubicBezTo>
                    <a:pt x="469827" y="536854"/>
                    <a:pt x="477614" y="517927"/>
                    <a:pt x="492971" y="502030"/>
                  </a:cubicBezTo>
                  <a:cubicBezTo>
                    <a:pt x="493079" y="501921"/>
                    <a:pt x="493187" y="501813"/>
                    <a:pt x="493404" y="501597"/>
                  </a:cubicBezTo>
                  <a:cubicBezTo>
                    <a:pt x="508653" y="487321"/>
                    <a:pt x="527146" y="480075"/>
                    <a:pt x="548452" y="480075"/>
                  </a:cubicBezTo>
                  <a:cubicBezTo>
                    <a:pt x="552669" y="480075"/>
                    <a:pt x="556887" y="480400"/>
                    <a:pt x="560889" y="480941"/>
                  </a:cubicBezTo>
                  <a:cubicBezTo>
                    <a:pt x="560997" y="480941"/>
                    <a:pt x="561105" y="480941"/>
                    <a:pt x="561213" y="480941"/>
                  </a:cubicBezTo>
                  <a:cubicBezTo>
                    <a:pt x="577003" y="483320"/>
                    <a:pt x="591171" y="490241"/>
                    <a:pt x="603283" y="501489"/>
                  </a:cubicBezTo>
                  <a:cubicBezTo>
                    <a:pt x="603391" y="501597"/>
                    <a:pt x="603499" y="501705"/>
                    <a:pt x="603716" y="501921"/>
                  </a:cubicBezTo>
                  <a:cubicBezTo>
                    <a:pt x="610962" y="509492"/>
                    <a:pt x="616586" y="517711"/>
                    <a:pt x="620479" y="526363"/>
                  </a:cubicBezTo>
                  <a:cubicBezTo>
                    <a:pt x="622101" y="529824"/>
                    <a:pt x="623507" y="533609"/>
                    <a:pt x="624697" y="537394"/>
                  </a:cubicBezTo>
                  <a:cubicBezTo>
                    <a:pt x="624805" y="537611"/>
                    <a:pt x="624805" y="537827"/>
                    <a:pt x="624913" y="538043"/>
                  </a:cubicBezTo>
                  <a:cubicBezTo>
                    <a:pt x="630104" y="559132"/>
                    <a:pt x="627617" y="578924"/>
                    <a:pt x="617343" y="597093"/>
                  </a:cubicBezTo>
                  <a:cubicBezTo>
                    <a:pt x="617126" y="597633"/>
                    <a:pt x="616910" y="598066"/>
                    <a:pt x="616694" y="598499"/>
                  </a:cubicBezTo>
                  <a:cubicBezTo>
                    <a:pt x="605879" y="617316"/>
                    <a:pt x="589765" y="629537"/>
                    <a:pt x="569000" y="634728"/>
                  </a:cubicBezTo>
                  <a:cubicBezTo>
                    <a:pt x="561430" y="637000"/>
                    <a:pt x="554184" y="637973"/>
                    <a:pt x="547154" y="637973"/>
                  </a:cubicBezTo>
                  <a:close/>
                  <a:moveTo>
                    <a:pt x="497946" y="585304"/>
                  </a:moveTo>
                  <a:cubicBezTo>
                    <a:pt x="500433" y="589955"/>
                    <a:pt x="504002" y="594389"/>
                    <a:pt x="508328" y="598499"/>
                  </a:cubicBezTo>
                  <a:cubicBezTo>
                    <a:pt x="508437" y="598607"/>
                    <a:pt x="508437" y="598607"/>
                    <a:pt x="508545" y="598715"/>
                  </a:cubicBezTo>
                  <a:cubicBezTo>
                    <a:pt x="519684" y="609962"/>
                    <a:pt x="532770" y="615478"/>
                    <a:pt x="548452" y="615478"/>
                  </a:cubicBezTo>
                  <a:cubicBezTo>
                    <a:pt x="564025" y="615478"/>
                    <a:pt x="577003" y="609962"/>
                    <a:pt x="588250" y="598715"/>
                  </a:cubicBezTo>
                  <a:cubicBezTo>
                    <a:pt x="588359" y="598607"/>
                    <a:pt x="588359" y="598607"/>
                    <a:pt x="588467" y="598499"/>
                  </a:cubicBezTo>
                  <a:cubicBezTo>
                    <a:pt x="599822" y="587575"/>
                    <a:pt x="605338" y="574489"/>
                    <a:pt x="605338" y="558700"/>
                  </a:cubicBezTo>
                  <a:lnTo>
                    <a:pt x="605338" y="558159"/>
                  </a:lnTo>
                  <a:cubicBezTo>
                    <a:pt x="605338" y="550156"/>
                    <a:pt x="603824" y="542477"/>
                    <a:pt x="600796" y="535448"/>
                  </a:cubicBezTo>
                  <a:cubicBezTo>
                    <a:pt x="595713" y="524741"/>
                    <a:pt x="587926" y="516413"/>
                    <a:pt x="577003" y="510033"/>
                  </a:cubicBezTo>
                  <a:cubicBezTo>
                    <a:pt x="570730" y="506464"/>
                    <a:pt x="564241" y="504084"/>
                    <a:pt x="557752" y="502895"/>
                  </a:cubicBezTo>
                  <a:cubicBezTo>
                    <a:pt x="550290" y="501597"/>
                    <a:pt x="542503" y="501813"/>
                    <a:pt x="534609" y="503652"/>
                  </a:cubicBezTo>
                  <a:cubicBezTo>
                    <a:pt x="519143" y="508194"/>
                    <a:pt x="507788" y="516738"/>
                    <a:pt x="500001" y="529716"/>
                  </a:cubicBezTo>
                  <a:cubicBezTo>
                    <a:pt x="499785" y="530148"/>
                    <a:pt x="499568" y="530581"/>
                    <a:pt x="499352" y="531014"/>
                  </a:cubicBezTo>
                  <a:cubicBezTo>
                    <a:pt x="491457" y="544748"/>
                    <a:pt x="489727" y="558700"/>
                    <a:pt x="494161" y="573732"/>
                  </a:cubicBezTo>
                  <a:cubicBezTo>
                    <a:pt x="494161" y="573841"/>
                    <a:pt x="494269" y="574057"/>
                    <a:pt x="494269" y="574165"/>
                  </a:cubicBezTo>
                  <a:cubicBezTo>
                    <a:pt x="495134" y="577842"/>
                    <a:pt x="496432" y="581303"/>
                    <a:pt x="497838" y="584547"/>
                  </a:cubicBezTo>
                  <a:cubicBezTo>
                    <a:pt x="497730" y="584872"/>
                    <a:pt x="497838" y="585088"/>
                    <a:pt x="497946" y="585304"/>
                  </a:cubicBezTo>
                  <a:close/>
                  <a:moveTo>
                    <a:pt x="57347" y="439303"/>
                  </a:moveTo>
                  <a:cubicBezTo>
                    <a:pt x="54535" y="439303"/>
                    <a:pt x="51831" y="438222"/>
                    <a:pt x="49668" y="436167"/>
                  </a:cubicBezTo>
                  <a:lnTo>
                    <a:pt x="2732" y="389230"/>
                  </a:lnTo>
                  <a:cubicBezTo>
                    <a:pt x="-1486" y="385012"/>
                    <a:pt x="-1486" y="378199"/>
                    <a:pt x="2732" y="373981"/>
                  </a:cubicBezTo>
                  <a:cubicBezTo>
                    <a:pt x="6949" y="369763"/>
                    <a:pt x="13763" y="369763"/>
                    <a:pt x="17981" y="373981"/>
                  </a:cubicBezTo>
                  <a:lnTo>
                    <a:pt x="57239" y="413239"/>
                  </a:lnTo>
                  <a:lnTo>
                    <a:pt x="146678" y="323800"/>
                  </a:lnTo>
                  <a:cubicBezTo>
                    <a:pt x="150896" y="319582"/>
                    <a:pt x="157709" y="319582"/>
                    <a:pt x="161927" y="323800"/>
                  </a:cubicBezTo>
                  <a:cubicBezTo>
                    <a:pt x="166145" y="328018"/>
                    <a:pt x="166145" y="334831"/>
                    <a:pt x="161927" y="339049"/>
                  </a:cubicBezTo>
                  <a:lnTo>
                    <a:pt x="64917" y="436059"/>
                  </a:lnTo>
                  <a:cubicBezTo>
                    <a:pt x="62863" y="438222"/>
                    <a:pt x="60051" y="439303"/>
                    <a:pt x="57347" y="439303"/>
                  </a:cubicBezTo>
                  <a:close/>
                  <a:moveTo>
                    <a:pt x="57347" y="278702"/>
                  </a:moveTo>
                  <a:cubicBezTo>
                    <a:pt x="54535" y="278702"/>
                    <a:pt x="51831" y="277620"/>
                    <a:pt x="49668" y="275565"/>
                  </a:cubicBezTo>
                  <a:lnTo>
                    <a:pt x="2732" y="228629"/>
                  </a:lnTo>
                  <a:cubicBezTo>
                    <a:pt x="-1486" y="224411"/>
                    <a:pt x="-1486" y="217598"/>
                    <a:pt x="2732" y="213380"/>
                  </a:cubicBezTo>
                  <a:cubicBezTo>
                    <a:pt x="6949" y="209162"/>
                    <a:pt x="13763" y="209162"/>
                    <a:pt x="17981" y="213380"/>
                  </a:cubicBezTo>
                  <a:lnTo>
                    <a:pt x="57239" y="252638"/>
                  </a:lnTo>
                  <a:lnTo>
                    <a:pt x="146678" y="163199"/>
                  </a:lnTo>
                  <a:cubicBezTo>
                    <a:pt x="150896" y="158981"/>
                    <a:pt x="157709" y="158981"/>
                    <a:pt x="161927" y="163199"/>
                  </a:cubicBezTo>
                  <a:cubicBezTo>
                    <a:pt x="166145" y="167416"/>
                    <a:pt x="166145" y="174230"/>
                    <a:pt x="161927" y="178448"/>
                  </a:cubicBezTo>
                  <a:lnTo>
                    <a:pt x="64917" y="275457"/>
                  </a:lnTo>
                  <a:cubicBezTo>
                    <a:pt x="62863" y="277728"/>
                    <a:pt x="60051" y="278702"/>
                    <a:pt x="57347" y="278702"/>
                  </a:cubicBezTo>
                  <a:close/>
                  <a:moveTo>
                    <a:pt x="57347" y="118209"/>
                  </a:moveTo>
                  <a:cubicBezTo>
                    <a:pt x="54535" y="118209"/>
                    <a:pt x="51831" y="117127"/>
                    <a:pt x="49668" y="115072"/>
                  </a:cubicBezTo>
                  <a:lnTo>
                    <a:pt x="2732" y="68136"/>
                  </a:lnTo>
                  <a:cubicBezTo>
                    <a:pt x="-1486" y="63918"/>
                    <a:pt x="-1486" y="57104"/>
                    <a:pt x="2732" y="52887"/>
                  </a:cubicBezTo>
                  <a:cubicBezTo>
                    <a:pt x="6949" y="48669"/>
                    <a:pt x="13763" y="48669"/>
                    <a:pt x="17981" y="52887"/>
                  </a:cubicBezTo>
                  <a:lnTo>
                    <a:pt x="57239" y="92145"/>
                  </a:lnTo>
                  <a:lnTo>
                    <a:pt x="146678" y="2705"/>
                  </a:lnTo>
                  <a:cubicBezTo>
                    <a:pt x="150896" y="-1512"/>
                    <a:pt x="157709" y="-1512"/>
                    <a:pt x="161927" y="2705"/>
                  </a:cubicBezTo>
                  <a:cubicBezTo>
                    <a:pt x="166145" y="6923"/>
                    <a:pt x="166145" y="13737"/>
                    <a:pt x="161927" y="17955"/>
                  </a:cubicBezTo>
                  <a:lnTo>
                    <a:pt x="64917" y="114964"/>
                  </a:lnTo>
                  <a:cubicBezTo>
                    <a:pt x="62863" y="117127"/>
                    <a:pt x="60051" y="118209"/>
                    <a:pt x="57347" y="118209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53" descr="31393935333132383b31393939333839383bd7dcbde1bbe3b1a8"/>
          <p:cNvGrpSpPr/>
          <p:nvPr>
            <p:custDataLst>
              <p:tags r:id="rId23"/>
            </p:custDataLst>
          </p:nvPr>
        </p:nvGrpSpPr>
        <p:grpSpPr>
          <a:xfrm>
            <a:off x="10766583" y="5450521"/>
            <a:ext cx="614680" cy="711834"/>
            <a:chOff x="8663480" y="4666857"/>
            <a:chExt cx="789797" cy="914399"/>
          </a:xfrm>
          <a:solidFill>
            <a:schemeClr val="bg1"/>
          </a:solidFill>
        </p:grpSpPr>
        <p:sp>
          <p:nvSpPr>
            <p:cNvPr id="66" name="任意多边形: 形状 65"/>
            <p:cNvSpPr/>
            <p:nvPr>
              <p:custDataLst>
                <p:tags r:id="rId24"/>
              </p:custDataLst>
            </p:nvPr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25"/>
              </p:custDataLst>
            </p:nvPr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2" name="文本框 109"/>
          <p:cNvSpPr txBox="1"/>
          <p:nvPr>
            <p:custDataLst>
              <p:tags r:id="rId26"/>
            </p:custDataLst>
          </p:nvPr>
        </p:nvSpPr>
        <p:spPr>
          <a:xfrm>
            <a:off x="866933" y="3643952"/>
            <a:ext cx="199072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70%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高中生物实验教研依赖单一学科教材，跨物理、化学等学科的整合型教研资源占比不足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20%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3" name="文本框 111"/>
          <p:cNvSpPr txBox="1"/>
          <p:nvPr>
            <p:custDataLst>
              <p:tags r:id="rId27"/>
            </p:custDataLst>
          </p:nvPr>
        </p:nvSpPr>
        <p:spPr>
          <a:xfrm>
            <a:off x="3697128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35%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高中生物教师接受过系统的跨学科教研培训，多数教师难以独立设计跨学科实验教研方案。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4" name="文本框 112"/>
          <p:cNvSpPr txBox="1"/>
          <p:nvPr>
            <p:custDataLst>
              <p:tags r:id="rId28"/>
            </p:custDataLst>
          </p:nvPr>
        </p:nvSpPr>
        <p:spPr>
          <a:xfrm>
            <a:off x="652732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欧美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80%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以上高中将生物实验跨学科教研纳入课程标准，形成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学科协同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-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教研落地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的标准化流程。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5" name="文本框 113"/>
          <p:cNvSpPr txBox="1"/>
          <p:nvPr>
            <p:custDataLst>
              <p:tags r:id="rId29"/>
            </p:custDataLst>
          </p:nvPr>
        </p:nvSpPr>
        <p:spPr>
          <a:xfrm>
            <a:off x="935307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日本</a:t>
            </a:r>
            <a:r>
              <a:rPr lang="en-US" altLang="zh-CN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65% </a:t>
            </a: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高中生物实验室配备跨学科教研数字化协作平台，支持教师实时共享跨学科实验设计思路。</a:t>
            </a:r>
            <a:endParaRPr lang="zh-CN" altLang="en-US" sz="12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文本框 105"/>
          <p:cNvSpPr txBox="1"/>
          <p:nvPr/>
        </p:nvSpPr>
        <p:spPr>
          <a:xfrm>
            <a:off x="6362858" y="1462092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国外研究现状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647112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30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613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01790" y="2464451"/>
            <a:ext cx="9342120" cy="32804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238720" y="186818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354925" y="198439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" name="文本框 62"/>
          <p:cNvSpPr txBox="1"/>
          <p:nvPr>
            <p:custDataLst>
              <p:tags r:id="rId4"/>
            </p:custDataLst>
          </p:nvPr>
        </p:nvSpPr>
        <p:spPr>
          <a:xfrm>
            <a:off x="2505420" y="210440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01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3869400" y="2390156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378035" y="187580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4494240" y="199201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6"/>
          <p:cNvSpPr txBox="1"/>
          <p:nvPr>
            <p:custDataLst>
              <p:tags r:id="rId8"/>
            </p:custDataLst>
          </p:nvPr>
        </p:nvSpPr>
        <p:spPr>
          <a:xfrm>
            <a:off x="4644735" y="211202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02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6004270" y="240095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6517350" y="185294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6633555" y="196915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文本框 34"/>
          <p:cNvSpPr txBox="1"/>
          <p:nvPr>
            <p:custDataLst>
              <p:tags r:id="rId12"/>
            </p:custDataLst>
          </p:nvPr>
        </p:nvSpPr>
        <p:spPr>
          <a:xfrm>
            <a:off x="6784050" y="208916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03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5" name="椭圆 14"/>
          <p:cNvSpPr/>
          <p:nvPr>
            <p:custDataLst>
              <p:tags r:id="rId13"/>
            </p:custDataLst>
          </p:nvPr>
        </p:nvSpPr>
        <p:spPr>
          <a:xfrm>
            <a:off x="8656665" y="186056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6" name="椭圆 15"/>
          <p:cNvSpPr/>
          <p:nvPr>
            <p:custDataLst>
              <p:tags r:id="rId14"/>
            </p:custDataLst>
          </p:nvPr>
        </p:nvSpPr>
        <p:spPr>
          <a:xfrm>
            <a:off x="8772870" y="197677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7" name="文本框 40"/>
          <p:cNvSpPr txBox="1"/>
          <p:nvPr>
            <p:custDataLst>
              <p:tags r:id="rId15"/>
            </p:custDataLst>
          </p:nvPr>
        </p:nvSpPr>
        <p:spPr>
          <a:xfrm>
            <a:off x="8923365" y="209678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04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8" name="椭圆 17"/>
          <p:cNvSpPr/>
          <p:nvPr>
            <p:custDataLst>
              <p:tags r:id="rId16"/>
            </p:custDataLst>
          </p:nvPr>
        </p:nvSpPr>
        <p:spPr>
          <a:xfrm>
            <a:off x="8132155" y="237936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0" name="矩形 1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7"/>
            </p:custDataLst>
          </p:nvPr>
        </p:nvSpPr>
        <p:spPr>
          <a:xfrm>
            <a:off x="1913664" y="3733288"/>
            <a:ext cx="1919541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现有单点校准方法在大棚温湿度剧变（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10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℃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/h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）场景下，数据误差超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10%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，无法满足作物生长监测需求。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2133085" y="3367421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精度不足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2" name="矩形 2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9"/>
            </p:custDataLst>
          </p:nvPr>
        </p:nvSpPr>
        <p:spPr>
          <a:xfrm>
            <a:off x="4112351" y="3704162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传感器受大棚通风、灌溉水汽影响时，现有校准算法失效时长超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5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分钟，导致环境数据断联。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4265097" y="3338295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适配性差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4" name="矩形 23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1"/>
            </p:custDataLst>
          </p:nvPr>
        </p:nvSpPr>
        <p:spPr>
          <a:xfrm>
            <a:off x="6187188" y="3703775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传统离线校准需人工定期操作，在线校准响应延迟超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30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秒，难匹配大棚环境参数的快速变化。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22"/>
            </p:custDataLst>
          </p:nvPr>
        </p:nvSpPr>
        <p:spPr>
          <a:xfrm>
            <a:off x="6292309" y="3337908"/>
            <a:ext cx="171005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实时性滞后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3"/>
            </p:custDataLst>
          </p:nvPr>
        </p:nvSpPr>
        <p:spPr>
          <a:xfrm>
            <a:off x="8398905" y="3683651"/>
            <a:ext cx="1919541" cy="1383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大棚内温、湿、光传感器独立校准，数据偏差超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8%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，导致环境监测结果不一致。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8732626" y="3317784"/>
            <a:ext cx="10991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协同弱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983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小班幼儿餐前自主整理习惯培养的研究现状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8"/>
          <p:cNvSpPr>
            <a:spLocks noChangeArrowheads="1"/>
          </p:cNvSpPr>
          <p:nvPr/>
        </p:nvSpPr>
        <p:spPr bwMode="auto">
          <a:xfrm>
            <a:off x="5458373" y="2763719"/>
            <a:ext cx="1300920" cy="130092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椭圆 29"/>
          <p:cNvSpPr>
            <a:spLocks noChangeArrowheads="1"/>
          </p:cNvSpPr>
          <p:nvPr/>
        </p:nvSpPr>
        <p:spPr bwMode="auto">
          <a:xfrm>
            <a:off x="8745449" y="2763719"/>
            <a:ext cx="1300920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椭圆 27"/>
          <p:cNvSpPr>
            <a:spLocks noChangeArrowheads="1"/>
          </p:cNvSpPr>
          <p:nvPr/>
        </p:nvSpPr>
        <p:spPr bwMode="auto">
          <a:xfrm>
            <a:off x="2028193" y="2763719"/>
            <a:ext cx="1300921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流程图: 手动输入 4"/>
          <p:cNvSpPr>
            <a:spLocks noChangeArrowheads="1"/>
          </p:cNvSpPr>
          <p:nvPr/>
        </p:nvSpPr>
        <p:spPr bwMode="auto">
          <a:xfrm rot="5400000">
            <a:off x="3287700" y="-1125120"/>
            <a:ext cx="898279" cy="6229863"/>
          </a:xfrm>
          <a:prstGeom prst="flowChartManualInpu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流程图: 手动输入 17"/>
          <p:cNvSpPr>
            <a:spLocks noChangeArrowheads="1"/>
          </p:cNvSpPr>
          <p:nvPr/>
        </p:nvSpPr>
        <p:spPr bwMode="auto">
          <a:xfrm rot="16200000">
            <a:off x="8138497" y="-996247"/>
            <a:ext cx="898279" cy="5964912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37920" y="1650365"/>
            <a:ext cx="422275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小班幼儿餐前整理意识弱，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主动整理，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小班无系统引导流程，多靠教师提醒。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KSO_Shape"/>
          <p:cNvSpPr>
            <a:spLocks noChangeArrowheads="1"/>
          </p:cNvSpPr>
          <p:nvPr/>
        </p:nvSpPr>
        <p:spPr bwMode="auto">
          <a:xfrm>
            <a:off x="2374739" y="3082221"/>
            <a:ext cx="607827" cy="678085"/>
          </a:xfrm>
          <a:custGeom>
            <a:avLst/>
            <a:gdLst>
              <a:gd name="T0" fmla="*/ 161360 w 2960688"/>
              <a:gd name="T1" fmla="*/ 575433 h 3298826"/>
              <a:gd name="T2" fmla="*/ 125358 w 2960688"/>
              <a:gd name="T3" fmla="*/ 613243 h 3298826"/>
              <a:gd name="T4" fmla="*/ 125943 w 2960688"/>
              <a:gd name="T5" fmla="*/ 684575 h 3298826"/>
              <a:gd name="T6" fmla="*/ 107503 w 2960688"/>
              <a:gd name="T7" fmla="*/ 708742 h 3298826"/>
              <a:gd name="T8" fmla="*/ 83696 w 2960688"/>
              <a:gd name="T9" fmla="*/ 651151 h 3298826"/>
              <a:gd name="T10" fmla="*/ 105942 w 2960688"/>
              <a:gd name="T11" fmla="*/ 579818 h 3298826"/>
              <a:gd name="T12" fmla="*/ 274418 w 2960688"/>
              <a:gd name="T13" fmla="*/ 547281 h 3298826"/>
              <a:gd name="T14" fmla="*/ 327202 w 2960688"/>
              <a:gd name="T15" fmla="*/ 618164 h 3298826"/>
              <a:gd name="T16" fmla="*/ 327007 w 2960688"/>
              <a:gd name="T17" fmla="*/ 683206 h 3298826"/>
              <a:gd name="T18" fmla="*/ 293665 w 2960688"/>
              <a:gd name="T19" fmla="*/ 738706 h 3298826"/>
              <a:gd name="T20" fmla="*/ 218523 w 2960688"/>
              <a:gd name="T21" fmla="*/ 772103 h 3298826"/>
              <a:gd name="T22" fmla="*/ 212302 w 2960688"/>
              <a:gd name="T23" fmla="*/ 600054 h 3298826"/>
              <a:gd name="T24" fmla="*/ 195971 w 2960688"/>
              <a:gd name="T25" fmla="*/ 500947 h 3298826"/>
              <a:gd name="T26" fmla="*/ 120149 w 2960688"/>
              <a:gd name="T27" fmla="*/ 530146 h 3298826"/>
              <a:gd name="T28" fmla="*/ 71059 w 2960688"/>
              <a:gd name="T29" fmla="*/ 593214 h 3298826"/>
              <a:gd name="T30" fmla="*/ 61241 w 2960688"/>
              <a:gd name="T31" fmla="*/ 670979 h 3298826"/>
              <a:gd name="T32" fmla="*/ 94195 w 2960688"/>
              <a:gd name="T33" fmla="*/ 745630 h 3298826"/>
              <a:gd name="T34" fmla="*/ 159226 w 2960688"/>
              <a:gd name="T35" fmla="*/ 791277 h 3298826"/>
              <a:gd name="T36" fmla="*/ 237381 w 2960688"/>
              <a:gd name="T37" fmla="*/ 797409 h 3298826"/>
              <a:gd name="T38" fmla="*/ 310482 w 2960688"/>
              <a:gd name="T39" fmla="*/ 760716 h 3298826"/>
              <a:gd name="T40" fmla="*/ 352670 w 2960688"/>
              <a:gd name="T41" fmla="*/ 693754 h 3298826"/>
              <a:gd name="T42" fmla="*/ 355003 w 2960688"/>
              <a:gd name="T43" fmla="*/ 615016 h 3298826"/>
              <a:gd name="T44" fmla="*/ 314662 w 2960688"/>
              <a:gd name="T45" fmla="*/ 543674 h 3298826"/>
              <a:gd name="T46" fmla="*/ 245936 w 2960688"/>
              <a:gd name="T47" fmla="*/ 504938 h 3298826"/>
              <a:gd name="T48" fmla="*/ 482151 w 2960688"/>
              <a:gd name="T49" fmla="*/ 641550 h 3298826"/>
              <a:gd name="T50" fmla="*/ 659458 w 2960688"/>
              <a:gd name="T51" fmla="*/ 458700 h 3298826"/>
              <a:gd name="T52" fmla="*/ 849110 w 2960688"/>
              <a:gd name="T53" fmla="*/ 522892 h 3298826"/>
              <a:gd name="T54" fmla="*/ 897131 w 2960688"/>
              <a:gd name="T55" fmla="*/ 623654 h 3298826"/>
              <a:gd name="T56" fmla="*/ 775913 w 2960688"/>
              <a:gd name="T57" fmla="*/ 715176 h 3298826"/>
              <a:gd name="T58" fmla="*/ 631559 w 2960688"/>
              <a:gd name="T59" fmla="*/ 868166 h 3298826"/>
              <a:gd name="T60" fmla="*/ 426742 w 2960688"/>
              <a:gd name="T61" fmla="*/ 746591 h 3298826"/>
              <a:gd name="T62" fmla="*/ 443851 w 2960688"/>
              <a:gd name="T63" fmla="*/ 610329 h 3298826"/>
              <a:gd name="T64" fmla="*/ 396122 w 2960688"/>
              <a:gd name="T65" fmla="*/ 503538 h 3298826"/>
              <a:gd name="T66" fmla="*/ 250699 w 2960688"/>
              <a:gd name="T67" fmla="*/ 444594 h 3298826"/>
              <a:gd name="T68" fmla="*/ 349365 w 2960688"/>
              <a:gd name="T69" fmla="*/ 494037 h 3298826"/>
              <a:gd name="T70" fmla="*/ 410509 w 2960688"/>
              <a:gd name="T71" fmla="*/ 590976 h 3298826"/>
              <a:gd name="T72" fmla="*/ 412842 w 2960688"/>
              <a:gd name="T73" fmla="*/ 700372 h 3298826"/>
              <a:gd name="T74" fmla="*/ 374444 w 2960688"/>
              <a:gd name="T75" fmla="*/ 779208 h 3298826"/>
              <a:gd name="T76" fmla="*/ 451044 w 2960688"/>
              <a:gd name="T77" fmla="*/ 977368 h 3298826"/>
              <a:gd name="T78" fmla="*/ 431603 w 2960688"/>
              <a:gd name="T79" fmla="*/ 1007637 h 3298826"/>
              <a:gd name="T80" fmla="*/ 396122 w 2960688"/>
              <a:gd name="T81" fmla="*/ 1004912 h 3298826"/>
              <a:gd name="T82" fmla="*/ 238937 w 2960688"/>
              <a:gd name="T83" fmla="*/ 857752 h 3298826"/>
              <a:gd name="T84" fmla="*/ 148728 w 2960688"/>
              <a:gd name="T85" fmla="*/ 850939 h 3298826"/>
              <a:gd name="T86" fmla="*/ 54922 w 2960688"/>
              <a:gd name="T87" fmla="*/ 791763 h 3298826"/>
              <a:gd name="T88" fmla="*/ 3597 w 2960688"/>
              <a:gd name="T89" fmla="*/ 689374 h 3298826"/>
              <a:gd name="T90" fmla="*/ 12151 w 2960688"/>
              <a:gd name="T91" fmla="*/ 579880 h 3298826"/>
              <a:gd name="T92" fmla="*/ 76017 w 2960688"/>
              <a:gd name="T93" fmla="*/ 488489 h 3298826"/>
              <a:gd name="T94" fmla="*/ 180515 w 2960688"/>
              <a:gd name="T95" fmla="*/ 442453 h 3298826"/>
              <a:gd name="T96" fmla="*/ 615263 w 2960688"/>
              <a:gd name="T97" fmla="*/ 13632 h 3298826"/>
              <a:gd name="T98" fmla="*/ 677023 w 2960688"/>
              <a:gd name="T99" fmla="*/ 69816 h 3298826"/>
              <a:gd name="T100" fmla="*/ 706785 w 2960688"/>
              <a:gd name="T101" fmla="*/ 156770 h 3298826"/>
              <a:gd name="T102" fmla="*/ 730419 w 2960688"/>
              <a:gd name="T103" fmla="*/ 209059 h 3298826"/>
              <a:gd name="T104" fmla="*/ 712329 w 2960688"/>
              <a:gd name="T105" fmla="*/ 261835 h 3298826"/>
              <a:gd name="T106" fmla="*/ 655918 w 2960688"/>
              <a:gd name="T107" fmla="*/ 367387 h 3298826"/>
              <a:gd name="T108" fmla="*/ 593963 w 2960688"/>
              <a:gd name="T109" fmla="*/ 417047 h 3298826"/>
              <a:gd name="T110" fmla="*/ 520045 w 2960688"/>
              <a:gd name="T111" fmla="*/ 419286 h 3298826"/>
              <a:gd name="T112" fmla="*/ 460813 w 2960688"/>
              <a:gd name="T113" fmla="*/ 378780 h 3298826"/>
              <a:gd name="T114" fmla="*/ 397593 w 2960688"/>
              <a:gd name="T115" fmla="*/ 267677 h 3298826"/>
              <a:gd name="T116" fmla="*/ 373278 w 2960688"/>
              <a:gd name="T117" fmla="*/ 214707 h 3298826"/>
              <a:gd name="T118" fmla="*/ 400025 w 2960688"/>
              <a:gd name="T119" fmla="*/ 164463 h 3298826"/>
              <a:gd name="T120" fmla="*/ 427063 w 2960688"/>
              <a:gd name="T121" fmla="*/ 76048 h 3298826"/>
              <a:gd name="T122" fmla="*/ 486003 w 2960688"/>
              <a:gd name="T123" fmla="*/ 16846 h 329882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960688"/>
              <a:gd name="T187" fmla="*/ 0 h 3298826"/>
              <a:gd name="T188" fmla="*/ 2960688 w 2960688"/>
              <a:gd name="T189" fmla="*/ 3298826 h 329882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960688" h="3298826">
                <a:moveTo>
                  <a:pt x="472859" y="1797050"/>
                </a:moveTo>
                <a:lnTo>
                  <a:pt x="478276" y="1797050"/>
                </a:lnTo>
                <a:lnTo>
                  <a:pt x="483375" y="1797686"/>
                </a:lnTo>
                <a:lnTo>
                  <a:pt x="488792" y="1798640"/>
                </a:lnTo>
                <a:lnTo>
                  <a:pt x="493891" y="1800229"/>
                </a:lnTo>
                <a:lnTo>
                  <a:pt x="499309" y="1802454"/>
                </a:lnTo>
                <a:lnTo>
                  <a:pt x="503770" y="1804679"/>
                </a:lnTo>
                <a:lnTo>
                  <a:pt x="508550" y="1807858"/>
                </a:lnTo>
                <a:lnTo>
                  <a:pt x="512693" y="1811355"/>
                </a:lnTo>
                <a:lnTo>
                  <a:pt x="516836" y="1815170"/>
                </a:lnTo>
                <a:lnTo>
                  <a:pt x="520341" y="1819302"/>
                </a:lnTo>
                <a:lnTo>
                  <a:pt x="523846" y="1824071"/>
                </a:lnTo>
                <a:lnTo>
                  <a:pt x="526396" y="1829157"/>
                </a:lnTo>
                <a:lnTo>
                  <a:pt x="528945" y="1834561"/>
                </a:lnTo>
                <a:lnTo>
                  <a:pt x="530220" y="1839648"/>
                </a:lnTo>
                <a:lnTo>
                  <a:pt x="531495" y="1845370"/>
                </a:lnTo>
                <a:lnTo>
                  <a:pt x="531813" y="1850774"/>
                </a:lnTo>
                <a:lnTo>
                  <a:pt x="531813" y="1855860"/>
                </a:lnTo>
                <a:lnTo>
                  <a:pt x="531495" y="1861264"/>
                </a:lnTo>
                <a:lnTo>
                  <a:pt x="530220" y="1866668"/>
                </a:lnTo>
                <a:lnTo>
                  <a:pt x="528945" y="1871755"/>
                </a:lnTo>
                <a:lnTo>
                  <a:pt x="527033" y="1877159"/>
                </a:lnTo>
                <a:lnTo>
                  <a:pt x="524165" y="1881609"/>
                </a:lnTo>
                <a:lnTo>
                  <a:pt x="520978" y="1886378"/>
                </a:lnTo>
                <a:lnTo>
                  <a:pt x="517792" y="1890510"/>
                </a:lnTo>
                <a:lnTo>
                  <a:pt x="513968" y="1894643"/>
                </a:lnTo>
                <a:lnTo>
                  <a:pt x="509506" y="1898140"/>
                </a:lnTo>
                <a:lnTo>
                  <a:pt x="504726" y="1901636"/>
                </a:lnTo>
                <a:lnTo>
                  <a:pt x="495803" y="1907358"/>
                </a:lnTo>
                <a:lnTo>
                  <a:pt x="486880" y="1913080"/>
                </a:lnTo>
                <a:lnTo>
                  <a:pt x="478913" y="1918803"/>
                </a:lnTo>
                <a:lnTo>
                  <a:pt x="471265" y="1924842"/>
                </a:lnTo>
                <a:lnTo>
                  <a:pt x="463936" y="1931200"/>
                </a:lnTo>
                <a:lnTo>
                  <a:pt x="457244" y="1937240"/>
                </a:lnTo>
                <a:lnTo>
                  <a:pt x="450870" y="1943280"/>
                </a:lnTo>
                <a:lnTo>
                  <a:pt x="444815" y="1949320"/>
                </a:lnTo>
                <a:lnTo>
                  <a:pt x="439398" y="1955678"/>
                </a:lnTo>
                <a:lnTo>
                  <a:pt x="433980" y="1962036"/>
                </a:lnTo>
                <a:lnTo>
                  <a:pt x="429519" y="1968076"/>
                </a:lnTo>
                <a:lnTo>
                  <a:pt x="424739" y="1974751"/>
                </a:lnTo>
                <a:lnTo>
                  <a:pt x="420596" y="1980791"/>
                </a:lnTo>
                <a:lnTo>
                  <a:pt x="416453" y="1987467"/>
                </a:lnTo>
                <a:lnTo>
                  <a:pt x="412948" y="1993825"/>
                </a:lnTo>
                <a:lnTo>
                  <a:pt x="409443" y="2000501"/>
                </a:lnTo>
                <a:lnTo>
                  <a:pt x="406256" y="2006858"/>
                </a:lnTo>
                <a:lnTo>
                  <a:pt x="403388" y="2013534"/>
                </a:lnTo>
                <a:lnTo>
                  <a:pt x="400838" y="2019892"/>
                </a:lnTo>
                <a:lnTo>
                  <a:pt x="398608" y="2026886"/>
                </a:lnTo>
                <a:lnTo>
                  <a:pt x="394465" y="2039919"/>
                </a:lnTo>
                <a:lnTo>
                  <a:pt x="391278" y="2053271"/>
                </a:lnTo>
                <a:lnTo>
                  <a:pt x="388729" y="2066622"/>
                </a:lnTo>
                <a:lnTo>
                  <a:pt x="387135" y="2079974"/>
                </a:lnTo>
                <a:lnTo>
                  <a:pt x="386498" y="2093007"/>
                </a:lnTo>
                <a:lnTo>
                  <a:pt x="385861" y="2106041"/>
                </a:lnTo>
                <a:lnTo>
                  <a:pt x="385861" y="2118439"/>
                </a:lnTo>
                <a:lnTo>
                  <a:pt x="386817" y="2130518"/>
                </a:lnTo>
                <a:lnTo>
                  <a:pt x="387773" y="2141962"/>
                </a:lnTo>
                <a:lnTo>
                  <a:pt x="389366" y="2153724"/>
                </a:lnTo>
                <a:lnTo>
                  <a:pt x="391278" y="2164215"/>
                </a:lnTo>
                <a:lnTo>
                  <a:pt x="393190" y="2174705"/>
                </a:lnTo>
                <a:lnTo>
                  <a:pt x="395421" y="2184242"/>
                </a:lnTo>
                <a:lnTo>
                  <a:pt x="397970" y="2193461"/>
                </a:lnTo>
                <a:lnTo>
                  <a:pt x="402432" y="2209038"/>
                </a:lnTo>
                <a:lnTo>
                  <a:pt x="406574" y="2221435"/>
                </a:lnTo>
                <a:lnTo>
                  <a:pt x="409761" y="2229383"/>
                </a:lnTo>
                <a:lnTo>
                  <a:pt x="411355" y="2233197"/>
                </a:lnTo>
                <a:lnTo>
                  <a:pt x="413585" y="2238602"/>
                </a:lnTo>
                <a:lnTo>
                  <a:pt x="415179" y="2244006"/>
                </a:lnTo>
                <a:lnTo>
                  <a:pt x="416453" y="2249728"/>
                </a:lnTo>
                <a:lnTo>
                  <a:pt x="416772" y="2255132"/>
                </a:lnTo>
                <a:lnTo>
                  <a:pt x="416772" y="2260536"/>
                </a:lnTo>
                <a:lnTo>
                  <a:pt x="415816" y="2265940"/>
                </a:lnTo>
                <a:lnTo>
                  <a:pt x="414860" y="2271026"/>
                </a:lnTo>
                <a:lnTo>
                  <a:pt x="413267" y="2276113"/>
                </a:lnTo>
                <a:lnTo>
                  <a:pt x="411036" y="2281199"/>
                </a:lnTo>
                <a:lnTo>
                  <a:pt x="408168" y="2285967"/>
                </a:lnTo>
                <a:lnTo>
                  <a:pt x="405300" y="2290736"/>
                </a:lnTo>
                <a:lnTo>
                  <a:pt x="401794" y="2294868"/>
                </a:lnTo>
                <a:lnTo>
                  <a:pt x="397970" y="2298683"/>
                </a:lnTo>
                <a:lnTo>
                  <a:pt x="393509" y="2302180"/>
                </a:lnTo>
                <a:lnTo>
                  <a:pt x="389047" y="2305359"/>
                </a:lnTo>
                <a:lnTo>
                  <a:pt x="383630" y="2307902"/>
                </a:lnTo>
                <a:lnTo>
                  <a:pt x="378213" y="2309809"/>
                </a:lnTo>
                <a:lnTo>
                  <a:pt x="372795" y="2311717"/>
                </a:lnTo>
                <a:lnTo>
                  <a:pt x="367696" y="2312670"/>
                </a:lnTo>
                <a:lnTo>
                  <a:pt x="361642" y="2312988"/>
                </a:lnTo>
                <a:lnTo>
                  <a:pt x="356543" y="2312988"/>
                </a:lnTo>
                <a:lnTo>
                  <a:pt x="351125" y="2312034"/>
                </a:lnTo>
                <a:lnTo>
                  <a:pt x="345708" y="2311081"/>
                </a:lnTo>
                <a:lnTo>
                  <a:pt x="340609" y="2309491"/>
                </a:lnTo>
                <a:lnTo>
                  <a:pt x="335829" y="2307584"/>
                </a:lnTo>
                <a:lnTo>
                  <a:pt x="330730" y="2304723"/>
                </a:lnTo>
                <a:lnTo>
                  <a:pt x="326587" y="2301862"/>
                </a:lnTo>
                <a:lnTo>
                  <a:pt x="322126" y="2298365"/>
                </a:lnTo>
                <a:lnTo>
                  <a:pt x="318302" y="2294550"/>
                </a:lnTo>
                <a:lnTo>
                  <a:pt x="314478" y="2289782"/>
                </a:lnTo>
                <a:lnTo>
                  <a:pt x="311610" y="2285332"/>
                </a:lnTo>
                <a:lnTo>
                  <a:pt x="308742" y="2280245"/>
                </a:lnTo>
                <a:lnTo>
                  <a:pt x="306830" y="2275795"/>
                </a:lnTo>
                <a:lnTo>
                  <a:pt x="302687" y="2264987"/>
                </a:lnTo>
                <a:lnTo>
                  <a:pt x="296951" y="2249092"/>
                </a:lnTo>
                <a:lnTo>
                  <a:pt x="293764" y="2239237"/>
                </a:lnTo>
                <a:lnTo>
                  <a:pt x="290259" y="2228111"/>
                </a:lnTo>
                <a:lnTo>
                  <a:pt x="287391" y="2216349"/>
                </a:lnTo>
                <a:lnTo>
                  <a:pt x="284204" y="2202998"/>
                </a:lnTo>
                <a:lnTo>
                  <a:pt x="281017" y="2189328"/>
                </a:lnTo>
                <a:lnTo>
                  <a:pt x="278468" y="2173752"/>
                </a:lnTo>
                <a:lnTo>
                  <a:pt x="276556" y="2158175"/>
                </a:lnTo>
                <a:lnTo>
                  <a:pt x="274644" y="2141645"/>
                </a:lnTo>
                <a:lnTo>
                  <a:pt x="273369" y="2124161"/>
                </a:lnTo>
                <a:lnTo>
                  <a:pt x="273050" y="2106041"/>
                </a:lnTo>
                <a:lnTo>
                  <a:pt x="273369" y="2088239"/>
                </a:lnTo>
                <a:lnTo>
                  <a:pt x="274325" y="2078384"/>
                </a:lnTo>
                <a:lnTo>
                  <a:pt x="274962" y="2069483"/>
                </a:lnTo>
                <a:lnTo>
                  <a:pt x="275918" y="2059629"/>
                </a:lnTo>
                <a:lnTo>
                  <a:pt x="277193" y="2049774"/>
                </a:lnTo>
                <a:lnTo>
                  <a:pt x="278786" y="2040237"/>
                </a:lnTo>
                <a:lnTo>
                  <a:pt x="280698" y="2030382"/>
                </a:lnTo>
                <a:lnTo>
                  <a:pt x="282929" y="2020846"/>
                </a:lnTo>
                <a:lnTo>
                  <a:pt x="285479" y="2010673"/>
                </a:lnTo>
                <a:lnTo>
                  <a:pt x="288347" y="2000819"/>
                </a:lnTo>
                <a:lnTo>
                  <a:pt x="291533" y="1990328"/>
                </a:lnTo>
                <a:lnTo>
                  <a:pt x="295039" y="1980473"/>
                </a:lnTo>
                <a:lnTo>
                  <a:pt x="299181" y="1970619"/>
                </a:lnTo>
                <a:lnTo>
                  <a:pt x="303324" y="1960446"/>
                </a:lnTo>
                <a:lnTo>
                  <a:pt x="308423" y="1950274"/>
                </a:lnTo>
                <a:lnTo>
                  <a:pt x="313522" y="1940419"/>
                </a:lnTo>
                <a:lnTo>
                  <a:pt x="319258" y="1930247"/>
                </a:lnTo>
                <a:lnTo>
                  <a:pt x="325313" y="1920710"/>
                </a:lnTo>
                <a:lnTo>
                  <a:pt x="331368" y="1910855"/>
                </a:lnTo>
                <a:lnTo>
                  <a:pt x="338697" y="1901318"/>
                </a:lnTo>
                <a:lnTo>
                  <a:pt x="346027" y="1891464"/>
                </a:lnTo>
                <a:lnTo>
                  <a:pt x="353675" y="1881927"/>
                </a:lnTo>
                <a:lnTo>
                  <a:pt x="362279" y="1872708"/>
                </a:lnTo>
                <a:lnTo>
                  <a:pt x="370883" y="1863807"/>
                </a:lnTo>
                <a:lnTo>
                  <a:pt x="380125" y="1854906"/>
                </a:lnTo>
                <a:lnTo>
                  <a:pt x="389685" y="1846005"/>
                </a:lnTo>
                <a:lnTo>
                  <a:pt x="400201" y="1837740"/>
                </a:lnTo>
                <a:lnTo>
                  <a:pt x="411036" y="1829157"/>
                </a:lnTo>
                <a:lnTo>
                  <a:pt x="422190" y="1820892"/>
                </a:lnTo>
                <a:lnTo>
                  <a:pt x="433980" y="1813263"/>
                </a:lnTo>
                <a:lnTo>
                  <a:pt x="446409" y="1805315"/>
                </a:lnTo>
                <a:lnTo>
                  <a:pt x="451189" y="1802772"/>
                </a:lnTo>
                <a:lnTo>
                  <a:pt x="456606" y="1800547"/>
                </a:lnTo>
                <a:lnTo>
                  <a:pt x="461705" y="1798957"/>
                </a:lnTo>
                <a:lnTo>
                  <a:pt x="467441" y="1797686"/>
                </a:lnTo>
                <a:lnTo>
                  <a:pt x="472859" y="1797050"/>
                </a:lnTo>
                <a:close/>
                <a:moveTo>
                  <a:pt x="799783" y="1741488"/>
                </a:moveTo>
                <a:lnTo>
                  <a:pt x="816611" y="1747205"/>
                </a:lnTo>
                <a:lnTo>
                  <a:pt x="833438" y="1753558"/>
                </a:lnTo>
                <a:lnTo>
                  <a:pt x="849631" y="1760228"/>
                </a:lnTo>
                <a:lnTo>
                  <a:pt x="865506" y="1767851"/>
                </a:lnTo>
                <a:lnTo>
                  <a:pt x="881064" y="1776427"/>
                </a:lnTo>
                <a:lnTo>
                  <a:pt x="896304" y="1785321"/>
                </a:lnTo>
                <a:lnTo>
                  <a:pt x="910909" y="1795167"/>
                </a:lnTo>
                <a:lnTo>
                  <a:pt x="925514" y="1805332"/>
                </a:lnTo>
                <a:lnTo>
                  <a:pt x="939166" y="1816131"/>
                </a:lnTo>
                <a:lnTo>
                  <a:pt x="952819" y="1827566"/>
                </a:lnTo>
                <a:lnTo>
                  <a:pt x="965201" y="1839953"/>
                </a:lnTo>
                <a:lnTo>
                  <a:pt x="977584" y="1852976"/>
                </a:lnTo>
                <a:lnTo>
                  <a:pt x="989331" y="1866317"/>
                </a:lnTo>
                <a:lnTo>
                  <a:pt x="1000444" y="1879975"/>
                </a:lnTo>
                <a:lnTo>
                  <a:pt x="1011239" y="1894586"/>
                </a:lnTo>
                <a:lnTo>
                  <a:pt x="1021081" y="1909514"/>
                </a:lnTo>
                <a:lnTo>
                  <a:pt x="1026479" y="1918090"/>
                </a:lnTo>
                <a:lnTo>
                  <a:pt x="1031559" y="1926666"/>
                </a:lnTo>
                <a:lnTo>
                  <a:pt x="1036004" y="1935242"/>
                </a:lnTo>
                <a:lnTo>
                  <a:pt x="1040766" y="1944136"/>
                </a:lnTo>
                <a:lnTo>
                  <a:pt x="1044894" y="1952712"/>
                </a:lnTo>
                <a:lnTo>
                  <a:pt x="1049021" y="1961605"/>
                </a:lnTo>
                <a:lnTo>
                  <a:pt x="1052831" y="1970817"/>
                </a:lnTo>
                <a:lnTo>
                  <a:pt x="1056324" y="1979710"/>
                </a:lnTo>
                <a:lnTo>
                  <a:pt x="1059816" y="1988922"/>
                </a:lnTo>
                <a:lnTo>
                  <a:pt x="1062991" y="1997815"/>
                </a:lnTo>
                <a:lnTo>
                  <a:pt x="1065849" y="2007026"/>
                </a:lnTo>
                <a:lnTo>
                  <a:pt x="1068706" y="2016555"/>
                </a:lnTo>
                <a:lnTo>
                  <a:pt x="1070929" y="2025767"/>
                </a:lnTo>
                <a:lnTo>
                  <a:pt x="1073151" y="2035295"/>
                </a:lnTo>
                <a:lnTo>
                  <a:pt x="1075056" y="2044507"/>
                </a:lnTo>
                <a:lnTo>
                  <a:pt x="1076961" y="2054353"/>
                </a:lnTo>
                <a:lnTo>
                  <a:pt x="1078549" y="2063882"/>
                </a:lnTo>
                <a:lnTo>
                  <a:pt x="1079819" y="2073411"/>
                </a:lnTo>
                <a:lnTo>
                  <a:pt x="1080771" y="2082940"/>
                </a:lnTo>
                <a:lnTo>
                  <a:pt x="1081724" y="2092786"/>
                </a:lnTo>
                <a:lnTo>
                  <a:pt x="1082359" y="2102315"/>
                </a:lnTo>
                <a:lnTo>
                  <a:pt x="1082676" y="2111844"/>
                </a:lnTo>
                <a:lnTo>
                  <a:pt x="1082676" y="2122008"/>
                </a:lnTo>
                <a:lnTo>
                  <a:pt x="1082676" y="2131537"/>
                </a:lnTo>
                <a:lnTo>
                  <a:pt x="1082359" y="2141066"/>
                </a:lnTo>
                <a:lnTo>
                  <a:pt x="1081724" y="2150913"/>
                </a:lnTo>
                <a:lnTo>
                  <a:pt x="1080771" y="2160442"/>
                </a:lnTo>
                <a:lnTo>
                  <a:pt x="1079819" y="2170606"/>
                </a:lnTo>
                <a:lnTo>
                  <a:pt x="1078231" y="2180135"/>
                </a:lnTo>
                <a:lnTo>
                  <a:pt x="1076644" y="2189981"/>
                </a:lnTo>
                <a:lnTo>
                  <a:pt x="1075056" y="2199510"/>
                </a:lnTo>
                <a:lnTo>
                  <a:pt x="1072834" y="2209674"/>
                </a:lnTo>
                <a:lnTo>
                  <a:pt x="1070611" y="2219203"/>
                </a:lnTo>
                <a:lnTo>
                  <a:pt x="1068071" y="2228732"/>
                </a:lnTo>
                <a:lnTo>
                  <a:pt x="1065214" y="2238261"/>
                </a:lnTo>
                <a:lnTo>
                  <a:pt x="1062356" y="2247472"/>
                </a:lnTo>
                <a:lnTo>
                  <a:pt x="1058864" y="2257001"/>
                </a:lnTo>
                <a:lnTo>
                  <a:pt x="1055689" y="2266212"/>
                </a:lnTo>
                <a:lnTo>
                  <a:pt x="1052196" y="2275106"/>
                </a:lnTo>
                <a:lnTo>
                  <a:pt x="1048386" y="2284317"/>
                </a:lnTo>
                <a:lnTo>
                  <a:pt x="1044259" y="2292893"/>
                </a:lnTo>
                <a:lnTo>
                  <a:pt x="1039814" y="2301787"/>
                </a:lnTo>
                <a:lnTo>
                  <a:pt x="1035369" y="2310045"/>
                </a:lnTo>
                <a:lnTo>
                  <a:pt x="1030606" y="2318621"/>
                </a:lnTo>
                <a:lnTo>
                  <a:pt x="1025844" y="2327197"/>
                </a:lnTo>
                <a:lnTo>
                  <a:pt x="1020764" y="2335456"/>
                </a:lnTo>
                <a:lnTo>
                  <a:pt x="1015366" y="2343396"/>
                </a:lnTo>
                <a:lnTo>
                  <a:pt x="1009969" y="2351655"/>
                </a:lnTo>
                <a:lnTo>
                  <a:pt x="1004254" y="2359278"/>
                </a:lnTo>
                <a:lnTo>
                  <a:pt x="998539" y="2366901"/>
                </a:lnTo>
                <a:lnTo>
                  <a:pt x="992506" y="2374524"/>
                </a:lnTo>
                <a:lnTo>
                  <a:pt x="985839" y="2381830"/>
                </a:lnTo>
                <a:lnTo>
                  <a:pt x="979806" y="2389135"/>
                </a:lnTo>
                <a:lnTo>
                  <a:pt x="972821" y="2396440"/>
                </a:lnTo>
                <a:lnTo>
                  <a:pt x="966471" y="2403111"/>
                </a:lnTo>
                <a:lnTo>
                  <a:pt x="959169" y="2409781"/>
                </a:lnTo>
                <a:lnTo>
                  <a:pt x="952184" y="2416451"/>
                </a:lnTo>
                <a:lnTo>
                  <a:pt x="944564" y="2423121"/>
                </a:lnTo>
                <a:lnTo>
                  <a:pt x="937261" y="2429156"/>
                </a:lnTo>
                <a:lnTo>
                  <a:pt x="929641" y="2435191"/>
                </a:lnTo>
                <a:lnTo>
                  <a:pt x="921704" y="2441544"/>
                </a:lnTo>
                <a:lnTo>
                  <a:pt x="913766" y="2447261"/>
                </a:lnTo>
                <a:lnTo>
                  <a:pt x="905511" y="2452661"/>
                </a:lnTo>
                <a:lnTo>
                  <a:pt x="897256" y="2458061"/>
                </a:lnTo>
                <a:lnTo>
                  <a:pt x="884874" y="2465684"/>
                </a:lnTo>
                <a:lnTo>
                  <a:pt x="872809" y="2472354"/>
                </a:lnTo>
                <a:lnTo>
                  <a:pt x="860426" y="2478707"/>
                </a:lnTo>
                <a:lnTo>
                  <a:pt x="847726" y="2484742"/>
                </a:lnTo>
                <a:lnTo>
                  <a:pt x="834708" y="2490141"/>
                </a:lnTo>
                <a:lnTo>
                  <a:pt x="821691" y="2495541"/>
                </a:lnTo>
                <a:lnTo>
                  <a:pt x="808991" y="2499988"/>
                </a:lnTo>
                <a:lnTo>
                  <a:pt x="795338" y="2503799"/>
                </a:lnTo>
                <a:lnTo>
                  <a:pt x="782003" y="2507611"/>
                </a:lnTo>
                <a:lnTo>
                  <a:pt x="768668" y="2510787"/>
                </a:lnTo>
                <a:lnTo>
                  <a:pt x="755016" y="2513328"/>
                </a:lnTo>
                <a:lnTo>
                  <a:pt x="741046" y="2515552"/>
                </a:lnTo>
                <a:lnTo>
                  <a:pt x="727393" y="2517140"/>
                </a:lnTo>
                <a:lnTo>
                  <a:pt x="713741" y="2518728"/>
                </a:lnTo>
                <a:lnTo>
                  <a:pt x="699771" y="2519363"/>
                </a:lnTo>
                <a:lnTo>
                  <a:pt x="685801" y="2519363"/>
                </a:lnTo>
                <a:lnTo>
                  <a:pt x="675958" y="2519363"/>
                </a:lnTo>
                <a:lnTo>
                  <a:pt x="666116" y="2519046"/>
                </a:lnTo>
                <a:lnTo>
                  <a:pt x="646113" y="2517140"/>
                </a:lnTo>
                <a:lnTo>
                  <a:pt x="647701" y="2406922"/>
                </a:lnTo>
                <a:lnTo>
                  <a:pt x="648971" y="2312586"/>
                </a:lnTo>
                <a:lnTo>
                  <a:pt x="650241" y="2242708"/>
                </a:lnTo>
                <a:lnTo>
                  <a:pt x="650876" y="2220156"/>
                </a:lnTo>
                <a:lnTo>
                  <a:pt x="651193" y="2207133"/>
                </a:lnTo>
                <a:lnTo>
                  <a:pt x="653416" y="2182040"/>
                </a:lnTo>
                <a:lnTo>
                  <a:pt x="656273" y="2157583"/>
                </a:lnTo>
                <a:lnTo>
                  <a:pt x="658813" y="2134078"/>
                </a:lnTo>
                <a:lnTo>
                  <a:pt x="661988" y="2111209"/>
                </a:lnTo>
                <a:lnTo>
                  <a:pt x="665481" y="2089293"/>
                </a:lnTo>
                <a:lnTo>
                  <a:pt x="668973" y="2068329"/>
                </a:lnTo>
                <a:lnTo>
                  <a:pt x="672148" y="2048001"/>
                </a:lnTo>
                <a:lnTo>
                  <a:pt x="675958" y="2028625"/>
                </a:lnTo>
                <a:lnTo>
                  <a:pt x="680403" y="2009885"/>
                </a:lnTo>
                <a:lnTo>
                  <a:pt x="684531" y="1991463"/>
                </a:lnTo>
                <a:lnTo>
                  <a:pt x="688658" y="1974311"/>
                </a:lnTo>
                <a:lnTo>
                  <a:pt x="693421" y="1957476"/>
                </a:lnTo>
                <a:lnTo>
                  <a:pt x="697866" y="1941595"/>
                </a:lnTo>
                <a:lnTo>
                  <a:pt x="702946" y="1926031"/>
                </a:lnTo>
                <a:lnTo>
                  <a:pt x="707708" y="1911420"/>
                </a:lnTo>
                <a:lnTo>
                  <a:pt x="712788" y="1897444"/>
                </a:lnTo>
                <a:lnTo>
                  <a:pt x="717868" y="1883786"/>
                </a:lnTo>
                <a:lnTo>
                  <a:pt x="723266" y="1870763"/>
                </a:lnTo>
                <a:lnTo>
                  <a:pt x="728663" y="1858693"/>
                </a:lnTo>
                <a:lnTo>
                  <a:pt x="733743" y="1846941"/>
                </a:lnTo>
                <a:lnTo>
                  <a:pt x="739141" y="1835824"/>
                </a:lnTo>
                <a:lnTo>
                  <a:pt x="744538" y="1825025"/>
                </a:lnTo>
                <a:lnTo>
                  <a:pt x="750253" y="1814543"/>
                </a:lnTo>
                <a:lnTo>
                  <a:pt x="755651" y="1804696"/>
                </a:lnTo>
                <a:lnTo>
                  <a:pt x="761366" y="1795485"/>
                </a:lnTo>
                <a:lnTo>
                  <a:pt x="766763" y="1786591"/>
                </a:lnTo>
                <a:lnTo>
                  <a:pt x="777876" y="1770392"/>
                </a:lnTo>
                <a:lnTo>
                  <a:pt x="788988" y="1755464"/>
                </a:lnTo>
                <a:lnTo>
                  <a:pt x="799783" y="1741488"/>
                </a:lnTo>
                <a:close/>
                <a:moveTo>
                  <a:pt x="687070" y="1632268"/>
                </a:moveTo>
                <a:lnTo>
                  <a:pt x="675640" y="1632585"/>
                </a:lnTo>
                <a:lnTo>
                  <a:pt x="663575" y="1632585"/>
                </a:lnTo>
                <a:lnTo>
                  <a:pt x="651828" y="1633538"/>
                </a:lnTo>
                <a:lnTo>
                  <a:pt x="640080" y="1634173"/>
                </a:lnTo>
                <a:lnTo>
                  <a:pt x="628015" y="1635760"/>
                </a:lnTo>
                <a:lnTo>
                  <a:pt x="616585" y="1637348"/>
                </a:lnTo>
                <a:lnTo>
                  <a:pt x="604838" y="1638935"/>
                </a:lnTo>
                <a:lnTo>
                  <a:pt x="592773" y="1641158"/>
                </a:lnTo>
                <a:lnTo>
                  <a:pt x="581343" y="1643381"/>
                </a:lnTo>
                <a:lnTo>
                  <a:pt x="569595" y="1645920"/>
                </a:lnTo>
                <a:lnTo>
                  <a:pt x="558165" y="1649095"/>
                </a:lnTo>
                <a:lnTo>
                  <a:pt x="546735" y="1652270"/>
                </a:lnTo>
                <a:lnTo>
                  <a:pt x="534670" y="1655763"/>
                </a:lnTo>
                <a:lnTo>
                  <a:pt x="523240" y="1659573"/>
                </a:lnTo>
                <a:lnTo>
                  <a:pt x="512128" y="1663700"/>
                </a:lnTo>
                <a:lnTo>
                  <a:pt x="500698" y="1668145"/>
                </a:lnTo>
                <a:lnTo>
                  <a:pt x="489268" y="1672908"/>
                </a:lnTo>
                <a:lnTo>
                  <a:pt x="478155" y="1678305"/>
                </a:lnTo>
                <a:lnTo>
                  <a:pt x="467043" y="1683703"/>
                </a:lnTo>
                <a:lnTo>
                  <a:pt x="455930" y="1689418"/>
                </a:lnTo>
                <a:lnTo>
                  <a:pt x="444818" y="1695133"/>
                </a:lnTo>
                <a:lnTo>
                  <a:pt x="434023" y="1701483"/>
                </a:lnTo>
                <a:lnTo>
                  <a:pt x="423545" y="1708150"/>
                </a:lnTo>
                <a:lnTo>
                  <a:pt x="412750" y="1714818"/>
                </a:lnTo>
                <a:lnTo>
                  <a:pt x="402273" y="1721803"/>
                </a:lnTo>
                <a:lnTo>
                  <a:pt x="392430" y="1729423"/>
                </a:lnTo>
                <a:lnTo>
                  <a:pt x="382588" y="1736726"/>
                </a:lnTo>
                <a:lnTo>
                  <a:pt x="373063" y="1744663"/>
                </a:lnTo>
                <a:lnTo>
                  <a:pt x="363220" y="1752283"/>
                </a:lnTo>
                <a:lnTo>
                  <a:pt x="354330" y="1760856"/>
                </a:lnTo>
                <a:lnTo>
                  <a:pt x="345440" y="1768793"/>
                </a:lnTo>
                <a:lnTo>
                  <a:pt x="336550" y="1777683"/>
                </a:lnTo>
                <a:lnTo>
                  <a:pt x="328295" y="1785938"/>
                </a:lnTo>
                <a:lnTo>
                  <a:pt x="320040" y="1795146"/>
                </a:lnTo>
                <a:lnTo>
                  <a:pt x="312103" y="1804036"/>
                </a:lnTo>
                <a:lnTo>
                  <a:pt x="304483" y="1813243"/>
                </a:lnTo>
                <a:lnTo>
                  <a:pt x="297180" y="1822768"/>
                </a:lnTo>
                <a:lnTo>
                  <a:pt x="289878" y="1832293"/>
                </a:lnTo>
                <a:lnTo>
                  <a:pt x="282893" y="1841818"/>
                </a:lnTo>
                <a:lnTo>
                  <a:pt x="276225" y="1851978"/>
                </a:lnTo>
                <a:lnTo>
                  <a:pt x="269875" y="1861821"/>
                </a:lnTo>
                <a:lnTo>
                  <a:pt x="263842" y="1871663"/>
                </a:lnTo>
                <a:lnTo>
                  <a:pt x="257810" y="1882141"/>
                </a:lnTo>
                <a:lnTo>
                  <a:pt x="252095" y="1892301"/>
                </a:lnTo>
                <a:lnTo>
                  <a:pt x="246697" y="1903096"/>
                </a:lnTo>
                <a:lnTo>
                  <a:pt x="241617" y="1913573"/>
                </a:lnTo>
                <a:lnTo>
                  <a:pt x="236855" y="1924051"/>
                </a:lnTo>
                <a:lnTo>
                  <a:pt x="232092" y="1935163"/>
                </a:lnTo>
                <a:lnTo>
                  <a:pt x="227965" y="1945958"/>
                </a:lnTo>
                <a:lnTo>
                  <a:pt x="223837" y="1957071"/>
                </a:lnTo>
                <a:lnTo>
                  <a:pt x="220027" y="1968183"/>
                </a:lnTo>
                <a:lnTo>
                  <a:pt x="216535" y="1979296"/>
                </a:lnTo>
                <a:lnTo>
                  <a:pt x="213360" y="1990726"/>
                </a:lnTo>
                <a:lnTo>
                  <a:pt x="210502" y="2001838"/>
                </a:lnTo>
                <a:lnTo>
                  <a:pt x="207645" y="2013268"/>
                </a:lnTo>
                <a:lnTo>
                  <a:pt x="205105" y="2024698"/>
                </a:lnTo>
                <a:lnTo>
                  <a:pt x="203200" y="2036763"/>
                </a:lnTo>
                <a:lnTo>
                  <a:pt x="201295" y="2048193"/>
                </a:lnTo>
                <a:lnTo>
                  <a:pt x="199390" y="2059623"/>
                </a:lnTo>
                <a:lnTo>
                  <a:pt x="198120" y="2071371"/>
                </a:lnTo>
                <a:lnTo>
                  <a:pt x="196850" y="2082801"/>
                </a:lnTo>
                <a:lnTo>
                  <a:pt x="196215" y="2094866"/>
                </a:lnTo>
                <a:lnTo>
                  <a:pt x="195897" y="2106613"/>
                </a:lnTo>
                <a:lnTo>
                  <a:pt x="195580" y="2118043"/>
                </a:lnTo>
                <a:lnTo>
                  <a:pt x="195580" y="2129791"/>
                </a:lnTo>
                <a:lnTo>
                  <a:pt x="195897" y="2141856"/>
                </a:lnTo>
                <a:lnTo>
                  <a:pt x="196532" y="2153603"/>
                </a:lnTo>
                <a:lnTo>
                  <a:pt x="197485" y="2165668"/>
                </a:lnTo>
                <a:lnTo>
                  <a:pt x="198437" y="2177098"/>
                </a:lnTo>
                <a:lnTo>
                  <a:pt x="200025" y="2188846"/>
                </a:lnTo>
                <a:lnTo>
                  <a:pt x="201930" y="2200593"/>
                </a:lnTo>
                <a:lnTo>
                  <a:pt x="203835" y="2212023"/>
                </a:lnTo>
                <a:lnTo>
                  <a:pt x="206057" y="2224088"/>
                </a:lnTo>
                <a:lnTo>
                  <a:pt x="208915" y="2235518"/>
                </a:lnTo>
                <a:lnTo>
                  <a:pt x="211772" y="2247266"/>
                </a:lnTo>
                <a:lnTo>
                  <a:pt x="215265" y="2258696"/>
                </a:lnTo>
                <a:lnTo>
                  <a:pt x="218757" y="2270443"/>
                </a:lnTo>
                <a:lnTo>
                  <a:pt x="222567" y="2281873"/>
                </a:lnTo>
                <a:lnTo>
                  <a:pt x="226695" y="2293303"/>
                </a:lnTo>
                <a:lnTo>
                  <a:pt x="231140" y="2304733"/>
                </a:lnTo>
                <a:lnTo>
                  <a:pt x="235902" y="2315846"/>
                </a:lnTo>
                <a:lnTo>
                  <a:pt x="240982" y="2327276"/>
                </a:lnTo>
                <a:lnTo>
                  <a:pt x="246380" y="2338388"/>
                </a:lnTo>
                <a:lnTo>
                  <a:pt x="252095" y="2349501"/>
                </a:lnTo>
                <a:lnTo>
                  <a:pt x="257810" y="2360296"/>
                </a:lnTo>
                <a:lnTo>
                  <a:pt x="264160" y="2371408"/>
                </a:lnTo>
                <a:lnTo>
                  <a:pt x="270827" y="2381886"/>
                </a:lnTo>
                <a:lnTo>
                  <a:pt x="277813" y="2392681"/>
                </a:lnTo>
                <a:lnTo>
                  <a:pt x="284798" y="2403158"/>
                </a:lnTo>
                <a:lnTo>
                  <a:pt x="292100" y="2413001"/>
                </a:lnTo>
                <a:lnTo>
                  <a:pt x="299720" y="2422843"/>
                </a:lnTo>
                <a:lnTo>
                  <a:pt x="307658" y="2432368"/>
                </a:lnTo>
                <a:lnTo>
                  <a:pt x="315595" y="2442211"/>
                </a:lnTo>
                <a:lnTo>
                  <a:pt x="323533" y="2451101"/>
                </a:lnTo>
                <a:lnTo>
                  <a:pt x="332105" y="2459991"/>
                </a:lnTo>
                <a:lnTo>
                  <a:pt x="340360" y="2468881"/>
                </a:lnTo>
                <a:lnTo>
                  <a:pt x="349250" y="2477136"/>
                </a:lnTo>
                <a:lnTo>
                  <a:pt x="358140" y="2485391"/>
                </a:lnTo>
                <a:lnTo>
                  <a:pt x="367348" y="2493328"/>
                </a:lnTo>
                <a:lnTo>
                  <a:pt x="376238" y="2500948"/>
                </a:lnTo>
                <a:lnTo>
                  <a:pt x="385445" y="2508251"/>
                </a:lnTo>
                <a:lnTo>
                  <a:pt x="394970" y="2515553"/>
                </a:lnTo>
                <a:lnTo>
                  <a:pt x="405130" y="2522538"/>
                </a:lnTo>
                <a:lnTo>
                  <a:pt x="414655" y="2528888"/>
                </a:lnTo>
                <a:lnTo>
                  <a:pt x="424498" y="2535556"/>
                </a:lnTo>
                <a:lnTo>
                  <a:pt x="434975" y="2541588"/>
                </a:lnTo>
                <a:lnTo>
                  <a:pt x="445135" y="2547621"/>
                </a:lnTo>
                <a:lnTo>
                  <a:pt x="455613" y="2553018"/>
                </a:lnTo>
                <a:lnTo>
                  <a:pt x="465773" y="2558416"/>
                </a:lnTo>
                <a:lnTo>
                  <a:pt x="476568" y="2563813"/>
                </a:lnTo>
                <a:lnTo>
                  <a:pt x="487363" y="2568258"/>
                </a:lnTo>
                <a:lnTo>
                  <a:pt x="498158" y="2573021"/>
                </a:lnTo>
                <a:lnTo>
                  <a:pt x="509270" y="2577466"/>
                </a:lnTo>
                <a:lnTo>
                  <a:pt x="520065" y="2581276"/>
                </a:lnTo>
                <a:lnTo>
                  <a:pt x="531178" y="2585086"/>
                </a:lnTo>
                <a:lnTo>
                  <a:pt x="542290" y="2588896"/>
                </a:lnTo>
                <a:lnTo>
                  <a:pt x="553720" y="2592071"/>
                </a:lnTo>
                <a:lnTo>
                  <a:pt x="564833" y="2594928"/>
                </a:lnTo>
                <a:lnTo>
                  <a:pt x="576580" y="2597786"/>
                </a:lnTo>
                <a:lnTo>
                  <a:pt x="588010" y="2600326"/>
                </a:lnTo>
                <a:lnTo>
                  <a:pt x="599440" y="2602231"/>
                </a:lnTo>
                <a:lnTo>
                  <a:pt x="611188" y="2604136"/>
                </a:lnTo>
                <a:lnTo>
                  <a:pt x="622618" y="2605724"/>
                </a:lnTo>
                <a:lnTo>
                  <a:pt x="634683" y="2607311"/>
                </a:lnTo>
                <a:lnTo>
                  <a:pt x="646113" y="2608581"/>
                </a:lnTo>
                <a:lnTo>
                  <a:pt x="657860" y="2609216"/>
                </a:lnTo>
                <a:lnTo>
                  <a:pt x="669925" y="2609534"/>
                </a:lnTo>
                <a:lnTo>
                  <a:pt x="681355" y="2609851"/>
                </a:lnTo>
                <a:lnTo>
                  <a:pt x="693103" y="2609851"/>
                </a:lnTo>
                <a:lnTo>
                  <a:pt x="704850" y="2609534"/>
                </a:lnTo>
                <a:lnTo>
                  <a:pt x="716915" y="2608899"/>
                </a:lnTo>
                <a:lnTo>
                  <a:pt x="728345" y="2607946"/>
                </a:lnTo>
                <a:lnTo>
                  <a:pt x="740093" y="2606676"/>
                </a:lnTo>
                <a:lnTo>
                  <a:pt x="752158" y="2605406"/>
                </a:lnTo>
                <a:lnTo>
                  <a:pt x="763905" y="2603501"/>
                </a:lnTo>
                <a:lnTo>
                  <a:pt x="775335" y="2601279"/>
                </a:lnTo>
                <a:lnTo>
                  <a:pt x="787083" y="2598738"/>
                </a:lnTo>
                <a:lnTo>
                  <a:pt x="798830" y="2596198"/>
                </a:lnTo>
                <a:lnTo>
                  <a:pt x="810578" y="2593658"/>
                </a:lnTo>
                <a:lnTo>
                  <a:pt x="822008" y="2590166"/>
                </a:lnTo>
                <a:lnTo>
                  <a:pt x="833438" y="2586673"/>
                </a:lnTo>
                <a:lnTo>
                  <a:pt x="844868" y="2582863"/>
                </a:lnTo>
                <a:lnTo>
                  <a:pt x="856615" y="2578736"/>
                </a:lnTo>
                <a:lnTo>
                  <a:pt x="867410" y="2573973"/>
                </a:lnTo>
                <a:lnTo>
                  <a:pt x="879158" y="2569528"/>
                </a:lnTo>
                <a:lnTo>
                  <a:pt x="890270" y="2564131"/>
                </a:lnTo>
                <a:lnTo>
                  <a:pt x="901383" y="2558733"/>
                </a:lnTo>
                <a:lnTo>
                  <a:pt x="912178" y="2553336"/>
                </a:lnTo>
                <a:lnTo>
                  <a:pt x="923290" y="2547303"/>
                </a:lnTo>
                <a:lnTo>
                  <a:pt x="934085" y="2540636"/>
                </a:lnTo>
                <a:lnTo>
                  <a:pt x="944880" y="2534286"/>
                </a:lnTo>
                <a:lnTo>
                  <a:pt x="955675" y="2527301"/>
                </a:lnTo>
                <a:lnTo>
                  <a:pt x="965835" y="2520633"/>
                </a:lnTo>
                <a:lnTo>
                  <a:pt x="976313" y="2512696"/>
                </a:lnTo>
                <a:lnTo>
                  <a:pt x="986155" y="2505711"/>
                </a:lnTo>
                <a:lnTo>
                  <a:pt x="995680" y="2497456"/>
                </a:lnTo>
                <a:lnTo>
                  <a:pt x="1005205" y="2489836"/>
                </a:lnTo>
                <a:lnTo>
                  <a:pt x="1014095" y="2481581"/>
                </a:lnTo>
                <a:lnTo>
                  <a:pt x="1023303" y="2473326"/>
                </a:lnTo>
                <a:lnTo>
                  <a:pt x="1031558" y="2464753"/>
                </a:lnTo>
                <a:lnTo>
                  <a:pt x="1040130" y="2456181"/>
                </a:lnTo>
                <a:lnTo>
                  <a:pt x="1048385" y="2446973"/>
                </a:lnTo>
                <a:lnTo>
                  <a:pt x="1056640" y="2438083"/>
                </a:lnTo>
                <a:lnTo>
                  <a:pt x="1064260" y="2429193"/>
                </a:lnTo>
                <a:lnTo>
                  <a:pt x="1071563" y="2419351"/>
                </a:lnTo>
                <a:lnTo>
                  <a:pt x="1078865" y="2409826"/>
                </a:lnTo>
                <a:lnTo>
                  <a:pt x="1085533" y="2400301"/>
                </a:lnTo>
                <a:lnTo>
                  <a:pt x="1092200" y="2390458"/>
                </a:lnTo>
                <a:lnTo>
                  <a:pt x="1098550" y="2380616"/>
                </a:lnTo>
                <a:lnTo>
                  <a:pt x="1104583" y="2370456"/>
                </a:lnTo>
                <a:lnTo>
                  <a:pt x="1110933" y="2360296"/>
                </a:lnTo>
                <a:lnTo>
                  <a:pt x="1116330" y="2349818"/>
                </a:lnTo>
                <a:lnTo>
                  <a:pt x="1121728" y="2339023"/>
                </a:lnTo>
                <a:lnTo>
                  <a:pt x="1126808" y="2328863"/>
                </a:lnTo>
                <a:lnTo>
                  <a:pt x="1131570" y="2318068"/>
                </a:lnTo>
                <a:lnTo>
                  <a:pt x="1136015" y="2306956"/>
                </a:lnTo>
                <a:lnTo>
                  <a:pt x="1140778" y="2296478"/>
                </a:lnTo>
                <a:lnTo>
                  <a:pt x="1144588" y="2285366"/>
                </a:lnTo>
                <a:lnTo>
                  <a:pt x="1148398" y="2274253"/>
                </a:lnTo>
                <a:lnTo>
                  <a:pt x="1151890" y="2263141"/>
                </a:lnTo>
                <a:lnTo>
                  <a:pt x="1155383" y="2251711"/>
                </a:lnTo>
                <a:lnTo>
                  <a:pt x="1158240" y="2240598"/>
                </a:lnTo>
                <a:lnTo>
                  <a:pt x="1161098" y="2228851"/>
                </a:lnTo>
                <a:lnTo>
                  <a:pt x="1163320" y="2217421"/>
                </a:lnTo>
                <a:lnTo>
                  <a:pt x="1165543" y="2205673"/>
                </a:lnTo>
                <a:lnTo>
                  <a:pt x="1167448" y="2194243"/>
                </a:lnTo>
                <a:lnTo>
                  <a:pt x="1169035" y="2182813"/>
                </a:lnTo>
                <a:lnTo>
                  <a:pt x="1170305" y="2170748"/>
                </a:lnTo>
                <a:lnTo>
                  <a:pt x="1171258" y="2159318"/>
                </a:lnTo>
                <a:lnTo>
                  <a:pt x="1172210" y="2147571"/>
                </a:lnTo>
                <a:lnTo>
                  <a:pt x="1172845" y="2135823"/>
                </a:lnTo>
                <a:lnTo>
                  <a:pt x="1172845" y="2123758"/>
                </a:lnTo>
                <a:lnTo>
                  <a:pt x="1172845" y="2112328"/>
                </a:lnTo>
                <a:lnTo>
                  <a:pt x="1172528" y="2100581"/>
                </a:lnTo>
                <a:lnTo>
                  <a:pt x="1172210" y="2088516"/>
                </a:lnTo>
                <a:lnTo>
                  <a:pt x="1170940" y="2076768"/>
                </a:lnTo>
                <a:lnTo>
                  <a:pt x="1169670" y="2065021"/>
                </a:lnTo>
                <a:lnTo>
                  <a:pt x="1168083" y="2053591"/>
                </a:lnTo>
                <a:lnTo>
                  <a:pt x="1166813" y="2041526"/>
                </a:lnTo>
                <a:lnTo>
                  <a:pt x="1164273" y="2029778"/>
                </a:lnTo>
                <a:lnTo>
                  <a:pt x="1162050" y="2018348"/>
                </a:lnTo>
                <a:lnTo>
                  <a:pt x="1159510" y="2006283"/>
                </a:lnTo>
                <a:lnTo>
                  <a:pt x="1156335" y="1994853"/>
                </a:lnTo>
                <a:lnTo>
                  <a:pt x="1153478" y="1983423"/>
                </a:lnTo>
                <a:lnTo>
                  <a:pt x="1149985" y="1971993"/>
                </a:lnTo>
                <a:lnTo>
                  <a:pt x="1145540" y="1960563"/>
                </a:lnTo>
                <a:lnTo>
                  <a:pt x="1141730" y="1949133"/>
                </a:lnTo>
                <a:lnTo>
                  <a:pt x="1137285" y="1937386"/>
                </a:lnTo>
                <a:lnTo>
                  <a:pt x="1132205" y="1926591"/>
                </a:lnTo>
                <a:lnTo>
                  <a:pt x="1127443" y="1914843"/>
                </a:lnTo>
                <a:lnTo>
                  <a:pt x="1122045" y="1903731"/>
                </a:lnTo>
                <a:lnTo>
                  <a:pt x="1116330" y="1892936"/>
                </a:lnTo>
                <a:lnTo>
                  <a:pt x="1110615" y="1882141"/>
                </a:lnTo>
                <a:lnTo>
                  <a:pt x="1103948" y="1871028"/>
                </a:lnTo>
                <a:lnTo>
                  <a:pt x="1097598" y="1860233"/>
                </a:lnTo>
                <a:lnTo>
                  <a:pt x="1090613" y="1849438"/>
                </a:lnTo>
                <a:lnTo>
                  <a:pt x="1083310" y="1839278"/>
                </a:lnTo>
                <a:lnTo>
                  <a:pt x="1076008" y="1829436"/>
                </a:lnTo>
                <a:lnTo>
                  <a:pt x="1068388" y="1819276"/>
                </a:lnTo>
                <a:lnTo>
                  <a:pt x="1060768" y="1809751"/>
                </a:lnTo>
                <a:lnTo>
                  <a:pt x="1053148" y="1800226"/>
                </a:lnTo>
                <a:lnTo>
                  <a:pt x="1044575" y="1791018"/>
                </a:lnTo>
                <a:lnTo>
                  <a:pt x="1036320" y="1782128"/>
                </a:lnTo>
                <a:lnTo>
                  <a:pt x="1027748" y="1773556"/>
                </a:lnTo>
                <a:lnTo>
                  <a:pt x="1019175" y="1764983"/>
                </a:lnTo>
                <a:lnTo>
                  <a:pt x="1010285" y="1757046"/>
                </a:lnTo>
                <a:lnTo>
                  <a:pt x="1001395" y="1749108"/>
                </a:lnTo>
                <a:lnTo>
                  <a:pt x="992188" y="1741171"/>
                </a:lnTo>
                <a:lnTo>
                  <a:pt x="982663" y="1734186"/>
                </a:lnTo>
                <a:lnTo>
                  <a:pt x="973138" y="1726883"/>
                </a:lnTo>
                <a:lnTo>
                  <a:pt x="963613" y="1719898"/>
                </a:lnTo>
                <a:lnTo>
                  <a:pt x="953770" y="1713230"/>
                </a:lnTo>
                <a:lnTo>
                  <a:pt x="943610" y="1706880"/>
                </a:lnTo>
                <a:lnTo>
                  <a:pt x="933768" y="1700848"/>
                </a:lnTo>
                <a:lnTo>
                  <a:pt x="923290" y="1695133"/>
                </a:lnTo>
                <a:lnTo>
                  <a:pt x="913130" y="1689418"/>
                </a:lnTo>
                <a:lnTo>
                  <a:pt x="902335" y="1684020"/>
                </a:lnTo>
                <a:lnTo>
                  <a:pt x="892175" y="1678623"/>
                </a:lnTo>
                <a:lnTo>
                  <a:pt x="881380" y="1673860"/>
                </a:lnTo>
                <a:lnTo>
                  <a:pt x="870268" y="1669415"/>
                </a:lnTo>
                <a:lnTo>
                  <a:pt x="859473" y="1664653"/>
                </a:lnTo>
                <a:lnTo>
                  <a:pt x="848360" y="1660843"/>
                </a:lnTo>
                <a:lnTo>
                  <a:pt x="837248" y="1657033"/>
                </a:lnTo>
                <a:lnTo>
                  <a:pt x="825818" y="1653858"/>
                </a:lnTo>
                <a:lnTo>
                  <a:pt x="814705" y="1650365"/>
                </a:lnTo>
                <a:lnTo>
                  <a:pt x="803275" y="1647190"/>
                </a:lnTo>
                <a:lnTo>
                  <a:pt x="791845" y="1644651"/>
                </a:lnTo>
                <a:lnTo>
                  <a:pt x="780415" y="1642111"/>
                </a:lnTo>
                <a:lnTo>
                  <a:pt x="768985" y="1639888"/>
                </a:lnTo>
                <a:lnTo>
                  <a:pt x="757238" y="1637983"/>
                </a:lnTo>
                <a:lnTo>
                  <a:pt x="745490" y="1636395"/>
                </a:lnTo>
                <a:lnTo>
                  <a:pt x="734060" y="1635125"/>
                </a:lnTo>
                <a:lnTo>
                  <a:pt x="722313" y="1633855"/>
                </a:lnTo>
                <a:lnTo>
                  <a:pt x="710565" y="1632903"/>
                </a:lnTo>
                <a:lnTo>
                  <a:pt x="698818" y="1632585"/>
                </a:lnTo>
                <a:lnTo>
                  <a:pt x="687070" y="1632268"/>
                </a:lnTo>
                <a:close/>
                <a:moveTo>
                  <a:pt x="1446848" y="1466850"/>
                </a:moveTo>
                <a:lnTo>
                  <a:pt x="1448435" y="1479858"/>
                </a:lnTo>
                <a:lnTo>
                  <a:pt x="1450658" y="1496357"/>
                </a:lnTo>
                <a:lnTo>
                  <a:pt x="1453833" y="1515711"/>
                </a:lnTo>
                <a:lnTo>
                  <a:pt x="1457960" y="1538238"/>
                </a:lnTo>
                <a:lnTo>
                  <a:pt x="1468120" y="1591541"/>
                </a:lnTo>
                <a:lnTo>
                  <a:pt x="1480185" y="1653093"/>
                </a:lnTo>
                <a:lnTo>
                  <a:pt x="1494155" y="1721308"/>
                </a:lnTo>
                <a:lnTo>
                  <a:pt x="1509713" y="1794282"/>
                </a:lnTo>
                <a:lnTo>
                  <a:pt x="1525905" y="1870112"/>
                </a:lnTo>
                <a:lnTo>
                  <a:pt x="1542098" y="1946576"/>
                </a:lnTo>
                <a:lnTo>
                  <a:pt x="1574800" y="2092842"/>
                </a:lnTo>
                <a:lnTo>
                  <a:pt x="1602740" y="2217533"/>
                </a:lnTo>
                <a:lnTo>
                  <a:pt x="1629410" y="2336830"/>
                </a:lnTo>
                <a:lnTo>
                  <a:pt x="1730693" y="1746690"/>
                </a:lnTo>
                <a:lnTo>
                  <a:pt x="1671003" y="1606453"/>
                </a:lnTo>
                <a:lnTo>
                  <a:pt x="1768475" y="1514442"/>
                </a:lnTo>
                <a:lnTo>
                  <a:pt x="1798955" y="1514442"/>
                </a:lnTo>
                <a:lnTo>
                  <a:pt x="1806258" y="1514442"/>
                </a:lnTo>
                <a:lnTo>
                  <a:pt x="1836420" y="1514442"/>
                </a:lnTo>
                <a:lnTo>
                  <a:pt x="1933575" y="1606453"/>
                </a:lnTo>
                <a:lnTo>
                  <a:pt x="1873885" y="1746690"/>
                </a:lnTo>
                <a:lnTo>
                  <a:pt x="1975168" y="2336830"/>
                </a:lnTo>
                <a:lnTo>
                  <a:pt x="2002155" y="2217533"/>
                </a:lnTo>
                <a:lnTo>
                  <a:pt x="2030095" y="2092842"/>
                </a:lnTo>
                <a:lnTo>
                  <a:pt x="2062480" y="1946576"/>
                </a:lnTo>
                <a:lnTo>
                  <a:pt x="2078990" y="1870112"/>
                </a:lnTo>
                <a:lnTo>
                  <a:pt x="2094865" y="1794282"/>
                </a:lnTo>
                <a:lnTo>
                  <a:pt x="2110740" y="1721308"/>
                </a:lnTo>
                <a:lnTo>
                  <a:pt x="2124393" y="1653093"/>
                </a:lnTo>
                <a:lnTo>
                  <a:pt x="2136775" y="1591541"/>
                </a:lnTo>
                <a:lnTo>
                  <a:pt x="2146618" y="1538238"/>
                </a:lnTo>
                <a:lnTo>
                  <a:pt x="2150428" y="1515711"/>
                </a:lnTo>
                <a:lnTo>
                  <a:pt x="2153920" y="1496357"/>
                </a:lnTo>
                <a:lnTo>
                  <a:pt x="2156143" y="1479858"/>
                </a:lnTo>
                <a:lnTo>
                  <a:pt x="2157730" y="1466850"/>
                </a:lnTo>
                <a:lnTo>
                  <a:pt x="2164398" y="1469071"/>
                </a:lnTo>
                <a:lnTo>
                  <a:pt x="2173923" y="1471609"/>
                </a:lnTo>
                <a:lnTo>
                  <a:pt x="2226628" y="1488108"/>
                </a:lnTo>
                <a:lnTo>
                  <a:pt x="2293620" y="1509683"/>
                </a:lnTo>
                <a:lnTo>
                  <a:pt x="2331085" y="1522374"/>
                </a:lnTo>
                <a:lnTo>
                  <a:pt x="2370455" y="1535700"/>
                </a:lnTo>
                <a:lnTo>
                  <a:pt x="2411730" y="1549660"/>
                </a:lnTo>
                <a:lnTo>
                  <a:pt x="2453323" y="1564255"/>
                </a:lnTo>
                <a:lnTo>
                  <a:pt x="2495868" y="1579801"/>
                </a:lnTo>
                <a:lnTo>
                  <a:pt x="2538413" y="1595665"/>
                </a:lnTo>
                <a:lnTo>
                  <a:pt x="2580005" y="1612164"/>
                </a:lnTo>
                <a:lnTo>
                  <a:pt x="2620645" y="1628345"/>
                </a:lnTo>
                <a:lnTo>
                  <a:pt x="2659698" y="1644844"/>
                </a:lnTo>
                <a:lnTo>
                  <a:pt x="2678430" y="1653410"/>
                </a:lnTo>
                <a:lnTo>
                  <a:pt x="2696210" y="1661342"/>
                </a:lnTo>
                <a:lnTo>
                  <a:pt x="2713990" y="1669909"/>
                </a:lnTo>
                <a:lnTo>
                  <a:pt x="2730818" y="1678158"/>
                </a:lnTo>
                <a:lnTo>
                  <a:pt x="2747010" y="1686090"/>
                </a:lnTo>
                <a:lnTo>
                  <a:pt x="2761933" y="1694339"/>
                </a:lnTo>
                <a:lnTo>
                  <a:pt x="2773363" y="1705761"/>
                </a:lnTo>
                <a:lnTo>
                  <a:pt x="2785110" y="1718770"/>
                </a:lnTo>
                <a:lnTo>
                  <a:pt x="2798128" y="1733364"/>
                </a:lnTo>
                <a:lnTo>
                  <a:pt x="2805113" y="1741296"/>
                </a:lnTo>
                <a:lnTo>
                  <a:pt x="2811780" y="1749546"/>
                </a:lnTo>
                <a:lnTo>
                  <a:pt x="2818766" y="1758747"/>
                </a:lnTo>
                <a:lnTo>
                  <a:pt x="2825750" y="1768265"/>
                </a:lnTo>
                <a:lnTo>
                  <a:pt x="2833053" y="1778735"/>
                </a:lnTo>
                <a:lnTo>
                  <a:pt x="2839720" y="1789840"/>
                </a:lnTo>
                <a:lnTo>
                  <a:pt x="2847023" y="1801262"/>
                </a:lnTo>
                <a:lnTo>
                  <a:pt x="2854326" y="1813636"/>
                </a:lnTo>
                <a:lnTo>
                  <a:pt x="2861310" y="1826962"/>
                </a:lnTo>
                <a:lnTo>
                  <a:pt x="2867978" y="1840922"/>
                </a:lnTo>
                <a:lnTo>
                  <a:pt x="2874963" y="1855517"/>
                </a:lnTo>
                <a:lnTo>
                  <a:pt x="2881948" y="1871698"/>
                </a:lnTo>
                <a:lnTo>
                  <a:pt x="2888933" y="1887880"/>
                </a:lnTo>
                <a:lnTo>
                  <a:pt x="2895283" y="1905964"/>
                </a:lnTo>
                <a:lnTo>
                  <a:pt x="2901316" y="1924367"/>
                </a:lnTo>
                <a:lnTo>
                  <a:pt x="2907666" y="1944355"/>
                </a:lnTo>
                <a:lnTo>
                  <a:pt x="2913698" y="1964978"/>
                </a:lnTo>
                <a:lnTo>
                  <a:pt x="2919413" y="1986871"/>
                </a:lnTo>
                <a:lnTo>
                  <a:pt x="2924810" y="2010032"/>
                </a:lnTo>
                <a:lnTo>
                  <a:pt x="2930208" y="2034463"/>
                </a:lnTo>
                <a:lnTo>
                  <a:pt x="2934653" y="2059528"/>
                </a:lnTo>
                <a:lnTo>
                  <a:pt x="2939416" y="2086496"/>
                </a:lnTo>
                <a:lnTo>
                  <a:pt x="2943543" y="2114734"/>
                </a:lnTo>
                <a:lnTo>
                  <a:pt x="2947353" y="2144241"/>
                </a:lnTo>
                <a:lnTo>
                  <a:pt x="2950846" y="2175017"/>
                </a:lnTo>
                <a:lnTo>
                  <a:pt x="2953703" y="2207062"/>
                </a:lnTo>
                <a:lnTo>
                  <a:pt x="2954338" y="2215946"/>
                </a:lnTo>
                <a:lnTo>
                  <a:pt x="2954656" y="2230858"/>
                </a:lnTo>
                <a:lnTo>
                  <a:pt x="2955608" y="2275595"/>
                </a:lnTo>
                <a:lnTo>
                  <a:pt x="2957196" y="2411390"/>
                </a:lnTo>
                <a:lnTo>
                  <a:pt x="2959100" y="2583673"/>
                </a:lnTo>
                <a:lnTo>
                  <a:pt x="2960688" y="2760715"/>
                </a:lnTo>
                <a:lnTo>
                  <a:pt x="2908936" y="2767695"/>
                </a:lnTo>
                <a:lnTo>
                  <a:pt x="2857818" y="2773723"/>
                </a:lnTo>
                <a:lnTo>
                  <a:pt x="2806383" y="2779434"/>
                </a:lnTo>
                <a:lnTo>
                  <a:pt x="2755266" y="2784511"/>
                </a:lnTo>
                <a:lnTo>
                  <a:pt x="2702878" y="2788952"/>
                </a:lnTo>
                <a:lnTo>
                  <a:pt x="2649220" y="2793712"/>
                </a:lnTo>
                <a:lnTo>
                  <a:pt x="2536825" y="2802278"/>
                </a:lnTo>
                <a:lnTo>
                  <a:pt x="2535555" y="2668704"/>
                </a:lnTo>
                <a:lnTo>
                  <a:pt x="2534920" y="2527832"/>
                </a:lnTo>
                <a:lnTo>
                  <a:pt x="2534285" y="2333022"/>
                </a:lnTo>
                <a:lnTo>
                  <a:pt x="2534285" y="2318745"/>
                </a:lnTo>
                <a:lnTo>
                  <a:pt x="2533333" y="2305102"/>
                </a:lnTo>
                <a:lnTo>
                  <a:pt x="2531745" y="2291776"/>
                </a:lnTo>
                <a:lnTo>
                  <a:pt x="2530475" y="2279085"/>
                </a:lnTo>
                <a:lnTo>
                  <a:pt x="2527935" y="2266711"/>
                </a:lnTo>
                <a:lnTo>
                  <a:pt x="2525713" y="2254654"/>
                </a:lnTo>
                <a:lnTo>
                  <a:pt x="2522538" y="2243232"/>
                </a:lnTo>
                <a:lnTo>
                  <a:pt x="2519680" y="2232127"/>
                </a:lnTo>
                <a:lnTo>
                  <a:pt x="2515870" y="2221340"/>
                </a:lnTo>
                <a:lnTo>
                  <a:pt x="2512060" y="2210870"/>
                </a:lnTo>
                <a:lnTo>
                  <a:pt x="2508250" y="2200717"/>
                </a:lnTo>
                <a:lnTo>
                  <a:pt x="2503488" y="2191198"/>
                </a:lnTo>
                <a:lnTo>
                  <a:pt x="2499360" y="2181680"/>
                </a:lnTo>
                <a:lnTo>
                  <a:pt x="2494280" y="2172796"/>
                </a:lnTo>
                <a:lnTo>
                  <a:pt x="2489835" y="2163912"/>
                </a:lnTo>
                <a:lnTo>
                  <a:pt x="2484755" y="2155346"/>
                </a:lnTo>
                <a:lnTo>
                  <a:pt x="2484755" y="2813383"/>
                </a:lnTo>
                <a:lnTo>
                  <a:pt x="2405698" y="2818459"/>
                </a:lnTo>
                <a:lnTo>
                  <a:pt x="2323148" y="2822584"/>
                </a:lnTo>
                <a:lnTo>
                  <a:pt x="2238058" y="2826391"/>
                </a:lnTo>
                <a:lnTo>
                  <a:pt x="2150745" y="2829881"/>
                </a:lnTo>
                <a:lnTo>
                  <a:pt x="2062798" y="2832102"/>
                </a:lnTo>
                <a:lnTo>
                  <a:pt x="1974850" y="2834006"/>
                </a:lnTo>
                <a:lnTo>
                  <a:pt x="1887538" y="2835275"/>
                </a:lnTo>
                <a:lnTo>
                  <a:pt x="1802448" y="2835275"/>
                </a:lnTo>
                <a:lnTo>
                  <a:pt x="1750378" y="2835275"/>
                </a:lnTo>
                <a:lnTo>
                  <a:pt x="1697673" y="2834958"/>
                </a:lnTo>
                <a:lnTo>
                  <a:pt x="1644333" y="2834006"/>
                </a:lnTo>
                <a:lnTo>
                  <a:pt x="1590358" y="2833372"/>
                </a:lnTo>
                <a:lnTo>
                  <a:pt x="1536065" y="2832102"/>
                </a:lnTo>
                <a:lnTo>
                  <a:pt x="1482090" y="2830516"/>
                </a:lnTo>
                <a:lnTo>
                  <a:pt x="1427798" y="2829247"/>
                </a:lnTo>
                <a:lnTo>
                  <a:pt x="1374775" y="2826709"/>
                </a:lnTo>
                <a:lnTo>
                  <a:pt x="1257300" y="2643639"/>
                </a:lnTo>
                <a:lnTo>
                  <a:pt x="1274128" y="2624919"/>
                </a:lnTo>
                <a:lnTo>
                  <a:pt x="1290003" y="2605882"/>
                </a:lnTo>
                <a:lnTo>
                  <a:pt x="1305560" y="2585894"/>
                </a:lnTo>
                <a:lnTo>
                  <a:pt x="1319848" y="2565588"/>
                </a:lnTo>
                <a:lnTo>
                  <a:pt x="1334135" y="2544965"/>
                </a:lnTo>
                <a:lnTo>
                  <a:pt x="1347470" y="2524024"/>
                </a:lnTo>
                <a:lnTo>
                  <a:pt x="1360170" y="2502132"/>
                </a:lnTo>
                <a:lnTo>
                  <a:pt x="1371918" y="2480557"/>
                </a:lnTo>
                <a:lnTo>
                  <a:pt x="1383348" y="2458348"/>
                </a:lnTo>
                <a:lnTo>
                  <a:pt x="1393825" y="2435503"/>
                </a:lnTo>
                <a:lnTo>
                  <a:pt x="1403668" y="2412342"/>
                </a:lnTo>
                <a:lnTo>
                  <a:pt x="1412558" y="2389181"/>
                </a:lnTo>
                <a:lnTo>
                  <a:pt x="1420813" y="2365385"/>
                </a:lnTo>
                <a:lnTo>
                  <a:pt x="1428115" y="2341589"/>
                </a:lnTo>
                <a:lnTo>
                  <a:pt x="1435100" y="2317158"/>
                </a:lnTo>
                <a:lnTo>
                  <a:pt x="1441133" y="2293045"/>
                </a:lnTo>
                <a:lnTo>
                  <a:pt x="1444943" y="2274008"/>
                </a:lnTo>
                <a:lnTo>
                  <a:pt x="1448753" y="2254972"/>
                </a:lnTo>
                <a:lnTo>
                  <a:pt x="1451928" y="2236252"/>
                </a:lnTo>
                <a:lnTo>
                  <a:pt x="1454785" y="2217215"/>
                </a:lnTo>
                <a:lnTo>
                  <a:pt x="1456690" y="2198179"/>
                </a:lnTo>
                <a:lnTo>
                  <a:pt x="1458595" y="2179142"/>
                </a:lnTo>
                <a:lnTo>
                  <a:pt x="1459548" y="2160105"/>
                </a:lnTo>
                <a:lnTo>
                  <a:pt x="1460500" y="2141068"/>
                </a:lnTo>
                <a:lnTo>
                  <a:pt x="1460818" y="2122349"/>
                </a:lnTo>
                <a:lnTo>
                  <a:pt x="1460500" y="2103312"/>
                </a:lnTo>
                <a:lnTo>
                  <a:pt x="1459548" y="2084593"/>
                </a:lnTo>
                <a:lnTo>
                  <a:pt x="1458913" y="2065873"/>
                </a:lnTo>
                <a:lnTo>
                  <a:pt x="1457008" y="2046519"/>
                </a:lnTo>
                <a:lnTo>
                  <a:pt x="1455103" y="2027800"/>
                </a:lnTo>
                <a:lnTo>
                  <a:pt x="1452880" y="2009715"/>
                </a:lnTo>
                <a:lnTo>
                  <a:pt x="1449705" y="1990995"/>
                </a:lnTo>
                <a:lnTo>
                  <a:pt x="1446213" y="1971958"/>
                </a:lnTo>
                <a:lnTo>
                  <a:pt x="1442403" y="1953874"/>
                </a:lnTo>
                <a:lnTo>
                  <a:pt x="1437958" y="1935471"/>
                </a:lnTo>
                <a:lnTo>
                  <a:pt x="1433195" y="1917069"/>
                </a:lnTo>
                <a:lnTo>
                  <a:pt x="1427798" y="1898984"/>
                </a:lnTo>
                <a:lnTo>
                  <a:pt x="1422083" y="1881217"/>
                </a:lnTo>
                <a:lnTo>
                  <a:pt x="1416050" y="1863132"/>
                </a:lnTo>
                <a:lnTo>
                  <a:pt x="1409383" y="1845364"/>
                </a:lnTo>
                <a:lnTo>
                  <a:pt x="1402715" y="1827596"/>
                </a:lnTo>
                <a:lnTo>
                  <a:pt x="1395095" y="1810146"/>
                </a:lnTo>
                <a:lnTo>
                  <a:pt x="1386840" y="1792696"/>
                </a:lnTo>
                <a:lnTo>
                  <a:pt x="1378585" y="1775563"/>
                </a:lnTo>
                <a:lnTo>
                  <a:pt x="1369695" y="1758429"/>
                </a:lnTo>
                <a:lnTo>
                  <a:pt x="1360488" y="1741614"/>
                </a:lnTo>
                <a:lnTo>
                  <a:pt x="1350963" y="1724798"/>
                </a:lnTo>
                <a:lnTo>
                  <a:pt x="1340485" y="1708299"/>
                </a:lnTo>
                <a:lnTo>
                  <a:pt x="1333500" y="1696877"/>
                </a:lnTo>
                <a:lnTo>
                  <a:pt x="1325563" y="1685773"/>
                </a:lnTo>
                <a:lnTo>
                  <a:pt x="1317943" y="1674668"/>
                </a:lnTo>
                <a:lnTo>
                  <a:pt x="1310323" y="1663563"/>
                </a:lnTo>
                <a:lnTo>
                  <a:pt x="1302385" y="1653093"/>
                </a:lnTo>
                <a:lnTo>
                  <a:pt x="1293813" y="1642623"/>
                </a:lnTo>
                <a:lnTo>
                  <a:pt x="1285558" y="1632152"/>
                </a:lnTo>
                <a:lnTo>
                  <a:pt x="1276985" y="1621999"/>
                </a:lnTo>
                <a:lnTo>
                  <a:pt x="1259523" y="1602011"/>
                </a:lnTo>
                <a:lnTo>
                  <a:pt x="1241425" y="1582657"/>
                </a:lnTo>
                <a:lnTo>
                  <a:pt x="1222693" y="1564255"/>
                </a:lnTo>
                <a:lnTo>
                  <a:pt x="1203325" y="1546170"/>
                </a:lnTo>
                <a:lnTo>
                  <a:pt x="1270953" y="1523008"/>
                </a:lnTo>
                <a:lnTo>
                  <a:pt x="1332865" y="1502702"/>
                </a:lnTo>
                <a:lnTo>
                  <a:pt x="1386840" y="1485569"/>
                </a:lnTo>
                <a:lnTo>
                  <a:pt x="1430655" y="1471609"/>
                </a:lnTo>
                <a:lnTo>
                  <a:pt x="1440815" y="1468754"/>
                </a:lnTo>
                <a:lnTo>
                  <a:pt x="1446848" y="1466850"/>
                </a:lnTo>
                <a:close/>
                <a:moveTo>
                  <a:pt x="671830" y="1436688"/>
                </a:moveTo>
                <a:lnTo>
                  <a:pt x="688658" y="1436688"/>
                </a:lnTo>
                <a:lnTo>
                  <a:pt x="704850" y="1437323"/>
                </a:lnTo>
                <a:lnTo>
                  <a:pt x="721360" y="1437958"/>
                </a:lnTo>
                <a:lnTo>
                  <a:pt x="737870" y="1439228"/>
                </a:lnTo>
                <a:lnTo>
                  <a:pt x="754380" y="1440816"/>
                </a:lnTo>
                <a:lnTo>
                  <a:pt x="770255" y="1442721"/>
                </a:lnTo>
                <a:lnTo>
                  <a:pt x="786765" y="1444943"/>
                </a:lnTo>
                <a:lnTo>
                  <a:pt x="802958" y="1447483"/>
                </a:lnTo>
                <a:lnTo>
                  <a:pt x="818833" y="1450340"/>
                </a:lnTo>
                <a:lnTo>
                  <a:pt x="835025" y="1453515"/>
                </a:lnTo>
                <a:lnTo>
                  <a:pt x="851218" y="1457643"/>
                </a:lnTo>
                <a:lnTo>
                  <a:pt x="866775" y="1461771"/>
                </a:lnTo>
                <a:lnTo>
                  <a:pt x="882333" y="1466215"/>
                </a:lnTo>
                <a:lnTo>
                  <a:pt x="898208" y="1471295"/>
                </a:lnTo>
                <a:lnTo>
                  <a:pt x="913765" y="1476693"/>
                </a:lnTo>
                <a:lnTo>
                  <a:pt x="929005" y="1482408"/>
                </a:lnTo>
                <a:lnTo>
                  <a:pt x="944563" y="1488440"/>
                </a:lnTo>
                <a:lnTo>
                  <a:pt x="959803" y="1495108"/>
                </a:lnTo>
                <a:lnTo>
                  <a:pt x="974725" y="1501458"/>
                </a:lnTo>
                <a:lnTo>
                  <a:pt x="989648" y="1508760"/>
                </a:lnTo>
                <a:lnTo>
                  <a:pt x="1004253" y="1516380"/>
                </a:lnTo>
                <a:lnTo>
                  <a:pt x="1018540" y="1524318"/>
                </a:lnTo>
                <a:lnTo>
                  <a:pt x="1033145" y="1532573"/>
                </a:lnTo>
                <a:lnTo>
                  <a:pt x="1047433" y="1541146"/>
                </a:lnTo>
                <a:lnTo>
                  <a:pt x="1061085" y="1550035"/>
                </a:lnTo>
                <a:lnTo>
                  <a:pt x="1075373" y="1559560"/>
                </a:lnTo>
                <a:lnTo>
                  <a:pt x="1088708" y="1569085"/>
                </a:lnTo>
                <a:lnTo>
                  <a:pt x="1102043" y="1579245"/>
                </a:lnTo>
                <a:lnTo>
                  <a:pt x="1115378" y="1589723"/>
                </a:lnTo>
                <a:lnTo>
                  <a:pt x="1128078" y="1600518"/>
                </a:lnTo>
                <a:lnTo>
                  <a:pt x="1141095" y="1611630"/>
                </a:lnTo>
                <a:lnTo>
                  <a:pt x="1153478" y="1623061"/>
                </a:lnTo>
                <a:lnTo>
                  <a:pt x="1165543" y="1634490"/>
                </a:lnTo>
                <a:lnTo>
                  <a:pt x="1177290" y="1646873"/>
                </a:lnTo>
                <a:lnTo>
                  <a:pt x="1189355" y="1659573"/>
                </a:lnTo>
                <a:lnTo>
                  <a:pt x="1200785" y="1671955"/>
                </a:lnTo>
                <a:lnTo>
                  <a:pt x="1211898" y="1685608"/>
                </a:lnTo>
                <a:lnTo>
                  <a:pt x="1222693" y="1698943"/>
                </a:lnTo>
                <a:lnTo>
                  <a:pt x="1233170" y="1712595"/>
                </a:lnTo>
                <a:lnTo>
                  <a:pt x="1243330" y="1726883"/>
                </a:lnTo>
                <a:lnTo>
                  <a:pt x="1253173" y="1741171"/>
                </a:lnTo>
                <a:lnTo>
                  <a:pt x="1262698" y="1755776"/>
                </a:lnTo>
                <a:lnTo>
                  <a:pt x="1272223" y="1771016"/>
                </a:lnTo>
                <a:lnTo>
                  <a:pt x="1280795" y="1785938"/>
                </a:lnTo>
                <a:lnTo>
                  <a:pt x="1289050" y="1801496"/>
                </a:lnTo>
                <a:lnTo>
                  <a:pt x="1297305" y="1817053"/>
                </a:lnTo>
                <a:lnTo>
                  <a:pt x="1304925" y="1832293"/>
                </a:lnTo>
                <a:lnTo>
                  <a:pt x="1311593" y="1848168"/>
                </a:lnTo>
                <a:lnTo>
                  <a:pt x="1318578" y="1864043"/>
                </a:lnTo>
                <a:lnTo>
                  <a:pt x="1324610" y="1879918"/>
                </a:lnTo>
                <a:lnTo>
                  <a:pt x="1330325" y="1895793"/>
                </a:lnTo>
                <a:lnTo>
                  <a:pt x="1335723" y="1911986"/>
                </a:lnTo>
                <a:lnTo>
                  <a:pt x="1340803" y="1927861"/>
                </a:lnTo>
                <a:lnTo>
                  <a:pt x="1345248" y="1944371"/>
                </a:lnTo>
                <a:lnTo>
                  <a:pt x="1349693" y="1960881"/>
                </a:lnTo>
                <a:lnTo>
                  <a:pt x="1353503" y="1977073"/>
                </a:lnTo>
                <a:lnTo>
                  <a:pt x="1356360" y="1993266"/>
                </a:lnTo>
                <a:lnTo>
                  <a:pt x="1359535" y="2009776"/>
                </a:lnTo>
                <a:lnTo>
                  <a:pt x="1361758" y="2026286"/>
                </a:lnTo>
                <a:lnTo>
                  <a:pt x="1363980" y="2042796"/>
                </a:lnTo>
                <a:lnTo>
                  <a:pt x="1365568" y="2059623"/>
                </a:lnTo>
                <a:lnTo>
                  <a:pt x="1367155" y="2076133"/>
                </a:lnTo>
                <a:lnTo>
                  <a:pt x="1367790" y="2092326"/>
                </a:lnTo>
                <a:lnTo>
                  <a:pt x="1368425" y="2108836"/>
                </a:lnTo>
                <a:lnTo>
                  <a:pt x="1368425" y="2125346"/>
                </a:lnTo>
                <a:lnTo>
                  <a:pt x="1368425" y="2141856"/>
                </a:lnTo>
                <a:lnTo>
                  <a:pt x="1367473" y="2158366"/>
                </a:lnTo>
                <a:lnTo>
                  <a:pt x="1366520" y="2174558"/>
                </a:lnTo>
                <a:lnTo>
                  <a:pt x="1364933" y="2191068"/>
                </a:lnTo>
                <a:lnTo>
                  <a:pt x="1363028" y="2207578"/>
                </a:lnTo>
                <a:lnTo>
                  <a:pt x="1360805" y="2223771"/>
                </a:lnTo>
                <a:lnTo>
                  <a:pt x="1357948" y="2239963"/>
                </a:lnTo>
                <a:lnTo>
                  <a:pt x="1354773" y="2256156"/>
                </a:lnTo>
                <a:lnTo>
                  <a:pt x="1351598" y="2272348"/>
                </a:lnTo>
                <a:lnTo>
                  <a:pt x="1348423" y="2284731"/>
                </a:lnTo>
                <a:lnTo>
                  <a:pt x="1345248" y="2297431"/>
                </a:lnTo>
                <a:lnTo>
                  <a:pt x="1342073" y="2309813"/>
                </a:lnTo>
                <a:lnTo>
                  <a:pt x="1337945" y="2322196"/>
                </a:lnTo>
                <a:lnTo>
                  <a:pt x="1334135" y="2334578"/>
                </a:lnTo>
                <a:lnTo>
                  <a:pt x="1330008" y="2347278"/>
                </a:lnTo>
                <a:lnTo>
                  <a:pt x="1325563" y="2359343"/>
                </a:lnTo>
                <a:lnTo>
                  <a:pt x="1320800" y="2371408"/>
                </a:lnTo>
                <a:lnTo>
                  <a:pt x="1316038" y="2383473"/>
                </a:lnTo>
                <a:lnTo>
                  <a:pt x="1310958" y="2395538"/>
                </a:lnTo>
                <a:lnTo>
                  <a:pt x="1305560" y="2407286"/>
                </a:lnTo>
                <a:lnTo>
                  <a:pt x="1299845" y="2419033"/>
                </a:lnTo>
                <a:lnTo>
                  <a:pt x="1294130" y="2431098"/>
                </a:lnTo>
                <a:lnTo>
                  <a:pt x="1288098" y="2442528"/>
                </a:lnTo>
                <a:lnTo>
                  <a:pt x="1281430" y="2453958"/>
                </a:lnTo>
                <a:lnTo>
                  <a:pt x="1275080" y="2465388"/>
                </a:lnTo>
                <a:lnTo>
                  <a:pt x="1268413" y="2476818"/>
                </a:lnTo>
                <a:lnTo>
                  <a:pt x="1261110" y="2487931"/>
                </a:lnTo>
                <a:lnTo>
                  <a:pt x="1253808" y="2499043"/>
                </a:lnTo>
                <a:lnTo>
                  <a:pt x="1246505" y="2509838"/>
                </a:lnTo>
                <a:lnTo>
                  <a:pt x="1238885" y="2520951"/>
                </a:lnTo>
                <a:lnTo>
                  <a:pt x="1230948" y="2531428"/>
                </a:lnTo>
                <a:lnTo>
                  <a:pt x="1223010" y="2541906"/>
                </a:lnTo>
                <a:lnTo>
                  <a:pt x="1214438" y="2552383"/>
                </a:lnTo>
                <a:lnTo>
                  <a:pt x="1206183" y="2562543"/>
                </a:lnTo>
                <a:lnTo>
                  <a:pt x="1197293" y="2573021"/>
                </a:lnTo>
                <a:lnTo>
                  <a:pt x="1188403" y="2582863"/>
                </a:lnTo>
                <a:lnTo>
                  <a:pt x="1179195" y="2592388"/>
                </a:lnTo>
                <a:lnTo>
                  <a:pt x="1169670" y="2602231"/>
                </a:lnTo>
                <a:lnTo>
                  <a:pt x="1160145" y="2611439"/>
                </a:lnTo>
                <a:lnTo>
                  <a:pt x="1150303" y="2620964"/>
                </a:lnTo>
                <a:lnTo>
                  <a:pt x="1140460" y="2630171"/>
                </a:lnTo>
                <a:lnTo>
                  <a:pt x="1455420" y="3124201"/>
                </a:lnTo>
                <a:lnTo>
                  <a:pt x="1458595" y="3128964"/>
                </a:lnTo>
                <a:lnTo>
                  <a:pt x="1461135" y="3134044"/>
                </a:lnTo>
                <a:lnTo>
                  <a:pt x="1463675" y="3139441"/>
                </a:lnTo>
                <a:lnTo>
                  <a:pt x="1465898" y="3144839"/>
                </a:lnTo>
                <a:lnTo>
                  <a:pt x="1467803" y="3150236"/>
                </a:lnTo>
                <a:lnTo>
                  <a:pt x="1469390" y="3155316"/>
                </a:lnTo>
                <a:lnTo>
                  <a:pt x="1470343" y="3160714"/>
                </a:lnTo>
                <a:lnTo>
                  <a:pt x="1471613" y="3166111"/>
                </a:lnTo>
                <a:lnTo>
                  <a:pt x="1472248" y="3171826"/>
                </a:lnTo>
                <a:lnTo>
                  <a:pt x="1472883" y="3177224"/>
                </a:lnTo>
                <a:lnTo>
                  <a:pt x="1473200" y="3182621"/>
                </a:lnTo>
                <a:lnTo>
                  <a:pt x="1473200" y="3188336"/>
                </a:lnTo>
                <a:lnTo>
                  <a:pt x="1472883" y="3193734"/>
                </a:lnTo>
                <a:lnTo>
                  <a:pt x="1471930" y="3199131"/>
                </a:lnTo>
                <a:lnTo>
                  <a:pt x="1471295" y="3204529"/>
                </a:lnTo>
                <a:lnTo>
                  <a:pt x="1470025" y="3209609"/>
                </a:lnTo>
                <a:lnTo>
                  <a:pt x="1469073" y="3215006"/>
                </a:lnTo>
                <a:lnTo>
                  <a:pt x="1467485" y="3220404"/>
                </a:lnTo>
                <a:lnTo>
                  <a:pt x="1465580" y="3225484"/>
                </a:lnTo>
                <a:lnTo>
                  <a:pt x="1463675" y="3230881"/>
                </a:lnTo>
                <a:lnTo>
                  <a:pt x="1461135" y="3235644"/>
                </a:lnTo>
                <a:lnTo>
                  <a:pt x="1458595" y="3240406"/>
                </a:lnTo>
                <a:lnTo>
                  <a:pt x="1455420" y="3245486"/>
                </a:lnTo>
                <a:lnTo>
                  <a:pt x="1452563" y="3249931"/>
                </a:lnTo>
                <a:lnTo>
                  <a:pt x="1449388" y="3254376"/>
                </a:lnTo>
                <a:lnTo>
                  <a:pt x="1445895" y="3258821"/>
                </a:lnTo>
                <a:lnTo>
                  <a:pt x="1442085" y="3262949"/>
                </a:lnTo>
                <a:lnTo>
                  <a:pt x="1437958" y="3266759"/>
                </a:lnTo>
                <a:lnTo>
                  <a:pt x="1433830" y="3270886"/>
                </a:lnTo>
                <a:lnTo>
                  <a:pt x="1429385" y="3274379"/>
                </a:lnTo>
                <a:lnTo>
                  <a:pt x="1424940" y="3277871"/>
                </a:lnTo>
                <a:lnTo>
                  <a:pt x="1419860" y="3281364"/>
                </a:lnTo>
                <a:lnTo>
                  <a:pt x="1415098" y="3283904"/>
                </a:lnTo>
                <a:lnTo>
                  <a:pt x="1409700" y="3287079"/>
                </a:lnTo>
                <a:lnTo>
                  <a:pt x="1404620" y="3289301"/>
                </a:lnTo>
                <a:lnTo>
                  <a:pt x="1399223" y="3291524"/>
                </a:lnTo>
                <a:lnTo>
                  <a:pt x="1393825" y="3293429"/>
                </a:lnTo>
                <a:lnTo>
                  <a:pt x="1388428" y="3295016"/>
                </a:lnTo>
                <a:lnTo>
                  <a:pt x="1382713" y="3296286"/>
                </a:lnTo>
                <a:lnTo>
                  <a:pt x="1377633" y="3297239"/>
                </a:lnTo>
                <a:lnTo>
                  <a:pt x="1372235" y="3298191"/>
                </a:lnTo>
                <a:lnTo>
                  <a:pt x="1366520" y="3298509"/>
                </a:lnTo>
                <a:lnTo>
                  <a:pt x="1361123" y="3298826"/>
                </a:lnTo>
                <a:lnTo>
                  <a:pt x="1355725" y="3298826"/>
                </a:lnTo>
                <a:lnTo>
                  <a:pt x="1350010" y="3298509"/>
                </a:lnTo>
                <a:lnTo>
                  <a:pt x="1344613" y="3297874"/>
                </a:lnTo>
                <a:lnTo>
                  <a:pt x="1339215" y="3296921"/>
                </a:lnTo>
                <a:lnTo>
                  <a:pt x="1333818" y="3295969"/>
                </a:lnTo>
                <a:lnTo>
                  <a:pt x="1328420" y="3294699"/>
                </a:lnTo>
                <a:lnTo>
                  <a:pt x="1323658" y="3293111"/>
                </a:lnTo>
                <a:lnTo>
                  <a:pt x="1318260" y="3291206"/>
                </a:lnTo>
                <a:lnTo>
                  <a:pt x="1313180" y="3289301"/>
                </a:lnTo>
                <a:lnTo>
                  <a:pt x="1308100" y="3287079"/>
                </a:lnTo>
                <a:lnTo>
                  <a:pt x="1303338" y="3284221"/>
                </a:lnTo>
                <a:lnTo>
                  <a:pt x="1298575" y="3281364"/>
                </a:lnTo>
                <a:lnTo>
                  <a:pt x="1293813" y="3278189"/>
                </a:lnTo>
                <a:lnTo>
                  <a:pt x="1289368" y="3275014"/>
                </a:lnTo>
                <a:lnTo>
                  <a:pt x="1284923" y="3271839"/>
                </a:lnTo>
                <a:lnTo>
                  <a:pt x="1280795" y="3268029"/>
                </a:lnTo>
                <a:lnTo>
                  <a:pt x="1276985" y="3263584"/>
                </a:lnTo>
                <a:lnTo>
                  <a:pt x="1273175" y="3259456"/>
                </a:lnTo>
                <a:lnTo>
                  <a:pt x="1269365" y="3255329"/>
                </a:lnTo>
                <a:lnTo>
                  <a:pt x="1265873" y="3250249"/>
                </a:lnTo>
                <a:lnTo>
                  <a:pt x="1262698" y="3245804"/>
                </a:lnTo>
                <a:lnTo>
                  <a:pt x="947420" y="2751774"/>
                </a:lnTo>
                <a:lnTo>
                  <a:pt x="935038" y="2756854"/>
                </a:lnTo>
                <a:lnTo>
                  <a:pt x="922338" y="2761934"/>
                </a:lnTo>
                <a:lnTo>
                  <a:pt x="909638" y="2766379"/>
                </a:lnTo>
                <a:lnTo>
                  <a:pt x="896938" y="2770506"/>
                </a:lnTo>
                <a:lnTo>
                  <a:pt x="883920" y="2774951"/>
                </a:lnTo>
                <a:lnTo>
                  <a:pt x="871538" y="2778761"/>
                </a:lnTo>
                <a:lnTo>
                  <a:pt x="858520" y="2782254"/>
                </a:lnTo>
                <a:lnTo>
                  <a:pt x="845503" y="2785429"/>
                </a:lnTo>
                <a:lnTo>
                  <a:pt x="832485" y="2788604"/>
                </a:lnTo>
                <a:lnTo>
                  <a:pt x="819468" y="2791144"/>
                </a:lnTo>
                <a:lnTo>
                  <a:pt x="806450" y="2794001"/>
                </a:lnTo>
                <a:lnTo>
                  <a:pt x="793433" y="2796224"/>
                </a:lnTo>
                <a:lnTo>
                  <a:pt x="780415" y="2798129"/>
                </a:lnTo>
                <a:lnTo>
                  <a:pt x="767398" y="2799716"/>
                </a:lnTo>
                <a:lnTo>
                  <a:pt x="754063" y="2801304"/>
                </a:lnTo>
                <a:lnTo>
                  <a:pt x="741045" y="2802891"/>
                </a:lnTo>
                <a:lnTo>
                  <a:pt x="728028" y="2803526"/>
                </a:lnTo>
                <a:lnTo>
                  <a:pt x="715010" y="2804161"/>
                </a:lnTo>
                <a:lnTo>
                  <a:pt x="701675" y="2804796"/>
                </a:lnTo>
                <a:lnTo>
                  <a:pt x="688658" y="2805114"/>
                </a:lnTo>
                <a:lnTo>
                  <a:pt x="675640" y="2805114"/>
                </a:lnTo>
                <a:lnTo>
                  <a:pt x="662623" y="2804796"/>
                </a:lnTo>
                <a:lnTo>
                  <a:pt x="649605" y="2804161"/>
                </a:lnTo>
                <a:lnTo>
                  <a:pt x="636588" y="2803526"/>
                </a:lnTo>
                <a:lnTo>
                  <a:pt x="623570" y="2802256"/>
                </a:lnTo>
                <a:lnTo>
                  <a:pt x="610553" y="2801304"/>
                </a:lnTo>
                <a:lnTo>
                  <a:pt x="597535" y="2799716"/>
                </a:lnTo>
                <a:lnTo>
                  <a:pt x="584518" y="2797811"/>
                </a:lnTo>
                <a:lnTo>
                  <a:pt x="571818" y="2795906"/>
                </a:lnTo>
                <a:lnTo>
                  <a:pt x="558800" y="2793684"/>
                </a:lnTo>
                <a:lnTo>
                  <a:pt x="546100" y="2791144"/>
                </a:lnTo>
                <a:lnTo>
                  <a:pt x="533718" y="2788286"/>
                </a:lnTo>
                <a:lnTo>
                  <a:pt x="517525" y="2784794"/>
                </a:lnTo>
                <a:lnTo>
                  <a:pt x="501968" y="2780666"/>
                </a:lnTo>
                <a:lnTo>
                  <a:pt x="485775" y="2775904"/>
                </a:lnTo>
                <a:lnTo>
                  <a:pt x="470218" y="2771141"/>
                </a:lnTo>
                <a:lnTo>
                  <a:pt x="454660" y="2765744"/>
                </a:lnTo>
                <a:lnTo>
                  <a:pt x="439103" y="2760029"/>
                </a:lnTo>
                <a:lnTo>
                  <a:pt x="424180" y="2753679"/>
                </a:lnTo>
                <a:lnTo>
                  <a:pt x="408940" y="2747329"/>
                </a:lnTo>
                <a:lnTo>
                  <a:pt x="394018" y="2740661"/>
                </a:lnTo>
                <a:lnTo>
                  <a:pt x="379095" y="2733676"/>
                </a:lnTo>
                <a:lnTo>
                  <a:pt x="364173" y="2725739"/>
                </a:lnTo>
                <a:lnTo>
                  <a:pt x="349568" y="2717801"/>
                </a:lnTo>
                <a:lnTo>
                  <a:pt x="335598" y="2709864"/>
                </a:lnTo>
                <a:lnTo>
                  <a:pt x="321310" y="2700974"/>
                </a:lnTo>
                <a:lnTo>
                  <a:pt x="307023" y="2692084"/>
                </a:lnTo>
                <a:lnTo>
                  <a:pt x="293370" y="2682559"/>
                </a:lnTo>
                <a:lnTo>
                  <a:pt x="279718" y="2673034"/>
                </a:lnTo>
                <a:lnTo>
                  <a:pt x="266065" y="2663191"/>
                </a:lnTo>
                <a:lnTo>
                  <a:pt x="253047" y="2652396"/>
                </a:lnTo>
                <a:lnTo>
                  <a:pt x="240347" y="2641601"/>
                </a:lnTo>
                <a:lnTo>
                  <a:pt x="227647" y="2630489"/>
                </a:lnTo>
                <a:lnTo>
                  <a:pt x="214947" y="2619059"/>
                </a:lnTo>
                <a:lnTo>
                  <a:pt x="203200" y="2607629"/>
                </a:lnTo>
                <a:lnTo>
                  <a:pt x="190817" y="2595563"/>
                </a:lnTo>
                <a:lnTo>
                  <a:pt x="179387" y="2582863"/>
                </a:lnTo>
                <a:lnTo>
                  <a:pt x="167957" y="2570163"/>
                </a:lnTo>
                <a:lnTo>
                  <a:pt x="156845" y="2556828"/>
                </a:lnTo>
                <a:lnTo>
                  <a:pt x="146050" y="2543493"/>
                </a:lnTo>
                <a:lnTo>
                  <a:pt x="135255" y="2529523"/>
                </a:lnTo>
                <a:lnTo>
                  <a:pt x="125095" y="2515553"/>
                </a:lnTo>
                <a:lnTo>
                  <a:pt x="115252" y="2500948"/>
                </a:lnTo>
                <a:lnTo>
                  <a:pt x="105410" y="2486343"/>
                </a:lnTo>
                <a:lnTo>
                  <a:pt x="96202" y="2471103"/>
                </a:lnTo>
                <a:lnTo>
                  <a:pt x="87630" y="2456181"/>
                </a:lnTo>
                <a:lnTo>
                  <a:pt x="79057" y="2440941"/>
                </a:lnTo>
                <a:lnTo>
                  <a:pt x="71437" y="2425383"/>
                </a:lnTo>
                <a:lnTo>
                  <a:pt x="63817" y="2409826"/>
                </a:lnTo>
                <a:lnTo>
                  <a:pt x="56515" y="2394268"/>
                </a:lnTo>
                <a:lnTo>
                  <a:pt x="50165" y="2378076"/>
                </a:lnTo>
                <a:lnTo>
                  <a:pt x="43815" y="2362518"/>
                </a:lnTo>
                <a:lnTo>
                  <a:pt x="38100" y="2346326"/>
                </a:lnTo>
                <a:lnTo>
                  <a:pt x="32385" y="2330451"/>
                </a:lnTo>
                <a:lnTo>
                  <a:pt x="27622" y="2313941"/>
                </a:lnTo>
                <a:lnTo>
                  <a:pt x="23177" y="2297748"/>
                </a:lnTo>
                <a:lnTo>
                  <a:pt x="19050" y="2281556"/>
                </a:lnTo>
                <a:lnTo>
                  <a:pt x="15240" y="2265363"/>
                </a:lnTo>
                <a:lnTo>
                  <a:pt x="11747" y="2248853"/>
                </a:lnTo>
                <a:lnTo>
                  <a:pt x="9207" y="2232343"/>
                </a:lnTo>
                <a:lnTo>
                  <a:pt x="6350" y="2216151"/>
                </a:lnTo>
                <a:lnTo>
                  <a:pt x="4445" y="2199641"/>
                </a:lnTo>
                <a:lnTo>
                  <a:pt x="2540" y="2182813"/>
                </a:lnTo>
                <a:lnTo>
                  <a:pt x="1587" y="2166303"/>
                </a:lnTo>
                <a:lnTo>
                  <a:pt x="635" y="2149793"/>
                </a:lnTo>
                <a:lnTo>
                  <a:pt x="0" y="2133283"/>
                </a:lnTo>
                <a:lnTo>
                  <a:pt x="0" y="2117091"/>
                </a:lnTo>
                <a:lnTo>
                  <a:pt x="317" y="2100581"/>
                </a:lnTo>
                <a:lnTo>
                  <a:pt x="952" y="2084071"/>
                </a:lnTo>
                <a:lnTo>
                  <a:pt x="2222" y="2067561"/>
                </a:lnTo>
                <a:lnTo>
                  <a:pt x="3810" y="2051051"/>
                </a:lnTo>
                <a:lnTo>
                  <a:pt x="5715" y="2034541"/>
                </a:lnTo>
                <a:lnTo>
                  <a:pt x="7937" y="2018666"/>
                </a:lnTo>
                <a:lnTo>
                  <a:pt x="10795" y="2002473"/>
                </a:lnTo>
                <a:lnTo>
                  <a:pt x="13652" y="1986598"/>
                </a:lnTo>
                <a:lnTo>
                  <a:pt x="17145" y="1970406"/>
                </a:lnTo>
                <a:lnTo>
                  <a:pt x="20955" y="1954213"/>
                </a:lnTo>
                <a:lnTo>
                  <a:pt x="24765" y="1938656"/>
                </a:lnTo>
                <a:lnTo>
                  <a:pt x="29527" y="1922463"/>
                </a:lnTo>
                <a:lnTo>
                  <a:pt x="34290" y="1906906"/>
                </a:lnTo>
                <a:lnTo>
                  <a:pt x="39687" y="1891666"/>
                </a:lnTo>
                <a:lnTo>
                  <a:pt x="45402" y="1876426"/>
                </a:lnTo>
                <a:lnTo>
                  <a:pt x="51752" y="1861186"/>
                </a:lnTo>
                <a:lnTo>
                  <a:pt x="58102" y="1845628"/>
                </a:lnTo>
                <a:lnTo>
                  <a:pt x="64452" y="1830706"/>
                </a:lnTo>
                <a:lnTo>
                  <a:pt x="71755" y="1815783"/>
                </a:lnTo>
                <a:lnTo>
                  <a:pt x="79375" y="1800861"/>
                </a:lnTo>
                <a:lnTo>
                  <a:pt x="87630" y="1786573"/>
                </a:lnTo>
                <a:lnTo>
                  <a:pt x="95567" y="1772286"/>
                </a:lnTo>
                <a:lnTo>
                  <a:pt x="104457" y="1757998"/>
                </a:lnTo>
                <a:lnTo>
                  <a:pt x="113030" y="1744028"/>
                </a:lnTo>
                <a:lnTo>
                  <a:pt x="122872" y="1730376"/>
                </a:lnTo>
                <a:lnTo>
                  <a:pt x="132397" y="1716723"/>
                </a:lnTo>
                <a:lnTo>
                  <a:pt x="142240" y="1703388"/>
                </a:lnTo>
                <a:lnTo>
                  <a:pt x="152717" y="1690053"/>
                </a:lnTo>
                <a:lnTo>
                  <a:pt x="163195" y="1677353"/>
                </a:lnTo>
                <a:lnTo>
                  <a:pt x="174307" y="1664335"/>
                </a:lnTo>
                <a:lnTo>
                  <a:pt x="185737" y="1652270"/>
                </a:lnTo>
                <a:lnTo>
                  <a:pt x="197802" y="1639888"/>
                </a:lnTo>
                <a:lnTo>
                  <a:pt x="209867" y="1628140"/>
                </a:lnTo>
                <a:lnTo>
                  <a:pt x="222250" y="1616075"/>
                </a:lnTo>
                <a:lnTo>
                  <a:pt x="235267" y="1604646"/>
                </a:lnTo>
                <a:lnTo>
                  <a:pt x="248285" y="1593533"/>
                </a:lnTo>
                <a:lnTo>
                  <a:pt x="261937" y="1583056"/>
                </a:lnTo>
                <a:lnTo>
                  <a:pt x="275908" y="1572260"/>
                </a:lnTo>
                <a:lnTo>
                  <a:pt x="289878" y="1561783"/>
                </a:lnTo>
                <a:lnTo>
                  <a:pt x="304165" y="1552258"/>
                </a:lnTo>
                <a:lnTo>
                  <a:pt x="319088" y="1542416"/>
                </a:lnTo>
                <a:lnTo>
                  <a:pt x="334010" y="1533208"/>
                </a:lnTo>
                <a:lnTo>
                  <a:pt x="349250" y="1524318"/>
                </a:lnTo>
                <a:lnTo>
                  <a:pt x="364490" y="1516063"/>
                </a:lnTo>
                <a:lnTo>
                  <a:pt x="379730" y="1508443"/>
                </a:lnTo>
                <a:lnTo>
                  <a:pt x="395605" y="1500823"/>
                </a:lnTo>
                <a:lnTo>
                  <a:pt x="411163" y="1493838"/>
                </a:lnTo>
                <a:lnTo>
                  <a:pt x="426720" y="1486853"/>
                </a:lnTo>
                <a:lnTo>
                  <a:pt x="442913" y="1480821"/>
                </a:lnTo>
                <a:lnTo>
                  <a:pt x="459105" y="1475105"/>
                </a:lnTo>
                <a:lnTo>
                  <a:pt x="474980" y="1469708"/>
                </a:lnTo>
                <a:lnTo>
                  <a:pt x="491173" y="1464628"/>
                </a:lnTo>
                <a:lnTo>
                  <a:pt x="507365" y="1460183"/>
                </a:lnTo>
                <a:lnTo>
                  <a:pt x="523558" y="1456055"/>
                </a:lnTo>
                <a:lnTo>
                  <a:pt x="540068" y="1452245"/>
                </a:lnTo>
                <a:lnTo>
                  <a:pt x="556578" y="1449070"/>
                </a:lnTo>
                <a:lnTo>
                  <a:pt x="573088" y="1445895"/>
                </a:lnTo>
                <a:lnTo>
                  <a:pt x="589598" y="1443356"/>
                </a:lnTo>
                <a:lnTo>
                  <a:pt x="605790" y="1441451"/>
                </a:lnTo>
                <a:lnTo>
                  <a:pt x="622300" y="1439546"/>
                </a:lnTo>
                <a:lnTo>
                  <a:pt x="638810" y="1438275"/>
                </a:lnTo>
                <a:lnTo>
                  <a:pt x="655320" y="1437640"/>
                </a:lnTo>
                <a:lnTo>
                  <a:pt x="671830" y="1436688"/>
                </a:lnTo>
                <a:close/>
                <a:moveTo>
                  <a:pt x="1808801" y="0"/>
                </a:moveTo>
                <a:lnTo>
                  <a:pt x="1822779" y="318"/>
                </a:lnTo>
                <a:lnTo>
                  <a:pt x="1836121" y="635"/>
                </a:lnTo>
                <a:lnTo>
                  <a:pt x="1849463" y="1588"/>
                </a:lnTo>
                <a:lnTo>
                  <a:pt x="1862806" y="3177"/>
                </a:lnTo>
                <a:lnTo>
                  <a:pt x="1875830" y="4447"/>
                </a:lnTo>
                <a:lnTo>
                  <a:pt x="1888855" y="6353"/>
                </a:lnTo>
                <a:lnTo>
                  <a:pt x="1901562" y="8894"/>
                </a:lnTo>
                <a:lnTo>
                  <a:pt x="1914269" y="11435"/>
                </a:lnTo>
                <a:lnTo>
                  <a:pt x="1926658" y="14612"/>
                </a:lnTo>
                <a:lnTo>
                  <a:pt x="1939047" y="17471"/>
                </a:lnTo>
                <a:lnTo>
                  <a:pt x="1951119" y="21282"/>
                </a:lnTo>
                <a:lnTo>
                  <a:pt x="1963190" y="25412"/>
                </a:lnTo>
                <a:lnTo>
                  <a:pt x="1974944" y="29859"/>
                </a:lnTo>
                <a:lnTo>
                  <a:pt x="1986698" y="34306"/>
                </a:lnTo>
                <a:lnTo>
                  <a:pt x="1998452" y="39071"/>
                </a:lnTo>
                <a:lnTo>
                  <a:pt x="2009571" y="44471"/>
                </a:lnTo>
                <a:lnTo>
                  <a:pt x="2020689" y="49870"/>
                </a:lnTo>
                <a:lnTo>
                  <a:pt x="2031490" y="55906"/>
                </a:lnTo>
                <a:lnTo>
                  <a:pt x="2042291" y="61941"/>
                </a:lnTo>
                <a:lnTo>
                  <a:pt x="2053092" y="67976"/>
                </a:lnTo>
                <a:lnTo>
                  <a:pt x="2063257" y="74964"/>
                </a:lnTo>
                <a:lnTo>
                  <a:pt x="2073741" y="81953"/>
                </a:lnTo>
                <a:lnTo>
                  <a:pt x="2083589" y="89259"/>
                </a:lnTo>
                <a:lnTo>
                  <a:pt x="2093754" y="96564"/>
                </a:lnTo>
                <a:lnTo>
                  <a:pt x="2103284" y="104506"/>
                </a:lnTo>
                <a:lnTo>
                  <a:pt x="2112814" y="112447"/>
                </a:lnTo>
                <a:lnTo>
                  <a:pt x="2122027" y="120388"/>
                </a:lnTo>
                <a:lnTo>
                  <a:pt x="2131239" y="129282"/>
                </a:lnTo>
                <a:lnTo>
                  <a:pt x="2139816" y="138176"/>
                </a:lnTo>
                <a:lnTo>
                  <a:pt x="2148711" y="147070"/>
                </a:lnTo>
                <a:lnTo>
                  <a:pt x="2157288" y="156282"/>
                </a:lnTo>
                <a:lnTo>
                  <a:pt x="2165548" y="165811"/>
                </a:lnTo>
                <a:lnTo>
                  <a:pt x="2173490" y="175658"/>
                </a:lnTo>
                <a:lnTo>
                  <a:pt x="2181749" y="185505"/>
                </a:lnTo>
                <a:lnTo>
                  <a:pt x="2189373" y="195987"/>
                </a:lnTo>
                <a:lnTo>
                  <a:pt x="2196680" y="206152"/>
                </a:lnTo>
                <a:lnTo>
                  <a:pt x="2203986" y="216952"/>
                </a:lnTo>
                <a:lnTo>
                  <a:pt x="2211293" y="227752"/>
                </a:lnTo>
                <a:lnTo>
                  <a:pt x="2217646" y="238870"/>
                </a:lnTo>
                <a:lnTo>
                  <a:pt x="2224635" y="249987"/>
                </a:lnTo>
                <a:lnTo>
                  <a:pt x="2230671" y="261423"/>
                </a:lnTo>
                <a:lnTo>
                  <a:pt x="2237024" y="273175"/>
                </a:lnTo>
                <a:lnTo>
                  <a:pt x="2243060" y="285246"/>
                </a:lnTo>
                <a:lnTo>
                  <a:pt x="2248778" y="296999"/>
                </a:lnTo>
                <a:lnTo>
                  <a:pt x="2253861" y="309069"/>
                </a:lnTo>
                <a:lnTo>
                  <a:pt x="2259261" y="321458"/>
                </a:lnTo>
                <a:lnTo>
                  <a:pt x="2264344" y="334163"/>
                </a:lnTo>
                <a:lnTo>
                  <a:pt x="2269427" y="347187"/>
                </a:lnTo>
                <a:lnTo>
                  <a:pt x="2273874" y="359575"/>
                </a:lnTo>
                <a:lnTo>
                  <a:pt x="2278004" y="372599"/>
                </a:lnTo>
                <a:lnTo>
                  <a:pt x="2282452" y="386257"/>
                </a:lnTo>
                <a:lnTo>
                  <a:pt x="2286264" y="399598"/>
                </a:lnTo>
                <a:lnTo>
                  <a:pt x="2290076" y="412939"/>
                </a:lnTo>
                <a:lnTo>
                  <a:pt x="2292935" y="426598"/>
                </a:lnTo>
                <a:lnTo>
                  <a:pt x="2296429" y="440575"/>
                </a:lnTo>
                <a:lnTo>
                  <a:pt x="2299288" y="454233"/>
                </a:lnTo>
                <a:lnTo>
                  <a:pt x="2301830" y="468527"/>
                </a:lnTo>
                <a:lnTo>
                  <a:pt x="2304053" y="482504"/>
                </a:lnTo>
                <a:lnTo>
                  <a:pt x="2306595" y="497116"/>
                </a:lnTo>
                <a:lnTo>
                  <a:pt x="2308501" y="511410"/>
                </a:lnTo>
                <a:lnTo>
                  <a:pt x="2309772" y="526339"/>
                </a:lnTo>
                <a:lnTo>
                  <a:pt x="2311360" y="540633"/>
                </a:lnTo>
                <a:lnTo>
                  <a:pt x="2312630" y="555245"/>
                </a:lnTo>
                <a:lnTo>
                  <a:pt x="2313266" y="570174"/>
                </a:lnTo>
                <a:lnTo>
                  <a:pt x="2320255" y="573033"/>
                </a:lnTo>
                <a:lnTo>
                  <a:pt x="2327244" y="576209"/>
                </a:lnTo>
                <a:lnTo>
                  <a:pt x="2333597" y="579704"/>
                </a:lnTo>
                <a:lnTo>
                  <a:pt x="2339633" y="583515"/>
                </a:lnTo>
                <a:lnTo>
                  <a:pt x="2345351" y="587645"/>
                </a:lnTo>
                <a:lnTo>
                  <a:pt x="2350751" y="592727"/>
                </a:lnTo>
                <a:lnTo>
                  <a:pt x="2356152" y="597809"/>
                </a:lnTo>
                <a:lnTo>
                  <a:pt x="2361234" y="603527"/>
                </a:lnTo>
                <a:lnTo>
                  <a:pt x="2365364" y="609562"/>
                </a:lnTo>
                <a:lnTo>
                  <a:pt x="2369494" y="616233"/>
                </a:lnTo>
                <a:lnTo>
                  <a:pt x="2372988" y="622903"/>
                </a:lnTo>
                <a:lnTo>
                  <a:pt x="2376483" y="630527"/>
                </a:lnTo>
                <a:lnTo>
                  <a:pt x="2379024" y="638786"/>
                </a:lnTo>
                <a:lnTo>
                  <a:pt x="2381566" y="647362"/>
                </a:lnTo>
                <a:lnTo>
                  <a:pt x="2383472" y="656574"/>
                </a:lnTo>
                <a:lnTo>
                  <a:pt x="2384425" y="666103"/>
                </a:lnTo>
                <a:lnTo>
                  <a:pt x="2385378" y="674362"/>
                </a:lnTo>
                <a:lnTo>
                  <a:pt x="2385695" y="681985"/>
                </a:lnTo>
                <a:lnTo>
                  <a:pt x="2386013" y="689927"/>
                </a:lnTo>
                <a:lnTo>
                  <a:pt x="2385695" y="698503"/>
                </a:lnTo>
                <a:lnTo>
                  <a:pt x="2385378" y="706444"/>
                </a:lnTo>
                <a:lnTo>
                  <a:pt x="2384425" y="714703"/>
                </a:lnTo>
                <a:lnTo>
                  <a:pt x="2383472" y="723279"/>
                </a:lnTo>
                <a:lnTo>
                  <a:pt x="2381883" y="731538"/>
                </a:lnTo>
                <a:lnTo>
                  <a:pt x="2380295" y="740115"/>
                </a:lnTo>
                <a:lnTo>
                  <a:pt x="2378389" y="748373"/>
                </a:lnTo>
                <a:lnTo>
                  <a:pt x="2376483" y="756950"/>
                </a:lnTo>
                <a:lnTo>
                  <a:pt x="2374259" y="765526"/>
                </a:lnTo>
                <a:lnTo>
                  <a:pt x="2371400" y="773467"/>
                </a:lnTo>
                <a:lnTo>
                  <a:pt x="2368541" y="781726"/>
                </a:lnTo>
                <a:lnTo>
                  <a:pt x="2365364" y="789985"/>
                </a:lnTo>
                <a:lnTo>
                  <a:pt x="2361870" y="797926"/>
                </a:lnTo>
                <a:lnTo>
                  <a:pt x="2358376" y="805550"/>
                </a:lnTo>
                <a:lnTo>
                  <a:pt x="2354563" y="813173"/>
                </a:lnTo>
                <a:lnTo>
                  <a:pt x="2350434" y="820479"/>
                </a:lnTo>
                <a:lnTo>
                  <a:pt x="2346304" y="827785"/>
                </a:lnTo>
                <a:lnTo>
                  <a:pt x="2341539" y="834773"/>
                </a:lnTo>
                <a:lnTo>
                  <a:pt x="2337091" y="841444"/>
                </a:lnTo>
                <a:lnTo>
                  <a:pt x="2332009" y="848114"/>
                </a:lnTo>
                <a:lnTo>
                  <a:pt x="2326608" y="854149"/>
                </a:lnTo>
                <a:lnTo>
                  <a:pt x="2321843" y="859867"/>
                </a:lnTo>
                <a:lnTo>
                  <a:pt x="2316125" y="865585"/>
                </a:lnTo>
                <a:lnTo>
                  <a:pt x="2310407" y="870667"/>
                </a:lnTo>
                <a:lnTo>
                  <a:pt x="2304689" y="875432"/>
                </a:lnTo>
                <a:lnTo>
                  <a:pt x="2298335" y="879879"/>
                </a:lnTo>
                <a:lnTo>
                  <a:pt x="2292300" y="884008"/>
                </a:lnTo>
                <a:lnTo>
                  <a:pt x="2285628" y="887502"/>
                </a:lnTo>
                <a:lnTo>
                  <a:pt x="2279275" y="890996"/>
                </a:lnTo>
                <a:lnTo>
                  <a:pt x="2273239" y="915137"/>
                </a:lnTo>
                <a:lnTo>
                  <a:pt x="2266250" y="938643"/>
                </a:lnTo>
                <a:lnTo>
                  <a:pt x="2258626" y="962467"/>
                </a:lnTo>
                <a:lnTo>
                  <a:pt x="2251002" y="986290"/>
                </a:lnTo>
                <a:lnTo>
                  <a:pt x="2242425" y="1009161"/>
                </a:lnTo>
                <a:lnTo>
                  <a:pt x="2233212" y="1032031"/>
                </a:lnTo>
                <a:lnTo>
                  <a:pt x="2223682" y="1054584"/>
                </a:lnTo>
                <a:lnTo>
                  <a:pt x="2213834" y="1076819"/>
                </a:lnTo>
                <a:lnTo>
                  <a:pt x="2203351" y="1098419"/>
                </a:lnTo>
                <a:lnTo>
                  <a:pt x="2192232" y="1119701"/>
                </a:lnTo>
                <a:lnTo>
                  <a:pt x="2180479" y="1140348"/>
                </a:lnTo>
                <a:lnTo>
                  <a:pt x="2168407" y="1160360"/>
                </a:lnTo>
                <a:lnTo>
                  <a:pt x="2155700" y="1179736"/>
                </a:lnTo>
                <a:lnTo>
                  <a:pt x="2142358" y="1198477"/>
                </a:lnTo>
                <a:lnTo>
                  <a:pt x="2128380" y="1216901"/>
                </a:lnTo>
                <a:lnTo>
                  <a:pt x="2114403" y="1234054"/>
                </a:lnTo>
                <a:lnTo>
                  <a:pt x="2106779" y="1242630"/>
                </a:lnTo>
                <a:lnTo>
                  <a:pt x="2099472" y="1250889"/>
                </a:lnTo>
                <a:lnTo>
                  <a:pt x="2091848" y="1259148"/>
                </a:lnTo>
                <a:lnTo>
                  <a:pt x="2083589" y="1266771"/>
                </a:lnTo>
                <a:lnTo>
                  <a:pt x="2075647" y="1274395"/>
                </a:lnTo>
                <a:lnTo>
                  <a:pt x="2067705" y="1282018"/>
                </a:lnTo>
                <a:lnTo>
                  <a:pt x="2059445" y="1289006"/>
                </a:lnTo>
                <a:lnTo>
                  <a:pt x="2051186" y="1295994"/>
                </a:lnTo>
                <a:lnTo>
                  <a:pt x="2042609" y="1302665"/>
                </a:lnTo>
                <a:lnTo>
                  <a:pt x="2034032" y="1309018"/>
                </a:lnTo>
                <a:lnTo>
                  <a:pt x="2025137" y="1315688"/>
                </a:lnTo>
                <a:lnTo>
                  <a:pt x="2016242" y="1321724"/>
                </a:lnTo>
                <a:lnTo>
                  <a:pt x="2007029" y="1327441"/>
                </a:lnTo>
                <a:lnTo>
                  <a:pt x="1997817" y="1332841"/>
                </a:lnTo>
                <a:lnTo>
                  <a:pt x="1988922" y="1338241"/>
                </a:lnTo>
                <a:lnTo>
                  <a:pt x="1979074" y="1343324"/>
                </a:lnTo>
                <a:lnTo>
                  <a:pt x="1969544" y="1348088"/>
                </a:lnTo>
                <a:lnTo>
                  <a:pt x="1960014" y="1352535"/>
                </a:lnTo>
                <a:lnTo>
                  <a:pt x="1950166" y="1356665"/>
                </a:lnTo>
                <a:lnTo>
                  <a:pt x="1940000" y="1360477"/>
                </a:lnTo>
                <a:lnTo>
                  <a:pt x="1929835" y="1364288"/>
                </a:lnTo>
                <a:lnTo>
                  <a:pt x="1919352" y="1367782"/>
                </a:lnTo>
                <a:lnTo>
                  <a:pt x="1909186" y="1370641"/>
                </a:lnTo>
                <a:lnTo>
                  <a:pt x="1898703" y="1373500"/>
                </a:lnTo>
                <a:lnTo>
                  <a:pt x="1888220" y="1375724"/>
                </a:lnTo>
                <a:lnTo>
                  <a:pt x="1877101" y="1377947"/>
                </a:lnTo>
                <a:lnTo>
                  <a:pt x="1865982" y="1379853"/>
                </a:lnTo>
                <a:lnTo>
                  <a:pt x="1854864" y="1381123"/>
                </a:lnTo>
                <a:lnTo>
                  <a:pt x="1843745" y="1382712"/>
                </a:lnTo>
                <a:lnTo>
                  <a:pt x="1832309" y="1383347"/>
                </a:lnTo>
                <a:lnTo>
                  <a:pt x="1820873" y="1383665"/>
                </a:lnTo>
                <a:lnTo>
                  <a:pt x="1808801" y="1384300"/>
                </a:lnTo>
                <a:lnTo>
                  <a:pt x="1797365" y="1383665"/>
                </a:lnTo>
                <a:lnTo>
                  <a:pt x="1785929" y="1383347"/>
                </a:lnTo>
                <a:lnTo>
                  <a:pt x="1774493" y="1382712"/>
                </a:lnTo>
                <a:lnTo>
                  <a:pt x="1763374" y="1381441"/>
                </a:lnTo>
                <a:lnTo>
                  <a:pt x="1752256" y="1379853"/>
                </a:lnTo>
                <a:lnTo>
                  <a:pt x="1741137" y="1377947"/>
                </a:lnTo>
                <a:lnTo>
                  <a:pt x="1730336" y="1375724"/>
                </a:lnTo>
                <a:lnTo>
                  <a:pt x="1719535" y="1373500"/>
                </a:lnTo>
                <a:lnTo>
                  <a:pt x="1709052" y="1370641"/>
                </a:lnTo>
                <a:lnTo>
                  <a:pt x="1698569" y="1367782"/>
                </a:lnTo>
                <a:lnTo>
                  <a:pt x="1688721" y="1364606"/>
                </a:lnTo>
                <a:lnTo>
                  <a:pt x="1678238" y="1360794"/>
                </a:lnTo>
                <a:lnTo>
                  <a:pt x="1668390" y="1356982"/>
                </a:lnTo>
                <a:lnTo>
                  <a:pt x="1658542" y="1352853"/>
                </a:lnTo>
                <a:lnTo>
                  <a:pt x="1649012" y="1348088"/>
                </a:lnTo>
                <a:lnTo>
                  <a:pt x="1639164" y="1343641"/>
                </a:lnTo>
                <a:lnTo>
                  <a:pt x="1630269" y="1338559"/>
                </a:lnTo>
                <a:lnTo>
                  <a:pt x="1620421" y="1333794"/>
                </a:lnTo>
                <a:lnTo>
                  <a:pt x="1611526" y="1327759"/>
                </a:lnTo>
                <a:lnTo>
                  <a:pt x="1602632" y="1322042"/>
                </a:lnTo>
                <a:lnTo>
                  <a:pt x="1593737" y="1316324"/>
                </a:lnTo>
                <a:lnTo>
                  <a:pt x="1584842" y="1309971"/>
                </a:lnTo>
                <a:lnTo>
                  <a:pt x="1576265" y="1303936"/>
                </a:lnTo>
                <a:lnTo>
                  <a:pt x="1567688" y="1296947"/>
                </a:lnTo>
                <a:lnTo>
                  <a:pt x="1559746" y="1289959"/>
                </a:lnTo>
                <a:lnTo>
                  <a:pt x="1551169" y="1282653"/>
                </a:lnTo>
                <a:lnTo>
                  <a:pt x="1543227" y="1275348"/>
                </a:lnTo>
                <a:lnTo>
                  <a:pt x="1535285" y="1267724"/>
                </a:lnTo>
                <a:lnTo>
                  <a:pt x="1527661" y="1260100"/>
                </a:lnTo>
                <a:lnTo>
                  <a:pt x="1520037" y="1252159"/>
                </a:lnTo>
                <a:lnTo>
                  <a:pt x="1512095" y="1244218"/>
                </a:lnTo>
                <a:lnTo>
                  <a:pt x="1505106" y="1235642"/>
                </a:lnTo>
                <a:lnTo>
                  <a:pt x="1490811" y="1218489"/>
                </a:lnTo>
                <a:lnTo>
                  <a:pt x="1477151" y="1200383"/>
                </a:lnTo>
                <a:lnTo>
                  <a:pt x="1463491" y="1181642"/>
                </a:lnTo>
                <a:lnTo>
                  <a:pt x="1451102" y="1162583"/>
                </a:lnTo>
                <a:lnTo>
                  <a:pt x="1438712" y="1142572"/>
                </a:lnTo>
                <a:lnTo>
                  <a:pt x="1426958" y="1121925"/>
                </a:lnTo>
                <a:lnTo>
                  <a:pt x="1415840" y="1101278"/>
                </a:lnTo>
                <a:lnTo>
                  <a:pt x="1405357" y="1079678"/>
                </a:lnTo>
                <a:lnTo>
                  <a:pt x="1395191" y="1057760"/>
                </a:lnTo>
                <a:lnTo>
                  <a:pt x="1385979" y="1035525"/>
                </a:lnTo>
                <a:lnTo>
                  <a:pt x="1376766" y="1012972"/>
                </a:lnTo>
                <a:lnTo>
                  <a:pt x="1368189" y="989467"/>
                </a:lnTo>
                <a:lnTo>
                  <a:pt x="1360247" y="966278"/>
                </a:lnTo>
                <a:lnTo>
                  <a:pt x="1352941" y="943090"/>
                </a:lnTo>
                <a:lnTo>
                  <a:pt x="1346269" y="919267"/>
                </a:lnTo>
                <a:lnTo>
                  <a:pt x="1339598" y="895126"/>
                </a:lnTo>
                <a:lnTo>
                  <a:pt x="1332292" y="892902"/>
                </a:lnTo>
                <a:lnTo>
                  <a:pt x="1324985" y="889726"/>
                </a:lnTo>
                <a:lnTo>
                  <a:pt x="1318314" y="886232"/>
                </a:lnTo>
                <a:lnTo>
                  <a:pt x="1311325" y="882420"/>
                </a:lnTo>
                <a:lnTo>
                  <a:pt x="1304654" y="878290"/>
                </a:lnTo>
                <a:lnTo>
                  <a:pt x="1298619" y="873208"/>
                </a:lnTo>
                <a:lnTo>
                  <a:pt x="1292265" y="867808"/>
                </a:lnTo>
                <a:lnTo>
                  <a:pt x="1286547" y="862726"/>
                </a:lnTo>
                <a:lnTo>
                  <a:pt x="1280829" y="856373"/>
                </a:lnTo>
                <a:lnTo>
                  <a:pt x="1274793" y="850020"/>
                </a:lnTo>
                <a:lnTo>
                  <a:pt x="1269710" y="843032"/>
                </a:lnTo>
                <a:lnTo>
                  <a:pt x="1264627" y="836044"/>
                </a:lnTo>
                <a:lnTo>
                  <a:pt x="1259545" y="828738"/>
                </a:lnTo>
                <a:lnTo>
                  <a:pt x="1255097" y="821114"/>
                </a:lnTo>
                <a:lnTo>
                  <a:pt x="1250968" y="813491"/>
                </a:lnTo>
                <a:lnTo>
                  <a:pt x="1246520" y="805550"/>
                </a:lnTo>
                <a:lnTo>
                  <a:pt x="1242708" y="796973"/>
                </a:lnTo>
                <a:lnTo>
                  <a:pt x="1239214" y="788714"/>
                </a:lnTo>
                <a:lnTo>
                  <a:pt x="1236037" y="780138"/>
                </a:lnTo>
                <a:lnTo>
                  <a:pt x="1232860" y="771562"/>
                </a:lnTo>
                <a:lnTo>
                  <a:pt x="1230001" y="762667"/>
                </a:lnTo>
                <a:lnTo>
                  <a:pt x="1227460" y="753773"/>
                </a:lnTo>
                <a:lnTo>
                  <a:pt x="1225554" y="745197"/>
                </a:lnTo>
                <a:lnTo>
                  <a:pt x="1223648" y="735985"/>
                </a:lnTo>
                <a:lnTo>
                  <a:pt x="1222059" y="727091"/>
                </a:lnTo>
                <a:lnTo>
                  <a:pt x="1220471" y="718197"/>
                </a:lnTo>
                <a:lnTo>
                  <a:pt x="1219836" y="708985"/>
                </a:lnTo>
                <a:lnTo>
                  <a:pt x="1219200" y="700409"/>
                </a:lnTo>
                <a:lnTo>
                  <a:pt x="1219200" y="691832"/>
                </a:lnTo>
                <a:lnTo>
                  <a:pt x="1219200" y="682938"/>
                </a:lnTo>
                <a:lnTo>
                  <a:pt x="1219518" y="674680"/>
                </a:lnTo>
                <a:lnTo>
                  <a:pt x="1220153" y="666103"/>
                </a:lnTo>
                <a:lnTo>
                  <a:pt x="1221742" y="655621"/>
                </a:lnTo>
                <a:lnTo>
                  <a:pt x="1223648" y="645456"/>
                </a:lnTo>
                <a:lnTo>
                  <a:pt x="1226824" y="635927"/>
                </a:lnTo>
                <a:lnTo>
                  <a:pt x="1229683" y="627350"/>
                </a:lnTo>
                <a:lnTo>
                  <a:pt x="1233496" y="618774"/>
                </a:lnTo>
                <a:lnTo>
                  <a:pt x="1237943" y="611468"/>
                </a:lnTo>
                <a:lnTo>
                  <a:pt x="1242708" y="604162"/>
                </a:lnTo>
                <a:lnTo>
                  <a:pt x="1248108" y="598127"/>
                </a:lnTo>
                <a:lnTo>
                  <a:pt x="1253827" y="592409"/>
                </a:lnTo>
                <a:lnTo>
                  <a:pt x="1259862" y="587009"/>
                </a:lnTo>
                <a:lnTo>
                  <a:pt x="1266534" y="581927"/>
                </a:lnTo>
                <a:lnTo>
                  <a:pt x="1273522" y="577798"/>
                </a:lnTo>
                <a:lnTo>
                  <a:pt x="1280829" y="574304"/>
                </a:lnTo>
                <a:lnTo>
                  <a:pt x="1288453" y="570809"/>
                </a:lnTo>
                <a:lnTo>
                  <a:pt x="1296395" y="568268"/>
                </a:lnTo>
                <a:lnTo>
                  <a:pt x="1304654" y="566045"/>
                </a:lnTo>
                <a:lnTo>
                  <a:pt x="1305607" y="551115"/>
                </a:lnTo>
                <a:lnTo>
                  <a:pt x="1306560" y="536504"/>
                </a:lnTo>
                <a:lnTo>
                  <a:pt x="1308149" y="521892"/>
                </a:lnTo>
                <a:lnTo>
                  <a:pt x="1310055" y="507598"/>
                </a:lnTo>
                <a:lnTo>
                  <a:pt x="1311961" y="493304"/>
                </a:lnTo>
                <a:lnTo>
                  <a:pt x="1314502" y="479010"/>
                </a:lnTo>
                <a:lnTo>
                  <a:pt x="1316726" y="465033"/>
                </a:lnTo>
                <a:lnTo>
                  <a:pt x="1319267" y="450739"/>
                </a:lnTo>
                <a:lnTo>
                  <a:pt x="1322444" y="437081"/>
                </a:lnTo>
                <a:lnTo>
                  <a:pt x="1325303" y="423104"/>
                </a:lnTo>
                <a:lnTo>
                  <a:pt x="1328797" y="409763"/>
                </a:lnTo>
                <a:lnTo>
                  <a:pt x="1332610" y="396422"/>
                </a:lnTo>
                <a:lnTo>
                  <a:pt x="1336422" y="383081"/>
                </a:lnTo>
                <a:lnTo>
                  <a:pt x="1340869" y="370057"/>
                </a:lnTo>
                <a:lnTo>
                  <a:pt x="1344999" y="357034"/>
                </a:lnTo>
                <a:lnTo>
                  <a:pt x="1349446" y="344010"/>
                </a:lnTo>
                <a:lnTo>
                  <a:pt x="1354529" y="331305"/>
                </a:lnTo>
                <a:lnTo>
                  <a:pt x="1359612" y="319234"/>
                </a:lnTo>
                <a:lnTo>
                  <a:pt x="1365012" y="306528"/>
                </a:lnTo>
                <a:lnTo>
                  <a:pt x="1370095" y="294775"/>
                </a:lnTo>
                <a:lnTo>
                  <a:pt x="1376131" y="282705"/>
                </a:lnTo>
                <a:lnTo>
                  <a:pt x="1382167" y="270952"/>
                </a:lnTo>
                <a:lnTo>
                  <a:pt x="1388202" y="259517"/>
                </a:lnTo>
                <a:lnTo>
                  <a:pt x="1394873" y="248081"/>
                </a:lnTo>
                <a:lnTo>
                  <a:pt x="1401227" y="236964"/>
                </a:lnTo>
                <a:lnTo>
                  <a:pt x="1408216" y="225846"/>
                </a:lnTo>
                <a:lnTo>
                  <a:pt x="1414887" y="215046"/>
                </a:lnTo>
                <a:lnTo>
                  <a:pt x="1422193" y="204246"/>
                </a:lnTo>
                <a:lnTo>
                  <a:pt x="1429817" y="194082"/>
                </a:lnTo>
                <a:lnTo>
                  <a:pt x="1437759" y="183917"/>
                </a:lnTo>
                <a:lnTo>
                  <a:pt x="1445701" y="174070"/>
                </a:lnTo>
                <a:lnTo>
                  <a:pt x="1453643" y="164541"/>
                </a:lnTo>
                <a:lnTo>
                  <a:pt x="1461585" y="155011"/>
                </a:lnTo>
                <a:lnTo>
                  <a:pt x="1470480" y="145799"/>
                </a:lnTo>
                <a:lnTo>
                  <a:pt x="1479057" y="136588"/>
                </a:lnTo>
                <a:lnTo>
                  <a:pt x="1488269" y="128329"/>
                </a:lnTo>
                <a:lnTo>
                  <a:pt x="1496846" y="119753"/>
                </a:lnTo>
                <a:lnTo>
                  <a:pt x="1506377" y="111494"/>
                </a:lnTo>
                <a:lnTo>
                  <a:pt x="1515589" y="103235"/>
                </a:lnTo>
                <a:lnTo>
                  <a:pt x="1525755" y="95611"/>
                </a:lnTo>
                <a:lnTo>
                  <a:pt x="1535285" y="88306"/>
                </a:lnTo>
                <a:lnTo>
                  <a:pt x="1545133" y="81000"/>
                </a:lnTo>
                <a:lnTo>
                  <a:pt x="1555616" y="74329"/>
                </a:lnTo>
                <a:lnTo>
                  <a:pt x="1565781" y="67659"/>
                </a:lnTo>
                <a:lnTo>
                  <a:pt x="1576582" y="61306"/>
                </a:lnTo>
                <a:lnTo>
                  <a:pt x="1587383" y="54953"/>
                </a:lnTo>
                <a:lnTo>
                  <a:pt x="1597866" y="49235"/>
                </a:lnTo>
                <a:lnTo>
                  <a:pt x="1608985" y="44153"/>
                </a:lnTo>
                <a:lnTo>
                  <a:pt x="1620421" y="38753"/>
                </a:lnTo>
                <a:lnTo>
                  <a:pt x="1632175" y="33988"/>
                </a:lnTo>
                <a:lnTo>
                  <a:pt x="1643611" y="29541"/>
                </a:lnTo>
                <a:lnTo>
                  <a:pt x="1655365" y="25412"/>
                </a:lnTo>
                <a:lnTo>
                  <a:pt x="1667119" y="20965"/>
                </a:lnTo>
                <a:lnTo>
                  <a:pt x="1679508" y="17471"/>
                </a:lnTo>
                <a:lnTo>
                  <a:pt x="1691898" y="14294"/>
                </a:lnTo>
                <a:lnTo>
                  <a:pt x="1703969" y="11435"/>
                </a:lnTo>
                <a:lnTo>
                  <a:pt x="1716676" y="8894"/>
                </a:lnTo>
                <a:lnTo>
                  <a:pt x="1729383" y="6353"/>
                </a:lnTo>
                <a:lnTo>
                  <a:pt x="1742408" y="4447"/>
                </a:lnTo>
                <a:lnTo>
                  <a:pt x="1755432" y="3177"/>
                </a:lnTo>
                <a:lnTo>
                  <a:pt x="1768457" y="1588"/>
                </a:lnTo>
                <a:lnTo>
                  <a:pt x="1781799" y="635"/>
                </a:lnTo>
                <a:lnTo>
                  <a:pt x="1795459" y="318"/>
                </a:lnTo>
                <a:lnTo>
                  <a:pt x="180880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4" name="KSO_Shape"/>
          <p:cNvSpPr>
            <a:spLocks noChangeArrowheads="1"/>
          </p:cNvSpPr>
          <p:nvPr/>
        </p:nvSpPr>
        <p:spPr bwMode="auto">
          <a:xfrm>
            <a:off x="5769613" y="3105815"/>
            <a:ext cx="677019" cy="632310"/>
          </a:xfrm>
          <a:custGeom>
            <a:avLst/>
            <a:gdLst>
              <a:gd name="T0" fmla="*/ 618706 w 2063750"/>
              <a:gd name="T1" fmla="*/ 457001 h 1925638"/>
              <a:gd name="T2" fmla="*/ 589528 w 2063750"/>
              <a:gd name="T3" fmla="*/ 480489 h 1925638"/>
              <a:gd name="T4" fmla="*/ 572222 w 2063750"/>
              <a:gd name="T5" fmla="*/ 447405 h 1925638"/>
              <a:gd name="T6" fmla="*/ 911744 w 2063750"/>
              <a:gd name="T7" fmla="*/ 303329 h 1925638"/>
              <a:gd name="T8" fmla="*/ 916346 w 2063750"/>
              <a:gd name="T9" fmla="*/ 326764 h 1925638"/>
              <a:gd name="T10" fmla="*/ 827472 w 2063750"/>
              <a:gd name="T11" fmla="*/ 327764 h 1925638"/>
              <a:gd name="T12" fmla="*/ 829773 w 2063750"/>
              <a:gd name="T13" fmla="*/ 304186 h 1925638"/>
              <a:gd name="T14" fmla="*/ 363040 w 2063750"/>
              <a:gd name="T15" fmla="*/ 308330 h 1925638"/>
              <a:gd name="T16" fmla="*/ 356148 w 2063750"/>
              <a:gd name="T17" fmla="*/ 331050 h 1925638"/>
              <a:gd name="T18" fmla="*/ 269560 w 2063750"/>
              <a:gd name="T19" fmla="*/ 321476 h 1925638"/>
              <a:gd name="T20" fmla="*/ 282770 w 2063750"/>
              <a:gd name="T21" fmla="*/ 301614 h 1925638"/>
              <a:gd name="T22" fmla="*/ 622853 w 2063750"/>
              <a:gd name="T23" fmla="*/ 274255 h 1925638"/>
              <a:gd name="T24" fmla="*/ 585524 w 2063750"/>
              <a:gd name="T25" fmla="*/ 414465 h 1925638"/>
              <a:gd name="T26" fmla="*/ 566358 w 2063750"/>
              <a:gd name="T27" fmla="*/ 269958 h 1925638"/>
              <a:gd name="T28" fmla="*/ 585430 w 2063750"/>
              <a:gd name="T29" fmla="*/ 193412 h 1925638"/>
              <a:gd name="T30" fmla="*/ 491371 w 2063750"/>
              <a:gd name="T31" fmla="*/ 222158 h 1925638"/>
              <a:gd name="T32" fmla="*/ 448213 w 2063750"/>
              <a:gd name="T33" fmla="*/ 302360 h 1925638"/>
              <a:gd name="T34" fmla="*/ 460974 w 2063750"/>
              <a:gd name="T35" fmla="*/ 379831 h 1925638"/>
              <a:gd name="T36" fmla="*/ 521051 w 2063750"/>
              <a:gd name="T37" fmla="*/ 466501 h 1925638"/>
              <a:gd name="T38" fmla="*/ 661566 w 2063750"/>
              <a:gd name="T39" fmla="*/ 494385 h 1925638"/>
              <a:gd name="T40" fmla="*/ 712323 w 2063750"/>
              <a:gd name="T41" fmla="*/ 406996 h 1925638"/>
              <a:gd name="T42" fmla="*/ 741143 w 2063750"/>
              <a:gd name="T43" fmla="*/ 340018 h 1925638"/>
              <a:gd name="T44" fmla="*/ 726375 w 2063750"/>
              <a:gd name="T45" fmla="*/ 248030 h 1925638"/>
              <a:gd name="T46" fmla="*/ 647658 w 2063750"/>
              <a:gd name="T47" fmla="*/ 199736 h 1925638"/>
              <a:gd name="T48" fmla="*/ 624860 w 2063750"/>
              <a:gd name="T49" fmla="*/ 161935 h 1925638"/>
              <a:gd name="T50" fmla="*/ 725801 w 2063750"/>
              <a:gd name="T51" fmla="*/ 200024 h 1925638"/>
              <a:gd name="T52" fmla="*/ 775842 w 2063750"/>
              <a:gd name="T53" fmla="*/ 292874 h 1925638"/>
              <a:gd name="T54" fmla="*/ 761503 w 2063750"/>
              <a:gd name="T55" fmla="*/ 391617 h 1925638"/>
              <a:gd name="T56" fmla="*/ 706732 w 2063750"/>
              <a:gd name="T57" fmla="*/ 467075 h 1925638"/>
              <a:gd name="T58" fmla="*/ 674901 w 2063750"/>
              <a:gd name="T59" fmla="*/ 604770 h 1925638"/>
              <a:gd name="T60" fmla="*/ 599195 w 2063750"/>
              <a:gd name="T61" fmla="*/ 636534 h 1925638"/>
              <a:gd name="T62" fmla="*/ 476246 w 2063750"/>
              <a:gd name="T63" fmla="*/ 637362 h 1925638"/>
              <a:gd name="T64" fmla="*/ 432795 w 2063750"/>
              <a:gd name="T65" fmla="*/ 662473 h 1925638"/>
              <a:gd name="T66" fmla="*/ 573043 w 2063750"/>
              <a:gd name="T67" fmla="*/ 676391 h 1925638"/>
              <a:gd name="T68" fmla="*/ 787576 w 2063750"/>
              <a:gd name="T69" fmla="*/ 590441 h 1925638"/>
              <a:gd name="T70" fmla="*/ 865589 w 2063750"/>
              <a:gd name="T71" fmla="*/ 588718 h 1925638"/>
              <a:gd name="T72" fmla="*/ 830730 w 2063750"/>
              <a:gd name="T73" fmla="*/ 657924 h 1925638"/>
              <a:gd name="T74" fmla="*/ 895703 w 2063750"/>
              <a:gd name="T75" fmla="*/ 641236 h 1925638"/>
              <a:gd name="T76" fmla="*/ 930694 w 2063750"/>
              <a:gd name="T77" fmla="*/ 658311 h 1925638"/>
              <a:gd name="T78" fmla="*/ 883371 w 2063750"/>
              <a:gd name="T79" fmla="*/ 698776 h 1925638"/>
              <a:gd name="T80" fmla="*/ 545940 w 2063750"/>
              <a:gd name="T81" fmla="*/ 861781 h 1925638"/>
              <a:gd name="T82" fmla="*/ 266302 w 2063750"/>
              <a:gd name="T83" fmla="*/ 839253 h 1925638"/>
              <a:gd name="T84" fmla="*/ 24522 w 2063750"/>
              <a:gd name="T85" fmla="*/ 679979 h 1925638"/>
              <a:gd name="T86" fmla="*/ 135804 w 2063750"/>
              <a:gd name="T87" fmla="*/ 668356 h 1925638"/>
              <a:gd name="T88" fmla="*/ 272899 w 2063750"/>
              <a:gd name="T89" fmla="*/ 592306 h 1925638"/>
              <a:gd name="T90" fmla="*/ 500691 w 2063750"/>
              <a:gd name="T91" fmla="*/ 517669 h 1925638"/>
              <a:gd name="T92" fmla="*/ 449647 w 2063750"/>
              <a:gd name="T93" fmla="*/ 423525 h 1925638"/>
              <a:gd name="T94" fmla="*/ 417960 w 2063750"/>
              <a:gd name="T95" fmla="*/ 346629 h 1925638"/>
              <a:gd name="T96" fmla="*/ 434305 w 2063750"/>
              <a:gd name="T97" fmla="*/ 234519 h 1925638"/>
              <a:gd name="T98" fmla="*/ 521051 w 2063750"/>
              <a:gd name="T99" fmla="*/ 171853 h 1925638"/>
              <a:gd name="T100" fmla="*/ 826870 w 2063750"/>
              <a:gd name="T101" fmla="*/ 99486 h 1925638"/>
              <a:gd name="T102" fmla="*/ 831754 w 2063750"/>
              <a:gd name="T103" fmla="*/ 122885 h 1925638"/>
              <a:gd name="T104" fmla="*/ 762228 w 2063750"/>
              <a:gd name="T105" fmla="*/ 170547 h 1925638"/>
              <a:gd name="T106" fmla="*/ 809920 w 2063750"/>
              <a:gd name="T107" fmla="*/ 101065 h 1925638"/>
              <a:gd name="T108" fmla="*/ 442504 w 2063750"/>
              <a:gd name="T109" fmla="*/ 149874 h 1925638"/>
              <a:gd name="T110" fmla="*/ 437950 w 2063750"/>
              <a:gd name="T111" fmla="*/ 173274 h 1925638"/>
              <a:gd name="T112" fmla="*/ 370348 w 2063750"/>
              <a:gd name="T113" fmla="*/ 119010 h 1925638"/>
              <a:gd name="T114" fmla="*/ 381591 w 2063750"/>
              <a:gd name="T115" fmla="*/ 97906 h 1925638"/>
              <a:gd name="T116" fmla="*/ 610809 w 2063750"/>
              <a:gd name="T117" fmla="*/ 13946 h 1925638"/>
              <a:gd name="T118" fmla="*/ 595467 w 2063750"/>
              <a:gd name="T119" fmla="*/ 96902 h 1925638"/>
              <a:gd name="T120" fmla="*/ 579982 w 2063750"/>
              <a:gd name="T121" fmla="*/ 13946 h 19256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2063750"/>
              <a:gd name="T184" fmla="*/ 0 h 1925638"/>
              <a:gd name="T185" fmla="*/ 2063750 w 2063750"/>
              <a:gd name="T186" fmla="*/ 1925638 h 192563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2063750" h="1925638">
                <a:moveTo>
                  <a:pt x="1310496" y="957198"/>
                </a:moveTo>
                <a:lnTo>
                  <a:pt x="1315880" y="957198"/>
                </a:lnTo>
                <a:lnTo>
                  <a:pt x="1321581" y="957198"/>
                </a:lnTo>
                <a:lnTo>
                  <a:pt x="1326965" y="958465"/>
                </a:lnTo>
                <a:lnTo>
                  <a:pt x="1332032" y="959732"/>
                </a:lnTo>
                <a:lnTo>
                  <a:pt x="1337099" y="961316"/>
                </a:lnTo>
                <a:lnTo>
                  <a:pt x="1341850" y="963533"/>
                </a:lnTo>
                <a:lnTo>
                  <a:pt x="1346284" y="966383"/>
                </a:lnTo>
                <a:lnTo>
                  <a:pt x="1350718" y="969234"/>
                </a:lnTo>
                <a:lnTo>
                  <a:pt x="1354202" y="973035"/>
                </a:lnTo>
                <a:lnTo>
                  <a:pt x="1357685" y="976519"/>
                </a:lnTo>
                <a:lnTo>
                  <a:pt x="1360536" y="980637"/>
                </a:lnTo>
                <a:lnTo>
                  <a:pt x="1363386" y="985072"/>
                </a:lnTo>
                <a:lnTo>
                  <a:pt x="1365603" y="989506"/>
                </a:lnTo>
                <a:lnTo>
                  <a:pt x="1367503" y="994574"/>
                </a:lnTo>
                <a:lnTo>
                  <a:pt x="1369087" y="999959"/>
                </a:lnTo>
                <a:lnTo>
                  <a:pt x="1369720" y="1005344"/>
                </a:lnTo>
                <a:lnTo>
                  <a:pt x="1370037" y="1010728"/>
                </a:lnTo>
                <a:lnTo>
                  <a:pt x="1369720" y="1016113"/>
                </a:lnTo>
                <a:lnTo>
                  <a:pt x="1369087" y="1021181"/>
                </a:lnTo>
                <a:lnTo>
                  <a:pt x="1367503" y="1026566"/>
                </a:lnTo>
                <a:lnTo>
                  <a:pt x="1365603" y="1031634"/>
                </a:lnTo>
                <a:lnTo>
                  <a:pt x="1363386" y="1036385"/>
                </a:lnTo>
                <a:lnTo>
                  <a:pt x="1360536" y="1040503"/>
                </a:lnTo>
                <a:lnTo>
                  <a:pt x="1357685" y="1044620"/>
                </a:lnTo>
                <a:lnTo>
                  <a:pt x="1354202" y="1048738"/>
                </a:lnTo>
                <a:lnTo>
                  <a:pt x="1350718" y="1051906"/>
                </a:lnTo>
                <a:lnTo>
                  <a:pt x="1346284" y="1055073"/>
                </a:lnTo>
                <a:lnTo>
                  <a:pt x="1341850" y="1057290"/>
                </a:lnTo>
                <a:lnTo>
                  <a:pt x="1337099" y="1059507"/>
                </a:lnTo>
                <a:lnTo>
                  <a:pt x="1332032" y="1061408"/>
                </a:lnTo>
                <a:lnTo>
                  <a:pt x="1326965" y="1062675"/>
                </a:lnTo>
                <a:lnTo>
                  <a:pt x="1321581" y="1063308"/>
                </a:lnTo>
                <a:lnTo>
                  <a:pt x="1315880" y="1063625"/>
                </a:lnTo>
                <a:lnTo>
                  <a:pt x="1310496" y="1063308"/>
                </a:lnTo>
                <a:lnTo>
                  <a:pt x="1305428" y="1062675"/>
                </a:lnTo>
                <a:lnTo>
                  <a:pt x="1300361" y="1061408"/>
                </a:lnTo>
                <a:lnTo>
                  <a:pt x="1295294" y="1059507"/>
                </a:lnTo>
                <a:lnTo>
                  <a:pt x="1290543" y="1057290"/>
                </a:lnTo>
                <a:lnTo>
                  <a:pt x="1286109" y="1055073"/>
                </a:lnTo>
                <a:lnTo>
                  <a:pt x="1281992" y="1051906"/>
                </a:lnTo>
                <a:lnTo>
                  <a:pt x="1278191" y="1048738"/>
                </a:lnTo>
                <a:lnTo>
                  <a:pt x="1275024" y="1044620"/>
                </a:lnTo>
                <a:lnTo>
                  <a:pt x="1271857" y="1040503"/>
                </a:lnTo>
                <a:lnTo>
                  <a:pt x="1269324" y="1036385"/>
                </a:lnTo>
                <a:lnTo>
                  <a:pt x="1267107" y="1031634"/>
                </a:lnTo>
                <a:lnTo>
                  <a:pt x="1265206" y="1026566"/>
                </a:lnTo>
                <a:lnTo>
                  <a:pt x="1263940" y="1021181"/>
                </a:lnTo>
                <a:lnTo>
                  <a:pt x="1263306" y="1016113"/>
                </a:lnTo>
                <a:lnTo>
                  <a:pt x="1262989" y="1010728"/>
                </a:lnTo>
                <a:lnTo>
                  <a:pt x="1263306" y="1005344"/>
                </a:lnTo>
                <a:lnTo>
                  <a:pt x="1263940" y="999959"/>
                </a:lnTo>
                <a:lnTo>
                  <a:pt x="1265206" y="994574"/>
                </a:lnTo>
                <a:lnTo>
                  <a:pt x="1267107" y="989506"/>
                </a:lnTo>
                <a:lnTo>
                  <a:pt x="1269324" y="985072"/>
                </a:lnTo>
                <a:lnTo>
                  <a:pt x="1271857" y="980637"/>
                </a:lnTo>
                <a:lnTo>
                  <a:pt x="1275024" y="976519"/>
                </a:lnTo>
                <a:lnTo>
                  <a:pt x="1278191" y="973035"/>
                </a:lnTo>
                <a:lnTo>
                  <a:pt x="1281992" y="969234"/>
                </a:lnTo>
                <a:lnTo>
                  <a:pt x="1286109" y="966383"/>
                </a:lnTo>
                <a:lnTo>
                  <a:pt x="1290543" y="963533"/>
                </a:lnTo>
                <a:lnTo>
                  <a:pt x="1295294" y="961316"/>
                </a:lnTo>
                <a:lnTo>
                  <a:pt x="1300361" y="959732"/>
                </a:lnTo>
                <a:lnTo>
                  <a:pt x="1305428" y="958465"/>
                </a:lnTo>
                <a:lnTo>
                  <a:pt x="1310496" y="957198"/>
                </a:lnTo>
                <a:close/>
                <a:moveTo>
                  <a:pt x="1856524" y="666750"/>
                </a:moveTo>
                <a:lnTo>
                  <a:pt x="2002690" y="666750"/>
                </a:lnTo>
                <a:lnTo>
                  <a:pt x="2005874" y="667066"/>
                </a:lnTo>
                <a:lnTo>
                  <a:pt x="2009695" y="667382"/>
                </a:lnTo>
                <a:lnTo>
                  <a:pt x="2012561" y="668330"/>
                </a:lnTo>
                <a:lnTo>
                  <a:pt x="2016064" y="669595"/>
                </a:lnTo>
                <a:lnTo>
                  <a:pt x="2018930" y="670859"/>
                </a:lnTo>
                <a:lnTo>
                  <a:pt x="2021796" y="672755"/>
                </a:lnTo>
                <a:lnTo>
                  <a:pt x="2024344" y="674335"/>
                </a:lnTo>
                <a:lnTo>
                  <a:pt x="2026891" y="676863"/>
                </a:lnTo>
                <a:lnTo>
                  <a:pt x="2029121" y="679076"/>
                </a:lnTo>
                <a:lnTo>
                  <a:pt x="2031031" y="681920"/>
                </a:lnTo>
                <a:lnTo>
                  <a:pt x="2032623" y="684764"/>
                </a:lnTo>
                <a:lnTo>
                  <a:pt x="2034216" y="687292"/>
                </a:lnTo>
                <a:lnTo>
                  <a:pt x="2035489" y="690769"/>
                </a:lnTo>
                <a:lnTo>
                  <a:pt x="2036126" y="693929"/>
                </a:lnTo>
                <a:lnTo>
                  <a:pt x="2036763" y="697405"/>
                </a:lnTo>
                <a:lnTo>
                  <a:pt x="2036763" y="700566"/>
                </a:lnTo>
                <a:lnTo>
                  <a:pt x="2036763" y="704358"/>
                </a:lnTo>
                <a:lnTo>
                  <a:pt x="2036126" y="707834"/>
                </a:lnTo>
                <a:lnTo>
                  <a:pt x="2035489" y="710995"/>
                </a:lnTo>
                <a:lnTo>
                  <a:pt x="2034216" y="714155"/>
                </a:lnTo>
                <a:lnTo>
                  <a:pt x="2032623" y="716999"/>
                </a:lnTo>
                <a:lnTo>
                  <a:pt x="2031031" y="720160"/>
                </a:lnTo>
                <a:lnTo>
                  <a:pt x="2029121" y="722688"/>
                </a:lnTo>
                <a:lnTo>
                  <a:pt x="2026891" y="724900"/>
                </a:lnTo>
                <a:lnTo>
                  <a:pt x="2024344" y="727112"/>
                </a:lnTo>
                <a:lnTo>
                  <a:pt x="2021796" y="729009"/>
                </a:lnTo>
                <a:lnTo>
                  <a:pt x="2018930" y="730905"/>
                </a:lnTo>
                <a:lnTo>
                  <a:pt x="2016064" y="732169"/>
                </a:lnTo>
                <a:lnTo>
                  <a:pt x="2012561" y="733433"/>
                </a:lnTo>
                <a:lnTo>
                  <a:pt x="2009695" y="734381"/>
                </a:lnTo>
                <a:lnTo>
                  <a:pt x="2005874" y="734697"/>
                </a:lnTo>
                <a:lnTo>
                  <a:pt x="2002690" y="735013"/>
                </a:lnTo>
                <a:lnTo>
                  <a:pt x="1856524" y="735013"/>
                </a:lnTo>
                <a:lnTo>
                  <a:pt x="1853339" y="734697"/>
                </a:lnTo>
                <a:lnTo>
                  <a:pt x="1849518" y="734381"/>
                </a:lnTo>
                <a:lnTo>
                  <a:pt x="1846652" y="733433"/>
                </a:lnTo>
                <a:lnTo>
                  <a:pt x="1843149" y="732169"/>
                </a:lnTo>
                <a:lnTo>
                  <a:pt x="1840283" y="730905"/>
                </a:lnTo>
                <a:lnTo>
                  <a:pt x="1837417" y="729009"/>
                </a:lnTo>
                <a:lnTo>
                  <a:pt x="1834870" y="727112"/>
                </a:lnTo>
                <a:lnTo>
                  <a:pt x="1832322" y="724900"/>
                </a:lnTo>
                <a:lnTo>
                  <a:pt x="1830093" y="722688"/>
                </a:lnTo>
                <a:lnTo>
                  <a:pt x="1828182" y="720160"/>
                </a:lnTo>
                <a:lnTo>
                  <a:pt x="1826590" y="716999"/>
                </a:lnTo>
                <a:lnTo>
                  <a:pt x="1824998" y="714155"/>
                </a:lnTo>
                <a:lnTo>
                  <a:pt x="1823724" y="710995"/>
                </a:lnTo>
                <a:lnTo>
                  <a:pt x="1823087" y="707834"/>
                </a:lnTo>
                <a:lnTo>
                  <a:pt x="1822450" y="704358"/>
                </a:lnTo>
                <a:lnTo>
                  <a:pt x="1822450" y="700566"/>
                </a:lnTo>
                <a:lnTo>
                  <a:pt x="1822450" y="697405"/>
                </a:lnTo>
                <a:lnTo>
                  <a:pt x="1823087" y="693929"/>
                </a:lnTo>
                <a:lnTo>
                  <a:pt x="1823724" y="690769"/>
                </a:lnTo>
                <a:lnTo>
                  <a:pt x="1824998" y="687292"/>
                </a:lnTo>
                <a:lnTo>
                  <a:pt x="1826590" y="684764"/>
                </a:lnTo>
                <a:lnTo>
                  <a:pt x="1828182" y="681920"/>
                </a:lnTo>
                <a:lnTo>
                  <a:pt x="1830093" y="679076"/>
                </a:lnTo>
                <a:lnTo>
                  <a:pt x="1832322" y="676863"/>
                </a:lnTo>
                <a:lnTo>
                  <a:pt x="1834870" y="674335"/>
                </a:lnTo>
                <a:lnTo>
                  <a:pt x="1837417" y="672755"/>
                </a:lnTo>
                <a:lnTo>
                  <a:pt x="1840283" y="670859"/>
                </a:lnTo>
                <a:lnTo>
                  <a:pt x="1843149" y="669595"/>
                </a:lnTo>
                <a:lnTo>
                  <a:pt x="1846652" y="668330"/>
                </a:lnTo>
                <a:lnTo>
                  <a:pt x="1849518" y="667382"/>
                </a:lnTo>
                <a:lnTo>
                  <a:pt x="1853339" y="667066"/>
                </a:lnTo>
                <a:lnTo>
                  <a:pt x="1856524" y="666750"/>
                </a:lnTo>
                <a:close/>
                <a:moveTo>
                  <a:pt x="629654" y="666750"/>
                </a:moveTo>
                <a:lnTo>
                  <a:pt x="775285" y="666750"/>
                </a:lnTo>
                <a:lnTo>
                  <a:pt x="778783" y="667066"/>
                </a:lnTo>
                <a:lnTo>
                  <a:pt x="781962" y="667382"/>
                </a:lnTo>
                <a:lnTo>
                  <a:pt x="785460" y="668330"/>
                </a:lnTo>
                <a:lnTo>
                  <a:pt x="788640" y="669595"/>
                </a:lnTo>
                <a:lnTo>
                  <a:pt x="791819" y="670859"/>
                </a:lnTo>
                <a:lnTo>
                  <a:pt x="794363" y="672755"/>
                </a:lnTo>
                <a:lnTo>
                  <a:pt x="797225" y="674335"/>
                </a:lnTo>
                <a:lnTo>
                  <a:pt x="799451" y="676863"/>
                </a:lnTo>
                <a:lnTo>
                  <a:pt x="801677" y="679076"/>
                </a:lnTo>
                <a:lnTo>
                  <a:pt x="803902" y="681920"/>
                </a:lnTo>
                <a:lnTo>
                  <a:pt x="805492" y="684764"/>
                </a:lnTo>
                <a:lnTo>
                  <a:pt x="806764" y="687292"/>
                </a:lnTo>
                <a:lnTo>
                  <a:pt x="808036" y="690769"/>
                </a:lnTo>
                <a:lnTo>
                  <a:pt x="808990" y="693929"/>
                </a:lnTo>
                <a:lnTo>
                  <a:pt x="809626" y="697405"/>
                </a:lnTo>
                <a:lnTo>
                  <a:pt x="809626" y="700566"/>
                </a:lnTo>
                <a:lnTo>
                  <a:pt x="809626" y="704358"/>
                </a:lnTo>
                <a:lnTo>
                  <a:pt x="808990" y="707834"/>
                </a:lnTo>
                <a:lnTo>
                  <a:pt x="808036" y="710995"/>
                </a:lnTo>
                <a:lnTo>
                  <a:pt x="806764" y="714155"/>
                </a:lnTo>
                <a:lnTo>
                  <a:pt x="805492" y="716999"/>
                </a:lnTo>
                <a:lnTo>
                  <a:pt x="803902" y="720160"/>
                </a:lnTo>
                <a:lnTo>
                  <a:pt x="801677" y="722688"/>
                </a:lnTo>
                <a:lnTo>
                  <a:pt x="799451" y="724900"/>
                </a:lnTo>
                <a:lnTo>
                  <a:pt x="797225" y="727112"/>
                </a:lnTo>
                <a:lnTo>
                  <a:pt x="794363" y="729009"/>
                </a:lnTo>
                <a:lnTo>
                  <a:pt x="791819" y="730905"/>
                </a:lnTo>
                <a:lnTo>
                  <a:pt x="788640" y="732169"/>
                </a:lnTo>
                <a:lnTo>
                  <a:pt x="785460" y="733433"/>
                </a:lnTo>
                <a:lnTo>
                  <a:pt x="781962" y="734381"/>
                </a:lnTo>
                <a:lnTo>
                  <a:pt x="778783" y="734697"/>
                </a:lnTo>
                <a:lnTo>
                  <a:pt x="775285" y="735013"/>
                </a:lnTo>
                <a:lnTo>
                  <a:pt x="629654" y="735013"/>
                </a:lnTo>
                <a:lnTo>
                  <a:pt x="626156" y="734697"/>
                </a:lnTo>
                <a:lnTo>
                  <a:pt x="622976" y="734381"/>
                </a:lnTo>
                <a:lnTo>
                  <a:pt x="619479" y="733433"/>
                </a:lnTo>
                <a:lnTo>
                  <a:pt x="616299" y="732169"/>
                </a:lnTo>
                <a:lnTo>
                  <a:pt x="613119" y="730905"/>
                </a:lnTo>
                <a:lnTo>
                  <a:pt x="610576" y="729009"/>
                </a:lnTo>
                <a:lnTo>
                  <a:pt x="607714" y="727112"/>
                </a:lnTo>
                <a:lnTo>
                  <a:pt x="605488" y="724900"/>
                </a:lnTo>
                <a:lnTo>
                  <a:pt x="603262" y="722688"/>
                </a:lnTo>
                <a:lnTo>
                  <a:pt x="601036" y="720160"/>
                </a:lnTo>
                <a:lnTo>
                  <a:pt x="599447" y="716999"/>
                </a:lnTo>
                <a:lnTo>
                  <a:pt x="598175" y="714155"/>
                </a:lnTo>
                <a:lnTo>
                  <a:pt x="596903" y="710995"/>
                </a:lnTo>
                <a:lnTo>
                  <a:pt x="596267" y="707834"/>
                </a:lnTo>
                <a:lnTo>
                  <a:pt x="595313" y="704358"/>
                </a:lnTo>
                <a:lnTo>
                  <a:pt x="595313" y="700566"/>
                </a:lnTo>
                <a:lnTo>
                  <a:pt x="595313" y="697405"/>
                </a:lnTo>
                <a:lnTo>
                  <a:pt x="596267" y="693929"/>
                </a:lnTo>
                <a:lnTo>
                  <a:pt x="596903" y="690769"/>
                </a:lnTo>
                <a:lnTo>
                  <a:pt x="598175" y="687292"/>
                </a:lnTo>
                <a:lnTo>
                  <a:pt x="599447" y="684764"/>
                </a:lnTo>
                <a:lnTo>
                  <a:pt x="601036" y="681920"/>
                </a:lnTo>
                <a:lnTo>
                  <a:pt x="603262" y="679076"/>
                </a:lnTo>
                <a:lnTo>
                  <a:pt x="605488" y="676863"/>
                </a:lnTo>
                <a:lnTo>
                  <a:pt x="607714" y="674335"/>
                </a:lnTo>
                <a:lnTo>
                  <a:pt x="610576" y="672755"/>
                </a:lnTo>
                <a:lnTo>
                  <a:pt x="613119" y="670859"/>
                </a:lnTo>
                <a:lnTo>
                  <a:pt x="616299" y="669595"/>
                </a:lnTo>
                <a:lnTo>
                  <a:pt x="619479" y="668330"/>
                </a:lnTo>
                <a:lnTo>
                  <a:pt x="622976" y="667382"/>
                </a:lnTo>
                <a:lnTo>
                  <a:pt x="626156" y="667066"/>
                </a:lnTo>
                <a:lnTo>
                  <a:pt x="629654" y="666750"/>
                </a:lnTo>
                <a:close/>
                <a:moveTo>
                  <a:pt x="1315880" y="528637"/>
                </a:moveTo>
                <a:lnTo>
                  <a:pt x="1321897" y="528954"/>
                </a:lnTo>
                <a:lnTo>
                  <a:pt x="1327598" y="529904"/>
                </a:lnTo>
                <a:lnTo>
                  <a:pt x="1333615" y="531805"/>
                </a:lnTo>
                <a:lnTo>
                  <a:pt x="1339316" y="534655"/>
                </a:lnTo>
                <a:lnTo>
                  <a:pt x="1345017" y="537823"/>
                </a:lnTo>
                <a:lnTo>
                  <a:pt x="1350084" y="541941"/>
                </a:lnTo>
                <a:lnTo>
                  <a:pt x="1354835" y="546375"/>
                </a:lnTo>
                <a:lnTo>
                  <a:pt x="1359586" y="551760"/>
                </a:lnTo>
                <a:lnTo>
                  <a:pt x="1364020" y="557778"/>
                </a:lnTo>
                <a:lnTo>
                  <a:pt x="1367503" y="564430"/>
                </a:lnTo>
                <a:lnTo>
                  <a:pt x="1370987" y="571398"/>
                </a:lnTo>
                <a:lnTo>
                  <a:pt x="1373837" y="579634"/>
                </a:lnTo>
                <a:lnTo>
                  <a:pt x="1375104" y="583751"/>
                </a:lnTo>
                <a:lnTo>
                  <a:pt x="1376371" y="588186"/>
                </a:lnTo>
                <a:lnTo>
                  <a:pt x="1377955" y="597055"/>
                </a:lnTo>
                <a:lnTo>
                  <a:pt x="1379222" y="606557"/>
                </a:lnTo>
                <a:lnTo>
                  <a:pt x="1379538" y="616377"/>
                </a:lnTo>
                <a:lnTo>
                  <a:pt x="1379222" y="627463"/>
                </a:lnTo>
                <a:lnTo>
                  <a:pt x="1378905" y="637915"/>
                </a:lnTo>
                <a:lnTo>
                  <a:pt x="1378588" y="647101"/>
                </a:lnTo>
                <a:lnTo>
                  <a:pt x="1377955" y="655970"/>
                </a:lnTo>
                <a:lnTo>
                  <a:pt x="1376054" y="673074"/>
                </a:lnTo>
                <a:lnTo>
                  <a:pt x="1373204" y="690179"/>
                </a:lnTo>
                <a:lnTo>
                  <a:pt x="1370037" y="706967"/>
                </a:lnTo>
                <a:lnTo>
                  <a:pt x="1366237" y="725021"/>
                </a:lnTo>
                <a:lnTo>
                  <a:pt x="1361803" y="745293"/>
                </a:lnTo>
                <a:lnTo>
                  <a:pt x="1357369" y="769366"/>
                </a:lnTo>
                <a:lnTo>
                  <a:pt x="1352301" y="797873"/>
                </a:lnTo>
                <a:lnTo>
                  <a:pt x="1346917" y="830815"/>
                </a:lnTo>
                <a:lnTo>
                  <a:pt x="1344384" y="849503"/>
                </a:lnTo>
                <a:lnTo>
                  <a:pt x="1341533" y="870092"/>
                </a:lnTo>
                <a:lnTo>
                  <a:pt x="1338683" y="892264"/>
                </a:lnTo>
                <a:lnTo>
                  <a:pt x="1335832" y="916654"/>
                </a:lnTo>
                <a:lnTo>
                  <a:pt x="1296561" y="916654"/>
                </a:lnTo>
                <a:lnTo>
                  <a:pt x="1293710" y="892264"/>
                </a:lnTo>
                <a:lnTo>
                  <a:pt x="1290860" y="870092"/>
                </a:lnTo>
                <a:lnTo>
                  <a:pt x="1288326" y="849820"/>
                </a:lnTo>
                <a:lnTo>
                  <a:pt x="1285792" y="831132"/>
                </a:lnTo>
                <a:lnTo>
                  <a:pt x="1280092" y="797873"/>
                </a:lnTo>
                <a:lnTo>
                  <a:pt x="1275341" y="769366"/>
                </a:lnTo>
                <a:lnTo>
                  <a:pt x="1270590" y="745293"/>
                </a:lnTo>
                <a:lnTo>
                  <a:pt x="1266473" y="725021"/>
                </a:lnTo>
                <a:lnTo>
                  <a:pt x="1262356" y="706967"/>
                </a:lnTo>
                <a:lnTo>
                  <a:pt x="1258872" y="690179"/>
                </a:lnTo>
                <a:lnTo>
                  <a:pt x="1256339" y="673074"/>
                </a:lnTo>
                <a:lnTo>
                  <a:pt x="1254438" y="655970"/>
                </a:lnTo>
                <a:lnTo>
                  <a:pt x="1253805" y="647101"/>
                </a:lnTo>
                <a:lnTo>
                  <a:pt x="1252855" y="637915"/>
                </a:lnTo>
                <a:lnTo>
                  <a:pt x="1252538" y="627463"/>
                </a:lnTo>
                <a:lnTo>
                  <a:pt x="1252538" y="616377"/>
                </a:lnTo>
                <a:lnTo>
                  <a:pt x="1252855" y="606557"/>
                </a:lnTo>
                <a:lnTo>
                  <a:pt x="1254122" y="597055"/>
                </a:lnTo>
                <a:lnTo>
                  <a:pt x="1255705" y="588186"/>
                </a:lnTo>
                <a:lnTo>
                  <a:pt x="1256972" y="583751"/>
                </a:lnTo>
                <a:lnTo>
                  <a:pt x="1258239" y="579634"/>
                </a:lnTo>
                <a:lnTo>
                  <a:pt x="1261406" y="571398"/>
                </a:lnTo>
                <a:lnTo>
                  <a:pt x="1264573" y="564430"/>
                </a:lnTo>
                <a:lnTo>
                  <a:pt x="1268374" y="557778"/>
                </a:lnTo>
                <a:lnTo>
                  <a:pt x="1272807" y="551760"/>
                </a:lnTo>
                <a:lnTo>
                  <a:pt x="1277241" y="546375"/>
                </a:lnTo>
                <a:lnTo>
                  <a:pt x="1281992" y="541941"/>
                </a:lnTo>
                <a:lnTo>
                  <a:pt x="1287376" y="537823"/>
                </a:lnTo>
                <a:lnTo>
                  <a:pt x="1293077" y="534655"/>
                </a:lnTo>
                <a:lnTo>
                  <a:pt x="1298778" y="531805"/>
                </a:lnTo>
                <a:lnTo>
                  <a:pt x="1304162" y="529904"/>
                </a:lnTo>
                <a:lnTo>
                  <a:pt x="1310179" y="528954"/>
                </a:lnTo>
                <a:lnTo>
                  <a:pt x="1315880" y="528637"/>
                </a:lnTo>
                <a:close/>
                <a:moveTo>
                  <a:pt x="1316038" y="427125"/>
                </a:moveTo>
                <a:lnTo>
                  <a:pt x="1306196" y="427443"/>
                </a:lnTo>
                <a:lnTo>
                  <a:pt x="1296353" y="427761"/>
                </a:lnTo>
                <a:lnTo>
                  <a:pt x="1283971" y="428715"/>
                </a:lnTo>
                <a:lnTo>
                  <a:pt x="1269048" y="430622"/>
                </a:lnTo>
                <a:lnTo>
                  <a:pt x="1252221" y="432529"/>
                </a:lnTo>
                <a:lnTo>
                  <a:pt x="1233806" y="435390"/>
                </a:lnTo>
                <a:lnTo>
                  <a:pt x="1224281" y="437615"/>
                </a:lnTo>
                <a:lnTo>
                  <a:pt x="1214121" y="439523"/>
                </a:lnTo>
                <a:lnTo>
                  <a:pt x="1204278" y="441748"/>
                </a:lnTo>
                <a:lnTo>
                  <a:pt x="1193483" y="444609"/>
                </a:lnTo>
                <a:lnTo>
                  <a:pt x="1183323" y="447470"/>
                </a:lnTo>
                <a:lnTo>
                  <a:pt x="1172528" y="450967"/>
                </a:lnTo>
                <a:lnTo>
                  <a:pt x="1161733" y="454463"/>
                </a:lnTo>
                <a:lnTo>
                  <a:pt x="1150938" y="458914"/>
                </a:lnTo>
                <a:lnTo>
                  <a:pt x="1140143" y="463364"/>
                </a:lnTo>
                <a:lnTo>
                  <a:pt x="1129348" y="467814"/>
                </a:lnTo>
                <a:lnTo>
                  <a:pt x="1118871" y="473218"/>
                </a:lnTo>
                <a:lnTo>
                  <a:pt x="1108393" y="478940"/>
                </a:lnTo>
                <a:lnTo>
                  <a:pt x="1097916" y="484980"/>
                </a:lnTo>
                <a:lnTo>
                  <a:pt x="1088073" y="491338"/>
                </a:lnTo>
                <a:lnTo>
                  <a:pt x="1078231" y="498331"/>
                </a:lnTo>
                <a:lnTo>
                  <a:pt x="1069023" y="505960"/>
                </a:lnTo>
                <a:lnTo>
                  <a:pt x="1059498" y="514225"/>
                </a:lnTo>
                <a:lnTo>
                  <a:pt x="1050926" y="522808"/>
                </a:lnTo>
                <a:lnTo>
                  <a:pt x="1043623" y="530755"/>
                </a:lnTo>
                <a:lnTo>
                  <a:pt x="1036638" y="539656"/>
                </a:lnTo>
                <a:lnTo>
                  <a:pt x="1029971" y="548557"/>
                </a:lnTo>
                <a:lnTo>
                  <a:pt x="1023938" y="557775"/>
                </a:lnTo>
                <a:lnTo>
                  <a:pt x="1018541" y="567312"/>
                </a:lnTo>
                <a:lnTo>
                  <a:pt x="1013461" y="577166"/>
                </a:lnTo>
                <a:lnTo>
                  <a:pt x="1009333" y="587656"/>
                </a:lnTo>
                <a:lnTo>
                  <a:pt x="1005206" y="598464"/>
                </a:lnTo>
                <a:lnTo>
                  <a:pt x="1001713" y="608954"/>
                </a:lnTo>
                <a:lnTo>
                  <a:pt x="998856" y="620398"/>
                </a:lnTo>
                <a:lnTo>
                  <a:pt x="996633" y="632160"/>
                </a:lnTo>
                <a:lnTo>
                  <a:pt x="994728" y="643922"/>
                </a:lnTo>
                <a:lnTo>
                  <a:pt x="993458" y="656319"/>
                </a:lnTo>
                <a:lnTo>
                  <a:pt x="992506" y="668716"/>
                </a:lnTo>
                <a:lnTo>
                  <a:pt x="992506" y="681750"/>
                </a:lnTo>
                <a:lnTo>
                  <a:pt x="992506" y="694783"/>
                </a:lnTo>
                <a:lnTo>
                  <a:pt x="993141" y="707498"/>
                </a:lnTo>
                <a:lnTo>
                  <a:pt x="994093" y="719260"/>
                </a:lnTo>
                <a:lnTo>
                  <a:pt x="994728" y="730704"/>
                </a:lnTo>
                <a:lnTo>
                  <a:pt x="996316" y="741829"/>
                </a:lnTo>
                <a:lnTo>
                  <a:pt x="997586" y="752002"/>
                </a:lnTo>
                <a:lnTo>
                  <a:pt x="998856" y="762174"/>
                </a:lnTo>
                <a:lnTo>
                  <a:pt x="1000443" y="771393"/>
                </a:lnTo>
                <a:lnTo>
                  <a:pt x="1002031" y="780611"/>
                </a:lnTo>
                <a:lnTo>
                  <a:pt x="1003936" y="789194"/>
                </a:lnTo>
                <a:lnTo>
                  <a:pt x="1005841" y="797777"/>
                </a:lnTo>
                <a:lnTo>
                  <a:pt x="1008063" y="805724"/>
                </a:lnTo>
                <a:lnTo>
                  <a:pt x="1010603" y="813035"/>
                </a:lnTo>
                <a:lnTo>
                  <a:pt x="1012826" y="820347"/>
                </a:lnTo>
                <a:lnTo>
                  <a:pt x="1015683" y="827022"/>
                </a:lnTo>
                <a:lnTo>
                  <a:pt x="1018223" y="833698"/>
                </a:lnTo>
                <a:lnTo>
                  <a:pt x="1020763" y="840055"/>
                </a:lnTo>
                <a:lnTo>
                  <a:pt x="1023621" y="846095"/>
                </a:lnTo>
                <a:lnTo>
                  <a:pt x="1026478" y="851817"/>
                </a:lnTo>
                <a:lnTo>
                  <a:pt x="1032828" y="862943"/>
                </a:lnTo>
                <a:lnTo>
                  <a:pt x="1039496" y="872797"/>
                </a:lnTo>
                <a:lnTo>
                  <a:pt x="1046481" y="882652"/>
                </a:lnTo>
                <a:lnTo>
                  <a:pt x="1053466" y="891552"/>
                </a:lnTo>
                <a:lnTo>
                  <a:pt x="1061086" y="900135"/>
                </a:lnTo>
                <a:lnTo>
                  <a:pt x="1076643" y="917301"/>
                </a:lnTo>
                <a:lnTo>
                  <a:pt x="1091883" y="934467"/>
                </a:lnTo>
                <a:lnTo>
                  <a:pt x="1099821" y="943367"/>
                </a:lnTo>
                <a:lnTo>
                  <a:pt x="1107441" y="952904"/>
                </a:lnTo>
                <a:lnTo>
                  <a:pt x="1115061" y="962758"/>
                </a:lnTo>
                <a:lnTo>
                  <a:pt x="1122681" y="973566"/>
                </a:lnTo>
                <a:lnTo>
                  <a:pt x="1129983" y="985010"/>
                </a:lnTo>
                <a:lnTo>
                  <a:pt x="1136968" y="996772"/>
                </a:lnTo>
                <a:lnTo>
                  <a:pt x="1143953" y="1009805"/>
                </a:lnTo>
                <a:lnTo>
                  <a:pt x="1150938" y="1024427"/>
                </a:lnTo>
                <a:lnTo>
                  <a:pt x="1153796" y="1031739"/>
                </a:lnTo>
                <a:lnTo>
                  <a:pt x="1157288" y="1039686"/>
                </a:lnTo>
                <a:lnTo>
                  <a:pt x="1160146" y="1047633"/>
                </a:lnTo>
                <a:lnTo>
                  <a:pt x="1162686" y="1056216"/>
                </a:lnTo>
                <a:lnTo>
                  <a:pt x="1165543" y="1064799"/>
                </a:lnTo>
                <a:lnTo>
                  <a:pt x="1168083" y="1074017"/>
                </a:lnTo>
                <a:lnTo>
                  <a:pt x="1170941" y="1083554"/>
                </a:lnTo>
                <a:lnTo>
                  <a:pt x="1173163" y="1093408"/>
                </a:lnTo>
                <a:lnTo>
                  <a:pt x="1175386" y="1103580"/>
                </a:lnTo>
                <a:lnTo>
                  <a:pt x="1177608" y="1114388"/>
                </a:lnTo>
                <a:lnTo>
                  <a:pt x="1179513" y="1125196"/>
                </a:lnTo>
                <a:lnTo>
                  <a:pt x="1181418" y="1136958"/>
                </a:lnTo>
                <a:lnTo>
                  <a:pt x="1181680" y="1141412"/>
                </a:lnTo>
                <a:lnTo>
                  <a:pt x="1456680" y="1141412"/>
                </a:lnTo>
                <a:lnTo>
                  <a:pt x="1456691" y="1136958"/>
                </a:lnTo>
                <a:lnTo>
                  <a:pt x="1458596" y="1125196"/>
                </a:lnTo>
                <a:lnTo>
                  <a:pt x="1460818" y="1114388"/>
                </a:lnTo>
                <a:lnTo>
                  <a:pt x="1462723" y="1103580"/>
                </a:lnTo>
                <a:lnTo>
                  <a:pt x="1464946" y="1093408"/>
                </a:lnTo>
                <a:lnTo>
                  <a:pt x="1467486" y="1083554"/>
                </a:lnTo>
                <a:lnTo>
                  <a:pt x="1470026" y="1074017"/>
                </a:lnTo>
                <a:lnTo>
                  <a:pt x="1472883" y="1064799"/>
                </a:lnTo>
                <a:lnTo>
                  <a:pt x="1475423" y="1056216"/>
                </a:lnTo>
                <a:lnTo>
                  <a:pt x="1478281" y="1047633"/>
                </a:lnTo>
                <a:lnTo>
                  <a:pt x="1481456" y="1039686"/>
                </a:lnTo>
                <a:lnTo>
                  <a:pt x="1484313" y="1031739"/>
                </a:lnTo>
                <a:lnTo>
                  <a:pt x="1487806" y="1024427"/>
                </a:lnTo>
                <a:lnTo>
                  <a:pt x="1494156" y="1009805"/>
                </a:lnTo>
                <a:lnTo>
                  <a:pt x="1501141" y="996772"/>
                </a:lnTo>
                <a:lnTo>
                  <a:pt x="1508443" y="985010"/>
                </a:lnTo>
                <a:lnTo>
                  <a:pt x="1515746" y="973566"/>
                </a:lnTo>
                <a:lnTo>
                  <a:pt x="1523048" y="962758"/>
                </a:lnTo>
                <a:lnTo>
                  <a:pt x="1530986" y="952904"/>
                </a:lnTo>
                <a:lnTo>
                  <a:pt x="1538606" y="943367"/>
                </a:lnTo>
                <a:lnTo>
                  <a:pt x="1546543" y="934467"/>
                </a:lnTo>
                <a:lnTo>
                  <a:pt x="1561466" y="917301"/>
                </a:lnTo>
                <a:lnTo>
                  <a:pt x="1577341" y="900135"/>
                </a:lnTo>
                <a:lnTo>
                  <a:pt x="1584643" y="891552"/>
                </a:lnTo>
                <a:lnTo>
                  <a:pt x="1591946" y="882652"/>
                </a:lnTo>
                <a:lnTo>
                  <a:pt x="1598613" y="872797"/>
                </a:lnTo>
                <a:lnTo>
                  <a:pt x="1605281" y="862943"/>
                </a:lnTo>
                <a:lnTo>
                  <a:pt x="1611631" y="851817"/>
                </a:lnTo>
                <a:lnTo>
                  <a:pt x="1614806" y="846095"/>
                </a:lnTo>
                <a:lnTo>
                  <a:pt x="1617346" y="840055"/>
                </a:lnTo>
                <a:lnTo>
                  <a:pt x="1620203" y="833698"/>
                </a:lnTo>
                <a:lnTo>
                  <a:pt x="1623061" y="827022"/>
                </a:lnTo>
                <a:lnTo>
                  <a:pt x="1625283" y="820347"/>
                </a:lnTo>
                <a:lnTo>
                  <a:pt x="1628141" y="813035"/>
                </a:lnTo>
                <a:lnTo>
                  <a:pt x="1630046" y="805724"/>
                </a:lnTo>
                <a:lnTo>
                  <a:pt x="1632268" y="797777"/>
                </a:lnTo>
                <a:lnTo>
                  <a:pt x="1634491" y="789194"/>
                </a:lnTo>
                <a:lnTo>
                  <a:pt x="1636396" y="780611"/>
                </a:lnTo>
                <a:lnTo>
                  <a:pt x="1637983" y="771393"/>
                </a:lnTo>
                <a:lnTo>
                  <a:pt x="1639571" y="762174"/>
                </a:lnTo>
                <a:lnTo>
                  <a:pt x="1641158" y="752002"/>
                </a:lnTo>
                <a:lnTo>
                  <a:pt x="1642428" y="741829"/>
                </a:lnTo>
                <a:lnTo>
                  <a:pt x="1643381" y="730704"/>
                </a:lnTo>
                <a:lnTo>
                  <a:pt x="1644333" y="719260"/>
                </a:lnTo>
                <a:lnTo>
                  <a:pt x="1644968" y="707498"/>
                </a:lnTo>
                <a:lnTo>
                  <a:pt x="1645603" y="694783"/>
                </a:lnTo>
                <a:lnTo>
                  <a:pt x="1645921" y="681750"/>
                </a:lnTo>
                <a:lnTo>
                  <a:pt x="1645603" y="668716"/>
                </a:lnTo>
                <a:lnTo>
                  <a:pt x="1644968" y="656319"/>
                </a:lnTo>
                <a:lnTo>
                  <a:pt x="1643698" y="643922"/>
                </a:lnTo>
                <a:lnTo>
                  <a:pt x="1641793" y="632160"/>
                </a:lnTo>
                <a:lnTo>
                  <a:pt x="1639253" y="620398"/>
                </a:lnTo>
                <a:lnTo>
                  <a:pt x="1636396" y="608954"/>
                </a:lnTo>
                <a:lnTo>
                  <a:pt x="1632903" y="598464"/>
                </a:lnTo>
                <a:lnTo>
                  <a:pt x="1629411" y="587656"/>
                </a:lnTo>
                <a:lnTo>
                  <a:pt x="1624648" y="577166"/>
                </a:lnTo>
                <a:lnTo>
                  <a:pt x="1619568" y="567312"/>
                </a:lnTo>
                <a:lnTo>
                  <a:pt x="1614488" y="557775"/>
                </a:lnTo>
                <a:lnTo>
                  <a:pt x="1608456" y="548557"/>
                </a:lnTo>
                <a:lnTo>
                  <a:pt x="1602106" y="539656"/>
                </a:lnTo>
                <a:lnTo>
                  <a:pt x="1595121" y="530755"/>
                </a:lnTo>
                <a:lnTo>
                  <a:pt x="1587183" y="522808"/>
                </a:lnTo>
                <a:lnTo>
                  <a:pt x="1578611" y="514225"/>
                </a:lnTo>
                <a:lnTo>
                  <a:pt x="1569721" y="505960"/>
                </a:lnTo>
                <a:lnTo>
                  <a:pt x="1559878" y="498331"/>
                </a:lnTo>
                <a:lnTo>
                  <a:pt x="1550353" y="491338"/>
                </a:lnTo>
                <a:lnTo>
                  <a:pt x="1540193" y="484980"/>
                </a:lnTo>
                <a:lnTo>
                  <a:pt x="1529716" y="478622"/>
                </a:lnTo>
                <a:lnTo>
                  <a:pt x="1519556" y="473218"/>
                </a:lnTo>
                <a:lnTo>
                  <a:pt x="1508761" y="467814"/>
                </a:lnTo>
                <a:lnTo>
                  <a:pt x="1497966" y="463046"/>
                </a:lnTo>
                <a:lnTo>
                  <a:pt x="1487488" y="458596"/>
                </a:lnTo>
                <a:lnTo>
                  <a:pt x="1476376" y="454463"/>
                </a:lnTo>
                <a:lnTo>
                  <a:pt x="1465581" y="450967"/>
                </a:lnTo>
                <a:lnTo>
                  <a:pt x="1455103" y="447470"/>
                </a:lnTo>
                <a:lnTo>
                  <a:pt x="1444308" y="444609"/>
                </a:lnTo>
                <a:lnTo>
                  <a:pt x="1434148" y="441748"/>
                </a:lnTo>
                <a:lnTo>
                  <a:pt x="1423988" y="439523"/>
                </a:lnTo>
                <a:lnTo>
                  <a:pt x="1413828" y="437615"/>
                </a:lnTo>
                <a:lnTo>
                  <a:pt x="1404303" y="435390"/>
                </a:lnTo>
                <a:lnTo>
                  <a:pt x="1385888" y="432529"/>
                </a:lnTo>
                <a:lnTo>
                  <a:pt x="1369061" y="430304"/>
                </a:lnTo>
                <a:lnTo>
                  <a:pt x="1354456" y="428715"/>
                </a:lnTo>
                <a:lnTo>
                  <a:pt x="1342073" y="427761"/>
                </a:lnTo>
                <a:lnTo>
                  <a:pt x="1332866" y="427443"/>
                </a:lnTo>
                <a:lnTo>
                  <a:pt x="1323023" y="427125"/>
                </a:lnTo>
                <a:lnTo>
                  <a:pt x="1316038" y="427125"/>
                </a:lnTo>
                <a:close/>
                <a:moveTo>
                  <a:pt x="1309371" y="354012"/>
                </a:moveTo>
                <a:lnTo>
                  <a:pt x="1315403" y="354012"/>
                </a:lnTo>
                <a:lnTo>
                  <a:pt x="1322071" y="354012"/>
                </a:lnTo>
                <a:lnTo>
                  <a:pt x="1328103" y="354012"/>
                </a:lnTo>
                <a:lnTo>
                  <a:pt x="1337628" y="354330"/>
                </a:lnTo>
                <a:lnTo>
                  <a:pt x="1350011" y="354966"/>
                </a:lnTo>
                <a:lnTo>
                  <a:pt x="1365568" y="356237"/>
                </a:lnTo>
                <a:lnTo>
                  <a:pt x="1383666" y="358145"/>
                </a:lnTo>
                <a:lnTo>
                  <a:pt x="1403351" y="361006"/>
                </a:lnTo>
                <a:lnTo>
                  <a:pt x="1413828" y="362913"/>
                </a:lnTo>
                <a:lnTo>
                  <a:pt x="1424941" y="364820"/>
                </a:lnTo>
                <a:lnTo>
                  <a:pt x="1436371" y="367363"/>
                </a:lnTo>
                <a:lnTo>
                  <a:pt x="1448118" y="369906"/>
                </a:lnTo>
                <a:lnTo>
                  <a:pt x="1460183" y="373085"/>
                </a:lnTo>
                <a:lnTo>
                  <a:pt x="1471931" y="376264"/>
                </a:lnTo>
                <a:lnTo>
                  <a:pt x="1484313" y="380079"/>
                </a:lnTo>
                <a:lnTo>
                  <a:pt x="1497013" y="383893"/>
                </a:lnTo>
                <a:lnTo>
                  <a:pt x="1509396" y="388661"/>
                </a:lnTo>
                <a:lnTo>
                  <a:pt x="1522096" y="393748"/>
                </a:lnTo>
                <a:lnTo>
                  <a:pt x="1534478" y="399152"/>
                </a:lnTo>
                <a:lnTo>
                  <a:pt x="1547178" y="405191"/>
                </a:lnTo>
                <a:lnTo>
                  <a:pt x="1559561" y="411549"/>
                </a:lnTo>
                <a:lnTo>
                  <a:pt x="1571943" y="418542"/>
                </a:lnTo>
                <a:lnTo>
                  <a:pt x="1584008" y="425854"/>
                </a:lnTo>
                <a:lnTo>
                  <a:pt x="1595756" y="433801"/>
                </a:lnTo>
                <a:lnTo>
                  <a:pt x="1607186" y="442384"/>
                </a:lnTo>
                <a:lnTo>
                  <a:pt x="1618616" y="451602"/>
                </a:lnTo>
                <a:lnTo>
                  <a:pt x="1629728" y="461139"/>
                </a:lnTo>
                <a:lnTo>
                  <a:pt x="1640206" y="471629"/>
                </a:lnTo>
                <a:lnTo>
                  <a:pt x="1650366" y="483073"/>
                </a:lnTo>
                <a:lnTo>
                  <a:pt x="1659891" y="494199"/>
                </a:lnTo>
                <a:lnTo>
                  <a:pt x="1668463" y="506278"/>
                </a:lnTo>
                <a:lnTo>
                  <a:pt x="1672591" y="512318"/>
                </a:lnTo>
                <a:lnTo>
                  <a:pt x="1676401" y="518676"/>
                </a:lnTo>
                <a:lnTo>
                  <a:pt x="1680211" y="525033"/>
                </a:lnTo>
                <a:lnTo>
                  <a:pt x="1683703" y="531391"/>
                </a:lnTo>
                <a:lnTo>
                  <a:pt x="1690371" y="544424"/>
                </a:lnTo>
                <a:lnTo>
                  <a:pt x="1696403" y="558093"/>
                </a:lnTo>
                <a:lnTo>
                  <a:pt x="1701801" y="572398"/>
                </a:lnTo>
                <a:lnTo>
                  <a:pt x="1706563" y="586703"/>
                </a:lnTo>
                <a:lnTo>
                  <a:pt x="1710056" y="601325"/>
                </a:lnTo>
                <a:lnTo>
                  <a:pt x="1713548" y="616266"/>
                </a:lnTo>
                <a:lnTo>
                  <a:pt x="1715771" y="631842"/>
                </a:lnTo>
                <a:lnTo>
                  <a:pt x="1717993" y="647736"/>
                </a:lnTo>
                <a:lnTo>
                  <a:pt x="1718946" y="663948"/>
                </a:lnTo>
                <a:lnTo>
                  <a:pt x="1719263" y="680478"/>
                </a:lnTo>
                <a:lnTo>
                  <a:pt x="1718946" y="697644"/>
                </a:lnTo>
                <a:lnTo>
                  <a:pt x="1718311" y="712584"/>
                </a:lnTo>
                <a:lnTo>
                  <a:pt x="1717041" y="727207"/>
                </a:lnTo>
                <a:lnTo>
                  <a:pt x="1716088" y="740876"/>
                </a:lnTo>
                <a:lnTo>
                  <a:pt x="1714501" y="753909"/>
                </a:lnTo>
                <a:lnTo>
                  <a:pt x="1712913" y="766624"/>
                </a:lnTo>
                <a:lnTo>
                  <a:pt x="1711326" y="778704"/>
                </a:lnTo>
                <a:lnTo>
                  <a:pt x="1709103" y="790148"/>
                </a:lnTo>
                <a:lnTo>
                  <a:pt x="1706881" y="801274"/>
                </a:lnTo>
                <a:lnTo>
                  <a:pt x="1704658" y="812082"/>
                </a:lnTo>
                <a:lnTo>
                  <a:pt x="1701801" y="821936"/>
                </a:lnTo>
                <a:lnTo>
                  <a:pt x="1698943" y="831790"/>
                </a:lnTo>
                <a:lnTo>
                  <a:pt x="1696086" y="841009"/>
                </a:lnTo>
                <a:lnTo>
                  <a:pt x="1692911" y="849910"/>
                </a:lnTo>
                <a:lnTo>
                  <a:pt x="1689736" y="858175"/>
                </a:lnTo>
                <a:lnTo>
                  <a:pt x="1686243" y="866122"/>
                </a:lnTo>
                <a:lnTo>
                  <a:pt x="1682751" y="874069"/>
                </a:lnTo>
                <a:lnTo>
                  <a:pt x="1679258" y="881698"/>
                </a:lnTo>
                <a:lnTo>
                  <a:pt x="1675448" y="888691"/>
                </a:lnTo>
                <a:lnTo>
                  <a:pt x="1671321" y="895367"/>
                </a:lnTo>
                <a:lnTo>
                  <a:pt x="1667828" y="902042"/>
                </a:lnTo>
                <a:lnTo>
                  <a:pt x="1659573" y="914440"/>
                </a:lnTo>
                <a:lnTo>
                  <a:pt x="1651001" y="925884"/>
                </a:lnTo>
                <a:lnTo>
                  <a:pt x="1642428" y="936692"/>
                </a:lnTo>
                <a:lnTo>
                  <a:pt x="1633856" y="947182"/>
                </a:lnTo>
                <a:lnTo>
                  <a:pt x="1624648" y="957036"/>
                </a:lnTo>
                <a:lnTo>
                  <a:pt x="1615758" y="966891"/>
                </a:lnTo>
                <a:lnTo>
                  <a:pt x="1602423" y="981831"/>
                </a:lnTo>
                <a:lnTo>
                  <a:pt x="1595756" y="989460"/>
                </a:lnTo>
                <a:lnTo>
                  <a:pt x="1589406" y="997407"/>
                </a:lnTo>
                <a:lnTo>
                  <a:pt x="1583056" y="1005672"/>
                </a:lnTo>
                <a:lnTo>
                  <a:pt x="1576706" y="1014255"/>
                </a:lnTo>
                <a:lnTo>
                  <a:pt x="1570991" y="1023474"/>
                </a:lnTo>
                <a:lnTo>
                  <a:pt x="1564958" y="1033010"/>
                </a:lnTo>
                <a:lnTo>
                  <a:pt x="1559561" y="1043818"/>
                </a:lnTo>
                <a:lnTo>
                  <a:pt x="1554163" y="1054626"/>
                </a:lnTo>
                <a:lnTo>
                  <a:pt x="1549083" y="1067024"/>
                </a:lnTo>
                <a:lnTo>
                  <a:pt x="1544638" y="1080057"/>
                </a:lnTo>
                <a:lnTo>
                  <a:pt x="1540193" y="1094680"/>
                </a:lnTo>
                <a:lnTo>
                  <a:pt x="1536383" y="1110256"/>
                </a:lnTo>
                <a:lnTo>
                  <a:pt x="1532891" y="1127104"/>
                </a:lnTo>
                <a:lnTo>
                  <a:pt x="1529716" y="1144905"/>
                </a:lnTo>
                <a:lnTo>
                  <a:pt x="1529716" y="1286999"/>
                </a:lnTo>
                <a:lnTo>
                  <a:pt x="1526858" y="1293992"/>
                </a:lnTo>
                <a:lnTo>
                  <a:pt x="1525906" y="1296535"/>
                </a:lnTo>
                <a:lnTo>
                  <a:pt x="1523366" y="1300986"/>
                </a:lnTo>
                <a:lnTo>
                  <a:pt x="1520508" y="1306072"/>
                </a:lnTo>
                <a:lnTo>
                  <a:pt x="1516063" y="1312747"/>
                </a:lnTo>
                <a:lnTo>
                  <a:pt x="1510348" y="1320694"/>
                </a:lnTo>
                <a:lnTo>
                  <a:pt x="1503046" y="1328641"/>
                </a:lnTo>
                <a:lnTo>
                  <a:pt x="1499236" y="1333410"/>
                </a:lnTo>
                <a:lnTo>
                  <a:pt x="1494473" y="1337542"/>
                </a:lnTo>
                <a:lnTo>
                  <a:pt x="1489393" y="1342310"/>
                </a:lnTo>
                <a:lnTo>
                  <a:pt x="1483996" y="1346761"/>
                </a:lnTo>
                <a:lnTo>
                  <a:pt x="1478281" y="1351211"/>
                </a:lnTo>
                <a:lnTo>
                  <a:pt x="1471931" y="1355979"/>
                </a:lnTo>
                <a:lnTo>
                  <a:pt x="1465263" y="1360748"/>
                </a:lnTo>
                <a:lnTo>
                  <a:pt x="1457961" y="1365516"/>
                </a:lnTo>
                <a:lnTo>
                  <a:pt x="1450341" y="1369648"/>
                </a:lnTo>
                <a:lnTo>
                  <a:pt x="1442086" y="1374417"/>
                </a:lnTo>
                <a:lnTo>
                  <a:pt x="1432878" y="1378867"/>
                </a:lnTo>
                <a:lnTo>
                  <a:pt x="1423671" y="1382682"/>
                </a:lnTo>
                <a:lnTo>
                  <a:pt x="1413511" y="1386814"/>
                </a:lnTo>
                <a:lnTo>
                  <a:pt x="1403351" y="1390311"/>
                </a:lnTo>
                <a:lnTo>
                  <a:pt x="1392238" y="1394125"/>
                </a:lnTo>
                <a:lnTo>
                  <a:pt x="1380173" y="1397622"/>
                </a:lnTo>
                <a:lnTo>
                  <a:pt x="1367791" y="1400483"/>
                </a:lnTo>
                <a:lnTo>
                  <a:pt x="1354773" y="1403662"/>
                </a:lnTo>
                <a:lnTo>
                  <a:pt x="1341121" y="1405887"/>
                </a:lnTo>
                <a:lnTo>
                  <a:pt x="1326833" y="1407794"/>
                </a:lnTo>
                <a:lnTo>
                  <a:pt x="1324611" y="1408112"/>
                </a:lnTo>
                <a:lnTo>
                  <a:pt x="1311276" y="1407794"/>
                </a:lnTo>
                <a:lnTo>
                  <a:pt x="1296988" y="1405887"/>
                </a:lnTo>
                <a:lnTo>
                  <a:pt x="1283336" y="1403662"/>
                </a:lnTo>
                <a:lnTo>
                  <a:pt x="1270318" y="1400483"/>
                </a:lnTo>
                <a:lnTo>
                  <a:pt x="1257936" y="1397622"/>
                </a:lnTo>
                <a:lnTo>
                  <a:pt x="1246188" y="1394125"/>
                </a:lnTo>
                <a:lnTo>
                  <a:pt x="1235076" y="1390311"/>
                </a:lnTo>
                <a:lnTo>
                  <a:pt x="1224598" y="1386814"/>
                </a:lnTo>
                <a:lnTo>
                  <a:pt x="1214438" y="1382682"/>
                </a:lnTo>
                <a:lnTo>
                  <a:pt x="1205231" y="1378867"/>
                </a:lnTo>
                <a:lnTo>
                  <a:pt x="1196658" y="1374417"/>
                </a:lnTo>
                <a:lnTo>
                  <a:pt x="1192940" y="1372348"/>
                </a:lnTo>
                <a:lnTo>
                  <a:pt x="1177471" y="1376937"/>
                </a:lnTo>
                <a:lnTo>
                  <a:pt x="1156831" y="1382967"/>
                </a:lnTo>
                <a:lnTo>
                  <a:pt x="1135872" y="1388679"/>
                </a:lnTo>
                <a:lnTo>
                  <a:pt x="1094591" y="1399787"/>
                </a:lnTo>
                <a:lnTo>
                  <a:pt x="1054580" y="1409625"/>
                </a:lnTo>
                <a:lnTo>
                  <a:pt x="1017744" y="1419462"/>
                </a:lnTo>
                <a:lnTo>
                  <a:pt x="985672" y="1428031"/>
                </a:lnTo>
                <a:lnTo>
                  <a:pt x="971700" y="1432157"/>
                </a:lnTo>
                <a:lnTo>
                  <a:pt x="959633" y="1436282"/>
                </a:lnTo>
                <a:lnTo>
                  <a:pt x="949471" y="1439773"/>
                </a:lnTo>
                <a:lnTo>
                  <a:pt x="941215" y="1443581"/>
                </a:lnTo>
                <a:lnTo>
                  <a:pt x="938357" y="1445168"/>
                </a:lnTo>
                <a:lnTo>
                  <a:pt x="935499" y="1446755"/>
                </a:lnTo>
                <a:lnTo>
                  <a:pt x="933594" y="1448024"/>
                </a:lnTo>
                <a:lnTo>
                  <a:pt x="932324" y="1449928"/>
                </a:lnTo>
                <a:lnTo>
                  <a:pt x="932006" y="1451198"/>
                </a:lnTo>
                <a:lnTo>
                  <a:pt x="932006" y="1452784"/>
                </a:lnTo>
                <a:lnTo>
                  <a:pt x="932641" y="1454054"/>
                </a:lnTo>
                <a:lnTo>
                  <a:pt x="934229" y="1455641"/>
                </a:lnTo>
                <a:lnTo>
                  <a:pt x="938675" y="1457862"/>
                </a:lnTo>
                <a:lnTo>
                  <a:pt x="944390" y="1460401"/>
                </a:lnTo>
                <a:lnTo>
                  <a:pt x="950741" y="1462940"/>
                </a:lnTo>
                <a:lnTo>
                  <a:pt x="958363" y="1465161"/>
                </a:lnTo>
                <a:lnTo>
                  <a:pt x="966619" y="1467065"/>
                </a:lnTo>
                <a:lnTo>
                  <a:pt x="976145" y="1469604"/>
                </a:lnTo>
                <a:lnTo>
                  <a:pt x="985672" y="1471508"/>
                </a:lnTo>
                <a:lnTo>
                  <a:pt x="996468" y="1473412"/>
                </a:lnTo>
                <a:lnTo>
                  <a:pt x="1019014" y="1477538"/>
                </a:lnTo>
                <a:lnTo>
                  <a:pt x="1043783" y="1481029"/>
                </a:lnTo>
                <a:lnTo>
                  <a:pt x="1069505" y="1484202"/>
                </a:lnTo>
                <a:lnTo>
                  <a:pt x="1095861" y="1486741"/>
                </a:lnTo>
                <a:lnTo>
                  <a:pt x="1122218" y="1489597"/>
                </a:lnTo>
                <a:lnTo>
                  <a:pt x="1147939" y="1491819"/>
                </a:lnTo>
                <a:lnTo>
                  <a:pt x="1172708" y="1493723"/>
                </a:lnTo>
                <a:lnTo>
                  <a:pt x="1195889" y="1495309"/>
                </a:lnTo>
                <a:lnTo>
                  <a:pt x="1233995" y="1497214"/>
                </a:lnTo>
                <a:lnTo>
                  <a:pt x="1247967" y="1497848"/>
                </a:lnTo>
                <a:lnTo>
                  <a:pt x="1257811" y="1497848"/>
                </a:lnTo>
                <a:lnTo>
                  <a:pt x="1260034" y="1497848"/>
                </a:lnTo>
                <a:lnTo>
                  <a:pt x="1262574" y="1497531"/>
                </a:lnTo>
                <a:lnTo>
                  <a:pt x="1268925" y="1495944"/>
                </a:lnTo>
                <a:lnTo>
                  <a:pt x="1276864" y="1493723"/>
                </a:lnTo>
                <a:lnTo>
                  <a:pt x="1286391" y="1490549"/>
                </a:lnTo>
                <a:lnTo>
                  <a:pt x="1297187" y="1486106"/>
                </a:lnTo>
                <a:lnTo>
                  <a:pt x="1309254" y="1481663"/>
                </a:lnTo>
                <a:lnTo>
                  <a:pt x="1337516" y="1470239"/>
                </a:lnTo>
                <a:lnTo>
                  <a:pt x="1369588" y="1456593"/>
                </a:lnTo>
                <a:lnTo>
                  <a:pt x="1404836" y="1440725"/>
                </a:lnTo>
                <a:lnTo>
                  <a:pt x="1483271" y="1406768"/>
                </a:lnTo>
                <a:lnTo>
                  <a:pt x="1524870" y="1388679"/>
                </a:lnTo>
                <a:lnTo>
                  <a:pt x="1566786" y="1370908"/>
                </a:lnTo>
                <a:lnTo>
                  <a:pt x="1608703" y="1354088"/>
                </a:lnTo>
                <a:lnTo>
                  <a:pt x="1629343" y="1346154"/>
                </a:lnTo>
                <a:lnTo>
                  <a:pt x="1649666" y="1337903"/>
                </a:lnTo>
                <a:lnTo>
                  <a:pt x="1669672" y="1330604"/>
                </a:lnTo>
                <a:lnTo>
                  <a:pt x="1689043" y="1323622"/>
                </a:lnTo>
                <a:lnTo>
                  <a:pt x="1708095" y="1317275"/>
                </a:lnTo>
                <a:lnTo>
                  <a:pt x="1726513" y="1311246"/>
                </a:lnTo>
                <a:lnTo>
                  <a:pt x="1743978" y="1305851"/>
                </a:lnTo>
                <a:lnTo>
                  <a:pt x="1760491" y="1301725"/>
                </a:lnTo>
                <a:lnTo>
                  <a:pt x="1776368" y="1297599"/>
                </a:lnTo>
                <a:lnTo>
                  <a:pt x="1790976" y="1294743"/>
                </a:lnTo>
                <a:lnTo>
                  <a:pt x="1804630" y="1292204"/>
                </a:lnTo>
                <a:lnTo>
                  <a:pt x="1817650" y="1290618"/>
                </a:lnTo>
                <a:lnTo>
                  <a:pt x="1829717" y="1289031"/>
                </a:lnTo>
                <a:lnTo>
                  <a:pt x="1840831" y="1288396"/>
                </a:lnTo>
                <a:lnTo>
                  <a:pt x="1851310" y="1287762"/>
                </a:lnTo>
                <a:lnTo>
                  <a:pt x="1860836" y="1287127"/>
                </a:lnTo>
                <a:lnTo>
                  <a:pt x="1869728" y="1287762"/>
                </a:lnTo>
                <a:lnTo>
                  <a:pt x="1877984" y="1288396"/>
                </a:lnTo>
                <a:lnTo>
                  <a:pt x="1885605" y="1289348"/>
                </a:lnTo>
                <a:lnTo>
                  <a:pt x="1892274" y="1290618"/>
                </a:lnTo>
                <a:lnTo>
                  <a:pt x="1898307" y="1292204"/>
                </a:lnTo>
                <a:lnTo>
                  <a:pt x="1904023" y="1294426"/>
                </a:lnTo>
                <a:lnTo>
                  <a:pt x="1908469" y="1296647"/>
                </a:lnTo>
                <a:lnTo>
                  <a:pt x="1912914" y="1298869"/>
                </a:lnTo>
                <a:lnTo>
                  <a:pt x="1916725" y="1302042"/>
                </a:lnTo>
                <a:lnTo>
                  <a:pt x="1919901" y="1304899"/>
                </a:lnTo>
                <a:lnTo>
                  <a:pt x="1922441" y="1308389"/>
                </a:lnTo>
                <a:lnTo>
                  <a:pt x="1924664" y="1311880"/>
                </a:lnTo>
                <a:lnTo>
                  <a:pt x="1926252" y="1315688"/>
                </a:lnTo>
                <a:lnTo>
                  <a:pt x="1927522" y="1319497"/>
                </a:lnTo>
                <a:lnTo>
                  <a:pt x="1928157" y="1323622"/>
                </a:lnTo>
                <a:lnTo>
                  <a:pt x="1928474" y="1328065"/>
                </a:lnTo>
                <a:lnTo>
                  <a:pt x="1928474" y="1332825"/>
                </a:lnTo>
                <a:lnTo>
                  <a:pt x="1928157" y="1336951"/>
                </a:lnTo>
                <a:lnTo>
                  <a:pt x="1927522" y="1342029"/>
                </a:lnTo>
                <a:lnTo>
                  <a:pt x="1926252" y="1346789"/>
                </a:lnTo>
                <a:lnTo>
                  <a:pt x="1924981" y="1351549"/>
                </a:lnTo>
                <a:lnTo>
                  <a:pt x="1923711" y="1356627"/>
                </a:lnTo>
                <a:lnTo>
                  <a:pt x="1921488" y="1361704"/>
                </a:lnTo>
                <a:lnTo>
                  <a:pt x="1919583" y="1366782"/>
                </a:lnTo>
                <a:lnTo>
                  <a:pt x="1917728" y="1370490"/>
                </a:lnTo>
                <a:lnTo>
                  <a:pt x="1673225" y="1539875"/>
                </a:lnTo>
                <a:lnTo>
                  <a:pt x="1839536" y="1455101"/>
                </a:lnTo>
                <a:lnTo>
                  <a:pt x="1835829" y="1457509"/>
                </a:lnTo>
                <a:lnTo>
                  <a:pt x="1835750" y="1457545"/>
                </a:lnTo>
                <a:lnTo>
                  <a:pt x="1831940" y="1459449"/>
                </a:lnTo>
                <a:lnTo>
                  <a:pt x="1834797" y="1458179"/>
                </a:lnTo>
                <a:lnTo>
                  <a:pt x="1835829" y="1457509"/>
                </a:lnTo>
                <a:lnTo>
                  <a:pt x="1846229" y="1452784"/>
                </a:lnTo>
                <a:lnTo>
                  <a:pt x="1861789" y="1446437"/>
                </a:lnTo>
                <a:lnTo>
                  <a:pt x="1871633" y="1442629"/>
                </a:lnTo>
                <a:lnTo>
                  <a:pt x="1882112" y="1438821"/>
                </a:lnTo>
                <a:lnTo>
                  <a:pt x="1893226" y="1435013"/>
                </a:lnTo>
                <a:lnTo>
                  <a:pt x="1905293" y="1431204"/>
                </a:lnTo>
                <a:lnTo>
                  <a:pt x="1917995" y="1427714"/>
                </a:lnTo>
                <a:lnTo>
                  <a:pt x="1930697" y="1424857"/>
                </a:lnTo>
                <a:lnTo>
                  <a:pt x="1944034" y="1422001"/>
                </a:lnTo>
                <a:lnTo>
                  <a:pt x="1957054" y="1420097"/>
                </a:lnTo>
                <a:lnTo>
                  <a:pt x="1970391" y="1418828"/>
                </a:lnTo>
                <a:lnTo>
                  <a:pt x="1977059" y="1418510"/>
                </a:lnTo>
                <a:lnTo>
                  <a:pt x="1983410" y="1418193"/>
                </a:lnTo>
                <a:lnTo>
                  <a:pt x="1989761" y="1418510"/>
                </a:lnTo>
                <a:lnTo>
                  <a:pt x="1995795" y="1418828"/>
                </a:lnTo>
                <a:lnTo>
                  <a:pt x="2001828" y="1419780"/>
                </a:lnTo>
                <a:lnTo>
                  <a:pt x="2007862" y="1420732"/>
                </a:lnTo>
                <a:lnTo>
                  <a:pt x="2013577" y="1421684"/>
                </a:lnTo>
                <a:lnTo>
                  <a:pt x="2018658" y="1423588"/>
                </a:lnTo>
                <a:lnTo>
                  <a:pt x="2023739" y="1425175"/>
                </a:lnTo>
                <a:lnTo>
                  <a:pt x="2028820" y="1427079"/>
                </a:lnTo>
                <a:lnTo>
                  <a:pt x="2033265" y="1429618"/>
                </a:lnTo>
                <a:lnTo>
                  <a:pt x="2037394" y="1431839"/>
                </a:lnTo>
                <a:lnTo>
                  <a:pt x="2041839" y="1434378"/>
                </a:lnTo>
                <a:lnTo>
                  <a:pt x="2045650" y="1437234"/>
                </a:lnTo>
                <a:lnTo>
                  <a:pt x="2048825" y="1439773"/>
                </a:lnTo>
                <a:lnTo>
                  <a:pt x="2052001" y="1442946"/>
                </a:lnTo>
                <a:lnTo>
                  <a:pt x="2054859" y="1445803"/>
                </a:lnTo>
                <a:lnTo>
                  <a:pt x="2057082" y="1449294"/>
                </a:lnTo>
                <a:lnTo>
                  <a:pt x="2059305" y="1452467"/>
                </a:lnTo>
                <a:lnTo>
                  <a:pt x="2060892" y="1455958"/>
                </a:lnTo>
                <a:lnTo>
                  <a:pt x="2062162" y="1459131"/>
                </a:lnTo>
                <a:lnTo>
                  <a:pt x="2063115" y="1462622"/>
                </a:lnTo>
                <a:lnTo>
                  <a:pt x="2063433" y="1465796"/>
                </a:lnTo>
                <a:lnTo>
                  <a:pt x="2063750" y="1469287"/>
                </a:lnTo>
                <a:lnTo>
                  <a:pt x="2063433" y="1472778"/>
                </a:lnTo>
                <a:lnTo>
                  <a:pt x="2062480" y="1476268"/>
                </a:lnTo>
                <a:lnTo>
                  <a:pt x="2061210" y="1479442"/>
                </a:lnTo>
                <a:lnTo>
                  <a:pt x="2059622" y="1482933"/>
                </a:lnTo>
                <a:lnTo>
                  <a:pt x="2057082" y="1485789"/>
                </a:lnTo>
                <a:lnTo>
                  <a:pt x="2054541" y="1489280"/>
                </a:lnTo>
                <a:lnTo>
                  <a:pt x="2051048" y="1492136"/>
                </a:lnTo>
                <a:lnTo>
                  <a:pt x="2047555" y="1495309"/>
                </a:lnTo>
                <a:lnTo>
                  <a:pt x="2043110" y="1497848"/>
                </a:lnTo>
                <a:lnTo>
                  <a:pt x="2038029" y="1500704"/>
                </a:lnTo>
                <a:lnTo>
                  <a:pt x="2017071" y="1511494"/>
                </a:lnTo>
                <a:lnTo>
                  <a:pt x="1995795" y="1522919"/>
                </a:lnTo>
                <a:lnTo>
                  <a:pt x="1975154" y="1534344"/>
                </a:lnTo>
                <a:lnTo>
                  <a:pt x="1956101" y="1545451"/>
                </a:lnTo>
                <a:lnTo>
                  <a:pt x="1926252" y="1562271"/>
                </a:lnTo>
                <a:lnTo>
                  <a:pt x="1914502" y="1569252"/>
                </a:lnTo>
                <a:lnTo>
                  <a:pt x="1983410" y="1527997"/>
                </a:lnTo>
                <a:lnTo>
                  <a:pt x="1511215" y="1778704"/>
                </a:lnTo>
                <a:lnTo>
                  <a:pt x="1498196" y="1785369"/>
                </a:lnTo>
                <a:lnTo>
                  <a:pt x="1482953" y="1792985"/>
                </a:lnTo>
                <a:lnTo>
                  <a:pt x="1462948" y="1802823"/>
                </a:lnTo>
                <a:lnTo>
                  <a:pt x="1438814" y="1814248"/>
                </a:lnTo>
                <a:lnTo>
                  <a:pt x="1410870" y="1827259"/>
                </a:lnTo>
                <a:lnTo>
                  <a:pt x="1380385" y="1841223"/>
                </a:lnTo>
                <a:lnTo>
                  <a:pt x="1347678" y="1855186"/>
                </a:lnTo>
                <a:lnTo>
                  <a:pt x="1313382" y="1869150"/>
                </a:lnTo>
                <a:lnTo>
                  <a:pt x="1295917" y="1876131"/>
                </a:lnTo>
                <a:lnTo>
                  <a:pt x="1278769" y="1882796"/>
                </a:lnTo>
                <a:lnTo>
                  <a:pt x="1260987" y="1889143"/>
                </a:lnTo>
                <a:lnTo>
                  <a:pt x="1243204" y="1895172"/>
                </a:lnTo>
                <a:lnTo>
                  <a:pt x="1225739" y="1900885"/>
                </a:lnTo>
                <a:lnTo>
                  <a:pt x="1208909" y="1905962"/>
                </a:lnTo>
                <a:lnTo>
                  <a:pt x="1191761" y="1910723"/>
                </a:lnTo>
                <a:lnTo>
                  <a:pt x="1175248" y="1914848"/>
                </a:lnTo>
                <a:lnTo>
                  <a:pt x="1159371" y="1918656"/>
                </a:lnTo>
                <a:lnTo>
                  <a:pt x="1144129" y="1921513"/>
                </a:lnTo>
                <a:lnTo>
                  <a:pt x="1129204" y="1923417"/>
                </a:lnTo>
                <a:lnTo>
                  <a:pt x="1115232" y="1925004"/>
                </a:lnTo>
                <a:lnTo>
                  <a:pt x="1108563" y="1925321"/>
                </a:lnTo>
                <a:lnTo>
                  <a:pt x="1102212" y="1925638"/>
                </a:lnTo>
                <a:lnTo>
                  <a:pt x="1095861" y="1925638"/>
                </a:lnTo>
                <a:lnTo>
                  <a:pt x="1089828" y="1925321"/>
                </a:lnTo>
                <a:lnTo>
                  <a:pt x="1076808" y="1924051"/>
                </a:lnTo>
                <a:lnTo>
                  <a:pt x="1061884" y="1922465"/>
                </a:lnTo>
                <a:lnTo>
                  <a:pt x="1025683" y="1918656"/>
                </a:lnTo>
                <a:lnTo>
                  <a:pt x="983131" y="1912944"/>
                </a:lnTo>
                <a:lnTo>
                  <a:pt x="934546" y="1906280"/>
                </a:lnTo>
                <a:lnTo>
                  <a:pt x="824992" y="1890412"/>
                </a:lnTo>
                <a:lnTo>
                  <a:pt x="707181" y="1872958"/>
                </a:lnTo>
                <a:lnTo>
                  <a:pt x="589688" y="1856138"/>
                </a:lnTo>
                <a:lnTo>
                  <a:pt x="534117" y="1848522"/>
                </a:lnTo>
                <a:lnTo>
                  <a:pt x="482357" y="1841540"/>
                </a:lnTo>
                <a:lnTo>
                  <a:pt x="435677" y="1835828"/>
                </a:lnTo>
                <a:lnTo>
                  <a:pt x="394713" y="1831385"/>
                </a:lnTo>
                <a:lnTo>
                  <a:pt x="376613" y="1829798"/>
                </a:lnTo>
                <a:lnTo>
                  <a:pt x="361053" y="1828529"/>
                </a:lnTo>
                <a:lnTo>
                  <a:pt x="347399" y="1827577"/>
                </a:lnTo>
                <a:lnTo>
                  <a:pt x="335967" y="1827259"/>
                </a:lnTo>
                <a:lnTo>
                  <a:pt x="314056" y="1827577"/>
                </a:lnTo>
                <a:lnTo>
                  <a:pt x="289922" y="1827894"/>
                </a:lnTo>
                <a:lnTo>
                  <a:pt x="237209" y="1829481"/>
                </a:lnTo>
                <a:lnTo>
                  <a:pt x="181321" y="1831385"/>
                </a:lnTo>
                <a:lnTo>
                  <a:pt x="126702" y="1833606"/>
                </a:lnTo>
                <a:lnTo>
                  <a:pt x="37153" y="1837732"/>
                </a:lnTo>
                <a:lnTo>
                  <a:pt x="0" y="1839636"/>
                </a:lnTo>
                <a:lnTo>
                  <a:pt x="19053" y="1500704"/>
                </a:lnTo>
                <a:lnTo>
                  <a:pt x="28580" y="1501657"/>
                </a:lnTo>
                <a:lnTo>
                  <a:pt x="54301" y="1503878"/>
                </a:lnTo>
                <a:lnTo>
                  <a:pt x="72084" y="1505147"/>
                </a:lnTo>
                <a:lnTo>
                  <a:pt x="92089" y="1506099"/>
                </a:lnTo>
                <a:lnTo>
                  <a:pt x="114318" y="1507369"/>
                </a:lnTo>
                <a:lnTo>
                  <a:pt x="137499" y="1507686"/>
                </a:lnTo>
                <a:lnTo>
                  <a:pt x="161632" y="1507369"/>
                </a:lnTo>
                <a:lnTo>
                  <a:pt x="173699" y="1506734"/>
                </a:lnTo>
                <a:lnTo>
                  <a:pt x="186084" y="1505782"/>
                </a:lnTo>
                <a:lnTo>
                  <a:pt x="198151" y="1504830"/>
                </a:lnTo>
                <a:lnTo>
                  <a:pt x="210217" y="1503878"/>
                </a:lnTo>
                <a:lnTo>
                  <a:pt x="221649" y="1502291"/>
                </a:lnTo>
                <a:lnTo>
                  <a:pt x="233399" y="1500704"/>
                </a:lnTo>
                <a:lnTo>
                  <a:pt x="244513" y="1498483"/>
                </a:lnTo>
                <a:lnTo>
                  <a:pt x="255627" y="1496262"/>
                </a:lnTo>
                <a:lnTo>
                  <a:pt x="265471" y="1493088"/>
                </a:lnTo>
                <a:lnTo>
                  <a:pt x="275315" y="1490232"/>
                </a:lnTo>
                <a:lnTo>
                  <a:pt x="284524" y="1486424"/>
                </a:lnTo>
                <a:lnTo>
                  <a:pt x="292780" y="1482615"/>
                </a:lnTo>
                <a:lnTo>
                  <a:pt x="300719" y="1478172"/>
                </a:lnTo>
                <a:lnTo>
                  <a:pt x="304212" y="1475634"/>
                </a:lnTo>
                <a:lnTo>
                  <a:pt x="307705" y="1473095"/>
                </a:lnTo>
                <a:lnTo>
                  <a:pt x="321677" y="1462622"/>
                </a:lnTo>
                <a:lnTo>
                  <a:pt x="337872" y="1450880"/>
                </a:lnTo>
                <a:lnTo>
                  <a:pt x="355972" y="1438821"/>
                </a:lnTo>
                <a:lnTo>
                  <a:pt x="375978" y="1426127"/>
                </a:lnTo>
                <a:lnTo>
                  <a:pt x="396936" y="1413433"/>
                </a:lnTo>
                <a:lnTo>
                  <a:pt x="418847" y="1400421"/>
                </a:lnTo>
                <a:lnTo>
                  <a:pt x="441075" y="1387727"/>
                </a:lnTo>
                <a:lnTo>
                  <a:pt x="463621" y="1375351"/>
                </a:lnTo>
                <a:lnTo>
                  <a:pt x="485850" y="1363291"/>
                </a:lnTo>
                <a:lnTo>
                  <a:pt x="508078" y="1352184"/>
                </a:lnTo>
                <a:lnTo>
                  <a:pt x="529037" y="1341711"/>
                </a:lnTo>
                <a:lnTo>
                  <a:pt x="549042" y="1332191"/>
                </a:lnTo>
                <a:lnTo>
                  <a:pt x="567142" y="1323940"/>
                </a:lnTo>
                <a:lnTo>
                  <a:pt x="583972" y="1317275"/>
                </a:lnTo>
                <a:lnTo>
                  <a:pt x="597945" y="1311880"/>
                </a:lnTo>
                <a:lnTo>
                  <a:pt x="604296" y="1309976"/>
                </a:lnTo>
                <a:lnTo>
                  <a:pt x="609694" y="1308389"/>
                </a:lnTo>
                <a:lnTo>
                  <a:pt x="616680" y="1307120"/>
                </a:lnTo>
                <a:lnTo>
                  <a:pt x="626524" y="1304899"/>
                </a:lnTo>
                <a:lnTo>
                  <a:pt x="655103" y="1299821"/>
                </a:lnTo>
                <a:lnTo>
                  <a:pt x="693844" y="1293474"/>
                </a:lnTo>
                <a:lnTo>
                  <a:pt x="740842" y="1286492"/>
                </a:lnTo>
                <a:lnTo>
                  <a:pt x="794507" y="1279193"/>
                </a:lnTo>
                <a:lnTo>
                  <a:pt x="853254" y="1271894"/>
                </a:lnTo>
                <a:lnTo>
                  <a:pt x="884056" y="1268403"/>
                </a:lnTo>
                <a:lnTo>
                  <a:pt x="915176" y="1264912"/>
                </a:lnTo>
                <a:lnTo>
                  <a:pt x="946931" y="1261421"/>
                </a:lnTo>
                <a:lnTo>
                  <a:pt x="979003" y="1258565"/>
                </a:lnTo>
                <a:lnTo>
                  <a:pt x="1010758" y="1256026"/>
                </a:lnTo>
                <a:lnTo>
                  <a:pt x="1042195" y="1253488"/>
                </a:lnTo>
                <a:lnTo>
                  <a:pt x="1073633" y="1251583"/>
                </a:lnTo>
                <a:lnTo>
                  <a:pt x="1103800" y="1249997"/>
                </a:lnTo>
                <a:lnTo>
                  <a:pt x="1108711" y="1249733"/>
                </a:lnTo>
                <a:lnTo>
                  <a:pt x="1108711" y="1144905"/>
                </a:lnTo>
                <a:lnTo>
                  <a:pt x="1105218" y="1127104"/>
                </a:lnTo>
                <a:lnTo>
                  <a:pt x="1102043" y="1110256"/>
                </a:lnTo>
                <a:lnTo>
                  <a:pt x="1097916" y="1094680"/>
                </a:lnTo>
                <a:lnTo>
                  <a:pt x="1093788" y="1080057"/>
                </a:lnTo>
                <a:lnTo>
                  <a:pt x="1089026" y="1067024"/>
                </a:lnTo>
                <a:lnTo>
                  <a:pt x="1083946" y="1054626"/>
                </a:lnTo>
                <a:lnTo>
                  <a:pt x="1078866" y="1043818"/>
                </a:lnTo>
                <a:lnTo>
                  <a:pt x="1073468" y="1033010"/>
                </a:lnTo>
                <a:lnTo>
                  <a:pt x="1067753" y="1023474"/>
                </a:lnTo>
                <a:lnTo>
                  <a:pt x="1061721" y="1014255"/>
                </a:lnTo>
                <a:lnTo>
                  <a:pt x="1055371" y="1005672"/>
                </a:lnTo>
                <a:lnTo>
                  <a:pt x="1049021" y="997407"/>
                </a:lnTo>
                <a:lnTo>
                  <a:pt x="1042671" y="989460"/>
                </a:lnTo>
                <a:lnTo>
                  <a:pt x="1036003" y="981831"/>
                </a:lnTo>
                <a:lnTo>
                  <a:pt x="1022668" y="966891"/>
                </a:lnTo>
                <a:lnTo>
                  <a:pt x="1013461" y="957036"/>
                </a:lnTo>
                <a:lnTo>
                  <a:pt x="1004888" y="947182"/>
                </a:lnTo>
                <a:lnTo>
                  <a:pt x="995681" y="936692"/>
                </a:lnTo>
                <a:lnTo>
                  <a:pt x="987108" y="925884"/>
                </a:lnTo>
                <a:lnTo>
                  <a:pt x="978853" y="914440"/>
                </a:lnTo>
                <a:lnTo>
                  <a:pt x="970916" y="902042"/>
                </a:lnTo>
                <a:lnTo>
                  <a:pt x="966788" y="895367"/>
                </a:lnTo>
                <a:lnTo>
                  <a:pt x="962978" y="888691"/>
                </a:lnTo>
                <a:lnTo>
                  <a:pt x="959168" y="881698"/>
                </a:lnTo>
                <a:lnTo>
                  <a:pt x="955676" y="874069"/>
                </a:lnTo>
                <a:lnTo>
                  <a:pt x="952183" y="866122"/>
                </a:lnTo>
                <a:lnTo>
                  <a:pt x="948691" y="858175"/>
                </a:lnTo>
                <a:lnTo>
                  <a:pt x="945516" y="849910"/>
                </a:lnTo>
                <a:lnTo>
                  <a:pt x="942341" y="841009"/>
                </a:lnTo>
                <a:lnTo>
                  <a:pt x="939483" y="831790"/>
                </a:lnTo>
                <a:lnTo>
                  <a:pt x="936626" y="821936"/>
                </a:lnTo>
                <a:lnTo>
                  <a:pt x="934086" y="812082"/>
                </a:lnTo>
                <a:lnTo>
                  <a:pt x="931863" y="801274"/>
                </a:lnTo>
                <a:lnTo>
                  <a:pt x="929323" y="790148"/>
                </a:lnTo>
                <a:lnTo>
                  <a:pt x="927418" y="778704"/>
                </a:lnTo>
                <a:lnTo>
                  <a:pt x="925513" y="766624"/>
                </a:lnTo>
                <a:lnTo>
                  <a:pt x="923608" y="753909"/>
                </a:lnTo>
                <a:lnTo>
                  <a:pt x="922338" y="740876"/>
                </a:lnTo>
                <a:lnTo>
                  <a:pt x="921068" y="727207"/>
                </a:lnTo>
                <a:lnTo>
                  <a:pt x="920433" y="712584"/>
                </a:lnTo>
                <a:lnTo>
                  <a:pt x="919481" y="697644"/>
                </a:lnTo>
                <a:lnTo>
                  <a:pt x="919163" y="680478"/>
                </a:lnTo>
                <a:lnTo>
                  <a:pt x="919481" y="663948"/>
                </a:lnTo>
                <a:lnTo>
                  <a:pt x="920751" y="647736"/>
                </a:lnTo>
                <a:lnTo>
                  <a:pt x="922338" y="631842"/>
                </a:lnTo>
                <a:lnTo>
                  <a:pt x="924561" y="616266"/>
                </a:lnTo>
                <a:lnTo>
                  <a:pt x="928053" y="601325"/>
                </a:lnTo>
                <a:lnTo>
                  <a:pt x="932181" y="586703"/>
                </a:lnTo>
                <a:lnTo>
                  <a:pt x="936308" y="572398"/>
                </a:lnTo>
                <a:lnTo>
                  <a:pt x="941706" y="558093"/>
                </a:lnTo>
                <a:lnTo>
                  <a:pt x="947738" y="544424"/>
                </a:lnTo>
                <a:lnTo>
                  <a:pt x="954406" y="531391"/>
                </a:lnTo>
                <a:lnTo>
                  <a:pt x="958216" y="525033"/>
                </a:lnTo>
                <a:lnTo>
                  <a:pt x="961708" y="518676"/>
                </a:lnTo>
                <a:lnTo>
                  <a:pt x="965836" y="512318"/>
                </a:lnTo>
                <a:lnTo>
                  <a:pt x="969646" y="506278"/>
                </a:lnTo>
                <a:lnTo>
                  <a:pt x="978853" y="494199"/>
                </a:lnTo>
                <a:lnTo>
                  <a:pt x="988061" y="483073"/>
                </a:lnTo>
                <a:lnTo>
                  <a:pt x="998221" y="471629"/>
                </a:lnTo>
                <a:lnTo>
                  <a:pt x="1008698" y="461139"/>
                </a:lnTo>
                <a:lnTo>
                  <a:pt x="1019811" y="451602"/>
                </a:lnTo>
                <a:lnTo>
                  <a:pt x="1030923" y="442384"/>
                </a:lnTo>
                <a:lnTo>
                  <a:pt x="1042671" y="433801"/>
                </a:lnTo>
                <a:lnTo>
                  <a:pt x="1054736" y="425854"/>
                </a:lnTo>
                <a:lnTo>
                  <a:pt x="1066483" y="418542"/>
                </a:lnTo>
                <a:lnTo>
                  <a:pt x="1078866" y="411549"/>
                </a:lnTo>
                <a:lnTo>
                  <a:pt x="1091248" y="405191"/>
                </a:lnTo>
                <a:lnTo>
                  <a:pt x="1103631" y="399152"/>
                </a:lnTo>
                <a:lnTo>
                  <a:pt x="1116331" y="393748"/>
                </a:lnTo>
                <a:lnTo>
                  <a:pt x="1128713" y="388661"/>
                </a:lnTo>
                <a:lnTo>
                  <a:pt x="1141413" y="383893"/>
                </a:lnTo>
                <a:lnTo>
                  <a:pt x="1153796" y="380079"/>
                </a:lnTo>
                <a:lnTo>
                  <a:pt x="1166178" y="376264"/>
                </a:lnTo>
                <a:lnTo>
                  <a:pt x="1178243" y="373085"/>
                </a:lnTo>
                <a:lnTo>
                  <a:pt x="1190308" y="369906"/>
                </a:lnTo>
                <a:lnTo>
                  <a:pt x="1201738" y="367363"/>
                </a:lnTo>
                <a:lnTo>
                  <a:pt x="1213168" y="364820"/>
                </a:lnTo>
                <a:lnTo>
                  <a:pt x="1224281" y="362595"/>
                </a:lnTo>
                <a:lnTo>
                  <a:pt x="1235076" y="361006"/>
                </a:lnTo>
                <a:lnTo>
                  <a:pt x="1254761" y="358145"/>
                </a:lnTo>
                <a:lnTo>
                  <a:pt x="1272223" y="356237"/>
                </a:lnTo>
                <a:lnTo>
                  <a:pt x="1287781" y="354966"/>
                </a:lnTo>
                <a:lnTo>
                  <a:pt x="1300163" y="354330"/>
                </a:lnTo>
                <a:lnTo>
                  <a:pt x="1309371" y="354012"/>
                </a:lnTo>
                <a:close/>
                <a:moveTo>
                  <a:pt x="1815403" y="215900"/>
                </a:moveTo>
                <a:lnTo>
                  <a:pt x="1818266" y="216218"/>
                </a:lnTo>
                <a:lnTo>
                  <a:pt x="1821764" y="216535"/>
                </a:lnTo>
                <a:lnTo>
                  <a:pt x="1824945" y="217170"/>
                </a:lnTo>
                <a:lnTo>
                  <a:pt x="1828126" y="218758"/>
                </a:lnTo>
                <a:lnTo>
                  <a:pt x="1830989" y="220028"/>
                </a:lnTo>
                <a:lnTo>
                  <a:pt x="1834170" y="221615"/>
                </a:lnTo>
                <a:lnTo>
                  <a:pt x="1836715" y="223520"/>
                </a:lnTo>
                <a:lnTo>
                  <a:pt x="1839577" y="226060"/>
                </a:lnTo>
                <a:lnTo>
                  <a:pt x="1841804" y="228600"/>
                </a:lnTo>
                <a:lnTo>
                  <a:pt x="1843713" y="231458"/>
                </a:lnTo>
                <a:lnTo>
                  <a:pt x="1845621" y="234315"/>
                </a:lnTo>
                <a:lnTo>
                  <a:pt x="1847212" y="237490"/>
                </a:lnTo>
                <a:lnTo>
                  <a:pt x="1848166" y="240348"/>
                </a:lnTo>
                <a:lnTo>
                  <a:pt x="1848802" y="243523"/>
                </a:lnTo>
                <a:lnTo>
                  <a:pt x="1849438" y="247015"/>
                </a:lnTo>
                <a:lnTo>
                  <a:pt x="1849438" y="250508"/>
                </a:lnTo>
                <a:lnTo>
                  <a:pt x="1849438" y="253365"/>
                </a:lnTo>
                <a:lnTo>
                  <a:pt x="1848802" y="256858"/>
                </a:lnTo>
                <a:lnTo>
                  <a:pt x="1848166" y="260033"/>
                </a:lnTo>
                <a:lnTo>
                  <a:pt x="1847212" y="263208"/>
                </a:lnTo>
                <a:lnTo>
                  <a:pt x="1845621" y="266065"/>
                </a:lnTo>
                <a:lnTo>
                  <a:pt x="1843713" y="268923"/>
                </a:lnTo>
                <a:lnTo>
                  <a:pt x="1841804" y="271780"/>
                </a:lnTo>
                <a:lnTo>
                  <a:pt x="1839577" y="274320"/>
                </a:lnTo>
                <a:lnTo>
                  <a:pt x="1736517" y="377190"/>
                </a:lnTo>
                <a:lnTo>
                  <a:pt x="1733654" y="379730"/>
                </a:lnTo>
                <a:lnTo>
                  <a:pt x="1731109" y="381635"/>
                </a:lnTo>
                <a:lnTo>
                  <a:pt x="1727928" y="383223"/>
                </a:lnTo>
                <a:lnTo>
                  <a:pt x="1725065" y="384810"/>
                </a:lnTo>
                <a:lnTo>
                  <a:pt x="1721885" y="386080"/>
                </a:lnTo>
                <a:lnTo>
                  <a:pt x="1718704" y="386715"/>
                </a:lnTo>
                <a:lnTo>
                  <a:pt x="1715205" y="387350"/>
                </a:lnTo>
                <a:lnTo>
                  <a:pt x="1712342" y="387350"/>
                </a:lnTo>
                <a:lnTo>
                  <a:pt x="1708843" y="387350"/>
                </a:lnTo>
                <a:lnTo>
                  <a:pt x="1705662" y="386715"/>
                </a:lnTo>
                <a:lnTo>
                  <a:pt x="1702163" y="386080"/>
                </a:lnTo>
                <a:lnTo>
                  <a:pt x="1699300" y="384810"/>
                </a:lnTo>
                <a:lnTo>
                  <a:pt x="1696119" y="383223"/>
                </a:lnTo>
                <a:lnTo>
                  <a:pt x="1693257" y="381635"/>
                </a:lnTo>
                <a:lnTo>
                  <a:pt x="1690394" y="379730"/>
                </a:lnTo>
                <a:lnTo>
                  <a:pt x="1687849" y="377190"/>
                </a:lnTo>
                <a:lnTo>
                  <a:pt x="1685622" y="374650"/>
                </a:lnTo>
                <a:lnTo>
                  <a:pt x="1683396" y="371793"/>
                </a:lnTo>
                <a:lnTo>
                  <a:pt x="1681805" y="368935"/>
                </a:lnTo>
                <a:lnTo>
                  <a:pt x="1680533" y="365760"/>
                </a:lnTo>
                <a:lnTo>
                  <a:pt x="1679261" y="362903"/>
                </a:lnTo>
                <a:lnTo>
                  <a:pt x="1678624" y="359410"/>
                </a:lnTo>
                <a:lnTo>
                  <a:pt x="1678306" y="356235"/>
                </a:lnTo>
                <a:lnTo>
                  <a:pt x="1677988" y="353378"/>
                </a:lnTo>
                <a:lnTo>
                  <a:pt x="1678306" y="349885"/>
                </a:lnTo>
                <a:lnTo>
                  <a:pt x="1678624" y="346393"/>
                </a:lnTo>
                <a:lnTo>
                  <a:pt x="1679261" y="343218"/>
                </a:lnTo>
                <a:lnTo>
                  <a:pt x="1680533" y="340043"/>
                </a:lnTo>
                <a:lnTo>
                  <a:pt x="1681805" y="337185"/>
                </a:lnTo>
                <a:lnTo>
                  <a:pt x="1683396" y="334328"/>
                </a:lnTo>
                <a:lnTo>
                  <a:pt x="1685622" y="331470"/>
                </a:lnTo>
                <a:lnTo>
                  <a:pt x="1687849" y="328930"/>
                </a:lnTo>
                <a:lnTo>
                  <a:pt x="1790910" y="226060"/>
                </a:lnTo>
                <a:lnTo>
                  <a:pt x="1793455" y="223520"/>
                </a:lnTo>
                <a:lnTo>
                  <a:pt x="1796317" y="221615"/>
                </a:lnTo>
                <a:lnTo>
                  <a:pt x="1799180" y="220028"/>
                </a:lnTo>
                <a:lnTo>
                  <a:pt x="1802361" y="218758"/>
                </a:lnTo>
                <a:lnTo>
                  <a:pt x="1805224" y="217170"/>
                </a:lnTo>
                <a:lnTo>
                  <a:pt x="1808723" y="216535"/>
                </a:lnTo>
                <a:lnTo>
                  <a:pt x="1811904" y="216218"/>
                </a:lnTo>
                <a:lnTo>
                  <a:pt x="1815403" y="215900"/>
                </a:lnTo>
                <a:close/>
                <a:moveTo>
                  <a:pt x="851599" y="215900"/>
                </a:moveTo>
                <a:lnTo>
                  <a:pt x="855065" y="216218"/>
                </a:lnTo>
                <a:lnTo>
                  <a:pt x="857902" y="216535"/>
                </a:lnTo>
                <a:lnTo>
                  <a:pt x="861368" y="217170"/>
                </a:lnTo>
                <a:lnTo>
                  <a:pt x="864205" y="218758"/>
                </a:lnTo>
                <a:lnTo>
                  <a:pt x="867356" y="220028"/>
                </a:lnTo>
                <a:lnTo>
                  <a:pt x="870192" y="221615"/>
                </a:lnTo>
                <a:lnTo>
                  <a:pt x="872713" y="223520"/>
                </a:lnTo>
                <a:lnTo>
                  <a:pt x="875550" y="226060"/>
                </a:lnTo>
                <a:lnTo>
                  <a:pt x="977657" y="328930"/>
                </a:lnTo>
                <a:lnTo>
                  <a:pt x="979863" y="331470"/>
                </a:lnTo>
                <a:lnTo>
                  <a:pt x="981754" y="334328"/>
                </a:lnTo>
                <a:lnTo>
                  <a:pt x="983960" y="337185"/>
                </a:lnTo>
                <a:lnTo>
                  <a:pt x="985220" y="340043"/>
                </a:lnTo>
                <a:lnTo>
                  <a:pt x="986166" y="343218"/>
                </a:lnTo>
                <a:lnTo>
                  <a:pt x="986796" y="346393"/>
                </a:lnTo>
                <a:lnTo>
                  <a:pt x="987426" y="349885"/>
                </a:lnTo>
                <a:lnTo>
                  <a:pt x="987426" y="353378"/>
                </a:lnTo>
                <a:lnTo>
                  <a:pt x="987426" y="356235"/>
                </a:lnTo>
                <a:lnTo>
                  <a:pt x="986796" y="359410"/>
                </a:lnTo>
                <a:lnTo>
                  <a:pt x="986166" y="362903"/>
                </a:lnTo>
                <a:lnTo>
                  <a:pt x="985220" y="365760"/>
                </a:lnTo>
                <a:lnTo>
                  <a:pt x="983960" y="368935"/>
                </a:lnTo>
                <a:lnTo>
                  <a:pt x="981754" y="371793"/>
                </a:lnTo>
                <a:lnTo>
                  <a:pt x="979863" y="374650"/>
                </a:lnTo>
                <a:lnTo>
                  <a:pt x="977657" y="377190"/>
                </a:lnTo>
                <a:lnTo>
                  <a:pt x="975135" y="379730"/>
                </a:lnTo>
                <a:lnTo>
                  <a:pt x="972299" y="381635"/>
                </a:lnTo>
                <a:lnTo>
                  <a:pt x="969778" y="383223"/>
                </a:lnTo>
                <a:lnTo>
                  <a:pt x="966627" y="384810"/>
                </a:lnTo>
                <a:lnTo>
                  <a:pt x="963475" y="386080"/>
                </a:lnTo>
                <a:lnTo>
                  <a:pt x="960324" y="386715"/>
                </a:lnTo>
                <a:lnTo>
                  <a:pt x="957172" y="387350"/>
                </a:lnTo>
                <a:lnTo>
                  <a:pt x="953706" y="387350"/>
                </a:lnTo>
                <a:lnTo>
                  <a:pt x="950554" y="387350"/>
                </a:lnTo>
                <a:lnTo>
                  <a:pt x="947088" y="386715"/>
                </a:lnTo>
                <a:lnTo>
                  <a:pt x="944251" y="386080"/>
                </a:lnTo>
                <a:lnTo>
                  <a:pt x="940785" y="384810"/>
                </a:lnTo>
                <a:lnTo>
                  <a:pt x="937948" y="383223"/>
                </a:lnTo>
                <a:lnTo>
                  <a:pt x="935112" y="381635"/>
                </a:lnTo>
                <a:lnTo>
                  <a:pt x="932276" y="379730"/>
                </a:lnTo>
                <a:lnTo>
                  <a:pt x="929440" y="377190"/>
                </a:lnTo>
                <a:lnTo>
                  <a:pt x="827333" y="274320"/>
                </a:lnTo>
                <a:lnTo>
                  <a:pt x="825127" y="271780"/>
                </a:lnTo>
                <a:lnTo>
                  <a:pt x="823236" y="268923"/>
                </a:lnTo>
                <a:lnTo>
                  <a:pt x="821345" y="266065"/>
                </a:lnTo>
                <a:lnTo>
                  <a:pt x="820084" y="263208"/>
                </a:lnTo>
                <a:lnTo>
                  <a:pt x="819139" y="260033"/>
                </a:lnTo>
                <a:lnTo>
                  <a:pt x="818193" y="256858"/>
                </a:lnTo>
                <a:lnTo>
                  <a:pt x="817878" y="253365"/>
                </a:lnTo>
                <a:lnTo>
                  <a:pt x="817563" y="250508"/>
                </a:lnTo>
                <a:lnTo>
                  <a:pt x="817878" y="247015"/>
                </a:lnTo>
                <a:lnTo>
                  <a:pt x="818193" y="243523"/>
                </a:lnTo>
                <a:lnTo>
                  <a:pt x="819139" y="240348"/>
                </a:lnTo>
                <a:lnTo>
                  <a:pt x="820084" y="237490"/>
                </a:lnTo>
                <a:lnTo>
                  <a:pt x="821345" y="234315"/>
                </a:lnTo>
                <a:lnTo>
                  <a:pt x="823236" y="231458"/>
                </a:lnTo>
                <a:lnTo>
                  <a:pt x="825127" y="228600"/>
                </a:lnTo>
                <a:lnTo>
                  <a:pt x="827333" y="226060"/>
                </a:lnTo>
                <a:lnTo>
                  <a:pt x="830169" y="223520"/>
                </a:lnTo>
                <a:lnTo>
                  <a:pt x="832690" y="221615"/>
                </a:lnTo>
                <a:lnTo>
                  <a:pt x="835842" y="220028"/>
                </a:lnTo>
                <a:lnTo>
                  <a:pt x="838678" y="218758"/>
                </a:lnTo>
                <a:lnTo>
                  <a:pt x="842144" y="217170"/>
                </a:lnTo>
                <a:lnTo>
                  <a:pt x="844981" y="216535"/>
                </a:lnTo>
                <a:lnTo>
                  <a:pt x="848447" y="216218"/>
                </a:lnTo>
                <a:lnTo>
                  <a:pt x="851599" y="215900"/>
                </a:lnTo>
                <a:close/>
                <a:moveTo>
                  <a:pt x="1318578" y="0"/>
                </a:moveTo>
                <a:lnTo>
                  <a:pt x="1321753" y="318"/>
                </a:lnTo>
                <a:lnTo>
                  <a:pt x="1325563" y="636"/>
                </a:lnTo>
                <a:lnTo>
                  <a:pt x="1328421" y="1590"/>
                </a:lnTo>
                <a:lnTo>
                  <a:pt x="1331913" y="2544"/>
                </a:lnTo>
                <a:lnTo>
                  <a:pt x="1334771" y="4133"/>
                </a:lnTo>
                <a:lnTo>
                  <a:pt x="1337629" y="6041"/>
                </a:lnTo>
                <a:lnTo>
                  <a:pt x="1340169" y="7949"/>
                </a:lnTo>
                <a:lnTo>
                  <a:pt x="1342391" y="9857"/>
                </a:lnTo>
                <a:lnTo>
                  <a:pt x="1344931" y="12719"/>
                </a:lnTo>
                <a:lnTo>
                  <a:pt x="1346836" y="15262"/>
                </a:lnTo>
                <a:lnTo>
                  <a:pt x="1348424" y="18124"/>
                </a:lnTo>
                <a:lnTo>
                  <a:pt x="1350011" y="20986"/>
                </a:lnTo>
                <a:lnTo>
                  <a:pt x="1351281" y="23848"/>
                </a:lnTo>
                <a:lnTo>
                  <a:pt x="1351916" y="27345"/>
                </a:lnTo>
                <a:lnTo>
                  <a:pt x="1352551" y="30843"/>
                </a:lnTo>
                <a:lnTo>
                  <a:pt x="1352551" y="34341"/>
                </a:lnTo>
                <a:lnTo>
                  <a:pt x="1352551" y="180290"/>
                </a:lnTo>
                <a:lnTo>
                  <a:pt x="1352551" y="183469"/>
                </a:lnTo>
                <a:lnTo>
                  <a:pt x="1351916" y="186967"/>
                </a:lnTo>
                <a:lnTo>
                  <a:pt x="1351281" y="190147"/>
                </a:lnTo>
                <a:lnTo>
                  <a:pt x="1350011" y="193327"/>
                </a:lnTo>
                <a:lnTo>
                  <a:pt x="1348424" y="196188"/>
                </a:lnTo>
                <a:lnTo>
                  <a:pt x="1346836" y="199368"/>
                </a:lnTo>
                <a:lnTo>
                  <a:pt x="1344931" y="201912"/>
                </a:lnTo>
                <a:lnTo>
                  <a:pt x="1342391" y="204138"/>
                </a:lnTo>
                <a:lnTo>
                  <a:pt x="1340169" y="206681"/>
                </a:lnTo>
                <a:lnTo>
                  <a:pt x="1337629" y="208271"/>
                </a:lnTo>
                <a:lnTo>
                  <a:pt x="1334771" y="210179"/>
                </a:lnTo>
                <a:lnTo>
                  <a:pt x="1331913" y="211769"/>
                </a:lnTo>
                <a:lnTo>
                  <a:pt x="1328421" y="212723"/>
                </a:lnTo>
                <a:lnTo>
                  <a:pt x="1325563" y="213677"/>
                </a:lnTo>
                <a:lnTo>
                  <a:pt x="1321753" y="213995"/>
                </a:lnTo>
                <a:lnTo>
                  <a:pt x="1318578" y="214313"/>
                </a:lnTo>
                <a:lnTo>
                  <a:pt x="1315086" y="213995"/>
                </a:lnTo>
                <a:lnTo>
                  <a:pt x="1311593" y="213677"/>
                </a:lnTo>
                <a:lnTo>
                  <a:pt x="1308418" y="212723"/>
                </a:lnTo>
                <a:lnTo>
                  <a:pt x="1305243" y="211769"/>
                </a:lnTo>
                <a:lnTo>
                  <a:pt x="1302068" y="210179"/>
                </a:lnTo>
                <a:lnTo>
                  <a:pt x="1299528" y="208271"/>
                </a:lnTo>
                <a:lnTo>
                  <a:pt x="1296671" y="206681"/>
                </a:lnTo>
                <a:lnTo>
                  <a:pt x="1294448" y="204138"/>
                </a:lnTo>
                <a:lnTo>
                  <a:pt x="1292226" y="201912"/>
                </a:lnTo>
                <a:lnTo>
                  <a:pt x="1290003" y="199368"/>
                </a:lnTo>
                <a:lnTo>
                  <a:pt x="1288416" y="196188"/>
                </a:lnTo>
                <a:lnTo>
                  <a:pt x="1287146" y="193327"/>
                </a:lnTo>
                <a:lnTo>
                  <a:pt x="1285876" y="190147"/>
                </a:lnTo>
                <a:lnTo>
                  <a:pt x="1285241" y="186967"/>
                </a:lnTo>
                <a:lnTo>
                  <a:pt x="1284288" y="183469"/>
                </a:lnTo>
                <a:lnTo>
                  <a:pt x="1284288" y="180290"/>
                </a:lnTo>
                <a:lnTo>
                  <a:pt x="1284288" y="34341"/>
                </a:lnTo>
                <a:lnTo>
                  <a:pt x="1284288" y="30843"/>
                </a:lnTo>
                <a:lnTo>
                  <a:pt x="1285241" y="27345"/>
                </a:lnTo>
                <a:lnTo>
                  <a:pt x="1285876" y="23848"/>
                </a:lnTo>
                <a:lnTo>
                  <a:pt x="1287146" y="20986"/>
                </a:lnTo>
                <a:lnTo>
                  <a:pt x="1288416" y="18124"/>
                </a:lnTo>
                <a:lnTo>
                  <a:pt x="1290003" y="15262"/>
                </a:lnTo>
                <a:lnTo>
                  <a:pt x="1292226" y="12719"/>
                </a:lnTo>
                <a:lnTo>
                  <a:pt x="1294448" y="9857"/>
                </a:lnTo>
                <a:lnTo>
                  <a:pt x="1296671" y="7949"/>
                </a:lnTo>
                <a:lnTo>
                  <a:pt x="1299528" y="6041"/>
                </a:lnTo>
                <a:lnTo>
                  <a:pt x="1302068" y="4133"/>
                </a:lnTo>
                <a:lnTo>
                  <a:pt x="1305243" y="2544"/>
                </a:lnTo>
                <a:lnTo>
                  <a:pt x="1308418" y="1590"/>
                </a:lnTo>
                <a:lnTo>
                  <a:pt x="1311593" y="636"/>
                </a:lnTo>
                <a:lnTo>
                  <a:pt x="1315086" y="318"/>
                </a:lnTo>
                <a:lnTo>
                  <a:pt x="131857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5" name="KSO_Shape"/>
          <p:cNvSpPr>
            <a:spLocks noChangeArrowheads="1"/>
          </p:cNvSpPr>
          <p:nvPr/>
        </p:nvSpPr>
        <p:spPr bwMode="auto">
          <a:xfrm>
            <a:off x="9056690" y="3184412"/>
            <a:ext cx="677019" cy="473701"/>
          </a:xfrm>
          <a:custGeom>
            <a:avLst/>
            <a:gdLst>
              <a:gd name="T0" fmla="*/ 843718 w 2074863"/>
              <a:gd name="T1" fmla="*/ 282614 h 1449388"/>
              <a:gd name="T2" fmla="*/ 871949 w 2074863"/>
              <a:gd name="T3" fmla="*/ 292563 h 1449388"/>
              <a:gd name="T4" fmla="*/ 873370 w 2074863"/>
              <a:gd name="T5" fmla="*/ 262539 h 1449388"/>
              <a:gd name="T6" fmla="*/ 248575 w 2074863"/>
              <a:gd name="T7" fmla="*/ 79084 h 1449388"/>
              <a:gd name="T8" fmla="*/ 239847 w 2074863"/>
              <a:gd name="T9" fmla="*/ 108679 h 1449388"/>
              <a:gd name="T10" fmla="*/ 213485 w 2074863"/>
              <a:gd name="T11" fmla="*/ 91868 h 1449388"/>
              <a:gd name="T12" fmla="*/ 777666 w 2074863"/>
              <a:gd name="T13" fmla="*/ 69255 h 1449388"/>
              <a:gd name="T14" fmla="*/ 917405 w 2074863"/>
              <a:gd name="T15" fmla="*/ 267869 h 1449388"/>
              <a:gd name="T16" fmla="*/ 771806 w 2074863"/>
              <a:gd name="T17" fmla="*/ 219370 h 1449388"/>
              <a:gd name="T18" fmla="*/ 236713 w 2074863"/>
              <a:gd name="T19" fmla="*/ 35183 h 1449388"/>
              <a:gd name="T20" fmla="*/ 73585 w 2074863"/>
              <a:gd name="T21" fmla="*/ 174140 h 1449388"/>
              <a:gd name="T22" fmla="*/ 143978 w 2074863"/>
              <a:gd name="T23" fmla="*/ 198662 h 1449388"/>
              <a:gd name="T24" fmla="*/ 236713 w 2074863"/>
              <a:gd name="T25" fmla="*/ 35183 h 1449388"/>
              <a:gd name="T26" fmla="*/ 331753 w 2074863"/>
              <a:gd name="T27" fmla="*/ 102352 h 1449388"/>
              <a:gd name="T28" fmla="*/ 443283 w 2074863"/>
              <a:gd name="T29" fmla="*/ 134337 h 1449388"/>
              <a:gd name="T30" fmla="*/ 576267 w 2074863"/>
              <a:gd name="T31" fmla="*/ 171297 h 1449388"/>
              <a:gd name="T32" fmla="*/ 679463 w 2074863"/>
              <a:gd name="T33" fmla="*/ 162235 h 1449388"/>
              <a:gd name="T34" fmla="*/ 781596 w 2074863"/>
              <a:gd name="T35" fmla="*/ 274182 h 1449388"/>
              <a:gd name="T36" fmla="*/ 798441 w 2074863"/>
              <a:gd name="T37" fmla="*/ 360542 h 1449388"/>
              <a:gd name="T38" fmla="*/ 671307 w 2074863"/>
              <a:gd name="T39" fmla="*/ 411362 h 1449388"/>
              <a:gd name="T40" fmla="*/ 547365 w 2074863"/>
              <a:gd name="T41" fmla="*/ 312564 h 1449388"/>
              <a:gd name="T42" fmla="*/ 350548 w 2074863"/>
              <a:gd name="T43" fmla="*/ 253214 h 1449388"/>
              <a:gd name="T44" fmla="*/ 318100 w 2074863"/>
              <a:gd name="T45" fmla="*/ 151751 h 1449388"/>
              <a:gd name="T46" fmla="*/ 158341 w 2074863"/>
              <a:gd name="T47" fmla="*/ 234379 h 1449388"/>
              <a:gd name="T48" fmla="*/ 211889 w 2074863"/>
              <a:gd name="T49" fmla="*/ 333177 h 1449388"/>
              <a:gd name="T50" fmla="*/ 258168 w 2074863"/>
              <a:gd name="T51" fmla="*/ 387373 h 1449388"/>
              <a:gd name="T52" fmla="*/ 297531 w 2074863"/>
              <a:gd name="T53" fmla="*/ 433929 h 1449388"/>
              <a:gd name="T54" fmla="*/ 335122 w 2074863"/>
              <a:gd name="T55" fmla="*/ 488126 h 1449388"/>
              <a:gd name="T56" fmla="*/ 389380 w 2074863"/>
              <a:gd name="T57" fmla="*/ 599540 h 1449388"/>
              <a:gd name="T58" fmla="*/ 444524 w 2074863"/>
              <a:gd name="T59" fmla="*/ 611979 h 1449388"/>
              <a:gd name="T60" fmla="*/ 373953 w 2074863"/>
              <a:gd name="T61" fmla="*/ 518334 h 1449388"/>
              <a:gd name="T62" fmla="*/ 388670 w 2074863"/>
              <a:gd name="T63" fmla="*/ 498254 h 1449388"/>
              <a:gd name="T64" fmla="*/ 509775 w 2074863"/>
              <a:gd name="T65" fmla="*/ 606826 h 1449388"/>
              <a:gd name="T66" fmla="*/ 541337 w 2074863"/>
              <a:gd name="T67" fmla="*/ 577328 h 1449388"/>
              <a:gd name="T68" fmla="*/ 409593 w 2074863"/>
              <a:gd name="T69" fmla="*/ 436772 h 1449388"/>
              <a:gd name="T70" fmla="*/ 431225 w 2074863"/>
              <a:gd name="T71" fmla="*/ 423090 h 1449388"/>
              <a:gd name="T72" fmla="*/ 586552 w 2074863"/>
              <a:gd name="T73" fmla="*/ 554761 h 1449388"/>
              <a:gd name="T74" fmla="*/ 585133 w 2074863"/>
              <a:gd name="T75" fmla="*/ 500387 h 1449388"/>
              <a:gd name="T76" fmla="*/ 465092 w 2074863"/>
              <a:gd name="T77" fmla="*/ 365162 h 1449388"/>
              <a:gd name="T78" fmla="*/ 489916 w 2074863"/>
              <a:gd name="T79" fmla="*/ 358943 h 1449388"/>
              <a:gd name="T80" fmla="*/ 637972 w 2074863"/>
              <a:gd name="T81" fmla="*/ 488126 h 1449388"/>
              <a:gd name="T82" fmla="*/ 634071 w 2074863"/>
              <a:gd name="T83" fmla="*/ 433929 h 1449388"/>
              <a:gd name="T84" fmla="*/ 637618 w 2074863"/>
              <a:gd name="T85" fmla="*/ 408696 h 1449388"/>
              <a:gd name="T86" fmla="*/ 686024 w 2074863"/>
              <a:gd name="T87" fmla="*/ 447967 h 1449388"/>
              <a:gd name="T88" fmla="*/ 670953 w 2074863"/>
              <a:gd name="T89" fmla="*/ 501097 h 1449388"/>
              <a:gd name="T90" fmla="*/ 635667 w 2074863"/>
              <a:gd name="T91" fmla="*/ 547476 h 1449388"/>
              <a:gd name="T92" fmla="*/ 588857 w 2074863"/>
              <a:gd name="T93" fmla="*/ 587635 h 1449388"/>
              <a:gd name="T94" fmla="*/ 542046 w 2074863"/>
              <a:gd name="T95" fmla="*/ 628860 h 1449388"/>
              <a:gd name="T96" fmla="*/ 494703 w 2074863"/>
              <a:gd name="T97" fmla="*/ 634013 h 1449388"/>
              <a:gd name="T98" fmla="*/ 436722 w 2074863"/>
              <a:gd name="T99" fmla="*/ 646807 h 1449388"/>
              <a:gd name="T100" fmla="*/ 304447 w 2074863"/>
              <a:gd name="T101" fmla="*/ 565778 h 1449388"/>
              <a:gd name="T102" fmla="*/ 239372 w 2074863"/>
              <a:gd name="T103" fmla="*/ 586035 h 1449388"/>
              <a:gd name="T104" fmla="*/ 223237 w 2074863"/>
              <a:gd name="T105" fmla="*/ 552985 h 1449388"/>
              <a:gd name="T106" fmla="*/ 177845 w 2074863"/>
              <a:gd name="T107" fmla="*/ 515313 h 1449388"/>
              <a:gd name="T108" fmla="*/ 154439 w 2074863"/>
              <a:gd name="T109" fmla="*/ 472667 h 1449388"/>
              <a:gd name="T110" fmla="*/ 113480 w 2074863"/>
              <a:gd name="T111" fmla="*/ 421669 h 1449388"/>
              <a:gd name="T112" fmla="*/ 130857 w 2074863"/>
              <a:gd name="T113" fmla="*/ 357521 h 1449388"/>
              <a:gd name="T114" fmla="*/ 90784 w 2074863"/>
              <a:gd name="T115" fmla="*/ 315762 h 1449388"/>
              <a:gd name="T116" fmla="*/ 887 w 2074863"/>
              <a:gd name="T117" fmla="*/ 213766 h 1449388"/>
              <a:gd name="T118" fmla="*/ 132807 w 2074863"/>
              <a:gd name="T119" fmla="*/ 68235 h 144938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074863"/>
              <a:gd name="T181" fmla="*/ 0 h 1449388"/>
              <a:gd name="T182" fmla="*/ 2074863 w 2074863"/>
              <a:gd name="T183" fmla="*/ 1449388 h 1449388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074863" h="1449388">
                <a:moveTo>
                  <a:pt x="1923841" y="577723"/>
                </a:moveTo>
                <a:lnTo>
                  <a:pt x="1919867" y="578517"/>
                </a:lnTo>
                <a:lnTo>
                  <a:pt x="1915893" y="579312"/>
                </a:lnTo>
                <a:lnTo>
                  <a:pt x="1911919" y="580503"/>
                </a:lnTo>
                <a:lnTo>
                  <a:pt x="1907944" y="582488"/>
                </a:lnTo>
                <a:lnTo>
                  <a:pt x="1904765" y="584871"/>
                </a:lnTo>
                <a:lnTo>
                  <a:pt x="1901983" y="586857"/>
                </a:lnTo>
                <a:lnTo>
                  <a:pt x="1898804" y="589636"/>
                </a:lnTo>
                <a:lnTo>
                  <a:pt x="1896022" y="592813"/>
                </a:lnTo>
                <a:lnTo>
                  <a:pt x="1893240" y="595593"/>
                </a:lnTo>
                <a:lnTo>
                  <a:pt x="1891253" y="599167"/>
                </a:lnTo>
                <a:lnTo>
                  <a:pt x="1889663" y="602741"/>
                </a:lnTo>
                <a:lnTo>
                  <a:pt x="1888471" y="606712"/>
                </a:lnTo>
                <a:lnTo>
                  <a:pt x="1887278" y="610683"/>
                </a:lnTo>
                <a:lnTo>
                  <a:pt x="1886483" y="615051"/>
                </a:lnTo>
                <a:lnTo>
                  <a:pt x="1886483" y="619419"/>
                </a:lnTo>
                <a:lnTo>
                  <a:pt x="1886483" y="623390"/>
                </a:lnTo>
                <a:lnTo>
                  <a:pt x="1887278" y="627758"/>
                </a:lnTo>
                <a:lnTo>
                  <a:pt x="1888471" y="631729"/>
                </a:lnTo>
                <a:lnTo>
                  <a:pt x="1889663" y="635303"/>
                </a:lnTo>
                <a:lnTo>
                  <a:pt x="1891253" y="639274"/>
                </a:lnTo>
                <a:lnTo>
                  <a:pt x="1893240" y="642451"/>
                </a:lnTo>
                <a:lnTo>
                  <a:pt x="1896022" y="646025"/>
                </a:lnTo>
                <a:lnTo>
                  <a:pt x="1898804" y="648805"/>
                </a:lnTo>
                <a:lnTo>
                  <a:pt x="1901983" y="651188"/>
                </a:lnTo>
                <a:lnTo>
                  <a:pt x="1904765" y="653967"/>
                </a:lnTo>
                <a:lnTo>
                  <a:pt x="1907944" y="655953"/>
                </a:lnTo>
                <a:lnTo>
                  <a:pt x="1911919" y="657541"/>
                </a:lnTo>
                <a:lnTo>
                  <a:pt x="1915893" y="659130"/>
                </a:lnTo>
                <a:lnTo>
                  <a:pt x="1919867" y="660321"/>
                </a:lnTo>
                <a:lnTo>
                  <a:pt x="1923841" y="660718"/>
                </a:lnTo>
                <a:lnTo>
                  <a:pt x="1928213" y="661115"/>
                </a:lnTo>
                <a:lnTo>
                  <a:pt x="1932585" y="660718"/>
                </a:lnTo>
                <a:lnTo>
                  <a:pt x="1936956" y="660321"/>
                </a:lnTo>
                <a:lnTo>
                  <a:pt x="1940533" y="659130"/>
                </a:lnTo>
                <a:lnTo>
                  <a:pt x="1944508" y="657541"/>
                </a:lnTo>
                <a:lnTo>
                  <a:pt x="1948084" y="655953"/>
                </a:lnTo>
                <a:lnTo>
                  <a:pt x="1951661" y="653967"/>
                </a:lnTo>
                <a:lnTo>
                  <a:pt x="1954841" y="651188"/>
                </a:lnTo>
                <a:lnTo>
                  <a:pt x="1958020" y="648805"/>
                </a:lnTo>
                <a:lnTo>
                  <a:pt x="1960405" y="646025"/>
                </a:lnTo>
                <a:lnTo>
                  <a:pt x="1963187" y="642451"/>
                </a:lnTo>
                <a:lnTo>
                  <a:pt x="1965174" y="639274"/>
                </a:lnTo>
                <a:lnTo>
                  <a:pt x="1966763" y="635303"/>
                </a:lnTo>
                <a:lnTo>
                  <a:pt x="1967956" y="631729"/>
                </a:lnTo>
                <a:lnTo>
                  <a:pt x="1969148" y="627758"/>
                </a:lnTo>
                <a:lnTo>
                  <a:pt x="1969943" y="623390"/>
                </a:lnTo>
                <a:lnTo>
                  <a:pt x="1970340" y="619419"/>
                </a:lnTo>
                <a:lnTo>
                  <a:pt x="1969943" y="615051"/>
                </a:lnTo>
                <a:lnTo>
                  <a:pt x="1969148" y="610683"/>
                </a:lnTo>
                <a:lnTo>
                  <a:pt x="1967956" y="606712"/>
                </a:lnTo>
                <a:lnTo>
                  <a:pt x="1966763" y="602741"/>
                </a:lnTo>
                <a:lnTo>
                  <a:pt x="1965174" y="599167"/>
                </a:lnTo>
                <a:lnTo>
                  <a:pt x="1963187" y="595593"/>
                </a:lnTo>
                <a:lnTo>
                  <a:pt x="1960405" y="592813"/>
                </a:lnTo>
                <a:lnTo>
                  <a:pt x="1958020" y="589636"/>
                </a:lnTo>
                <a:lnTo>
                  <a:pt x="1954841" y="586857"/>
                </a:lnTo>
                <a:lnTo>
                  <a:pt x="1951661" y="584871"/>
                </a:lnTo>
                <a:lnTo>
                  <a:pt x="1948084" y="582488"/>
                </a:lnTo>
                <a:lnTo>
                  <a:pt x="1944508" y="580503"/>
                </a:lnTo>
                <a:lnTo>
                  <a:pt x="1940533" y="579312"/>
                </a:lnTo>
                <a:lnTo>
                  <a:pt x="1936956" y="578517"/>
                </a:lnTo>
                <a:lnTo>
                  <a:pt x="1932585" y="577723"/>
                </a:lnTo>
                <a:lnTo>
                  <a:pt x="1928213" y="577723"/>
                </a:lnTo>
                <a:lnTo>
                  <a:pt x="1923841" y="577723"/>
                </a:lnTo>
                <a:close/>
                <a:moveTo>
                  <a:pt x="519301" y="160338"/>
                </a:moveTo>
                <a:lnTo>
                  <a:pt x="523687" y="160338"/>
                </a:lnTo>
                <a:lnTo>
                  <a:pt x="528072" y="160729"/>
                </a:lnTo>
                <a:lnTo>
                  <a:pt x="532059" y="161512"/>
                </a:lnTo>
                <a:lnTo>
                  <a:pt x="536445" y="162687"/>
                </a:lnTo>
                <a:lnTo>
                  <a:pt x="540033" y="163861"/>
                </a:lnTo>
                <a:lnTo>
                  <a:pt x="544020" y="166210"/>
                </a:lnTo>
                <a:lnTo>
                  <a:pt x="547209" y="168558"/>
                </a:lnTo>
                <a:lnTo>
                  <a:pt x="550399" y="170907"/>
                </a:lnTo>
                <a:lnTo>
                  <a:pt x="553588" y="174038"/>
                </a:lnTo>
                <a:lnTo>
                  <a:pt x="556379" y="176778"/>
                </a:lnTo>
                <a:lnTo>
                  <a:pt x="558771" y="180693"/>
                </a:lnTo>
                <a:lnTo>
                  <a:pt x="560366" y="183824"/>
                </a:lnTo>
                <a:lnTo>
                  <a:pt x="562359" y="188130"/>
                </a:lnTo>
                <a:lnTo>
                  <a:pt x="563954" y="192436"/>
                </a:lnTo>
                <a:lnTo>
                  <a:pt x="564752" y="196350"/>
                </a:lnTo>
                <a:lnTo>
                  <a:pt x="565150" y="201048"/>
                </a:lnTo>
                <a:lnTo>
                  <a:pt x="565150" y="205353"/>
                </a:lnTo>
                <a:lnTo>
                  <a:pt x="564752" y="209268"/>
                </a:lnTo>
                <a:lnTo>
                  <a:pt x="563954" y="213574"/>
                </a:lnTo>
                <a:lnTo>
                  <a:pt x="562758" y="217488"/>
                </a:lnTo>
                <a:lnTo>
                  <a:pt x="560765" y="221402"/>
                </a:lnTo>
                <a:lnTo>
                  <a:pt x="558771" y="224925"/>
                </a:lnTo>
                <a:lnTo>
                  <a:pt x="556778" y="228448"/>
                </a:lnTo>
                <a:lnTo>
                  <a:pt x="553987" y="231188"/>
                </a:lnTo>
                <a:lnTo>
                  <a:pt x="551196" y="234711"/>
                </a:lnTo>
                <a:lnTo>
                  <a:pt x="547608" y="237060"/>
                </a:lnTo>
                <a:lnTo>
                  <a:pt x="544418" y="239800"/>
                </a:lnTo>
                <a:lnTo>
                  <a:pt x="540431" y="241366"/>
                </a:lnTo>
                <a:lnTo>
                  <a:pt x="536843" y="242932"/>
                </a:lnTo>
                <a:lnTo>
                  <a:pt x="532458" y="244497"/>
                </a:lnTo>
                <a:lnTo>
                  <a:pt x="528072" y="245672"/>
                </a:lnTo>
                <a:lnTo>
                  <a:pt x="523687" y="246063"/>
                </a:lnTo>
                <a:lnTo>
                  <a:pt x="518902" y="246063"/>
                </a:lnTo>
                <a:lnTo>
                  <a:pt x="514915" y="245672"/>
                </a:lnTo>
                <a:lnTo>
                  <a:pt x="510530" y="244497"/>
                </a:lnTo>
                <a:lnTo>
                  <a:pt x="506543" y="243323"/>
                </a:lnTo>
                <a:lnTo>
                  <a:pt x="502955" y="241757"/>
                </a:lnTo>
                <a:lnTo>
                  <a:pt x="498968" y="239800"/>
                </a:lnTo>
                <a:lnTo>
                  <a:pt x="495778" y="237451"/>
                </a:lnTo>
                <a:lnTo>
                  <a:pt x="492190" y="235103"/>
                </a:lnTo>
                <a:lnTo>
                  <a:pt x="489399" y="232363"/>
                </a:lnTo>
                <a:lnTo>
                  <a:pt x="486210" y="228840"/>
                </a:lnTo>
                <a:lnTo>
                  <a:pt x="484216" y="225708"/>
                </a:lnTo>
                <a:lnTo>
                  <a:pt x="482223" y="221794"/>
                </a:lnTo>
                <a:lnTo>
                  <a:pt x="480628" y="217879"/>
                </a:lnTo>
                <a:lnTo>
                  <a:pt x="479033" y="213965"/>
                </a:lnTo>
                <a:lnTo>
                  <a:pt x="478236" y="209268"/>
                </a:lnTo>
                <a:lnTo>
                  <a:pt x="477837" y="205353"/>
                </a:lnTo>
                <a:lnTo>
                  <a:pt x="477837" y="200656"/>
                </a:lnTo>
                <a:lnTo>
                  <a:pt x="478236" y="196350"/>
                </a:lnTo>
                <a:lnTo>
                  <a:pt x="479033" y="192436"/>
                </a:lnTo>
                <a:lnTo>
                  <a:pt x="480628" y="188522"/>
                </a:lnTo>
                <a:lnTo>
                  <a:pt x="481824" y="184607"/>
                </a:lnTo>
                <a:lnTo>
                  <a:pt x="483818" y="181084"/>
                </a:lnTo>
                <a:lnTo>
                  <a:pt x="486210" y="177561"/>
                </a:lnTo>
                <a:lnTo>
                  <a:pt x="489001" y="174430"/>
                </a:lnTo>
                <a:lnTo>
                  <a:pt x="491791" y="171298"/>
                </a:lnTo>
                <a:lnTo>
                  <a:pt x="494981" y="168558"/>
                </a:lnTo>
                <a:lnTo>
                  <a:pt x="498569" y="166601"/>
                </a:lnTo>
                <a:lnTo>
                  <a:pt x="502157" y="164252"/>
                </a:lnTo>
                <a:lnTo>
                  <a:pt x="506144" y="162687"/>
                </a:lnTo>
                <a:lnTo>
                  <a:pt x="510530" y="161512"/>
                </a:lnTo>
                <a:lnTo>
                  <a:pt x="514915" y="160729"/>
                </a:lnTo>
                <a:lnTo>
                  <a:pt x="519301" y="160338"/>
                </a:lnTo>
                <a:close/>
                <a:moveTo>
                  <a:pt x="1699693" y="111125"/>
                </a:moveTo>
                <a:lnTo>
                  <a:pt x="1718770" y="131377"/>
                </a:lnTo>
                <a:lnTo>
                  <a:pt x="1740628" y="154806"/>
                </a:lnTo>
                <a:lnTo>
                  <a:pt x="1768448" y="186178"/>
                </a:lnTo>
                <a:lnTo>
                  <a:pt x="1784345" y="204842"/>
                </a:lnTo>
                <a:lnTo>
                  <a:pt x="1801832" y="224697"/>
                </a:lnTo>
                <a:lnTo>
                  <a:pt x="1819318" y="246538"/>
                </a:lnTo>
                <a:lnTo>
                  <a:pt x="1838395" y="269173"/>
                </a:lnTo>
                <a:lnTo>
                  <a:pt x="1857471" y="293793"/>
                </a:lnTo>
                <a:lnTo>
                  <a:pt x="1877343" y="318811"/>
                </a:lnTo>
                <a:lnTo>
                  <a:pt x="1897611" y="345417"/>
                </a:lnTo>
                <a:lnTo>
                  <a:pt x="1917483" y="372420"/>
                </a:lnTo>
                <a:lnTo>
                  <a:pt x="1936956" y="400217"/>
                </a:lnTo>
                <a:lnTo>
                  <a:pt x="1954841" y="426823"/>
                </a:lnTo>
                <a:lnTo>
                  <a:pt x="1971930" y="453032"/>
                </a:lnTo>
                <a:lnTo>
                  <a:pt x="1987032" y="478050"/>
                </a:lnTo>
                <a:lnTo>
                  <a:pt x="2001339" y="501479"/>
                </a:lnTo>
                <a:lnTo>
                  <a:pt x="2014057" y="524511"/>
                </a:lnTo>
                <a:lnTo>
                  <a:pt x="2025980" y="545558"/>
                </a:lnTo>
                <a:lnTo>
                  <a:pt x="2036313" y="565016"/>
                </a:lnTo>
                <a:lnTo>
                  <a:pt x="2045454" y="582488"/>
                </a:lnTo>
                <a:lnTo>
                  <a:pt x="2053402" y="598770"/>
                </a:lnTo>
                <a:lnTo>
                  <a:pt x="2065325" y="623787"/>
                </a:lnTo>
                <a:lnTo>
                  <a:pt x="2072479" y="640069"/>
                </a:lnTo>
                <a:lnTo>
                  <a:pt x="2074863" y="646025"/>
                </a:lnTo>
                <a:lnTo>
                  <a:pt x="1870189" y="796925"/>
                </a:lnTo>
                <a:lnTo>
                  <a:pt x="1867407" y="789380"/>
                </a:lnTo>
                <a:lnTo>
                  <a:pt x="1859856" y="767142"/>
                </a:lnTo>
                <a:lnTo>
                  <a:pt x="1854689" y="751258"/>
                </a:lnTo>
                <a:lnTo>
                  <a:pt x="1847933" y="733388"/>
                </a:lnTo>
                <a:lnTo>
                  <a:pt x="1839985" y="712342"/>
                </a:lnTo>
                <a:lnTo>
                  <a:pt x="1830844" y="690104"/>
                </a:lnTo>
                <a:lnTo>
                  <a:pt x="1820908" y="666278"/>
                </a:lnTo>
                <a:lnTo>
                  <a:pt x="1809383" y="640466"/>
                </a:lnTo>
                <a:lnTo>
                  <a:pt x="1797063" y="614257"/>
                </a:lnTo>
                <a:lnTo>
                  <a:pt x="1783550" y="586857"/>
                </a:lnTo>
                <a:lnTo>
                  <a:pt x="1768845" y="559059"/>
                </a:lnTo>
                <a:lnTo>
                  <a:pt x="1753346" y="531262"/>
                </a:lnTo>
                <a:lnTo>
                  <a:pt x="1744602" y="517363"/>
                </a:lnTo>
                <a:lnTo>
                  <a:pt x="1736256" y="503862"/>
                </a:lnTo>
                <a:lnTo>
                  <a:pt x="1727513" y="490360"/>
                </a:lnTo>
                <a:lnTo>
                  <a:pt x="1718770" y="476859"/>
                </a:lnTo>
                <a:lnTo>
                  <a:pt x="1709232" y="463357"/>
                </a:lnTo>
                <a:lnTo>
                  <a:pt x="1700091" y="450650"/>
                </a:lnTo>
                <a:lnTo>
                  <a:pt x="1690552" y="438339"/>
                </a:lnTo>
                <a:lnTo>
                  <a:pt x="1681014" y="426029"/>
                </a:lnTo>
                <a:lnTo>
                  <a:pt x="1661938" y="403394"/>
                </a:lnTo>
                <a:lnTo>
                  <a:pt x="1643259" y="381951"/>
                </a:lnTo>
                <a:lnTo>
                  <a:pt x="1624977" y="362095"/>
                </a:lnTo>
                <a:lnTo>
                  <a:pt x="1606696" y="343431"/>
                </a:lnTo>
                <a:lnTo>
                  <a:pt x="1590004" y="327150"/>
                </a:lnTo>
                <a:lnTo>
                  <a:pt x="1573312" y="311663"/>
                </a:lnTo>
                <a:lnTo>
                  <a:pt x="1558210" y="298559"/>
                </a:lnTo>
                <a:lnTo>
                  <a:pt x="1544697" y="287042"/>
                </a:lnTo>
                <a:lnTo>
                  <a:pt x="1532377" y="276718"/>
                </a:lnTo>
                <a:lnTo>
                  <a:pt x="1522044" y="268776"/>
                </a:lnTo>
                <a:lnTo>
                  <a:pt x="1506942" y="257657"/>
                </a:lnTo>
                <a:lnTo>
                  <a:pt x="1501775" y="254083"/>
                </a:lnTo>
                <a:lnTo>
                  <a:pt x="1699693" y="111125"/>
                </a:lnTo>
                <a:close/>
                <a:moveTo>
                  <a:pt x="529828" y="78646"/>
                </a:moveTo>
                <a:lnTo>
                  <a:pt x="511572" y="88179"/>
                </a:lnTo>
                <a:lnTo>
                  <a:pt x="489347" y="100889"/>
                </a:lnTo>
                <a:lnTo>
                  <a:pt x="476647" y="108436"/>
                </a:lnTo>
                <a:lnTo>
                  <a:pt x="463153" y="116777"/>
                </a:lnTo>
                <a:lnTo>
                  <a:pt x="448865" y="126310"/>
                </a:lnTo>
                <a:lnTo>
                  <a:pt x="433784" y="136240"/>
                </a:lnTo>
                <a:lnTo>
                  <a:pt x="417512" y="147759"/>
                </a:lnTo>
                <a:lnTo>
                  <a:pt x="401637" y="159675"/>
                </a:lnTo>
                <a:lnTo>
                  <a:pt x="384175" y="172783"/>
                </a:lnTo>
                <a:lnTo>
                  <a:pt x="367109" y="186288"/>
                </a:lnTo>
                <a:lnTo>
                  <a:pt x="349250" y="200984"/>
                </a:lnTo>
                <a:lnTo>
                  <a:pt x="331787" y="216475"/>
                </a:lnTo>
                <a:lnTo>
                  <a:pt x="313531" y="233157"/>
                </a:lnTo>
                <a:lnTo>
                  <a:pt x="294878" y="250634"/>
                </a:lnTo>
                <a:lnTo>
                  <a:pt x="277019" y="268905"/>
                </a:lnTo>
                <a:lnTo>
                  <a:pt x="259159" y="287177"/>
                </a:lnTo>
                <a:lnTo>
                  <a:pt x="225028" y="322528"/>
                </a:lnTo>
                <a:lnTo>
                  <a:pt x="193278" y="356687"/>
                </a:lnTo>
                <a:lnTo>
                  <a:pt x="164703" y="389257"/>
                </a:lnTo>
                <a:lnTo>
                  <a:pt x="138906" y="419445"/>
                </a:lnTo>
                <a:lnTo>
                  <a:pt x="116284" y="446057"/>
                </a:lnTo>
                <a:lnTo>
                  <a:pt x="97234" y="469095"/>
                </a:lnTo>
                <a:lnTo>
                  <a:pt x="82550" y="488161"/>
                </a:lnTo>
                <a:lnTo>
                  <a:pt x="205184" y="612882"/>
                </a:lnTo>
                <a:lnTo>
                  <a:pt x="213915" y="597391"/>
                </a:lnTo>
                <a:lnTo>
                  <a:pt x="224631" y="581106"/>
                </a:lnTo>
                <a:lnTo>
                  <a:pt x="236934" y="562437"/>
                </a:lnTo>
                <a:lnTo>
                  <a:pt x="250428" y="542974"/>
                </a:lnTo>
                <a:lnTo>
                  <a:pt x="256381" y="531456"/>
                </a:lnTo>
                <a:lnTo>
                  <a:pt x="260350" y="524306"/>
                </a:lnTo>
                <a:lnTo>
                  <a:pt x="265112" y="515965"/>
                </a:lnTo>
                <a:lnTo>
                  <a:pt x="270669" y="507623"/>
                </a:lnTo>
                <a:lnTo>
                  <a:pt x="277019" y="498885"/>
                </a:lnTo>
                <a:lnTo>
                  <a:pt x="284162" y="488558"/>
                </a:lnTo>
                <a:lnTo>
                  <a:pt x="292100" y="478628"/>
                </a:lnTo>
                <a:lnTo>
                  <a:pt x="301228" y="467506"/>
                </a:lnTo>
                <a:lnTo>
                  <a:pt x="311547" y="456385"/>
                </a:lnTo>
                <a:lnTo>
                  <a:pt x="322262" y="444071"/>
                </a:lnTo>
                <a:lnTo>
                  <a:pt x="334565" y="431758"/>
                </a:lnTo>
                <a:lnTo>
                  <a:pt x="348059" y="418650"/>
                </a:lnTo>
                <a:lnTo>
                  <a:pt x="362347" y="405543"/>
                </a:lnTo>
                <a:lnTo>
                  <a:pt x="378619" y="391641"/>
                </a:lnTo>
                <a:lnTo>
                  <a:pt x="395684" y="377739"/>
                </a:lnTo>
                <a:lnTo>
                  <a:pt x="413147" y="362248"/>
                </a:lnTo>
                <a:lnTo>
                  <a:pt x="430609" y="347154"/>
                </a:lnTo>
                <a:lnTo>
                  <a:pt x="448469" y="332855"/>
                </a:lnTo>
                <a:lnTo>
                  <a:pt x="466328" y="318953"/>
                </a:lnTo>
                <a:lnTo>
                  <a:pt x="484188" y="305448"/>
                </a:lnTo>
                <a:lnTo>
                  <a:pt x="502047" y="292737"/>
                </a:lnTo>
                <a:lnTo>
                  <a:pt x="519510" y="280821"/>
                </a:lnTo>
                <a:lnTo>
                  <a:pt x="536972" y="268905"/>
                </a:lnTo>
                <a:lnTo>
                  <a:pt x="553641" y="257784"/>
                </a:lnTo>
                <a:lnTo>
                  <a:pt x="570310" y="247457"/>
                </a:lnTo>
                <a:lnTo>
                  <a:pt x="601663" y="228391"/>
                </a:lnTo>
                <a:lnTo>
                  <a:pt x="629841" y="212106"/>
                </a:lnTo>
                <a:lnTo>
                  <a:pt x="654050" y="198601"/>
                </a:lnTo>
                <a:lnTo>
                  <a:pt x="529828" y="78646"/>
                </a:lnTo>
                <a:close/>
                <a:moveTo>
                  <a:pt x="537766" y="0"/>
                </a:moveTo>
                <a:lnTo>
                  <a:pt x="542925" y="794"/>
                </a:lnTo>
                <a:lnTo>
                  <a:pt x="548085" y="2383"/>
                </a:lnTo>
                <a:lnTo>
                  <a:pt x="552450" y="4369"/>
                </a:lnTo>
                <a:lnTo>
                  <a:pt x="557213" y="6752"/>
                </a:lnTo>
                <a:lnTo>
                  <a:pt x="561181" y="10327"/>
                </a:lnTo>
                <a:lnTo>
                  <a:pt x="738981" y="181521"/>
                </a:lnTo>
                <a:lnTo>
                  <a:pt x="741760" y="185096"/>
                </a:lnTo>
                <a:lnTo>
                  <a:pt x="744538" y="188274"/>
                </a:lnTo>
                <a:lnTo>
                  <a:pt x="746522" y="192246"/>
                </a:lnTo>
                <a:lnTo>
                  <a:pt x="748110" y="195820"/>
                </a:lnTo>
                <a:lnTo>
                  <a:pt x="748903" y="200190"/>
                </a:lnTo>
                <a:lnTo>
                  <a:pt x="749697" y="204162"/>
                </a:lnTo>
                <a:lnTo>
                  <a:pt x="749697" y="208531"/>
                </a:lnTo>
                <a:lnTo>
                  <a:pt x="749300" y="213297"/>
                </a:lnTo>
                <a:lnTo>
                  <a:pt x="748506" y="217269"/>
                </a:lnTo>
                <a:lnTo>
                  <a:pt x="746919" y="221241"/>
                </a:lnTo>
                <a:lnTo>
                  <a:pt x="745331" y="224816"/>
                </a:lnTo>
                <a:lnTo>
                  <a:pt x="742553" y="228788"/>
                </a:lnTo>
                <a:lnTo>
                  <a:pt x="740172" y="231568"/>
                </a:lnTo>
                <a:lnTo>
                  <a:pt x="736600" y="234746"/>
                </a:lnTo>
                <a:lnTo>
                  <a:pt x="733425" y="237129"/>
                </a:lnTo>
                <a:lnTo>
                  <a:pt x="729456" y="239512"/>
                </a:lnTo>
                <a:lnTo>
                  <a:pt x="722710" y="242690"/>
                </a:lnTo>
                <a:lnTo>
                  <a:pt x="705247" y="251429"/>
                </a:lnTo>
                <a:lnTo>
                  <a:pt x="776685" y="295915"/>
                </a:lnTo>
                <a:lnTo>
                  <a:pt x="813594" y="318953"/>
                </a:lnTo>
                <a:lnTo>
                  <a:pt x="843756" y="338416"/>
                </a:lnTo>
                <a:lnTo>
                  <a:pt x="855266" y="332458"/>
                </a:lnTo>
                <a:lnTo>
                  <a:pt x="867569" y="326500"/>
                </a:lnTo>
                <a:lnTo>
                  <a:pt x="879872" y="321733"/>
                </a:lnTo>
                <a:lnTo>
                  <a:pt x="892175" y="317364"/>
                </a:lnTo>
                <a:lnTo>
                  <a:pt x="905669" y="312995"/>
                </a:lnTo>
                <a:lnTo>
                  <a:pt x="919163" y="309817"/>
                </a:lnTo>
                <a:lnTo>
                  <a:pt x="933847" y="307037"/>
                </a:lnTo>
                <a:lnTo>
                  <a:pt x="948135" y="304256"/>
                </a:lnTo>
                <a:lnTo>
                  <a:pt x="970756" y="301873"/>
                </a:lnTo>
                <a:lnTo>
                  <a:pt x="992188" y="300284"/>
                </a:lnTo>
                <a:lnTo>
                  <a:pt x="1013222" y="299093"/>
                </a:lnTo>
                <a:lnTo>
                  <a:pt x="1033066" y="298696"/>
                </a:lnTo>
                <a:lnTo>
                  <a:pt x="1052513" y="299490"/>
                </a:lnTo>
                <a:lnTo>
                  <a:pt x="1070769" y="301079"/>
                </a:lnTo>
                <a:lnTo>
                  <a:pt x="1088231" y="302668"/>
                </a:lnTo>
                <a:lnTo>
                  <a:pt x="1105297" y="305051"/>
                </a:lnTo>
                <a:lnTo>
                  <a:pt x="1121172" y="308228"/>
                </a:lnTo>
                <a:lnTo>
                  <a:pt x="1137047" y="311803"/>
                </a:lnTo>
                <a:lnTo>
                  <a:pt x="1151731" y="315775"/>
                </a:lnTo>
                <a:lnTo>
                  <a:pt x="1165622" y="320542"/>
                </a:lnTo>
                <a:lnTo>
                  <a:pt x="1179116" y="324911"/>
                </a:lnTo>
                <a:lnTo>
                  <a:pt x="1191816" y="329677"/>
                </a:lnTo>
                <a:lnTo>
                  <a:pt x="1203722" y="335238"/>
                </a:lnTo>
                <a:lnTo>
                  <a:pt x="1215231" y="340004"/>
                </a:lnTo>
                <a:lnTo>
                  <a:pt x="1226741" y="345565"/>
                </a:lnTo>
                <a:lnTo>
                  <a:pt x="1237060" y="351126"/>
                </a:lnTo>
                <a:lnTo>
                  <a:pt x="1256506" y="362645"/>
                </a:lnTo>
                <a:lnTo>
                  <a:pt x="1274366" y="372972"/>
                </a:lnTo>
                <a:lnTo>
                  <a:pt x="1289844" y="382902"/>
                </a:lnTo>
                <a:lnTo>
                  <a:pt x="1304131" y="391641"/>
                </a:lnTo>
                <a:lnTo>
                  <a:pt x="1310878" y="395613"/>
                </a:lnTo>
                <a:lnTo>
                  <a:pt x="1317228" y="398790"/>
                </a:lnTo>
                <a:lnTo>
                  <a:pt x="1323578" y="401968"/>
                </a:lnTo>
                <a:lnTo>
                  <a:pt x="1329135" y="403954"/>
                </a:lnTo>
                <a:lnTo>
                  <a:pt x="1334691" y="405543"/>
                </a:lnTo>
                <a:lnTo>
                  <a:pt x="1340247" y="406337"/>
                </a:lnTo>
                <a:lnTo>
                  <a:pt x="1345406" y="407132"/>
                </a:lnTo>
                <a:lnTo>
                  <a:pt x="1351360" y="407132"/>
                </a:lnTo>
                <a:lnTo>
                  <a:pt x="1358106" y="406734"/>
                </a:lnTo>
                <a:lnTo>
                  <a:pt x="1364853" y="406337"/>
                </a:lnTo>
                <a:lnTo>
                  <a:pt x="1379538" y="404351"/>
                </a:lnTo>
                <a:lnTo>
                  <a:pt x="1395810" y="401173"/>
                </a:lnTo>
                <a:lnTo>
                  <a:pt x="1412081" y="397201"/>
                </a:lnTo>
                <a:lnTo>
                  <a:pt x="1429544" y="392832"/>
                </a:lnTo>
                <a:lnTo>
                  <a:pt x="1446610" y="387669"/>
                </a:lnTo>
                <a:lnTo>
                  <a:pt x="1463675" y="382505"/>
                </a:lnTo>
                <a:lnTo>
                  <a:pt x="1494631" y="371781"/>
                </a:lnTo>
                <a:lnTo>
                  <a:pt x="1520825" y="362645"/>
                </a:lnTo>
                <a:lnTo>
                  <a:pt x="1545035" y="353112"/>
                </a:lnTo>
                <a:lnTo>
                  <a:pt x="1550988" y="357481"/>
                </a:lnTo>
                <a:lnTo>
                  <a:pt x="1557338" y="363439"/>
                </a:lnTo>
                <a:lnTo>
                  <a:pt x="1566069" y="371383"/>
                </a:lnTo>
                <a:lnTo>
                  <a:pt x="1577578" y="382108"/>
                </a:lnTo>
                <a:lnTo>
                  <a:pt x="1589881" y="395215"/>
                </a:lnTo>
                <a:lnTo>
                  <a:pt x="1604963" y="410309"/>
                </a:lnTo>
                <a:lnTo>
                  <a:pt x="1620838" y="428183"/>
                </a:lnTo>
                <a:lnTo>
                  <a:pt x="1638697" y="449235"/>
                </a:lnTo>
                <a:lnTo>
                  <a:pt x="1656953" y="472670"/>
                </a:lnTo>
                <a:lnTo>
                  <a:pt x="1666875" y="485380"/>
                </a:lnTo>
                <a:lnTo>
                  <a:pt x="1676400" y="498885"/>
                </a:lnTo>
                <a:lnTo>
                  <a:pt x="1686719" y="512787"/>
                </a:lnTo>
                <a:lnTo>
                  <a:pt x="1696641" y="527881"/>
                </a:lnTo>
                <a:lnTo>
                  <a:pt x="1707356" y="542974"/>
                </a:lnTo>
                <a:lnTo>
                  <a:pt x="1717675" y="559657"/>
                </a:lnTo>
                <a:lnTo>
                  <a:pt x="1727994" y="576339"/>
                </a:lnTo>
                <a:lnTo>
                  <a:pt x="1738710" y="594213"/>
                </a:lnTo>
                <a:lnTo>
                  <a:pt x="1749425" y="612882"/>
                </a:lnTo>
                <a:lnTo>
                  <a:pt x="1760141" y="632345"/>
                </a:lnTo>
                <a:lnTo>
                  <a:pt x="1770460" y="651808"/>
                </a:lnTo>
                <a:lnTo>
                  <a:pt x="1781175" y="672859"/>
                </a:lnTo>
                <a:lnTo>
                  <a:pt x="1802606" y="715360"/>
                </a:lnTo>
                <a:lnTo>
                  <a:pt x="1810544" y="731645"/>
                </a:lnTo>
                <a:lnTo>
                  <a:pt x="1813322" y="739192"/>
                </a:lnTo>
                <a:lnTo>
                  <a:pt x="1816100" y="745944"/>
                </a:lnTo>
                <a:lnTo>
                  <a:pt x="1817688" y="752300"/>
                </a:lnTo>
                <a:lnTo>
                  <a:pt x="1818878" y="758258"/>
                </a:lnTo>
                <a:lnTo>
                  <a:pt x="1819275" y="764216"/>
                </a:lnTo>
                <a:lnTo>
                  <a:pt x="1819275" y="769379"/>
                </a:lnTo>
                <a:lnTo>
                  <a:pt x="1818481" y="774543"/>
                </a:lnTo>
                <a:lnTo>
                  <a:pt x="1816497" y="778912"/>
                </a:lnTo>
                <a:lnTo>
                  <a:pt x="1814116" y="783679"/>
                </a:lnTo>
                <a:lnTo>
                  <a:pt x="1810544" y="788445"/>
                </a:lnTo>
                <a:lnTo>
                  <a:pt x="1805781" y="792417"/>
                </a:lnTo>
                <a:lnTo>
                  <a:pt x="1801019" y="796786"/>
                </a:lnTo>
                <a:lnTo>
                  <a:pt x="1794272" y="801155"/>
                </a:lnTo>
                <a:lnTo>
                  <a:pt x="1787128" y="805922"/>
                </a:lnTo>
                <a:lnTo>
                  <a:pt x="1778397" y="810688"/>
                </a:lnTo>
                <a:lnTo>
                  <a:pt x="1769269" y="815852"/>
                </a:lnTo>
                <a:lnTo>
                  <a:pt x="1747044" y="826179"/>
                </a:lnTo>
                <a:lnTo>
                  <a:pt x="1720056" y="838492"/>
                </a:lnTo>
                <a:lnTo>
                  <a:pt x="1687910" y="852394"/>
                </a:lnTo>
                <a:lnTo>
                  <a:pt x="1650206" y="868680"/>
                </a:lnTo>
                <a:lnTo>
                  <a:pt x="1607741" y="888142"/>
                </a:lnTo>
                <a:lnTo>
                  <a:pt x="1568450" y="905619"/>
                </a:lnTo>
                <a:lnTo>
                  <a:pt x="1553766" y="911975"/>
                </a:lnTo>
                <a:lnTo>
                  <a:pt x="1541463" y="916344"/>
                </a:lnTo>
                <a:lnTo>
                  <a:pt x="1531144" y="919521"/>
                </a:lnTo>
                <a:lnTo>
                  <a:pt x="1526778" y="920713"/>
                </a:lnTo>
                <a:lnTo>
                  <a:pt x="1522810" y="921507"/>
                </a:lnTo>
                <a:lnTo>
                  <a:pt x="1518841" y="921905"/>
                </a:lnTo>
                <a:lnTo>
                  <a:pt x="1514872" y="921905"/>
                </a:lnTo>
                <a:lnTo>
                  <a:pt x="1511697" y="921507"/>
                </a:lnTo>
                <a:lnTo>
                  <a:pt x="1508522" y="921110"/>
                </a:lnTo>
                <a:lnTo>
                  <a:pt x="1505347" y="920316"/>
                </a:lnTo>
                <a:lnTo>
                  <a:pt x="1502569" y="919521"/>
                </a:lnTo>
                <a:lnTo>
                  <a:pt x="1496219" y="916344"/>
                </a:lnTo>
                <a:lnTo>
                  <a:pt x="1489869" y="912769"/>
                </a:lnTo>
                <a:lnTo>
                  <a:pt x="1482328" y="907605"/>
                </a:lnTo>
                <a:lnTo>
                  <a:pt x="1472803" y="902045"/>
                </a:lnTo>
                <a:lnTo>
                  <a:pt x="1462485" y="895689"/>
                </a:lnTo>
                <a:lnTo>
                  <a:pt x="1449785" y="888540"/>
                </a:lnTo>
                <a:lnTo>
                  <a:pt x="1433910" y="880993"/>
                </a:lnTo>
                <a:lnTo>
                  <a:pt x="1425178" y="876624"/>
                </a:lnTo>
                <a:lnTo>
                  <a:pt x="1415653" y="870666"/>
                </a:lnTo>
                <a:lnTo>
                  <a:pt x="1404541" y="863516"/>
                </a:lnTo>
                <a:lnTo>
                  <a:pt x="1393428" y="854778"/>
                </a:lnTo>
                <a:lnTo>
                  <a:pt x="1381522" y="845642"/>
                </a:lnTo>
                <a:lnTo>
                  <a:pt x="1368822" y="834917"/>
                </a:lnTo>
                <a:lnTo>
                  <a:pt x="1355725" y="823796"/>
                </a:lnTo>
                <a:lnTo>
                  <a:pt x="1342231" y="811483"/>
                </a:lnTo>
                <a:lnTo>
                  <a:pt x="1314053" y="785267"/>
                </a:lnTo>
                <a:lnTo>
                  <a:pt x="1284288" y="757463"/>
                </a:lnTo>
                <a:lnTo>
                  <a:pt x="1254522" y="728468"/>
                </a:lnTo>
                <a:lnTo>
                  <a:pt x="1225153" y="698677"/>
                </a:lnTo>
                <a:lnTo>
                  <a:pt x="1167606" y="642275"/>
                </a:lnTo>
                <a:lnTo>
                  <a:pt x="1141016" y="616457"/>
                </a:lnTo>
                <a:lnTo>
                  <a:pt x="1116806" y="593816"/>
                </a:lnTo>
                <a:lnTo>
                  <a:pt x="1105694" y="583886"/>
                </a:lnTo>
                <a:lnTo>
                  <a:pt x="1094978" y="574751"/>
                </a:lnTo>
                <a:lnTo>
                  <a:pt x="1085453" y="567204"/>
                </a:lnTo>
                <a:lnTo>
                  <a:pt x="1077119" y="560451"/>
                </a:lnTo>
                <a:lnTo>
                  <a:pt x="1069181" y="554890"/>
                </a:lnTo>
                <a:lnTo>
                  <a:pt x="1062435" y="551316"/>
                </a:lnTo>
                <a:lnTo>
                  <a:pt x="1056878" y="548535"/>
                </a:lnTo>
                <a:lnTo>
                  <a:pt x="1054100" y="547741"/>
                </a:lnTo>
                <a:lnTo>
                  <a:pt x="1052116" y="547741"/>
                </a:lnTo>
                <a:lnTo>
                  <a:pt x="1042591" y="547741"/>
                </a:lnTo>
                <a:lnTo>
                  <a:pt x="1028700" y="548535"/>
                </a:lnTo>
                <a:lnTo>
                  <a:pt x="992585" y="550918"/>
                </a:lnTo>
                <a:lnTo>
                  <a:pt x="949325" y="553302"/>
                </a:lnTo>
                <a:lnTo>
                  <a:pt x="902494" y="556479"/>
                </a:lnTo>
                <a:lnTo>
                  <a:pt x="820341" y="562835"/>
                </a:lnTo>
                <a:lnTo>
                  <a:pt x="784622" y="566012"/>
                </a:lnTo>
                <a:lnTo>
                  <a:pt x="760810" y="542180"/>
                </a:lnTo>
                <a:lnTo>
                  <a:pt x="755650" y="532250"/>
                </a:lnTo>
                <a:lnTo>
                  <a:pt x="752078" y="521526"/>
                </a:lnTo>
                <a:lnTo>
                  <a:pt x="748506" y="511596"/>
                </a:lnTo>
                <a:lnTo>
                  <a:pt x="746522" y="500871"/>
                </a:lnTo>
                <a:lnTo>
                  <a:pt x="745331" y="490544"/>
                </a:lnTo>
                <a:lnTo>
                  <a:pt x="744935" y="480217"/>
                </a:lnTo>
                <a:lnTo>
                  <a:pt x="745728" y="470287"/>
                </a:lnTo>
                <a:lnTo>
                  <a:pt x="746919" y="459959"/>
                </a:lnTo>
                <a:lnTo>
                  <a:pt x="748903" y="450029"/>
                </a:lnTo>
                <a:lnTo>
                  <a:pt x="752078" y="440099"/>
                </a:lnTo>
                <a:lnTo>
                  <a:pt x="755650" y="430566"/>
                </a:lnTo>
                <a:lnTo>
                  <a:pt x="760016" y="420636"/>
                </a:lnTo>
                <a:lnTo>
                  <a:pt x="765175" y="411501"/>
                </a:lnTo>
                <a:lnTo>
                  <a:pt x="771128" y="402365"/>
                </a:lnTo>
                <a:lnTo>
                  <a:pt x="777875" y="393229"/>
                </a:lnTo>
                <a:lnTo>
                  <a:pt x="785019" y="384888"/>
                </a:lnTo>
                <a:lnTo>
                  <a:pt x="749697" y="362645"/>
                </a:lnTo>
                <a:lnTo>
                  <a:pt x="711994" y="339210"/>
                </a:lnTo>
                <a:lnTo>
                  <a:pt x="648494" y="300682"/>
                </a:lnTo>
                <a:lnTo>
                  <a:pt x="635000" y="307037"/>
                </a:lnTo>
                <a:lnTo>
                  <a:pt x="617538" y="316172"/>
                </a:lnTo>
                <a:lnTo>
                  <a:pt x="596503" y="327691"/>
                </a:lnTo>
                <a:lnTo>
                  <a:pt x="572294" y="341593"/>
                </a:lnTo>
                <a:lnTo>
                  <a:pt x="545306" y="357879"/>
                </a:lnTo>
                <a:lnTo>
                  <a:pt x="531019" y="367014"/>
                </a:lnTo>
                <a:lnTo>
                  <a:pt x="516335" y="377341"/>
                </a:lnTo>
                <a:lnTo>
                  <a:pt x="500856" y="387669"/>
                </a:lnTo>
                <a:lnTo>
                  <a:pt x="484585" y="399187"/>
                </a:lnTo>
                <a:lnTo>
                  <a:pt x="467915" y="411501"/>
                </a:lnTo>
                <a:lnTo>
                  <a:pt x="450850" y="424211"/>
                </a:lnTo>
                <a:lnTo>
                  <a:pt x="438150" y="434141"/>
                </a:lnTo>
                <a:lnTo>
                  <a:pt x="432990" y="439702"/>
                </a:lnTo>
                <a:lnTo>
                  <a:pt x="415131" y="456782"/>
                </a:lnTo>
                <a:lnTo>
                  <a:pt x="398859" y="473464"/>
                </a:lnTo>
                <a:lnTo>
                  <a:pt x="382984" y="490544"/>
                </a:lnTo>
                <a:lnTo>
                  <a:pt x="368300" y="506829"/>
                </a:lnTo>
                <a:lnTo>
                  <a:pt x="354409" y="523909"/>
                </a:lnTo>
                <a:lnTo>
                  <a:pt x="341312" y="539797"/>
                </a:lnTo>
                <a:lnTo>
                  <a:pt x="329009" y="555685"/>
                </a:lnTo>
                <a:lnTo>
                  <a:pt x="317500" y="570779"/>
                </a:lnTo>
                <a:lnTo>
                  <a:pt x="387350" y="732042"/>
                </a:lnTo>
                <a:lnTo>
                  <a:pt x="401240" y="724098"/>
                </a:lnTo>
                <a:lnTo>
                  <a:pt x="406400" y="721318"/>
                </a:lnTo>
                <a:lnTo>
                  <a:pt x="413147" y="720523"/>
                </a:lnTo>
                <a:lnTo>
                  <a:pt x="419497" y="719729"/>
                </a:lnTo>
                <a:lnTo>
                  <a:pt x="425053" y="719729"/>
                </a:lnTo>
                <a:lnTo>
                  <a:pt x="430609" y="720523"/>
                </a:lnTo>
                <a:lnTo>
                  <a:pt x="436165" y="721715"/>
                </a:lnTo>
                <a:lnTo>
                  <a:pt x="441325" y="722907"/>
                </a:lnTo>
                <a:lnTo>
                  <a:pt x="446484" y="724495"/>
                </a:lnTo>
                <a:lnTo>
                  <a:pt x="450850" y="726482"/>
                </a:lnTo>
                <a:lnTo>
                  <a:pt x="455215" y="729262"/>
                </a:lnTo>
                <a:lnTo>
                  <a:pt x="459581" y="731645"/>
                </a:lnTo>
                <a:lnTo>
                  <a:pt x="463550" y="734823"/>
                </a:lnTo>
                <a:lnTo>
                  <a:pt x="467519" y="738000"/>
                </a:lnTo>
                <a:lnTo>
                  <a:pt x="474265" y="744753"/>
                </a:lnTo>
                <a:lnTo>
                  <a:pt x="481013" y="752300"/>
                </a:lnTo>
                <a:lnTo>
                  <a:pt x="486966" y="759846"/>
                </a:lnTo>
                <a:lnTo>
                  <a:pt x="492125" y="768188"/>
                </a:lnTo>
                <a:lnTo>
                  <a:pt x="502047" y="783281"/>
                </a:lnTo>
                <a:lnTo>
                  <a:pt x="506413" y="790034"/>
                </a:lnTo>
                <a:lnTo>
                  <a:pt x="510778" y="795992"/>
                </a:lnTo>
                <a:lnTo>
                  <a:pt x="515541" y="800361"/>
                </a:lnTo>
                <a:lnTo>
                  <a:pt x="517525" y="802744"/>
                </a:lnTo>
                <a:lnTo>
                  <a:pt x="519510" y="803936"/>
                </a:lnTo>
                <a:lnTo>
                  <a:pt x="525860" y="807511"/>
                </a:lnTo>
                <a:lnTo>
                  <a:pt x="531416" y="811483"/>
                </a:lnTo>
                <a:lnTo>
                  <a:pt x="536972" y="815852"/>
                </a:lnTo>
                <a:lnTo>
                  <a:pt x="541735" y="819427"/>
                </a:lnTo>
                <a:lnTo>
                  <a:pt x="550466" y="827371"/>
                </a:lnTo>
                <a:lnTo>
                  <a:pt x="558006" y="834917"/>
                </a:lnTo>
                <a:lnTo>
                  <a:pt x="564356" y="843259"/>
                </a:lnTo>
                <a:lnTo>
                  <a:pt x="569516" y="850806"/>
                </a:lnTo>
                <a:lnTo>
                  <a:pt x="573881" y="858352"/>
                </a:lnTo>
                <a:lnTo>
                  <a:pt x="577850" y="865899"/>
                </a:lnTo>
                <a:lnTo>
                  <a:pt x="584597" y="879404"/>
                </a:lnTo>
                <a:lnTo>
                  <a:pt x="587375" y="885759"/>
                </a:lnTo>
                <a:lnTo>
                  <a:pt x="590550" y="891717"/>
                </a:lnTo>
                <a:lnTo>
                  <a:pt x="594122" y="896881"/>
                </a:lnTo>
                <a:lnTo>
                  <a:pt x="598091" y="901250"/>
                </a:lnTo>
                <a:lnTo>
                  <a:pt x="602456" y="905619"/>
                </a:lnTo>
                <a:lnTo>
                  <a:pt x="604838" y="907208"/>
                </a:lnTo>
                <a:lnTo>
                  <a:pt x="607616" y="908797"/>
                </a:lnTo>
                <a:lnTo>
                  <a:pt x="613569" y="912372"/>
                </a:lnTo>
                <a:lnTo>
                  <a:pt x="618728" y="915549"/>
                </a:lnTo>
                <a:lnTo>
                  <a:pt x="624285" y="919124"/>
                </a:lnTo>
                <a:lnTo>
                  <a:pt x="629047" y="922699"/>
                </a:lnTo>
                <a:lnTo>
                  <a:pt x="633413" y="926274"/>
                </a:lnTo>
                <a:lnTo>
                  <a:pt x="637778" y="929849"/>
                </a:lnTo>
                <a:lnTo>
                  <a:pt x="645319" y="938190"/>
                </a:lnTo>
                <a:lnTo>
                  <a:pt x="651669" y="946134"/>
                </a:lnTo>
                <a:lnTo>
                  <a:pt x="657622" y="954078"/>
                </a:lnTo>
                <a:lnTo>
                  <a:pt x="661988" y="962022"/>
                </a:lnTo>
                <a:lnTo>
                  <a:pt x="665956" y="969966"/>
                </a:lnTo>
                <a:lnTo>
                  <a:pt x="669528" y="977116"/>
                </a:lnTo>
                <a:lnTo>
                  <a:pt x="671910" y="983868"/>
                </a:lnTo>
                <a:lnTo>
                  <a:pt x="673894" y="990223"/>
                </a:lnTo>
                <a:lnTo>
                  <a:pt x="675085" y="995784"/>
                </a:lnTo>
                <a:lnTo>
                  <a:pt x="677069" y="1003331"/>
                </a:lnTo>
                <a:lnTo>
                  <a:pt x="677466" y="1006509"/>
                </a:lnTo>
                <a:lnTo>
                  <a:pt x="681038" y="1008892"/>
                </a:lnTo>
                <a:lnTo>
                  <a:pt x="691356" y="1016439"/>
                </a:lnTo>
                <a:lnTo>
                  <a:pt x="698103" y="1021999"/>
                </a:lnTo>
                <a:lnTo>
                  <a:pt x="705644" y="1028752"/>
                </a:lnTo>
                <a:lnTo>
                  <a:pt x="713185" y="1036299"/>
                </a:lnTo>
                <a:lnTo>
                  <a:pt x="721519" y="1045037"/>
                </a:lnTo>
                <a:lnTo>
                  <a:pt x="729456" y="1055364"/>
                </a:lnTo>
                <a:lnTo>
                  <a:pt x="733425" y="1060925"/>
                </a:lnTo>
                <a:lnTo>
                  <a:pt x="737394" y="1066486"/>
                </a:lnTo>
                <a:lnTo>
                  <a:pt x="740966" y="1072047"/>
                </a:lnTo>
                <a:lnTo>
                  <a:pt x="744538" y="1078005"/>
                </a:lnTo>
                <a:lnTo>
                  <a:pt x="747316" y="1084757"/>
                </a:lnTo>
                <a:lnTo>
                  <a:pt x="750094" y="1091112"/>
                </a:lnTo>
                <a:lnTo>
                  <a:pt x="753269" y="1097865"/>
                </a:lnTo>
                <a:lnTo>
                  <a:pt x="755253" y="1105014"/>
                </a:lnTo>
                <a:lnTo>
                  <a:pt x="757635" y="1112164"/>
                </a:lnTo>
                <a:lnTo>
                  <a:pt x="759222" y="1120108"/>
                </a:lnTo>
                <a:lnTo>
                  <a:pt x="760016" y="1128052"/>
                </a:lnTo>
                <a:lnTo>
                  <a:pt x="760810" y="1135599"/>
                </a:lnTo>
                <a:lnTo>
                  <a:pt x="760810" y="1143940"/>
                </a:lnTo>
                <a:lnTo>
                  <a:pt x="760413" y="1152281"/>
                </a:lnTo>
                <a:lnTo>
                  <a:pt x="760016" y="1157048"/>
                </a:lnTo>
                <a:lnTo>
                  <a:pt x="759222" y="1162211"/>
                </a:lnTo>
                <a:lnTo>
                  <a:pt x="756841" y="1171347"/>
                </a:lnTo>
                <a:lnTo>
                  <a:pt x="753666" y="1181277"/>
                </a:lnTo>
                <a:lnTo>
                  <a:pt x="749697" y="1190016"/>
                </a:lnTo>
                <a:lnTo>
                  <a:pt x="744935" y="1199151"/>
                </a:lnTo>
                <a:lnTo>
                  <a:pt x="739378" y="1207492"/>
                </a:lnTo>
                <a:lnTo>
                  <a:pt x="733028" y="1216628"/>
                </a:lnTo>
                <a:lnTo>
                  <a:pt x="726281" y="1224572"/>
                </a:lnTo>
                <a:lnTo>
                  <a:pt x="864394" y="1334200"/>
                </a:lnTo>
                <a:lnTo>
                  <a:pt x="871538" y="1340158"/>
                </a:lnTo>
                <a:lnTo>
                  <a:pt x="871935" y="1340555"/>
                </a:lnTo>
                <a:lnTo>
                  <a:pt x="872728" y="1340555"/>
                </a:lnTo>
                <a:lnTo>
                  <a:pt x="891381" y="1356046"/>
                </a:lnTo>
                <a:lnTo>
                  <a:pt x="908050" y="1369153"/>
                </a:lnTo>
                <a:lnTo>
                  <a:pt x="915194" y="1374317"/>
                </a:lnTo>
                <a:lnTo>
                  <a:pt x="921941" y="1379083"/>
                </a:lnTo>
                <a:lnTo>
                  <a:pt x="927894" y="1382658"/>
                </a:lnTo>
                <a:lnTo>
                  <a:pt x="933847" y="1386233"/>
                </a:lnTo>
                <a:lnTo>
                  <a:pt x="939006" y="1388219"/>
                </a:lnTo>
                <a:lnTo>
                  <a:pt x="944563" y="1389808"/>
                </a:lnTo>
                <a:lnTo>
                  <a:pt x="949722" y="1390205"/>
                </a:lnTo>
                <a:lnTo>
                  <a:pt x="954881" y="1390205"/>
                </a:lnTo>
                <a:lnTo>
                  <a:pt x="960041" y="1389411"/>
                </a:lnTo>
                <a:lnTo>
                  <a:pt x="965200" y="1387822"/>
                </a:lnTo>
                <a:lnTo>
                  <a:pt x="971153" y="1385041"/>
                </a:lnTo>
                <a:lnTo>
                  <a:pt x="977106" y="1381467"/>
                </a:lnTo>
                <a:lnTo>
                  <a:pt x="983456" y="1376700"/>
                </a:lnTo>
                <a:lnTo>
                  <a:pt x="990203" y="1371934"/>
                </a:lnTo>
                <a:lnTo>
                  <a:pt x="994966" y="1367962"/>
                </a:lnTo>
                <a:lnTo>
                  <a:pt x="998538" y="1364387"/>
                </a:lnTo>
                <a:lnTo>
                  <a:pt x="1002506" y="1360415"/>
                </a:lnTo>
                <a:lnTo>
                  <a:pt x="1005285" y="1356443"/>
                </a:lnTo>
                <a:lnTo>
                  <a:pt x="1008063" y="1353265"/>
                </a:lnTo>
                <a:lnTo>
                  <a:pt x="1009650" y="1349691"/>
                </a:lnTo>
                <a:lnTo>
                  <a:pt x="1010841" y="1346513"/>
                </a:lnTo>
                <a:lnTo>
                  <a:pt x="1011238" y="1343732"/>
                </a:lnTo>
                <a:lnTo>
                  <a:pt x="1011238" y="1341746"/>
                </a:lnTo>
                <a:lnTo>
                  <a:pt x="1010841" y="1339760"/>
                </a:lnTo>
                <a:lnTo>
                  <a:pt x="1009650" y="1336980"/>
                </a:lnTo>
                <a:lnTo>
                  <a:pt x="1008460" y="1334994"/>
                </a:lnTo>
                <a:lnTo>
                  <a:pt x="1007269" y="1334200"/>
                </a:lnTo>
                <a:lnTo>
                  <a:pt x="972344" y="1296466"/>
                </a:lnTo>
                <a:lnTo>
                  <a:pt x="846138" y="1173333"/>
                </a:lnTo>
                <a:lnTo>
                  <a:pt x="843756" y="1170950"/>
                </a:lnTo>
                <a:lnTo>
                  <a:pt x="841772" y="1168169"/>
                </a:lnTo>
                <a:lnTo>
                  <a:pt x="839788" y="1164992"/>
                </a:lnTo>
                <a:lnTo>
                  <a:pt x="838200" y="1162211"/>
                </a:lnTo>
                <a:lnTo>
                  <a:pt x="837010" y="1158637"/>
                </a:lnTo>
                <a:lnTo>
                  <a:pt x="836216" y="1155856"/>
                </a:lnTo>
                <a:lnTo>
                  <a:pt x="835819" y="1152281"/>
                </a:lnTo>
                <a:lnTo>
                  <a:pt x="835422" y="1149104"/>
                </a:lnTo>
                <a:lnTo>
                  <a:pt x="835819" y="1145529"/>
                </a:lnTo>
                <a:lnTo>
                  <a:pt x="836216" y="1142351"/>
                </a:lnTo>
                <a:lnTo>
                  <a:pt x="836613" y="1138777"/>
                </a:lnTo>
                <a:lnTo>
                  <a:pt x="837803" y="1135996"/>
                </a:lnTo>
                <a:lnTo>
                  <a:pt x="839391" y="1132421"/>
                </a:lnTo>
                <a:lnTo>
                  <a:pt x="840978" y="1129641"/>
                </a:lnTo>
                <a:lnTo>
                  <a:pt x="842963" y="1126861"/>
                </a:lnTo>
                <a:lnTo>
                  <a:pt x="845741" y="1124080"/>
                </a:lnTo>
                <a:lnTo>
                  <a:pt x="848122" y="1121697"/>
                </a:lnTo>
                <a:lnTo>
                  <a:pt x="850900" y="1119314"/>
                </a:lnTo>
                <a:lnTo>
                  <a:pt x="854075" y="1117725"/>
                </a:lnTo>
                <a:lnTo>
                  <a:pt x="856853" y="1116136"/>
                </a:lnTo>
                <a:lnTo>
                  <a:pt x="860028" y="1115342"/>
                </a:lnTo>
                <a:lnTo>
                  <a:pt x="863203" y="1114547"/>
                </a:lnTo>
                <a:lnTo>
                  <a:pt x="866775" y="1113753"/>
                </a:lnTo>
                <a:lnTo>
                  <a:pt x="869950" y="1113753"/>
                </a:lnTo>
                <a:lnTo>
                  <a:pt x="873522" y="1113753"/>
                </a:lnTo>
                <a:lnTo>
                  <a:pt x="876697" y="1114150"/>
                </a:lnTo>
                <a:lnTo>
                  <a:pt x="879872" y="1114944"/>
                </a:lnTo>
                <a:lnTo>
                  <a:pt x="883047" y="1116136"/>
                </a:lnTo>
                <a:lnTo>
                  <a:pt x="886222" y="1117328"/>
                </a:lnTo>
                <a:lnTo>
                  <a:pt x="889000" y="1118916"/>
                </a:lnTo>
                <a:lnTo>
                  <a:pt x="891778" y="1121300"/>
                </a:lnTo>
                <a:lnTo>
                  <a:pt x="894953" y="1123286"/>
                </a:lnTo>
                <a:lnTo>
                  <a:pt x="1063625" y="1287330"/>
                </a:lnTo>
                <a:lnTo>
                  <a:pt x="1063625" y="1286933"/>
                </a:lnTo>
                <a:lnTo>
                  <a:pt x="1071563" y="1294877"/>
                </a:lnTo>
                <a:lnTo>
                  <a:pt x="1073944" y="1298054"/>
                </a:lnTo>
                <a:lnTo>
                  <a:pt x="1092200" y="1315531"/>
                </a:lnTo>
                <a:lnTo>
                  <a:pt x="1110060" y="1332611"/>
                </a:lnTo>
                <a:lnTo>
                  <a:pt x="1117203" y="1339760"/>
                </a:lnTo>
                <a:lnTo>
                  <a:pt x="1123950" y="1345718"/>
                </a:lnTo>
                <a:lnTo>
                  <a:pt x="1130300" y="1350485"/>
                </a:lnTo>
                <a:lnTo>
                  <a:pt x="1135460" y="1354060"/>
                </a:lnTo>
                <a:lnTo>
                  <a:pt x="1141016" y="1356443"/>
                </a:lnTo>
                <a:lnTo>
                  <a:pt x="1145778" y="1358429"/>
                </a:lnTo>
                <a:lnTo>
                  <a:pt x="1150938" y="1359223"/>
                </a:lnTo>
                <a:lnTo>
                  <a:pt x="1155303" y="1358826"/>
                </a:lnTo>
                <a:lnTo>
                  <a:pt x="1160066" y="1357635"/>
                </a:lnTo>
                <a:lnTo>
                  <a:pt x="1164828" y="1354854"/>
                </a:lnTo>
                <a:lnTo>
                  <a:pt x="1169591" y="1351677"/>
                </a:lnTo>
                <a:lnTo>
                  <a:pt x="1175147" y="1347307"/>
                </a:lnTo>
                <a:lnTo>
                  <a:pt x="1181100" y="1341746"/>
                </a:lnTo>
                <a:lnTo>
                  <a:pt x="1187847" y="1335788"/>
                </a:lnTo>
                <a:lnTo>
                  <a:pt x="1193403" y="1330228"/>
                </a:lnTo>
                <a:lnTo>
                  <a:pt x="1198166" y="1324667"/>
                </a:lnTo>
                <a:lnTo>
                  <a:pt x="1201738" y="1319106"/>
                </a:lnTo>
                <a:lnTo>
                  <a:pt x="1205310" y="1313942"/>
                </a:lnTo>
                <a:lnTo>
                  <a:pt x="1207294" y="1309176"/>
                </a:lnTo>
                <a:lnTo>
                  <a:pt x="1209278" y="1304807"/>
                </a:lnTo>
                <a:lnTo>
                  <a:pt x="1210469" y="1300835"/>
                </a:lnTo>
                <a:lnTo>
                  <a:pt x="1211263" y="1297260"/>
                </a:lnTo>
                <a:lnTo>
                  <a:pt x="1211660" y="1293288"/>
                </a:lnTo>
                <a:lnTo>
                  <a:pt x="1211660" y="1290507"/>
                </a:lnTo>
                <a:lnTo>
                  <a:pt x="1211263" y="1287330"/>
                </a:lnTo>
                <a:lnTo>
                  <a:pt x="1210072" y="1284947"/>
                </a:lnTo>
                <a:lnTo>
                  <a:pt x="1208485" y="1280180"/>
                </a:lnTo>
                <a:lnTo>
                  <a:pt x="1206897" y="1277400"/>
                </a:lnTo>
                <a:lnTo>
                  <a:pt x="1161653" y="1233310"/>
                </a:lnTo>
                <a:lnTo>
                  <a:pt x="1159272" y="1230530"/>
                </a:lnTo>
                <a:lnTo>
                  <a:pt x="1156494" y="1227352"/>
                </a:lnTo>
                <a:lnTo>
                  <a:pt x="1154906" y="1224175"/>
                </a:lnTo>
                <a:lnTo>
                  <a:pt x="1153319" y="1220600"/>
                </a:lnTo>
                <a:lnTo>
                  <a:pt x="927894" y="1004920"/>
                </a:lnTo>
                <a:lnTo>
                  <a:pt x="925116" y="1002139"/>
                </a:lnTo>
                <a:lnTo>
                  <a:pt x="923131" y="999359"/>
                </a:lnTo>
                <a:lnTo>
                  <a:pt x="921544" y="996181"/>
                </a:lnTo>
                <a:lnTo>
                  <a:pt x="919560" y="993401"/>
                </a:lnTo>
                <a:lnTo>
                  <a:pt x="918369" y="989826"/>
                </a:lnTo>
                <a:lnTo>
                  <a:pt x="917575" y="986648"/>
                </a:lnTo>
                <a:lnTo>
                  <a:pt x="917178" y="983074"/>
                </a:lnTo>
                <a:lnTo>
                  <a:pt x="916781" y="979896"/>
                </a:lnTo>
                <a:lnTo>
                  <a:pt x="916781" y="976321"/>
                </a:lnTo>
                <a:lnTo>
                  <a:pt x="917178" y="973144"/>
                </a:lnTo>
                <a:lnTo>
                  <a:pt x="917972" y="969569"/>
                </a:lnTo>
                <a:lnTo>
                  <a:pt x="919163" y="966391"/>
                </a:lnTo>
                <a:lnTo>
                  <a:pt x="920750" y="962816"/>
                </a:lnTo>
                <a:lnTo>
                  <a:pt x="922338" y="960036"/>
                </a:lnTo>
                <a:lnTo>
                  <a:pt x="924322" y="956858"/>
                </a:lnTo>
                <a:lnTo>
                  <a:pt x="927100" y="954078"/>
                </a:lnTo>
                <a:lnTo>
                  <a:pt x="929481" y="952092"/>
                </a:lnTo>
                <a:lnTo>
                  <a:pt x="932260" y="949311"/>
                </a:lnTo>
                <a:lnTo>
                  <a:pt x="935435" y="947723"/>
                </a:lnTo>
                <a:lnTo>
                  <a:pt x="938213" y="946134"/>
                </a:lnTo>
                <a:lnTo>
                  <a:pt x="941785" y="944942"/>
                </a:lnTo>
                <a:lnTo>
                  <a:pt x="944960" y="944148"/>
                </a:lnTo>
                <a:lnTo>
                  <a:pt x="948531" y="943353"/>
                </a:lnTo>
                <a:lnTo>
                  <a:pt x="951706" y="942956"/>
                </a:lnTo>
                <a:lnTo>
                  <a:pt x="955278" y="942956"/>
                </a:lnTo>
                <a:lnTo>
                  <a:pt x="958453" y="943353"/>
                </a:lnTo>
                <a:lnTo>
                  <a:pt x="962025" y="944545"/>
                </a:lnTo>
                <a:lnTo>
                  <a:pt x="965200" y="945737"/>
                </a:lnTo>
                <a:lnTo>
                  <a:pt x="968772" y="946928"/>
                </a:lnTo>
                <a:lnTo>
                  <a:pt x="971550" y="948517"/>
                </a:lnTo>
                <a:lnTo>
                  <a:pt x="974725" y="950900"/>
                </a:lnTo>
                <a:lnTo>
                  <a:pt x="977503" y="953284"/>
                </a:lnTo>
                <a:lnTo>
                  <a:pt x="1214041" y="1179291"/>
                </a:lnTo>
                <a:lnTo>
                  <a:pt x="1216819" y="1182469"/>
                </a:lnTo>
                <a:lnTo>
                  <a:pt x="1235472" y="1199946"/>
                </a:lnTo>
                <a:lnTo>
                  <a:pt x="1254125" y="1217422"/>
                </a:lnTo>
                <a:lnTo>
                  <a:pt x="1262063" y="1224572"/>
                </a:lnTo>
                <a:lnTo>
                  <a:pt x="1268810" y="1230530"/>
                </a:lnTo>
                <a:lnTo>
                  <a:pt x="1275556" y="1235694"/>
                </a:lnTo>
                <a:lnTo>
                  <a:pt x="1281510" y="1239269"/>
                </a:lnTo>
                <a:lnTo>
                  <a:pt x="1287066" y="1242049"/>
                </a:lnTo>
                <a:lnTo>
                  <a:pt x="1292622" y="1244035"/>
                </a:lnTo>
                <a:lnTo>
                  <a:pt x="1297385" y="1244432"/>
                </a:lnTo>
                <a:lnTo>
                  <a:pt x="1299766" y="1244432"/>
                </a:lnTo>
                <a:lnTo>
                  <a:pt x="1302147" y="1244035"/>
                </a:lnTo>
                <a:lnTo>
                  <a:pt x="1307306" y="1242843"/>
                </a:lnTo>
                <a:lnTo>
                  <a:pt x="1312863" y="1240063"/>
                </a:lnTo>
                <a:lnTo>
                  <a:pt x="1317625" y="1236885"/>
                </a:lnTo>
                <a:lnTo>
                  <a:pt x="1323578" y="1232516"/>
                </a:lnTo>
                <a:lnTo>
                  <a:pt x="1329928" y="1226955"/>
                </a:lnTo>
                <a:lnTo>
                  <a:pt x="1336675" y="1220600"/>
                </a:lnTo>
                <a:lnTo>
                  <a:pt x="1343422" y="1213848"/>
                </a:lnTo>
                <a:lnTo>
                  <a:pt x="1348978" y="1207492"/>
                </a:lnTo>
                <a:lnTo>
                  <a:pt x="1352947" y="1201932"/>
                </a:lnTo>
                <a:lnTo>
                  <a:pt x="1356122" y="1196371"/>
                </a:lnTo>
                <a:lnTo>
                  <a:pt x="1358503" y="1191207"/>
                </a:lnTo>
                <a:lnTo>
                  <a:pt x="1360488" y="1186044"/>
                </a:lnTo>
                <a:lnTo>
                  <a:pt x="1361281" y="1182072"/>
                </a:lnTo>
                <a:lnTo>
                  <a:pt x="1361678" y="1178099"/>
                </a:lnTo>
                <a:lnTo>
                  <a:pt x="1361281" y="1174922"/>
                </a:lnTo>
                <a:lnTo>
                  <a:pt x="1360885" y="1171744"/>
                </a:lnTo>
                <a:lnTo>
                  <a:pt x="1359694" y="1168964"/>
                </a:lnTo>
                <a:lnTo>
                  <a:pt x="1359297" y="1166581"/>
                </a:lnTo>
                <a:lnTo>
                  <a:pt x="1357710" y="1164197"/>
                </a:lnTo>
                <a:lnTo>
                  <a:pt x="1356916" y="1163006"/>
                </a:lnTo>
                <a:lnTo>
                  <a:pt x="1309688" y="1118519"/>
                </a:lnTo>
                <a:lnTo>
                  <a:pt x="1307703" y="1116533"/>
                </a:lnTo>
                <a:lnTo>
                  <a:pt x="1306116" y="1114150"/>
                </a:lnTo>
                <a:lnTo>
                  <a:pt x="1302544" y="1108986"/>
                </a:lnTo>
                <a:lnTo>
                  <a:pt x="1299369" y="1105412"/>
                </a:lnTo>
                <a:lnTo>
                  <a:pt x="1279128" y="1084757"/>
                </a:lnTo>
                <a:lnTo>
                  <a:pt x="1278335" y="1084360"/>
                </a:lnTo>
                <a:lnTo>
                  <a:pt x="1048941" y="854778"/>
                </a:lnTo>
                <a:lnTo>
                  <a:pt x="1046163" y="851997"/>
                </a:lnTo>
                <a:lnTo>
                  <a:pt x="1044178" y="849217"/>
                </a:lnTo>
                <a:lnTo>
                  <a:pt x="1042591" y="846039"/>
                </a:lnTo>
                <a:lnTo>
                  <a:pt x="1041003" y="843259"/>
                </a:lnTo>
                <a:lnTo>
                  <a:pt x="1039813" y="839684"/>
                </a:lnTo>
                <a:lnTo>
                  <a:pt x="1039019" y="836506"/>
                </a:lnTo>
                <a:lnTo>
                  <a:pt x="1038622" y="832931"/>
                </a:lnTo>
                <a:lnTo>
                  <a:pt x="1038622" y="829754"/>
                </a:lnTo>
                <a:lnTo>
                  <a:pt x="1038622" y="826179"/>
                </a:lnTo>
                <a:lnTo>
                  <a:pt x="1039019" y="823001"/>
                </a:lnTo>
                <a:lnTo>
                  <a:pt x="1039813" y="819427"/>
                </a:lnTo>
                <a:lnTo>
                  <a:pt x="1041003" y="816249"/>
                </a:lnTo>
                <a:lnTo>
                  <a:pt x="1042591" y="813071"/>
                </a:lnTo>
                <a:lnTo>
                  <a:pt x="1044178" y="810291"/>
                </a:lnTo>
                <a:lnTo>
                  <a:pt x="1046163" y="807113"/>
                </a:lnTo>
                <a:lnTo>
                  <a:pt x="1048941" y="804730"/>
                </a:lnTo>
                <a:lnTo>
                  <a:pt x="1051719" y="802347"/>
                </a:lnTo>
                <a:lnTo>
                  <a:pt x="1054100" y="799964"/>
                </a:lnTo>
                <a:lnTo>
                  <a:pt x="1057672" y="798375"/>
                </a:lnTo>
                <a:lnTo>
                  <a:pt x="1060450" y="796786"/>
                </a:lnTo>
                <a:lnTo>
                  <a:pt x="1064022" y="795595"/>
                </a:lnTo>
                <a:lnTo>
                  <a:pt x="1067197" y="794800"/>
                </a:lnTo>
                <a:lnTo>
                  <a:pt x="1070769" y="794006"/>
                </a:lnTo>
                <a:lnTo>
                  <a:pt x="1073944" y="794006"/>
                </a:lnTo>
                <a:lnTo>
                  <a:pt x="1077516" y="794006"/>
                </a:lnTo>
                <a:lnTo>
                  <a:pt x="1080691" y="794800"/>
                </a:lnTo>
                <a:lnTo>
                  <a:pt x="1084263" y="795595"/>
                </a:lnTo>
                <a:lnTo>
                  <a:pt x="1087041" y="796786"/>
                </a:lnTo>
                <a:lnTo>
                  <a:pt x="1090613" y="798375"/>
                </a:lnTo>
                <a:lnTo>
                  <a:pt x="1093391" y="799964"/>
                </a:lnTo>
                <a:lnTo>
                  <a:pt x="1096566" y="802347"/>
                </a:lnTo>
                <a:lnTo>
                  <a:pt x="1098947" y="804730"/>
                </a:lnTo>
                <a:lnTo>
                  <a:pt x="1328738" y="1034313"/>
                </a:lnTo>
                <a:lnTo>
                  <a:pt x="1331119" y="1037093"/>
                </a:lnTo>
                <a:lnTo>
                  <a:pt x="1349375" y="1055364"/>
                </a:lnTo>
                <a:lnTo>
                  <a:pt x="1364456" y="1070061"/>
                </a:lnTo>
                <a:lnTo>
                  <a:pt x="1371600" y="1076813"/>
                </a:lnTo>
                <a:lnTo>
                  <a:pt x="1378347" y="1083168"/>
                </a:lnTo>
                <a:lnTo>
                  <a:pt x="1385094" y="1088729"/>
                </a:lnTo>
                <a:lnTo>
                  <a:pt x="1391444" y="1093496"/>
                </a:lnTo>
                <a:lnTo>
                  <a:pt x="1397397" y="1096673"/>
                </a:lnTo>
                <a:lnTo>
                  <a:pt x="1400175" y="1097865"/>
                </a:lnTo>
                <a:lnTo>
                  <a:pt x="1402953" y="1098659"/>
                </a:lnTo>
                <a:lnTo>
                  <a:pt x="1404541" y="1099056"/>
                </a:lnTo>
                <a:lnTo>
                  <a:pt x="1407716" y="1099851"/>
                </a:lnTo>
                <a:lnTo>
                  <a:pt x="1410891" y="1099056"/>
                </a:lnTo>
                <a:lnTo>
                  <a:pt x="1415653" y="1098262"/>
                </a:lnTo>
                <a:lnTo>
                  <a:pt x="1421210" y="1095879"/>
                </a:lnTo>
                <a:lnTo>
                  <a:pt x="1424385" y="1093893"/>
                </a:lnTo>
                <a:lnTo>
                  <a:pt x="1427956" y="1091112"/>
                </a:lnTo>
                <a:lnTo>
                  <a:pt x="1431528" y="1088729"/>
                </a:lnTo>
                <a:lnTo>
                  <a:pt x="1435894" y="1084757"/>
                </a:lnTo>
                <a:lnTo>
                  <a:pt x="1440260" y="1081182"/>
                </a:lnTo>
                <a:lnTo>
                  <a:pt x="1445419" y="1076019"/>
                </a:lnTo>
                <a:lnTo>
                  <a:pt x="1452166" y="1068869"/>
                </a:lnTo>
                <a:lnTo>
                  <a:pt x="1457325" y="1062514"/>
                </a:lnTo>
                <a:lnTo>
                  <a:pt x="1461294" y="1056159"/>
                </a:lnTo>
                <a:lnTo>
                  <a:pt x="1464866" y="1050201"/>
                </a:lnTo>
                <a:lnTo>
                  <a:pt x="1466850" y="1044640"/>
                </a:lnTo>
                <a:lnTo>
                  <a:pt x="1468835" y="1039873"/>
                </a:lnTo>
                <a:lnTo>
                  <a:pt x="1469628" y="1035504"/>
                </a:lnTo>
                <a:lnTo>
                  <a:pt x="1470025" y="1031135"/>
                </a:lnTo>
                <a:lnTo>
                  <a:pt x="1469628" y="1027560"/>
                </a:lnTo>
                <a:lnTo>
                  <a:pt x="1469231" y="1024383"/>
                </a:lnTo>
                <a:lnTo>
                  <a:pt x="1468041" y="1021602"/>
                </a:lnTo>
                <a:lnTo>
                  <a:pt x="1467247" y="1019616"/>
                </a:lnTo>
                <a:lnTo>
                  <a:pt x="1465660" y="1016041"/>
                </a:lnTo>
                <a:lnTo>
                  <a:pt x="1464866" y="1015247"/>
                </a:lnTo>
                <a:lnTo>
                  <a:pt x="1419225" y="969966"/>
                </a:lnTo>
                <a:lnTo>
                  <a:pt x="1416844" y="967583"/>
                </a:lnTo>
                <a:lnTo>
                  <a:pt x="1414860" y="964802"/>
                </a:lnTo>
                <a:lnTo>
                  <a:pt x="1412478" y="961625"/>
                </a:lnTo>
                <a:lnTo>
                  <a:pt x="1411288" y="958447"/>
                </a:lnTo>
                <a:lnTo>
                  <a:pt x="1410097" y="955270"/>
                </a:lnTo>
                <a:lnTo>
                  <a:pt x="1409303" y="952092"/>
                </a:lnTo>
                <a:lnTo>
                  <a:pt x="1408906" y="948517"/>
                </a:lnTo>
                <a:lnTo>
                  <a:pt x="1408510" y="945339"/>
                </a:lnTo>
                <a:lnTo>
                  <a:pt x="1408906" y="941765"/>
                </a:lnTo>
                <a:lnTo>
                  <a:pt x="1409303" y="938587"/>
                </a:lnTo>
                <a:lnTo>
                  <a:pt x="1410097" y="935012"/>
                </a:lnTo>
                <a:lnTo>
                  <a:pt x="1410891" y="931835"/>
                </a:lnTo>
                <a:lnTo>
                  <a:pt x="1412478" y="928657"/>
                </a:lnTo>
                <a:lnTo>
                  <a:pt x="1414463" y="925479"/>
                </a:lnTo>
                <a:lnTo>
                  <a:pt x="1416447" y="922302"/>
                </a:lnTo>
                <a:lnTo>
                  <a:pt x="1418828" y="919919"/>
                </a:lnTo>
                <a:lnTo>
                  <a:pt x="1421606" y="917535"/>
                </a:lnTo>
                <a:lnTo>
                  <a:pt x="1424385" y="915152"/>
                </a:lnTo>
                <a:lnTo>
                  <a:pt x="1427163" y="913563"/>
                </a:lnTo>
                <a:lnTo>
                  <a:pt x="1430338" y="911975"/>
                </a:lnTo>
                <a:lnTo>
                  <a:pt x="1433513" y="910783"/>
                </a:lnTo>
                <a:lnTo>
                  <a:pt x="1437085" y="909989"/>
                </a:lnTo>
                <a:lnTo>
                  <a:pt x="1440260" y="909194"/>
                </a:lnTo>
                <a:lnTo>
                  <a:pt x="1443831" y="909194"/>
                </a:lnTo>
                <a:lnTo>
                  <a:pt x="1447006" y="909194"/>
                </a:lnTo>
                <a:lnTo>
                  <a:pt x="1450578" y="909989"/>
                </a:lnTo>
                <a:lnTo>
                  <a:pt x="1453753" y="910783"/>
                </a:lnTo>
                <a:lnTo>
                  <a:pt x="1457325" y="911975"/>
                </a:lnTo>
                <a:lnTo>
                  <a:pt x="1460103" y="913166"/>
                </a:lnTo>
                <a:lnTo>
                  <a:pt x="1463278" y="914755"/>
                </a:lnTo>
                <a:lnTo>
                  <a:pt x="1466056" y="917138"/>
                </a:lnTo>
                <a:lnTo>
                  <a:pt x="1469231" y="919521"/>
                </a:lnTo>
                <a:lnTo>
                  <a:pt x="1516460" y="966391"/>
                </a:lnTo>
                <a:lnTo>
                  <a:pt x="1520825" y="971952"/>
                </a:lnTo>
                <a:lnTo>
                  <a:pt x="1525191" y="978307"/>
                </a:lnTo>
                <a:lnTo>
                  <a:pt x="1528763" y="985060"/>
                </a:lnTo>
                <a:lnTo>
                  <a:pt x="1532731" y="993004"/>
                </a:lnTo>
                <a:lnTo>
                  <a:pt x="1535510" y="1001345"/>
                </a:lnTo>
                <a:lnTo>
                  <a:pt x="1538288" y="1010481"/>
                </a:lnTo>
                <a:lnTo>
                  <a:pt x="1539875" y="1020411"/>
                </a:lnTo>
                <a:lnTo>
                  <a:pt x="1540272" y="1025574"/>
                </a:lnTo>
                <a:lnTo>
                  <a:pt x="1540272" y="1030738"/>
                </a:lnTo>
                <a:lnTo>
                  <a:pt x="1540272" y="1035901"/>
                </a:lnTo>
                <a:lnTo>
                  <a:pt x="1539875" y="1041462"/>
                </a:lnTo>
                <a:lnTo>
                  <a:pt x="1539478" y="1047023"/>
                </a:lnTo>
                <a:lnTo>
                  <a:pt x="1538685" y="1052981"/>
                </a:lnTo>
                <a:lnTo>
                  <a:pt x="1537494" y="1058145"/>
                </a:lnTo>
                <a:lnTo>
                  <a:pt x="1535510" y="1064103"/>
                </a:lnTo>
                <a:lnTo>
                  <a:pt x="1533525" y="1070061"/>
                </a:lnTo>
                <a:lnTo>
                  <a:pt x="1531144" y="1076416"/>
                </a:lnTo>
                <a:lnTo>
                  <a:pt x="1527969" y="1082374"/>
                </a:lnTo>
                <a:lnTo>
                  <a:pt x="1525191" y="1088729"/>
                </a:lnTo>
                <a:lnTo>
                  <a:pt x="1521222" y="1094687"/>
                </a:lnTo>
                <a:lnTo>
                  <a:pt x="1517253" y="1101042"/>
                </a:lnTo>
                <a:lnTo>
                  <a:pt x="1512491" y="1107398"/>
                </a:lnTo>
                <a:lnTo>
                  <a:pt x="1507331" y="1113753"/>
                </a:lnTo>
                <a:lnTo>
                  <a:pt x="1501775" y="1120108"/>
                </a:lnTo>
                <a:lnTo>
                  <a:pt x="1495822" y="1126066"/>
                </a:lnTo>
                <a:lnTo>
                  <a:pt x="1485900" y="1135599"/>
                </a:lnTo>
                <a:lnTo>
                  <a:pt x="1479550" y="1141160"/>
                </a:lnTo>
                <a:lnTo>
                  <a:pt x="1472010" y="1147118"/>
                </a:lnTo>
                <a:lnTo>
                  <a:pt x="1463675" y="1152679"/>
                </a:lnTo>
                <a:lnTo>
                  <a:pt x="1453753" y="1158239"/>
                </a:lnTo>
                <a:lnTo>
                  <a:pt x="1448991" y="1161020"/>
                </a:lnTo>
                <a:lnTo>
                  <a:pt x="1443435" y="1163403"/>
                </a:lnTo>
                <a:lnTo>
                  <a:pt x="1437878" y="1165389"/>
                </a:lnTo>
                <a:lnTo>
                  <a:pt x="1432322" y="1166978"/>
                </a:lnTo>
                <a:lnTo>
                  <a:pt x="1432719" y="1172539"/>
                </a:lnTo>
                <a:lnTo>
                  <a:pt x="1432719" y="1178497"/>
                </a:lnTo>
                <a:lnTo>
                  <a:pt x="1432719" y="1184852"/>
                </a:lnTo>
                <a:lnTo>
                  <a:pt x="1432322" y="1190810"/>
                </a:lnTo>
                <a:lnTo>
                  <a:pt x="1431131" y="1197165"/>
                </a:lnTo>
                <a:lnTo>
                  <a:pt x="1429941" y="1203520"/>
                </a:lnTo>
                <a:lnTo>
                  <a:pt x="1427956" y="1210273"/>
                </a:lnTo>
                <a:lnTo>
                  <a:pt x="1425575" y="1217025"/>
                </a:lnTo>
                <a:lnTo>
                  <a:pt x="1422797" y="1223778"/>
                </a:lnTo>
                <a:lnTo>
                  <a:pt x="1419225" y="1230530"/>
                </a:lnTo>
                <a:lnTo>
                  <a:pt x="1415653" y="1237283"/>
                </a:lnTo>
                <a:lnTo>
                  <a:pt x="1410891" y="1244432"/>
                </a:lnTo>
                <a:lnTo>
                  <a:pt x="1405731" y="1251185"/>
                </a:lnTo>
                <a:lnTo>
                  <a:pt x="1399778" y="1258334"/>
                </a:lnTo>
                <a:lnTo>
                  <a:pt x="1393428" y="1265484"/>
                </a:lnTo>
                <a:lnTo>
                  <a:pt x="1386285" y="1272633"/>
                </a:lnTo>
                <a:lnTo>
                  <a:pt x="1379935" y="1278194"/>
                </a:lnTo>
                <a:lnTo>
                  <a:pt x="1374378" y="1283755"/>
                </a:lnTo>
                <a:lnTo>
                  <a:pt x="1368028" y="1288124"/>
                </a:lnTo>
                <a:lnTo>
                  <a:pt x="1362075" y="1292891"/>
                </a:lnTo>
                <a:lnTo>
                  <a:pt x="1356519" y="1296863"/>
                </a:lnTo>
                <a:lnTo>
                  <a:pt x="1350566" y="1300040"/>
                </a:lnTo>
                <a:lnTo>
                  <a:pt x="1345010" y="1303615"/>
                </a:lnTo>
                <a:lnTo>
                  <a:pt x="1339453" y="1305998"/>
                </a:lnTo>
                <a:lnTo>
                  <a:pt x="1334294" y="1308382"/>
                </a:lnTo>
                <a:lnTo>
                  <a:pt x="1328738" y="1310765"/>
                </a:lnTo>
                <a:lnTo>
                  <a:pt x="1323181" y="1312354"/>
                </a:lnTo>
                <a:lnTo>
                  <a:pt x="1318022" y="1313545"/>
                </a:lnTo>
                <a:lnTo>
                  <a:pt x="1312863" y="1314737"/>
                </a:lnTo>
                <a:lnTo>
                  <a:pt x="1307703" y="1315134"/>
                </a:lnTo>
                <a:lnTo>
                  <a:pt x="1302544" y="1315531"/>
                </a:lnTo>
                <a:lnTo>
                  <a:pt x="1297781" y="1315928"/>
                </a:lnTo>
                <a:lnTo>
                  <a:pt x="1293019" y="1315531"/>
                </a:lnTo>
                <a:lnTo>
                  <a:pt x="1288256" y="1315134"/>
                </a:lnTo>
                <a:lnTo>
                  <a:pt x="1279128" y="1313545"/>
                </a:lnTo>
                <a:lnTo>
                  <a:pt x="1276747" y="1322284"/>
                </a:lnTo>
                <a:lnTo>
                  <a:pt x="1273969" y="1331022"/>
                </a:lnTo>
                <a:lnTo>
                  <a:pt x="1270000" y="1339760"/>
                </a:lnTo>
                <a:lnTo>
                  <a:pt x="1265635" y="1348499"/>
                </a:lnTo>
                <a:lnTo>
                  <a:pt x="1260078" y="1358032"/>
                </a:lnTo>
                <a:lnTo>
                  <a:pt x="1253331" y="1366770"/>
                </a:lnTo>
                <a:lnTo>
                  <a:pt x="1245394" y="1375906"/>
                </a:lnTo>
                <a:lnTo>
                  <a:pt x="1236266" y="1385439"/>
                </a:lnTo>
                <a:lnTo>
                  <a:pt x="1230313" y="1391397"/>
                </a:lnTo>
                <a:lnTo>
                  <a:pt x="1224756" y="1396163"/>
                </a:lnTo>
                <a:lnTo>
                  <a:pt x="1219200" y="1401327"/>
                </a:lnTo>
                <a:lnTo>
                  <a:pt x="1213247" y="1405696"/>
                </a:lnTo>
                <a:lnTo>
                  <a:pt x="1207691" y="1409271"/>
                </a:lnTo>
                <a:lnTo>
                  <a:pt x="1202135" y="1413243"/>
                </a:lnTo>
                <a:lnTo>
                  <a:pt x="1196578" y="1416023"/>
                </a:lnTo>
                <a:lnTo>
                  <a:pt x="1191419" y="1419201"/>
                </a:lnTo>
                <a:lnTo>
                  <a:pt x="1185863" y="1421584"/>
                </a:lnTo>
                <a:lnTo>
                  <a:pt x="1180703" y="1423173"/>
                </a:lnTo>
                <a:lnTo>
                  <a:pt x="1175544" y="1425159"/>
                </a:lnTo>
                <a:lnTo>
                  <a:pt x="1170781" y="1426748"/>
                </a:lnTo>
                <a:lnTo>
                  <a:pt x="1165622" y="1427542"/>
                </a:lnTo>
                <a:lnTo>
                  <a:pt x="1160463" y="1428336"/>
                </a:lnTo>
                <a:lnTo>
                  <a:pt x="1155700" y="1428734"/>
                </a:lnTo>
                <a:lnTo>
                  <a:pt x="1150938" y="1428734"/>
                </a:lnTo>
                <a:lnTo>
                  <a:pt x="1144588" y="1428734"/>
                </a:lnTo>
                <a:lnTo>
                  <a:pt x="1137841" y="1427939"/>
                </a:lnTo>
                <a:lnTo>
                  <a:pt x="1131491" y="1426748"/>
                </a:lnTo>
                <a:lnTo>
                  <a:pt x="1125538" y="1425159"/>
                </a:lnTo>
                <a:lnTo>
                  <a:pt x="1119188" y="1422776"/>
                </a:lnTo>
                <a:lnTo>
                  <a:pt x="1113235" y="1420392"/>
                </a:lnTo>
                <a:lnTo>
                  <a:pt x="1107281" y="1417215"/>
                </a:lnTo>
                <a:lnTo>
                  <a:pt x="1101725" y="1414037"/>
                </a:lnTo>
                <a:lnTo>
                  <a:pt x="1096566" y="1410462"/>
                </a:lnTo>
                <a:lnTo>
                  <a:pt x="1090613" y="1406888"/>
                </a:lnTo>
                <a:lnTo>
                  <a:pt x="1079897" y="1398943"/>
                </a:lnTo>
                <a:lnTo>
                  <a:pt x="1069975" y="1390205"/>
                </a:lnTo>
                <a:lnTo>
                  <a:pt x="1059656" y="1381069"/>
                </a:lnTo>
                <a:lnTo>
                  <a:pt x="1056878" y="1385836"/>
                </a:lnTo>
                <a:lnTo>
                  <a:pt x="1053703" y="1390205"/>
                </a:lnTo>
                <a:lnTo>
                  <a:pt x="1050131" y="1394971"/>
                </a:lnTo>
                <a:lnTo>
                  <a:pt x="1046163" y="1399738"/>
                </a:lnTo>
                <a:lnTo>
                  <a:pt x="1042194" y="1404107"/>
                </a:lnTo>
                <a:lnTo>
                  <a:pt x="1037431" y="1408874"/>
                </a:lnTo>
                <a:lnTo>
                  <a:pt x="1032669" y="1413640"/>
                </a:lnTo>
                <a:lnTo>
                  <a:pt x="1027113" y="1417612"/>
                </a:lnTo>
                <a:lnTo>
                  <a:pt x="1016794" y="1425953"/>
                </a:lnTo>
                <a:lnTo>
                  <a:pt x="1006475" y="1432706"/>
                </a:lnTo>
                <a:lnTo>
                  <a:pt x="996553" y="1437869"/>
                </a:lnTo>
                <a:lnTo>
                  <a:pt x="986631" y="1442238"/>
                </a:lnTo>
                <a:lnTo>
                  <a:pt x="977503" y="1445813"/>
                </a:lnTo>
                <a:lnTo>
                  <a:pt x="968772" y="1447799"/>
                </a:lnTo>
                <a:lnTo>
                  <a:pt x="959644" y="1448991"/>
                </a:lnTo>
                <a:lnTo>
                  <a:pt x="950913" y="1449388"/>
                </a:lnTo>
                <a:lnTo>
                  <a:pt x="944166" y="1449388"/>
                </a:lnTo>
                <a:lnTo>
                  <a:pt x="937419" y="1448594"/>
                </a:lnTo>
                <a:lnTo>
                  <a:pt x="930672" y="1447402"/>
                </a:lnTo>
                <a:lnTo>
                  <a:pt x="923925" y="1445416"/>
                </a:lnTo>
                <a:lnTo>
                  <a:pt x="917575" y="1443033"/>
                </a:lnTo>
                <a:lnTo>
                  <a:pt x="911225" y="1440650"/>
                </a:lnTo>
                <a:lnTo>
                  <a:pt x="905272" y="1437472"/>
                </a:lnTo>
                <a:lnTo>
                  <a:pt x="898922" y="1434294"/>
                </a:lnTo>
                <a:lnTo>
                  <a:pt x="893366" y="1430720"/>
                </a:lnTo>
                <a:lnTo>
                  <a:pt x="887810" y="1427145"/>
                </a:lnTo>
                <a:lnTo>
                  <a:pt x="876300" y="1419201"/>
                </a:lnTo>
                <a:lnTo>
                  <a:pt x="865188" y="1410462"/>
                </a:lnTo>
                <a:lnTo>
                  <a:pt x="854472" y="1402121"/>
                </a:lnTo>
                <a:lnTo>
                  <a:pt x="837803" y="1388616"/>
                </a:lnTo>
                <a:lnTo>
                  <a:pt x="835422" y="1386630"/>
                </a:lnTo>
                <a:lnTo>
                  <a:pt x="681435" y="1264689"/>
                </a:lnTo>
                <a:lnTo>
                  <a:pt x="673497" y="1270647"/>
                </a:lnTo>
                <a:lnTo>
                  <a:pt x="665560" y="1275414"/>
                </a:lnTo>
                <a:lnTo>
                  <a:pt x="649685" y="1285741"/>
                </a:lnTo>
                <a:lnTo>
                  <a:pt x="633016" y="1294480"/>
                </a:lnTo>
                <a:lnTo>
                  <a:pt x="617538" y="1302026"/>
                </a:lnTo>
                <a:lnTo>
                  <a:pt x="602456" y="1308382"/>
                </a:lnTo>
                <a:lnTo>
                  <a:pt x="588963" y="1313148"/>
                </a:lnTo>
                <a:lnTo>
                  <a:pt x="576660" y="1317120"/>
                </a:lnTo>
                <a:lnTo>
                  <a:pt x="571103" y="1318312"/>
                </a:lnTo>
                <a:lnTo>
                  <a:pt x="565944" y="1319106"/>
                </a:lnTo>
                <a:lnTo>
                  <a:pt x="561975" y="1319503"/>
                </a:lnTo>
                <a:lnTo>
                  <a:pt x="557610" y="1319503"/>
                </a:lnTo>
                <a:lnTo>
                  <a:pt x="553641" y="1319106"/>
                </a:lnTo>
                <a:lnTo>
                  <a:pt x="550069" y="1318312"/>
                </a:lnTo>
                <a:lnTo>
                  <a:pt x="546497" y="1317517"/>
                </a:lnTo>
                <a:lnTo>
                  <a:pt x="543719" y="1315531"/>
                </a:lnTo>
                <a:lnTo>
                  <a:pt x="540941" y="1313942"/>
                </a:lnTo>
                <a:lnTo>
                  <a:pt x="538163" y="1312354"/>
                </a:lnTo>
                <a:lnTo>
                  <a:pt x="535781" y="1309970"/>
                </a:lnTo>
                <a:lnTo>
                  <a:pt x="533003" y="1307587"/>
                </a:lnTo>
                <a:lnTo>
                  <a:pt x="529431" y="1302026"/>
                </a:lnTo>
                <a:lnTo>
                  <a:pt x="525860" y="1296466"/>
                </a:lnTo>
                <a:lnTo>
                  <a:pt x="523478" y="1290507"/>
                </a:lnTo>
                <a:lnTo>
                  <a:pt x="521891" y="1284152"/>
                </a:lnTo>
                <a:lnTo>
                  <a:pt x="519906" y="1278194"/>
                </a:lnTo>
                <a:lnTo>
                  <a:pt x="518716" y="1272236"/>
                </a:lnTo>
                <a:lnTo>
                  <a:pt x="518319" y="1267073"/>
                </a:lnTo>
                <a:lnTo>
                  <a:pt x="517525" y="1259526"/>
                </a:lnTo>
                <a:lnTo>
                  <a:pt x="517525" y="1256745"/>
                </a:lnTo>
                <a:lnTo>
                  <a:pt x="517525" y="1255554"/>
                </a:lnTo>
                <a:lnTo>
                  <a:pt x="516731" y="1252376"/>
                </a:lnTo>
                <a:lnTo>
                  <a:pt x="515541" y="1248007"/>
                </a:lnTo>
                <a:lnTo>
                  <a:pt x="514350" y="1245624"/>
                </a:lnTo>
                <a:lnTo>
                  <a:pt x="512366" y="1243638"/>
                </a:lnTo>
                <a:lnTo>
                  <a:pt x="509985" y="1240857"/>
                </a:lnTo>
                <a:lnTo>
                  <a:pt x="507603" y="1239269"/>
                </a:lnTo>
                <a:lnTo>
                  <a:pt x="504031" y="1237283"/>
                </a:lnTo>
                <a:lnTo>
                  <a:pt x="499666" y="1236091"/>
                </a:lnTo>
                <a:lnTo>
                  <a:pt x="495300" y="1235296"/>
                </a:lnTo>
                <a:lnTo>
                  <a:pt x="489744" y="1234502"/>
                </a:lnTo>
                <a:lnTo>
                  <a:pt x="483394" y="1234502"/>
                </a:lnTo>
                <a:lnTo>
                  <a:pt x="475853" y="1235694"/>
                </a:lnTo>
                <a:lnTo>
                  <a:pt x="471884" y="1236091"/>
                </a:lnTo>
                <a:lnTo>
                  <a:pt x="467915" y="1235694"/>
                </a:lnTo>
                <a:lnTo>
                  <a:pt x="463947" y="1234105"/>
                </a:lnTo>
                <a:lnTo>
                  <a:pt x="459978" y="1232119"/>
                </a:lnTo>
                <a:lnTo>
                  <a:pt x="455612" y="1229736"/>
                </a:lnTo>
                <a:lnTo>
                  <a:pt x="451247" y="1226558"/>
                </a:lnTo>
                <a:lnTo>
                  <a:pt x="447278" y="1222983"/>
                </a:lnTo>
                <a:lnTo>
                  <a:pt x="442912" y="1219011"/>
                </a:lnTo>
                <a:lnTo>
                  <a:pt x="439340" y="1214245"/>
                </a:lnTo>
                <a:lnTo>
                  <a:pt x="434975" y="1209876"/>
                </a:lnTo>
                <a:lnTo>
                  <a:pt x="427037" y="1199151"/>
                </a:lnTo>
                <a:lnTo>
                  <a:pt x="419100" y="1187235"/>
                </a:lnTo>
                <a:lnTo>
                  <a:pt x="411559" y="1175716"/>
                </a:lnTo>
                <a:lnTo>
                  <a:pt x="404415" y="1163800"/>
                </a:lnTo>
                <a:lnTo>
                  <a:pt x="398065" y="1151884"/>
                </a:lnTo>
                <a:lnTo>
                  <a:pt x="388144" y="1130833"/>
                </a:lnTo>
                <a:lnTo>
                  <a:pt x="381000" y="1116136"/>
                </a:lnTo>
                <a:lnTo>
                  <a:pt x="379015" y="1110575"/>
                </a:lnTo>
                <a:lnTo>
                  <a:pt x="379015" y="1108589"/>
                </a:lnTo>
                <a:lnTo>
                  <a:pt x="379015" y="1102631"/>
                </a:lnTo>
                <a:lnTo>
                  <a:pt x="379015" y="1099056"/>
                </a:lnTo>
                <a:lnTo>
                  <a:pt x="378619" y="1094687"/>
                </a:lnTo>
                <a:lnTo>
                  <a:pt x="377428" y="1089921"/>
                </a:lnTo>
                <a:lnTo>
                  <a:pt x="375840" y="1085154"/>
                </a:lnTo>
                <a:lnTo>
                  <a:pt x="374253" y="1080388"/>
                </a:lnTo>
                <a:lnTo>
                  <a:pt x="371872" y="1075622"/>
                </a:lnTo>
                <a:lnTo>
                  <a:pt x="368300" y="1070855"/>
                </a:lnTo>
                <a:lnTo>
                  <a:pt x="363934" y="1066883"/>
                </a:lnTo>
                <a:lnTo>
                  <a:pt x="361553" y="1064500"/>
                </a:lnTo>
                <a:lnTo>
                  <a:pt x="359172" y="1062514"/>
                </a:lnTo>
                <a:lnTo>
                  <a:pt x="355997" y="1060925"/>
                </a:lnTo>
                <a:lnTo>
                  <a:pt x="352822" y="1059336"/>
                </a:lnTo>
                <a:lnTo>
                  <a:pt x="349250" y="1057747"/>
                </a:lnTo>
                <a:lnTo>
                  <a:pt x="345678" y="1056556"/>
                </a:lnTo>
                <a:lnTo>
                  <a:pt x="341312" y="1055761"/>
                </a:lnTo>
                <a:lnTo>
                  <a:pt x="336947" y="1054967"/>
                </a:lnTo>
                <a:lnTo>
                  <a:pt x="332581" y="1054173"/>
                </a:lnTo>
                <a:lnTo>
                  <a:pt x="328215" y="1052981"/>
                </a:lnTo>
                <a:lnTo>
                  <a:pt x="323453" y="1050598"/>
                </a:lnTo>
                <a:lnTo>
                  <a:pt x="319484" y="1048612"/>
                </a:lnTo>
                <a:lnTo>
                  <a:pt x="315119" y="1046229"/>
                </a:lnTo>
                <a:lnTo>
                  <a:pt x="311150" y="1043051"/>
                </a:lnTo>
                <a:lnTo>
                  <a:pt x="307181" y="1039476"/>
                </a:lnTo>
                <a:lnTo>
                  <a:pt x="303212" y="1035504"/>
                </a:lnTo>
                <a:lnTo>
                  <a:pt x="299640" y="1031532"/>
                </a:lnTo>
                <a:lnTo>
                  <a:pt x="295672" y="1027163"/>
                </a:lnTo>
                <a:lnTo>
                  <a:pt x="288528" y="1017233"/>
                </a:lnTo>
                <a:lnTo>
                  <a:pt x="281781" y="1006906"/>
                </a:lnTo>
                <a:lnTo>
                  <a:pt x="275431" y="994990"/>
                </a:lnTo>
                <a:lnTo>
                  <a:pt x="269081" y="982676"/>
                </a:lnTo>
                <a:lnTo>
                  <a:pt x="263922" y="969569"/>
                </a:lnTo>
                <a:lnTo>
                  <a:pt x="258762" y="956064"/>
                </a:lnTo>
                <a:lnTo>
                  <a:pt x="254000" y="942559"/>
                </a:lnTo>
                <a:lnTo>
                  <a:pt x="250031" y="928657"/>
                </a:lnTo>
                <a:lnTo>
                  <a:pt x="246062" y="914755"/>
                </a:lnTo>
                <a:lnTo>
                  <a:pt x="242887" y="901250"/>
                </a:lnTo>
                <a:lnTo>
                  <a:pt x="239712" y="888142"/>
                </a:lnTo>
                <a:lnTo>
                  <a:pt x="239315" y="884568"/>
                </a:lnTo>
                <a:lnTo>
                  <a:pt x="238919" y="880993"/>
                </a:lnTo>
                <a:lnTo>
                  <a:pt x="239315" y="877418"/>
                </a:lnTo>
                <a:lnTo>
                  <a:pt x="239712" y="873843"/>
                </a:lnTo>
                <a:lnTo>
                  <a:pt x="240109" y="870268"/>
                </a:lnTo>
                <a:lnTo>
                  <a:pt x="240903" y="866296"/>
                </a:lnTo>
                <a:lnTo>
                  <a:pt x="244078" y="859147"/>
                </a:lnTo>
                <a:lnTo>
                  <a:pt x="247253" y="851600"/>
                </a:lnTo>
                <a:lnTo>
                  <a:pt x="252015" y="844053"/>
                </a:lnTo>
                <a:lnTo>
                  <a:pt x="257572" y="836506"/>
                </a:lnTo>
                <a:lnTo>
                  <a:pt x="263525" y="828959"/>
                </a:lnTo>
                <a:lnTo>
                  <a:pt x="270272" y="821015"/>
                </a:lnTo>
                <a:lnTo>
                  <a:pt x="277415" y="813469"/>
                </a:lnTo>
                <a:lnTo>
                  <a:pt x="284956" y="806319"/>
                </a:lnTo>
                <a:lnTo>
                  <a:pt x="292894" y="799169"/>
                </a:lnTo>
                <a:lnTo>
                  <a:pt x="301228" y="792020"/>
                </a:lnTo>
                <a:lnTo>
                  <a:pt x="309562" y="784870"/>
                </a:lnTo>
                <a:lnTo>
                  <a:pt x="327422" y="771762"/>
                </a:lnTo>
                <a:lnTo>
                  <a:pt x="271065" y="641480"/>
                </a:lnTo>
                <a:lnTo>
                  <a:pt x="259953" y="660546"/>
                </a:lnTo>
                <a:lnTo>
                  <a:pt x="252015" y="674448"/>
                </a:lnTo>
                <a:lnTo>
                  <a:pt x="245665" y="687159"/>
                </a:lnTo>
                <a:lnTo>
                  <a:pt x="243681" y="690733"/>
                </a:lnTo>
                <a:lnTo>
                  <a:pt x="240903" y="694308"/>
                </a:lnTo>
                <a:lnTo>
                  <a:pt x="238125" y="697486"/>
                </a:lnTo>
                <a:lnTo>
                  <a:pt x="234950" y="700266"/>
                </a:lnTo>
                <a:lnTo>
                  <a:pt x="231378" y="702649"/>
                </a:lnTo>
                <a:lnTo>
                  <a:pt x="227409" y="704635"/>
                </a:lnTo>
                <a:lnTo>
                  <a:pt x="223837" y="705827"/>
                </a:lnTo>
                <a:lnTo>
                  <a:pt x="219472" y="707019"/>
                </a:lnTo>
                <a:lnTo>
                  <a:pt x="213519" y="707416"/>
                </a:lnTo>
                <a:lnTo>
                  <a:pt x="209947" y="707416"/>
                </a:lnTo>
                <a:lnTo>
                  <a:pt x="206375" y="707019"/>
                </a:lnTo>
                <a:lnTo>
                  <a:pt x="203200" y="705827"/>
                </a:lnTo>
                <a:lnTo>
                  <a:pt x="199628" y="704635"/>
                </a:lnTo>
                <a:lnTo>
                  <a:pt x="196850" y="703047"/>
                </a:lnTo>
                <a:lnTo>
                  <a:pt x="193675" y="701458"/>
                </a:lnTo>
                <a:lnTo>
                  <a:pt x="190897" y="699075"/>
                </a:lnTo>
                <a:lnTo>
                  <a:pt x="188119" y="696691"/>
                </a:lnTo>
                <a:lnTo>
                  <a:pt x="9922" y="515568"/>
                </a:lnTo>
                <a:lnTo>
                  <a:pt x="7937" y="513184"/>
                </a:lnTo>
                <a:lnTo>
                  <a:pt x="5953" y="510801"/>
                </a:lnTo>
                <a:lnTo>
                  <a:pt x="3969" y="508021"/>
                </a:lnTo>
                <a:lnTo>
                  <a:pt x="2778" y="505240"/>
                </a:lnTo>
                <a:lnTo>
                  <a:pt x="1587" y="502063"/>
                </a:lnTo>
                <a:lnTo>
                  <a:pt x="794" y="499282"/>
                </a:lnTo>
                <a:lnTo>
                  <a:pt x="397" y="496105"/>
                </a:lnTo>
                <a:lnTo>
                  <a:pt x="0" y="493324"/>
                </a:lnTo>
                <a:lnTo>
                  <a:pt x="0" y="490147"/>
                </a:lnTo>
                <a:lnTo>
                  <a:pt x="0" y="486969"/>
                </a:lnTo>
                <a:lnTo>
                  <a:pt x="397" y="484189"/>
                </a:lnTo>
                <a:lnTo>
                  <a:pt x="1190" y="481011"/>
                </a:lnTo>
                <a:lnTo>
                  <a:pt x="1984" y="477833"/>
                </a:lnTo>
                <a:lnTo>
                  <a:pt x="3175" y="475053"/>
                </a:lnTo>
                <a:lnTo>
                  <a:pt x="4762" y="472273"/>
                </a:lnTo>
                <a:lnTo>
                  <a:pt x="7144" y="469889"/>
                </a:lnTo>
                <a:lnTo>
                  <a:pt x="12700" y="461548"/>
                </a:lnTo>
                <a:lnTo>
                  <a:pt x="26987" y="444071"/>
                </a:lnTo>
                <a:lnTo>
                  <a:pt x="48419" y="417062"/>
                </a:lnTo>
                <a:lnTo>
                  <a:pt x="76597" y="382902"/>
                </a:lnTo>
                <a:lnTo>
                  <a:pt x="92869" y="363439"/>
                </a:lnTo>
                <a:lnTo>
                  <a:pt x="111125" y="342785"/>
                </a:lnTo>
                <a:lnTo>
                  <a:pt x="130572" y="320939"/>
                </a:lnTo>
                <a:lnTo>
                  <a:pt x="151209" y="297901"/>
                </a:lnTo>
                <a:lnTo>
                  <a:pt x="173037" y="274069"/>
                </a:lnTo>
                <a:lnTo>
                  <a:pt x="196453" y="249840"/>
                </a:lnTo>
                <a:lnTo>
                  <a:pt x="220265" y="224816"/>
                </a:lnTo>
                <a:lnTo>
                  <a:pt x="245269" y="200190"/>
                </a:lnTo>
                <a:lnTo>
                  <a:pt x="258365" y="187479"/>
                </a:lnTo>
                <a:lnTo>
                  <a:pt x="271462" y="175166"/>
                </a:lnTo>
                <a:lnTo>
                  <a:pt x="284162" y="163647"/>
                </a:lnTo>
                <a:lnTo>
                  <a:pt x="297259" y="152525"/>
                </a:lnTo>
                <a:lnTo>
                  <a:pt x="321865" y="131474"/>
                </a:lnTo>
                <a:lnTo>
                  <a:pt x="346472" y="112011"/>
                </a:lnTo>
                <a:lnTo>
                  <a:pt x="369887" y="94137"/>
                </a:lnTo>
                <a:lnTo>
                  <a:pt x="392906" y="78646"/>
                </a:lnTo>
                <a:lnTo>
                  <a:pt x="413940" y="64347"/>
                </a:lnTo>
                <a:lnTo>
                  <a:pt x="434181" y="51239"/>
                </a:lnTo>
                <a:lnTo>
                  <a:pt x="452040" y="40117"/>
                </a:lnTo>
                <a:lnTo>
                  <a:pt x="469106" y="30584"/>
                </a:lnTo>
                <a:lnTo>
                  <a:pt x="483791" y="22640"/>
                </a:lnTo>
                <a:lnTo>
                  <a:pt x="496491" y="15888"/>
                </a:lnTo>
                <a:lnTo>
                  <a:pt x="514747" y="6752"/>
                </a:lnTo>
                <a:lnTo>
                  <a:pt x="522685" y="3178"/>
                </a:lnTo>
                <a:lnTo>
                  <a:pt x="527447" y="1192"/>
                </a:lnTo>
                <a:lnTo>
                  <a:pt x="532606" y="397"/>
                </a:lnTo>
                <a:lnTo>
                  <a:pt x="5377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6" name="矩形 30"/>
          <p:cNvSpPr>
            <a:spLocks noChangeArrowheads="1"/>
          </p:cNvSpPr>
          <p:nvPr/>
        </p:nvSpPr>
        <p:spPr bwMode="auto">
          <a:xfrm>
            <a:off x="1858307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幼儿习惯养成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31"/>
          <p:cNvSpPr>
            <a:spLocks noChangeArrowheads="1"/>
          </p:cNvSpPr>
          <p:nvPr/>
        </p:nvSpPr>
        <p:spPr bwMode="auto">
          <a:xfrm>
            <a:off x="5277543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园所培养实践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矩形 32"/>
          <p:cNvSpPr>
            <a:spLocks noChangeArrowheads="1"/>
          </p:cNvSpPr>
          <p:nvPr/>
        </p:nvSpPr>
        <p:spPr bwMode="auto">
          <a:xfrm>
            <a:off x="8842263" y="4344338"/>
            <a:ext cx="113284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家园协同</a:t>
            </a:r>
            <a:endParaRPr lang="zh-CN" altLang="en-US" sz="1905" b="1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文本框 3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1204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年某市学前调研：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小班幼儿餐前能主动整理物品，多数需提醒或代劳。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3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49965" y="4871403"/>
            <a:ext cx="2516314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某省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2023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年幼儿园调研：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小班无系统餐前整理步骤，效果不稳。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文本框 3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37042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年学前家园共育调研：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32%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小班家长与幼儿园同步培养餐前整理习惯，家庭多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包办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04380" y="1668145"/>
            <a:ext cx="405511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家园餐前整理习惯培养衔接不足，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32%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小班家长与幼儿园同步，家庭端过度包办。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04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研究方法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RESEARCH METHOD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4875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7674" y="1867322"/>
            <a:ext cx="10896652" cy="3265596"/>
            <a:chOff x="649498" y="1922364"/>
            <a:chExt cx="10896652" cy="3265596"/>
          </a:xfrm>
        </p:grpSpPr>
        <p:grpSp>
          <p:nvGrpSpPr>
            <p:cNvPr id="4" name="组合 3"/>
            <p:cNvGrpSpPr/>
            <p:nvPr/>
          </p:nvGrpSpPr>
          <p:grpSpPr>
            <a:xfrm>
              <a:off x="649498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59" name="任意多边形: 形状 58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64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6" name="任意多边形: 形状 65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7" name="任意多边形: 形状 66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65" name="任意多边形: 形状 6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7" name="文本框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1</a:t>
                </a:r>
                <a:endParaRPr lang="en-US" altLang="zh-CN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58" name="文本框 2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构建基于</a:t>
                </a:r>
                <a:r>
                  <a:rPr lang="en-US" altLang="zh-CN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 LSTM </a:t>
                </a: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的动态校准模型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3419319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47" name="任意多边形: 形状 4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52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54" name="任意多边形: 形状 53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5" name="任意多边形: 形状 54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53" name="任意多边形: 形状 5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5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2</a:t>
                </a:r>
                <a:endParaRPr lang="en-US" altLang="zh-CN" b="1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6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设计多特征融合的干扰检测机制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18914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35" name="任意多边形: 形状 3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" name="任意多边形: 形状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40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2" name="任意多边形: 形状 41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43" name="任意多边形: 形状 42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41" name="任意多边形: 形状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3</a:t>
                </a:r>
                <a:endParaRPr lang="en-US" altLang="zh-CN" b="1" dirty="0">
                  <a:solidFill>
                    <a:schemeClr val="accent3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优化轻量化在线校准算法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95896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23" name="任意多边形: 形状 2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" name="任意多边形: 形状 2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8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任意多边形: 形状 29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31" name="任意多边形: 形状 30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" name="任意多边形: 形状 2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1" name="文本框 2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4</a:t>
                </a:r>
                <a:endParaRPr lang="en-US" altLang="zh-CN" b="1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2" name="文本框 2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建立多传感器协同校准框架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1831317" y="4688629"/>
              <a:ext cx="298072" cy="267872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42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43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4625165" y="4683356"/>
              <a:ext cx="248847" cy="294913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44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" name="图形 3"/>
            <p:cNvGrpSpPr/>
            <p:nvPr/>
          </p:nvGrpSpPr>
          <p:grpSpPr>
            <a:xfrm>
              <a:off x="7391850" y="4704686"/>
              <a:ext cx="249707" cy="230860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46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47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10143765" y="4687033"/>
              <a:ext cx="292898" cy="269457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48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49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50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5487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-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266065" y="1944370"/>
            <a:ext cx="11671935" cy="3885565"/>
            <a:chOff x="1" y="3062"/>
            <a:chExt cx="19199" cy="6119"/>
          </a:xfrm>
        </p:grpSpPr>
        <p:grpSp>
          <p:nvGrpSpPr>
            <p:cNvPr id="18" name="Group 32"/>
            <p:cNvGrpSpPr/>
            <p:nvPr/>
          </p:nvGrpSpPr>
          <p:grpSpPr>
            <a:xfrm>
              <a:off x="1" y="3062"/>
              <a:ext cx="19199" cy="6119"/>
              <a:chOff x="359" y="1659836"/>
              <a:chExt cx="9143641" cy="2914250"/>
            </a:xfrm>
          </p:grpSpPr>
          <p:sp>
            <p:nvSpPr>
              <p:cNvPr id="19" name="Freeform: Shape 33"/>
              <p:cNvSpPr/>
              <p:nvPr>
                <p:custDataLst>
                  <p:tags r:id="rId2"/>
                </p:custDataLst>
              </p:nvPr>
            </p:nvSpPr>
            <p:spPr bwMode="auto">
              <a:xfrm flipH="1" flipV="1">
                <a:off x="5649774" y="3497190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1" name="Straight Connector 34"/>
              <p:cNvSpPr/>
              <p:nvPr>
                <p:custDataLst>
                  <p:tags r:id="rId3"/>
                </p:custDataLst>
              </p:nvPr>
            </p:nvSpPr>
            <p:spPr bwMode="auto">
              <a:xfrm flipH="1" flipV="1">
                <a:off x="5649774" y="2736730"/>
                <a:ext cx="0" cy="784815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2" name="Straight Connector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05138" y="2716769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3" name="Freeform: Shape 36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494410" y="1659836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4" name="Freeform: Shape 37"/>
              <p:cNvSpPr/>
              <p:nvPr>
                <p:custDataLst>
                  <p:tags r:id="rId6"/>
                </p:custDataLst>
              </p:nvPr>
            </p:nvSpPr>
            <p:spPr bwMode="auto">
              <a:xfrm flipH="1" flipV="1">
                <a:off x="1339046" y="3497191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5" name="Straight Connector 3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494410" y="2716772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6" name="Freeform: Shape 39"/>
              <p:cNvSpPr/>
              <p:nvPr/>
            </p:nvSpPr>
            <p:spPr>
              <a:xfrm>
                <a:off x="7805313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7" name="Freeform: Shape 40"/>
              <p:cNvSpPr/>
              <p:nvPr/>
            </p:nvSpPr>
            <p:spPr>
              <a:xfrm flipH="1">
                <a:off x="359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28" name="Straight Connector 41"/>
            <p:cNvSpPr/>
            <p:nvPr>
              <p:custDataLst>
                <p:tags r:id="rId8"/>
              </p:custDataLst>
            </p:nvPr>
          </p:nvSpPr>
          <p:spPr bwMode="auto">
            <a:xfrm flipH="1" flipV="1">
              <a:off x="2812" y="5323"/>
              <a:ext cx="0" cy="1648"/>
            </a:xfrm>
            <a:prstGeom prst="line">
              <a:avLst/>
            </a:prstGeom>
            <a:noFill/>
            <a:ln w="19050" cap="rnd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Oval 59"/>
            <p:cNvSpPr/>
            <p:nvPr>
              <p:custDataLst>
                <p:tags r:id="rId9"/>
              </p:custDataLst>
            </p:nvPr>
          </p:nvSpPr>
          <p:spPr>
            <a:xfrm>
              <a:off x="3374" y="5259"/>
              <a:ext cx="3402" cy="34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" name="Oval 60"/>
            <p:cNvSpPr/>
            <p:nvPr>
              <p:custDataLst>
                <p:tags r:id="rId10"/>
              </p:custDataLst>
            </p:nvPr>
          </p:nvSpPr>
          <p:spPr>
            <a:xfrm>
              <a:off x="12435" y="5259"/>
              <a:ext cx="3402" cy="34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Oval 61"/>
            <p:cNvSpPr/>
            <p:nvPr>
              <p:custDataLst>
                <p:tags r:id="rId11"/>
              </p:custDataLst>
            </p:nvPr>
          </p:nvSpPr>
          <p:spPr>
            <a:xfrm>
              <a:off x="7953" y="3532"/>
              <a:ext cx="3402" cy="34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: Shape 64"/>
            <p:cNvSpPr/>
            <p:nvPr>
              <p:custDataLst>
                <p:tags r:id="rId12"/>
              </p:custDataLst>
            </p:nvPr>
          </p:nvSpPr>
          <p:spPr bwMode="auto">
            <a:xfrm>
              <a:off x="13510" y="6344"/>
              <a:ext cx="1232" cy="1232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: Shape 65"/>
            <p:cNvSpPr/>
            <p:nvPr>
              <p:custDataLst>
                <p:tags r:id="rId13"/>
              </p:custDataLst>
            </p:nvPr>
          </p:nvSpPr>
          <p:spPr bwMode="auto">
            <a:xfrm>
              <a:off x="4467" y="6258"/>
              <a:ext cx="1232" cy="1232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9" name="Freeform: Shape 66"/>
            <p:cNvSpPr/>
            <p:nvPr>
              <p:custDataLst>
                <p:tags r:id="rId14"/>
              </p:custDataLst>
            </p:nvPr>
          </p:nvSpPr>
          <p:spPr bwMode="auto">
            <a:xfrm>
              <a:off x="9030" y="4617"/>
              <a:ext cx="1232" cy="1232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15"/>
              </p:custDataLst>
            </p:nvPr>
          </p:nvSpPr>
          <p:spPr>
            <a:xfrm>
              <a:off x="3653" y="3193"/>
              <a:ext cx="3158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行动研究法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6"/>
              </p:custDataLst>
            </p:nvPr>
          </p:nvSpPr>
          <p:spPr>
            <a:xfrm>
              <a:off x="12627" y="3193"/>
              <a:ext cx="37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问卷调查与访谈法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7"/>
              </p:custDataLst>
            </p:nvPr>
          </p:nvSpPr>
          <p:spPr>
            <a:xfrm>
              <a:off x="8212" y="7327"/>
              <a:ext cx="2884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案例研究法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8"/>
              </p:custDataLst>
            </p:nvPr>
          </p:nvSpPr>
          <p:spPr>
            <a:xfrm>
              <a:off x="3693" y="3880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基于教学实践的模式迭代与验证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9"/>
              </p:custDataLst>
            </p:nvPr>
          </p:nvSpPr>
          <p:spPr>
            <a:xfrm>
              <a:off x="8116" y="8014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聚焦典型校</a:t>
              </a:r>
              <a:r>
                <a:rPr lang="en-US" altLang="zh-CN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/ </a:t>
              </a: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教师的教研融合实践剖析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0"/>
              </p:custDataLst>
            </p:nvPr>
          </p:nvSpPr>
          <p:spPr>
            <a:xfrm>
              <a:off x="12917" y="3880"/>
              <a:ext cx="3076" cy="13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小学低段英语教师教研需求与模式效果反馈收集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7628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699260" y="1312545"/>
            <a:ext cx="8806180" cy="5354955"/>
            <a:chOff x="1385887" y="1104900"/>
            <a:chExt cx="9460229" cy="5753100"/>
          </a:xfrm>
        </p:grpSpPr>
        <p:sp>
          <p:nvSpPr>
            <p:cNvPr id="4" name="任意多边形: 形状 2"/>
            <p:cNvSpPr/>
            <p:nvPr>
              <p:custDataLst>
                <p:tags r:id="rId2"/>
              </p:custDataLst>
            </p:nvPr>
          </p:nvSpPr>
          <p:spPr>
            <a:xfrm>
              <a:off x="2254566" y="3546157"/>
              <a:ext cx="7723822" cy="2820352"/>
            </a:xfrm>
            <a:custGeom>
              <a:avLst/>
              <a:gdLst>
                <a:gd name="connsiteX0" fmla="*/ 2985135 w 7723822"/>
                <a:gd name="connsiteY0" fmla="*/ 1584960 h 2820352"/>
                <a:gd name="connsiteX1" fmla="*/ 2970848 w 7723822"/>
                <a:gd name="connsiteY1" fmla="*/ 1599248 h 2820352"/>
                <a:gd name="connsiteX2" fmla="*/ 1994535 w 7723822"/>
                <a:gd name="connsiteY2" fmla="*/ 1599248 h 2820352"/>
                <a:gd name="connsiteX3" fmla="*/ 1924050 w 7723822"/>
                <a:gd name="connsiteY3" fmla="*/ 1528763 h 2820352"/>
                <a:gd name="connsiteX4" fmla="*/ 1924050 w 7723822"/>
                <a:gd name="connsiteY4" fmla="*/ 432435 h 2820352"/>
                <a:gd name="connsiteX5" fmla="*/ 1938338 w 7723822"/>
                <a:gd name="connsiteY5" fmla="*/ 418148 h 2820352"/>
                <a:gd name="connsiteX6" fmla="*/ 1952625 w 7723822"/>
                <a:gd name="connsiteY6" fmla="*/ 432435 h 2820352"/>
                <a:gd name="connsiteX7" fmla="*/ 1952625 w 7723822"/>
                <a:gd name="connsiteY7" fmla="*/ 1528763 h 2820352"/>
                <a:gd name="connsiteX8" fmla="*/ 1994535 w 7723822"/>
                <a:gd name="connsiteY8" fmla="*/ 1570673 h 2820352"/>
                <a:gd name="connsiteX9" fmla="*/ 2970848 w 7723822"/>
                <a:gd name="connsiteY9" fmla="*/ 1570673 h 2820352"/>
                <a:gd name="connsiteX10" fmla="*/ 2985135 w 7723822"/>
                <a:gd name="connsiteY10" fmla="*/ 1584960 h 2820352"/>
                <a:gd name="connsiteX11" fmla="*/ 2222183 w 7723822"/>
                <a:gd name="connsiteY11" fmla="*/ 2790825 h 2820352"/>
                <a:gd name="connsiteX12" fmla="*/ 70485 w 7723822"/>
                <a:gd name="connsiteY12" fmla="*/ 2790825 h 2820352"/>
                <a:gd name="connsiteX13" fmla="*/ 28575 w 7723822"/>
                <a:gd name="connsiteY13" fmla="*/ 2748915 h 2820352"/>
                <a:gd name="connsiteX14" fmla="*/ 28575 w 7723822"/>
                <a:gd name="connsiteY14" fmla="*/ 1402080 h 2820352"/>
                <a:gd name="connsiteX15" fmla="*/ 14288 w 7723822"/>
                <a:gd name="connsiteY15" fmla="*/ 1387793 h 2820352"/>
                <a:gd name="connsiteX16" fmla="*/ 0 w 7723822"/>
                <a:gd name="connsiteY16" fmla="*/ 1402080 h 2820352"/>
                <a:gd name="connsiteX17" fmla="*/ 0 w 7723822"/>
                <a:gd name="connsiteY17" fmla="*/ 2749868 h 2820352"/>
                <a:gd name="connsiteX18" fmla="*/ 70485 w 7723822"/>
                <a:gd name="connsiteY18" fmla="*/ 2820353 h 2820352"/>
                <a:gd name="connsiteX19" fmla="*/ 2222183 w 7723822"/>
                <a:gd name="connsiteY19" fmla="*/ 2820353 h 2820352"/>
                <a:gd name="connsiteX20" fmla="*/ 2236470 w 7723822"/>
                <a:gd name="connsiteY20" fmla="*/ 2806065 h 2820352"/>
                <a:gd name="connsiteX21" fmla="*/ 2222183 w 7723822"/>
                <a:gd name="connsiteY21" fmla="*/ 2790825 h 2820352"/>
                <a:gd name="connsiteX22" fmla="*/ 3847148 w 7723822"/>
                <a:gd name="connsiteY22" fmla="*/ 1482090 h 2820352"/>
                <a:gd name="connsiteX23" fmla="*/ 3875723 w 7723822"/>
                <a:gd name="connsiteY23" fmla="*/ 1482090 h 2820352"/>
                <a:gd name="connsiteX24" fmla="*/ 3875723 w 7723822"/>
                <a:gd name="connsiteY24" fmla="*/ 0 h 2820352"/>
                <a:gd name="connsiteX25" fmla="*/ 3847148 w 7723822"/>
                <a:gd name="connsiteY25" fmla="*/ 0 h 2820352"/>
                <a:gd name="connsiteX26" fmla="*/ 3847148 w 7723822"/>
                <a:gd name="connsiteY26" fmla="*/ 1482090 h 2820352"/>
                <a:gd name="connsiteX27" fmla="*/ 5799773 w 7723822"/>
                <a:gd name="connsiteY27" fmla="*/ 1528763 h 2820352"/>
                <a:gd name="connsiteX28" fmla="*/ 5799773 w 7723822"/>
                <a:gd name="connsiteY28" fmla="*/ 432435 h 2820352"/>
                <a:gd name="connsiteX29" fmla="*/ 5785485 w 7723822"/>
                <a:gd name="connsiteY29" fmla="*/ 418148 h 2820352"/>
                <a:gd name="connsiteX30" fmla="*/ 5771198 w 7723822"/>
                <a:gd name="connsiteY30" fmla="*/ 432435 h 2820352"/>
                <a:gd name="connsiteX31" fmla="*/ 5771198 w 7723822"/>
                <a:gd name="connsiteY31" fmla="*/ 1528763 h 2820352"/>
                <a:gd name="connsiteX32" fmla="*/ 5729288 w 7723822"/>
                <a:gd name="connsiteY32" fmla="*/ 1570673 h 2820352"/>
                <a:gd name="connsiteX33" fmla="*/ 4752975 w 7723822"/>
                <a:gd name="connsiteY33" fmla="*/ 1570673 h 2820352"/>
                <a:gd name="connsiteX34" fmla="*/ 4738688 w 7723822"/>
                <a:gd name="connsiteY34" fmla="*/ 1584960 h 2820352"/>
                <a:gd name="connsiteX35" fmla="*/ 4752975 w 7723822"/>
                <a:gd name="connsiteY35" fmla="*/ 1599248 h 2820352"/>
                <a:gd name="connsiteX36" fmla="*/ 5729288 w 7723822"/>
                <a:gd name="connsiteY36" fmla="*/ 1599248 h 2820352"/>
                <a:gd name="connsiteX37" fmla="*/ 5799773 w 7723822"/>
                <a:gd name="connsiteY37" fmla="*/ 1528763 h 2820352"/>
                <a:gd name="connsiteX38" fmla="*/ 7708583 w 7723822"/>
                <a:gd name="connsiteY38" fmla="*/ 1387793 h 2820352"/>
                <a:gd name="connsiteX39" fmla="*/ 7694295 w 7723822"/>
                <a:gd name="connsiteY39" fmla="*/ 1402080 h 2820352"/>
                <a:gd name="connsiteX40" fmla="*/ 7694295 w 7723822"/>
                <a:gd name="connsiteY40" fmla="*/ 2749868 h 2820352"/>
                <a:gd name="connsiteX41" fmla="*/ 7652385 w 7723822"/>
                <a:gd name="connsiteY41" fmla="*/ 2791778 h 2820352"/>
                <a:gd name="connsiteX42" fmla="*/ 5501640 w 7723822"/>
                <a:gd name="connsiteY42" fmla="*/ 2791778 h 2820352"/>
                <a:gd name="connsiteX43" fmla="*/ 5487353 w 7723822"/>
                <a:gd name="connsiteY43" fmla="*/ 2806065 h 2820352"/>
                <a:gd name="connsiteX44" fmla="*/ 5501640 w 7723822"/>
                <a:gd name="connsiteY44" fmla="*/ 2820353 h 2820352"/>
                <a:gd name="connsiteX45" fmla="*/ 7653338 w 7723822"/>
                <a:gd name="connsiteY45" fmla="*/ 2820353 h 2820352"/>
                <a:gd name="connsiteX46" fmla="*/ 7723823 w 7723822"/>
                <a:gd name="connsiteY46" fmla="*/ 2749868 h 2820352"/>
                <a:gd name="connsiteX47" fmla="*/ 7723823 w 7723822"/>
                <a:gd name="connsiteY47" fmla="*/ 1402080 h 2820352"/>
                <a:gd name="connsiteX48" fmla="*/ 7708583 w 7723822"/>
                <a:gd name="connsiteY48" fmla="*/ 1387793 h 2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723822" h="2820352">
                  <a:moveTo>
                    <a:pt x="2985135" y="1584960"/>
                  </a:moveTo>
                  <a:cubicBezTo>
                    <a:pt x="2985135" y="1592580"/>
                    <a:pt x="2978468" y="1599248"/>
                    <a:pt x="2970848" y="1599248"/>
                  </a:cubicBezTo>
                  <a:lnTo>
                    <a:pt x="1994535" y="1599248"/>
                  </a:lnTo>
                  <a:cubicBezTo>
                    <a:pt x="1955483" y="1599248"/>
                    <a:pt x="1924050" y="1567815"/>
                    <a:pt x="1924050" y="1528763"/>
                  </a:cubicBezTo>
                  <a:lnTo>
                    <a:pt x="1924050" y="432435"/>
                  </a:lnTo>
                  <a:cubicBezTo>
                    <a:pt x="1924050" y="424815"/>
                    <a:pt x="1930718" y="418148"/>
                    <a:pt x="1938338" y="418148"/>
                  </a:cubicBezTo>
                  <a:cubicBezTo>
                    <a:pt x="1945958" y="418148"/>
                    <a:pt x="1952625" y="424815"/>
                    <a:pt x="1952625" y="432435"/>
                  </a:cubicBezTo>
                  <a:lnTo>
                    <a:pt x="1952625" y="1528763"/>
                  </a:lnTo>
                  <a:cubicBezTo>
                    <a:pt x="1952625" y="1551623"/>
                    <a:pt x="1971675" y="1570673"/>
                    <a:pt x="1994535" y="1570673"/>
                  </a:cubicBezTo>
                  <a:lnTo>
                    <a:pt x="2970848" y="1570673"/>
                  </a:lnTo>
                  <a:cubicBezTo>
                    <a:pt x="2978468" y="1570673"/>
                    <a:pt x="2985135" y="1577340"/>
                    <a:pt x="2985135" y="1584960"/>
                  </a:cubicBezTo>
                  <a:close/>
                  <a:moveTo>
                    <a:pt x="2222183" y="2790825"/>
                  </a:moveTo>
                  <a:lnTo>
                    <a:pt x="70485" y="2790825"/>
                  </a:lnTo>
                  <a:cubicBezTo>
                    <a:pt x="47625" y="2790825"/>
                    <a:pt x="28575" y="2771775"/>
                    <a:pt x="28575" y="2748915"/>
                  </a:cubicBezTo>
                  <a:lnTo>
                    <a:pt x="28575" y="1402080"/>
                  </a:lnTo>
                  <a:cubicBezTo>
                    <a:pt x="28575" y="1394460"/>
                    <a:pt x="21908" y="1387793"/>
                    <a:pt x="14288" y="1387793"/>
                  </a:cubicBezTo>
                  <a:cubicBezTo>
                    <a:pt x="6668" y="1387793"/>
                    <a:pt x="0" y="1394460"/>
                    <a:pt x="0" y="1402080"/>
                  </a:cubicBezTo>
                  <a:lnTo>
                    <a:pt x="0" y="2749868"/>
                  </a:lnTo>
                  <a:cubicBezTo>
                    <a:pt x="0" y="2788920"/>
                    <a:pt x="31433" y="2820353"/>
                    <a:pt x="70485" y="2820353"/>
                  </a:cubicBezTo>
                  <a:lnTo>
                    <a:pt x="2222183" y="2820353"/>
                  </a:lnTo>
                  <a:cubicBezTo>
                    <a:pt x="2229803" y="2820353"/>
                    <a:pt x="2236470" y="2813685"/>
                    <a:pt x="2236470" y="2806065"/>
                  </a:cubicBezTo>
                  <a:cubicBezTo>
                    <a:pt x="2236470" y="2797493"/>
                    <a:pt x="2229803" y="2790825"/>
                    <a:pt x="2222183" y="2790825"/>
                  </a:cubicBezTo>
                  <a:close/>
                  <a:moveTo>
                    <a:pt x="3847148" y="1482090"/>
                  </a:moveTo>
                  <a:lnTo>
                    <a:pt x="3875723" y="1482090"/>
                  </a:lnTo>
                  <a:lnTo>
                    <a:pt x="3875723" y="0"/>
                  </a:lnTo>
                  <a:lnTo>
                    <a:pt x="3847148" y="0"/>
                  </a:lnTo>
                  <a:lnTo>
                    <a:pt x="3847148" y="1482090"/>
                  </a:lnTo>
                  <a:close/>
                  <a:moveTo>
                    <a:pt x="5799773" y="1528763"/>
                  </a:moveTo>
                  <a:lnTo>
                    <a:pt x="5799773" y="432435"/>
                  </a:lnTo>
                  <a:cubicBezTo>
                    <a:pt x="5799773" y="424815"/>
                    <a:pt x="5793106" y="418148"/>
                    <a:pt x="5785485" y="418148"/>
                  </a:cubicBezTo>
                  <a:cubicBezTo>
                    <a:pt x="5777865" y="418148"/>
                    <a:pt x="5771198" y="424815"/>
                    <a:pt x="5771198" y="432435"/>
                  </a:cubicBezTo>
                  <a:lnTo>
                    <a:pt x="5771198" y="1528763"/>
                  </a:lnTo>
                  <a:cubicBezTo>
                    <a:pt x="5771198" y="1551623"/>
                    <a:pt x="5752148" y="1570673"/>
                    <a:pt x="5729288" y="1570673"/>
                  </a:cubicBezTo>
                  <a:lnTo>
                    <a:pt x="4752975" y="1570673"/>
                  </a:lnTo>
                  <a:cubicBezTo>
                    <a:pt x="4745356" y="1570673"/>
                    <a:pt x="4738688" y="1577340"/>
                    <a:pt x="4738688" y="1584960"/>
                  </a:cubicBezTo>
                  <a:cubicBezTo>
                    <a:pt x="4738688" y="1592580"/>
                    <a:pt x="4745356" y="1599248"/>
                    <a:pt x="4752975" y="1599248"/>
                  </a:cubicBezTo>
                  <a:lnTo>
                    <a:pt x="5729288" y="1599248"/>
                  </a:lnTo>
                  <a:cubicBezTo>
                    <a:pt x="5768340" y="1599248"/>
                    <a:pt x="5799773" y="1567815"/>
                    <a:pt x="5799773" y="1528763"/>
                  </a:cubicBezTo>
                  <a:close/>
                  <a:moveTo>
                    <a:pt x="7708583" y="1387793"/>
                  </a:moveTo>
                  <a:cubicBezTo>
                    <a:pt x="7700963" y="1387793"/>
                    <a:pt x="7694295" y="1394460"/>
                    <a:pt x="7694295" y="1402080"/>
                  </a:cubicBezTo>
                  <a:lnTo>
                    <a:pt x="7694295" y="2749868"/>
                  </a:lnTo>
                  <a:cubicBezTo>
                    <a:pt x="7694295" y="2772728"/>
                    <a:pt x="7675245" y="2791778"/>
                    <a:pt x="7652385" y="2791778"/>
                  </a:cubicBezTo>
                  <a:lnTo>
                    <a:pt x="5501640" y="2791778"/>
                  </a:lnTo>
                  <a:cubicBezTo>
                    <a:pt x="5494020" y="2791778"/>
                    <a:pt x="5487353" y="2798445"/>
                    <a:pt x="5487353" y="2806065"/>
                  </a:cubicBezTo>
                  <a:cubicBezTo>
                    <a:pt x="5487353" y="2813685"/>
                    <a:pt x="5494020" y="2820353"/>
                    <a:pt x="5501640" y="2820353"/>
                  </a:cubicBezTo>
                  <a:lnTo>
                    <a:pt x="7653338" y="2820353"/>
                  </a:lnTo>
                  <a:cubicBezTo>
                    <a:pt x="7692390" y="2820353"/>
                    <a:pt x="7723823" y="2788920"/>
                    <a:pt x="7723823" y="2749868"/>
                  </a:cubicBezTo>
                  <a:lnTo>
                    <a:pt x="7723823" y="1402080"/>
                  </a:lnTo>
                  <a:cubicBezTo>
                    <a:pt x="7722870" y="1394460"/>
                    <a:pt x="7716203" y="1387793"/>
                    <a:pt x="7708583" y="138779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" name="图形 1"/>
            <p:cNvGrpSpPr/>
            <p:nvPr/>
          </p:nvGrpSpPr>
          <p:grpSpPr>
            <a:xfrm>
              <a:off x="5233034" y="1104900"/>
              <a:ext cx="1765934" cy="2649854"/>
              <a:chOff x="5233034" y="1104900"/>
              <a:chExt cx="1765934" cy="2649854"/>
            </a:xfrm>
            <a:solidFill>
              <a:schemeClr val="accent1"/>
            </a:solidFill>
          </p:grpSpPr>
          <p:sp>
            <p:nvSpPr>
              <p:cNvPr id="82" name="任意多边形: 形状 81"/>
              <p:cNvSpPr/>
              <p:nvPr>
                <p:custDataLst>
                  <p:tags r:id="rId3"/>
                </p:custDataLst>
              </p:nvPr>
            </p:nvSpPr>
            <p:spPr>
              <a:xfrm>
                <a:off x="5233034" y="1557337"/>
                <a:ext cx="1765934" cy="2197417"/>
              </a:xfrm>
              <a:custGeom>
                <a:avLst/>
                <a:gdLst>
                  <a:gd name="connsiteX0" fmla="*/ 1656398 w 1765934"/>
                  <a:gd name="connsiteY0" fmla="*/ 42863 h 2197417"/>
                  <a:gd name="connsiteX1" fmla="*/ 1517333 w 1765934"/>
                  <a:gd name="connsiteY1" fmla="*/ 0 h 2197417"/>
                  <a:gd name="connsiteX2" fmla="*/ 249555 w 1765934"/>
                  <a:gd name="connsiteY2" fmla="*/ 0 h 2197417"/>
                  <a:gd name="connsiteX3" fmla="*/ 68580 w 1765934"/>
                  <a:gd name="connsiteY3" fmla="*/ 78105 h 2197417"/>
                  <a:gd name="connsiteX4" fmla="*/ 0 w 1765934"/>
                  <a:gd name="connsiteY4" fmla="*/ 249555 h 2197417"/>
                  <a:gd name="connsiteX5" fmla="*/ 0 w 1765934"/>
                  <a:gd name="connsiteY5" fmla="*/ 1590675 h 2197417"/>
                  <a:gd name="connsiteX6" fmla="*/ 81915 w 1765934"/>
                  <a:gd name="connsiteY6" fmla="*/ 1775460 h 2197417"/>
                  <a:gd name="connsiteX7" fmla="*/ 249555 w 1765934"/>
                  <a:gd name="connsiteY7" fmla="*/ 1840230 h 2197417"/>
                  <a:gd name="connsiteX8" fmla="*/ 525780 w 1765934"/>
                  <a:gd name="connsiteY8" fmla="*/ 1840230 h 2197417"/>
                  <a:gd name="connsiteX9" fmla="*/ 882968 w 1765934"/>
                  <a:gd name="connsiteY9" fmla="*/ 2197418 h 2197417"/>
                  <a:gd name="connsiteX10" fmla="*/ 1240155 w 1765934"/>
                  <a:gd name="connsiteY10" fmla="*/ 1840230 h 2197417"/>
                  <a:gd name="connsiteX11" fmla="*/ 1516380 w 1765934"/>
                  <a:gd name="connsiteY11" fmla="*/ 1840230 h 2197417"/>
                  <a:gd name="connsiteX12" fmla="*/ 1703070 w 1765934"/>
                  <a:gd name="connsiteY12" fmla="*/ 1756410 h 2197417"/>
                  <a:gd name="connsiteX13" fmla="*/ 1765935 w 1765934"/>
                  <a:gd name="connsiteY13" fmla="*/ 1590675 h 2197417"/>
                  <a:gd name="connsiteX14" fmla="*/ 1765935 w 1765934"/>
                  <a:gd name="connsiteY14" fmla="*/ 249555 h 2197417"/>
                  <a:gd name="connsiteX15" fmla="*/ 1656398 w 1765934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4" h="2197417">
                    <a:moveTo>
                      <a:pt x="1656398" y="42863"/>
                    </a:moveTo>
                    <a:cubicBezTo>
                      <a:pt x="1616392" y="16193"/>
                      <a:pt x="1568767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7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49555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65431" y="190976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5"/>
                </p:custDataLst>
              </p:nvPr>
            </p:nvSpPr>
            <p:spPr>
              <a:xfrm>
                <a:off x="5422581" y="1732597"/>
                <a:ext cx="1386840" cy="1840230"/>
              </a:xfrm>
              <a:custGeom>
                <a:avLst/>
                <a:gdLst>
                  <a:gd name="connsiteX0" fmla="*/ 1244918 w 1386840"/>
                  <a:gd name="connsiteY0" fmla="*/ 1840230 h 1840230"/>
                  <a:gd name="connsiteX1" fmla="*/ 141923 w 1386840"/>
                  <a:gd name="connsiteY1" fmla="*/ 1840230 h 1840230"/>
                  <a:gd name="connsiteX2" fmla="*/ 0 w 1386840"/>
                  <a:gd name="connsiteY2" fmla="*/ 1698308 h 1840230"/>
                  <a:gd name="connsiteX3" fmla="*/ 0 w 1386840"/>
                  <a:gd name="connsiteY3" fmla="*/ 141923 h 1840230"/>
                  <a:gd name="connsiteX4" fmla="*/ 141923 w 1386840"/>
                  <a:gd name="connsiteY4" fmla="*/ 0 h 1840230"/>
                  <a:gd name="connsiteX5" fmla="*/ 1244918 w 1386840"/>
                  <a:gd name="connsiteY5" fmla="*/ 0 h 1840230"/>
                  <a:gd name="connsiteX6" fmla="*/ 1386840 w 1386840"/>
                  <a:gd name="connsiteY6" fmla="*/ 141923 h 1840230"/>
                  <a:gd name="connsiteX7" fmla="*/ 1386840 w 1386840"/>
                  <a:gd name="connsiteY7" fmla="*/ 1698308 h 1840230"/>
                  <a:gd name="connsiteX8" fmla="*/ 1244918 w 1386840"/>
                  <a:gd name="connsiteY8" fmla="*/ 1840230 h 184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30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3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6"/>
                </p:custDataLst>
              </p:nvPr>
            </p:nvSpPr>
            <p:spPr>
              <a:xfrm>
                <a:off x="5632131" y="310038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>
                <p:custDataLst>
                  <p:tags r:id="rId7"/>
                </p:custDataLst>
              </p:nvPr>
            </p:nvSpPr>
            <p:spPr>
              <a:xfrm>
                <a:off x="5662612" y="1104900"/>
                <a:ext cx="906780" cy="906780"/>
              </a:xfrm>
              <a:custGeom>
                <a:avLst/>
                <a:gdLst>
                  <a:gd name="connsiteX0" fmla="*/ 906780 w 906780"/>
                  <a:gd name="connsiteY0" fmla="*/ 453390 h 906780"/>
                  <a:gd name="connsiteX1" fmla="*/ 453390 w 906780"/>
                  <a:gd name="connsiteY1" fmla="*/ 906780 h 906780"/>
                  <a:gd name="connsiteX2" fmla="*/ 0 w 906780"/>
                  <a:gd name="connsiteY2" fmla="*/ 453390 h 906780"/>
                  <a:gd name="connsiteX3" fmla="*/ 453390 w 906780"/>
                  <a:gd name="connsiteY3" fmla="*/ 0 h 906780"/>
                  <a:gd name="connsiteX4" fmla="*/ 906780 w 906780"/>
                  <a:gd name="connsiteY4" fmla="*/ 453390 h 906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80" h="906780">
                    <a:moveTo>
                      <a:pt x="906780" y="453390"/>
                    </a:moveTo>
                    <a:cubicBezTo>
                      <a:pt x="906780" y="703790"/>
                      <a:pt x="703791" y="906780"/>
                      <a:pt x="453390" y="906780"/>
                    </a:cubicBezTo>
                    <a:cubicBezTo>
                      <a:pt x="202990" y="906780"/>
                      <a:pt x="0" y="703790"/>
                      <a:pt x="0" y="453390"/>
                    </a:cubicBezTo>
                    <a:cubicBezTo>
                      <a:pt x="0" y="202990"/>
                      <a:pt x="202990" y="0"/>
                      <a:pt x="453390" y="0"/>
                    </a:cubicBezTo>
                    <a:cubicBezTo>
                      <a:pt x="703790" y="0"/>
                      <a:pt x="906780" y="202990"/>
                      <a:pt x="906780" y="45339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>
                <p:custDataLst>
                  <p:tags r:id="rId8"/>
                </p:custDataLst>
              </p:nvPr>
            </p:nvSpPr>
            <p:spPr>
              <a:xfrm>
                <a:off x="5767387" y="1209675"/>
                <a:ext cx="697230" cy="697230"/>
              </a:xfrm>
              <a:custGeom>
                <a:avLst/>
                <a:gdLst>
                  <a:gd name="connsiteX0" fmla="*/ 697230 w 697230"/>
                  <a:gd name="connsiteY0" fmla="*/ 348615 h 697230"/>
                  <a:gd name="connsiteX1" fmla="*/ 348615 w 697230"/>
                  <a:gd name="connsiteY1" fmla="*/ 697230 h 697230"/>
                  <a:gd name="connsiteX2" fmla="*/ 0 w 697230"/>
                  <a:gd name="connsiteY2" fmla="*/ 348615 h 697230"/>
                  <a:gd name="connsiteX3" fmla="*/ 348615 w 697230"/>
                  <a:gd name="connsiteY3" fmla="*/ 0 h 697230"/>
                  <a:gd name="connsiteX4" fmla="*/ 697230 w 697230"/>
                  <a:gd name="connsiteY4" fmla="*/ 348615 h 697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0" h="697230">
                    <a:moveTo>
                      <a:pt x="697230" y="348615"/>
                    </a:moveTo>
                    <a:cubicBezTo>
                      <a:pt x="697230" y="541150"/>
                      <a:pt x="541150" y="697230"/>
                      <a:pt x="348615" y="697230"/>
                    </a:cubicBezTo>
                    <a:cubicBezTo>
                      <a:pt x="156080" y="697230"/>
                      <a:pt x="0" y="541150"/>
                      <a:pt x="0" y="348615"/>
                    </a:cubicBezTo>
                    <a:cubicBezTo>
                      <a:pt x="0" y="156080"/>
                      <a:pt x="156080" y="0"/>
                      <a:pt x="348615" y="0"/>
                    </a:cubicBezTo>
                    <a:cubicBezTo>
                      <a:pt x="541150" y="0"/>
                      <a:pt x="697230" y="156080"/>
                      <a:pt x="697230" y="34861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>
                <p:custDataLst>
                  <p:tags r:id="rId9"/>
                </p:custDataLst>
              </p:nvPr>
            </p:nvSpPr>
            <p:spPr>
              <a:xfrm>
                <a:off x="5803582" y="124587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3308984" y="1540146"/>
              <a:ext cx="1765950" cy="2649900"/>
              <a:chOff x="3308984" y="1540146"/>
              <a:chExt cx="1765950" cy="2649900"/>
            </a:xfrm>
            <a:solidFill>
              <a:schemeClr val="accent1"/>
            </a:solidFill>
          </p:grpSpPr>
          <p:sp>
            <p:nvSpPr>
              <p:cNvPr id="75" name="任意多边形: 形状 7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308984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3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11"/>
                </p:custDataLst>
              </p:nvPr>
            </p:nvSpPr>
            <p:spPr>
              <a:xfrm>
                <a:off x="3442334" y="2345054"/>
                <a:ext cx="1499234" cy="1692592"/>
              </a:xfrm>
              <a:custGeom>
                <a:avLst/>
                <a:gdLst>
                  <a:gd name="connsiteX0" fmla="*/ 405765 w 1499234"/>
                  <a:gd name="connsiteY0" fmla="*/ 1583055 h 1692592"/>
                  <a:gd name="connsiteX1" fmla="*/ 1095375 w 1499234"/>
                  <a:gd name="connsiteY1" fmla="*/ 1583055 h 1692592"/>
                  <a:gd name="connsiteX2" fmla="*/ 1043940 w 1499234"/>
                  <a:gd name="connsiteY2" fmla="*/ 1692593 h 1692592"/>
                  <a:gd name="connsiteX3" fmla="*/ 456247 w 1499234"/>
                  <a:gd name="connsiteY3" fmla="*/ 1692593 h 1692592"/>
                  <a:gd name="connsiteX4" fmla="*/ 405765 w 1499234"/>
                  <a:gd name="connsiteY4" fmla="*/ 1583055 h 1692592"/>
                  <a:gd name="connsiteX5" fmla="*/ 1443990 w 1499234"/>
                  <a:gd name="connsiteY5" fmla="*/ 0 h 1692592"/>
                  <a:gd name="connsiteX6" fmla="*/ 750570 w 1499234"/>
                  <a:gd name="connsiteY6" fmla="*/ 0 h 1692592"/>
                  <a:gd name="connsiteX7" fmla="*/ 57150 w 1499234"/>
                  <a:gd name="connsiteY7" fmla="*/ 0 h 1692592"/>
                  <a:gd name="connsiteX8" fmla="*/ 0 w 1499234"/>
                  <a:gd name="connsiteY8" fmla="*/ 1459230 h 1692592"/>
                  <a:gd name="connsiteX9" fmla="*/ 116205 w 1499234"/>
                  <a:gd name="connsiteY9" fmla="*/ 1488758 h 1692592"/>
                  <a:gd name="connsiteX10" fmla="*/ 749618 w 1499234"/>
                  <a:gd name="connsiteY10" fmla="*/ 1488758 h 1692592"/>
                  <a:gd name="connsiteX11" fmla="*/ 1383030 w 1499234"/>
                  <a:gd name="connsiteY11" fmla="*/ 1488758 h 1692592"/>
                  <a:gd name="connsiteX12" fmla="*/ 1499235 w 1499234"/>
                  <a:gd name="connsiteY12" fmla="*/ 1460183 h 1692592"/>
                  <a:gd name="connsiteX13" fmla="*/ 1443990 w 1499234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4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99484" y="2167889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08082" y="3535679"/>
                <a:ext cx="968692" cy="270510"/>
              </a:xfrm>
              <a:custGeom>
                <a:avLst/>
                <a:gdLst>
                  <a:gd name="connsiteX0" fmla="*/ 833437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7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7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3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14"/>
                </p:custDataLst>
              </p:nvPr>
            </p:nvSpPr>
            <p:spPr>
              <a:xfrm rot="-813742">
                <a:off x="3739568" y="1540146"/>
                <a:ext cx="906765" cy="906765"/>
              </a:xfrm>
              <a:custGeom>
                <a:avLst/>
                <a:gdLst>
                  <a:gd name="connsiteX0" fmla="*/ 906766 w 906765"/>
                  <a:gd name="connsiteY0" fmla="*/ 453383 h 906765"/>
                  <a:gd name="connsiteX1" fmla="*/ 453383 w 906765"/>
                  <a:gd name="connsiteY1" fmla="*/ 906766 h 906765"/>
                  <a:gd name="connsiteX2" fmla="*/ 0 w 906765"/>
                  <a:gd name="connsiteY2" fmla="*/ 453383 h 906765"/>
                  <a:gd name="connsiteX3" fmla="*/ 453383 w 906765"/>
                  <a:gd name="connsiteY3" fmla="*/ 0 h 906765"/>
                  <a:gd name="connsiteX4" fmla="*/ 906766 w 906765"/>
                  <a:gd name="connsiteY4" fmla="*/ 453383 h 90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65" h="906765">
                    <a:moveTo>
                      <a:pt x="906766" y="453383"/>
                    </a:moveTo>
                    <a:cubicBezTo>
                      <a:pt x="906766" y="703779"/>
                      <a:pt x="703779" y="906766"/>
                      <a:pt x="453383" y="906766"/>
                    </a:cubicBezTo>
                    <a:cubicBezTo>
                      <a:pt x="202986" y="906766"/>
                      <a:pt x="0" y="703779"/>
                      <a:pt x="0" y="453383"/>
                    </a:cubicBezTo>
                    <a:cubicBezTo>
                      <a:pt x="0" y="202987"/>
                      <a:pt x="202986" y="0"/>
                      <a:pt x="453383" y="0"/>
                    </a:cubicBezTo>
                    <a:cubicBezTo>
                      <a:pt x="703779" y="0"/>
                      <a:pt x="906766" y="202987"/>
                      <a:pt x="906766" y="4533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15"/>
                </p:custDataLst>
              </p:nvPr>
            </p:nvSpPr>
            <p:spPr>
              <a:xfrm rot="-913800">
                <a:off x="3844452" y="1644827"/>
                <a:ext cx="697245" cy="697245"/>
              </a:xfrm>
              <a:custGeom>
                <a:avLst/>
                <a:gdLst>
                  <a:gd name="connsiteX0" fmla="*/ 697245 w 697245"/>
                  <a:gd name="connsiteY0" fmla="*/ 348623 h 697245"/>
                  <a:gd name="connsiteX1" fmla="*/ 348622 w 697245"/>
                  <a:gd name="connsiteY1" fmla="*/ 697245 h 697245"/>
                  <a:gd name="connsiteX2" fmla="*/ 0 w 697245"/>
                  <a:gd name="connsiteY2" fmla="*/ 348623 h 697245"/>
                  <a:gd name="connsiteX3" fmla="*/ 348622 w 697245"/>
                  <a:gd name="connsiteY3" fmla="*/ 0 h 697245"/>
                  <a:gd name="connsiteX4" fmla="*/ 697245 w 697245"/>
                  <a:gd name="connsiteY4" fmla="*/ 348623 h 697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45" h="697245">
                    <a:moveTo>
                      <a:pt x="697245" y="348623"/>
                    </a:moveTo>
                    <a:cubicBezTo>
                      <a:pt x="697245" y="541162"/>
                      <a:pt x="541161" y="697245"/>
                      <a:pt x="348622" y="697245"/>
                    </a:cubicBezTo>
                    <a:cubicBezTo>
                      <a:pt x="156083" y="697245"/>
                      <a:pt x="0" y="541162"/>
                      <a:pt x="0" y="348623"/>
                    </a:cubicBezTo>
                    <a:cubicBezTo>
                      <a:pt x="0" y="156084"/>
                      <a:pt x="156083" y="0"/>
                      <a:pt x="348622" y="0"/>
                    </a:cubicBezTo>
                    <a:cubicBezTo>
                      <a:pt x="541161" y="0"/>
                      <a:pt x="697245" y="156084"/>
                      <a:pt x="697245" y="3486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80484" y="1681162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" name="图形 1"/>
            <p:cNvGrpSpPr/>
            <p:nvPr/>
          </p:nvGrpSpPr>
          <p:grpSpPr>
            <a:xfrm>
              <a:off x="7156131" y="1539342"/>
              <a:ext cx="1765950" cy="2650704"/>
              <a:chOff x="7156131" y="1539342"/>
              <a:chExt cx="1765950" cy="2650704"/>
            </a:xfrm>
            <a:solidFill>
              <a:schemeClr val="accent1"/>
            </a:solidFill>
          </p:grpSpPr>
          <p:sp>
            <p:nvSpPr>
              <p:cNvPr id="68" name="任意多边形: 形状 67"/>
              <p:cNvSpPr/>
              <p:nvPr>
                <p:custDataLst>
                  <p:tags r:id="rId17"/>
                </p:custDataLst>
              </p:nvPr>
            </p:nvSpPr>
            <p:spPr>
              <a:xfrm>
                <a:off x="7156131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2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2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289481" y="2345054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46631" y="2167889"/>
                <a:ext cx="1386840" cy="1840229"/>
              </a:xfrm>
              <a:custGeom>
                <a:avLst/>
                <a:gdLst>
                  <a:gd name="connsiteX0" fmla="*/ 1243965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3965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3965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3965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555229" y="3535679"/>
                <a:ext cx="968692" cy="270510"/>
              </a:xfrm>
              <a:custGeom>
                <a:avLst/>
                <a:gdLst>
                  <a:gd name="connsiteX0" fmla="*/ 833438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8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8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21"/>
                </p:custDataLst>
              </p:nvPr>
            </p:nvSpPr>
            <p:spPr>
              <a:xfrm rot="-4332386">
                <a:off x="7587067" y="1539342"/>
                <a:ext cx="906814" cy="906814"/>
              </a:xfrm>
              <a:custGeom>
                <a:avLst/>
                <a:gdLst>
                  <a:gd name="connsiteX0" fmla="*/ 906815 w 906814"/>
                  <a:gd name="connsiteY0" fmla="*/ 453407 h 906814"/>
                  <a:gd name="connsiteX1" fmla="*/ 453408 w 906814"/>
                  <a:gd name="connsiteY1" fmla="*/ 906815 h 906814"/>
                  <a:gd name="connsiteX2" fmla="*/ 1 w 906814"/>
                  <a:gd name="connsiteY2" fmla="*/ 453407 h 906814"/>
                  <a:gd name="connsiteX3" fmla="*/ 453408 w 906814"/>
                  <a:gd name="connsiteY3" fmla="*/ 0 h 906814"/>
                  <a:gd name="connsiteX4" fmla="*/ 906815 w 906814"/>
                  <a:gd name="connsiteY4" fmla="*/ 453407 h 90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814" h="906814">
                    <a:moveTo>
                      <a:pt x="906815" y="453407"/>
                    </a:moveTo>
                    <a:cubicBezTo>
                      <a:pt x="906815" y="703817"/>
                      <a:pt x="703818" y="906815"/>
                      <a:pt x="453408" y="906815"/>
                    </a:cubicBezTo>
                    <a:cubicBezTo>
                      <a:pt x="202998" y="906815"/>
                      <a:pt x="1" y="703817"/>
                      <a:pt x="1" y="453407"/>
                    </a:cubicBezTo>
                    <a:cubicBezTo>
                      <a:pt x="1" y="202997"/>
                      <a:pt x="202998" y="0"/>
                      <a:pt x="453408" y="0"/>
                    </a:cubicBezTo>
                    <a:cubicBezTo>
                      <a:pt x="703818" y="0"/>
                      <a:pt x="906815" y="202997"/>
                      <a:pt x="906815" y="45340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22"/>
                </p:custDataLst>
              </p:nvPr>
            </p:nvSpPr>
            <p:spPr>
              <a:xfrm rot="-559375">
                <a:off x="7691568" y="1645109"/>
                <a:ext cx="697236" cy="697236"/>
              </a:xfrm>
              <a:custGeom>
                <a:avLst/>
                <a:gdLst>
                  <a:gd name="connsiteX0" fmla="*/ 697237 w 697236"/>
                  <a:gd name="connsiteY0" fmla="*/ 348618 h 697236"/>
                  <a:gd name="connsiteX1" fmla="*/ 348619 w 697236"/>
                  <a:gd name="connsiteY1" fmla="*/ 697236 h 697236"/>
                  <a:gd name="connsiteX2" fmla="*/ 1 w 697236"/>
                  <a:gd name="connsiteY2" fmla="*/ 348618 h 697236"/>
                  <a:gd name="connsiteX3" fmla="*/ 348619 w 697236"/>
                  <a:gd name="connsiteY3" fmla="*/ 0 h 697236"/>
                  <a:gd name="connsiteX4" fmla="*/ 697237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7" y="348618"/>
                    </a:moveTo>
                    <a:cubicBezTo>
                      <a:pt x="697237" y="541155"/>
                      <a:pt x="541155" y="697236"/>
                      <a:pt x="348619" y="697236"/>
                    </a:cubicBezTo>
                    <a:cubicBezTo>
                      <a:pt x="156082" y="697236"/>
                      <a:pt x="1" y="541155"/>
                      <a:pt x="1" y="348618"/>
                    </a:cubicBezTo>
                    <a:cubicBezTo>
                      <a:pt x="1" y="156082"/>
                      <a:pt x="156082" y="0"/>
                      <a:pt x="348619" y="0"/>
                    </a:cubicBezTo>
                    <a:cubicBezTo>
                      <a:pt x="541155" y="0"/>
                      <a:pt x="697237" y="156082"/>
                      <a:pt x="697237" y="348618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727632" y="1681162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8" name="图形 1"/>
            <p:cNvGrpSpPr/>
            <p:nvPr/>
          </p:nvGrpSpPr>
          <p:grpSpPr>
            <a:xfrm>
              <a:off x="9080181" y="2480698"/>
              <a:ext cx="1765935" cy="2650419"/>
              <a:chOff x="9080181" y="2480698"/>
              <a:chExt cx="1765935" cy="2650419"/>
            </a:xfrm>
            <a:solidFill>
              <a:schemeClr val="accent1"/>
            </a:solidFill>
          </p:grpSpPr>
          <p:sp>
            <p:nvSpPr>
              <p:cNvPr id="61" name="任意多边形: 形状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9080181" y="2932747"/>
                <a:ext cx="1765935" cy="2198370"/>
              </a:xfrm>
              <a:custGeom>
                <a:avLst/>
                <a:gdLst>
                  <a:gd name="connsiteX0" fmla="*/ 1656398 w 1765935"/>
                  <a:gd name="connsiteY0" fmla="*/ 42863 h 2198370"/>
                  <a:gd name="connsiteX1" fmla="*/ 1517332 w 1765935"/>
                  <a:gd name="connsiteY1" fmla="*/ 0 h 2198370"/>
                  <a:gd name="connsiteX2" fmla="*/ 249555 w 1765935"/>
                  <a:gd name="connsiteY2" fmla="*/ 0 h 2198370"/>
                  <a:gd name="connsiteX3" fmla="*/ 68580 w 1765935"/>
                  <a:gd name="connsiteY3" fmla="*/ 78105 h 2198370"/>
                  <a:gd name="connsiteX4" fmla="*/ 0 w 1765935"/>
                  <a:gd name="connsiteY4" fmla="*/ 249555 h 2198370"/>
                  <a:gd name="connsiteX5" fmla="*/ 0 w 1765935"/>
                  <a:gd name="connsiteY5" fmla="*/ 1591628 h 2198370"/>
                  <a:gd name="connsiteX6" fmla="*/ 81915 w 1765935"/>
                  <a:gd name="connsiteY6" fmla="*/ 1776413 h 2198370"/>
                  <a:gd name="connsiteX7" fmla="*/ 249555 w 1765935"/>
                  <a:gd name="connsiteY7" fmla="*/ 1841183 h 2198370"/>
                  <a:gd name="connsiteX8" fmla="*/ 525780 w 1765935"/>
                  <a:gd name="connsiteY8" fmla="*/ 1841183 h 2198370"/>
                  <a:gd name="connsiteX9" fmla="*/ 882968 w 1765935"/>
                  <a:gd name="connsiteY9" fmla="*/ 2198370 h 2198370"/>
                  <a:gd name="connsiteX10" fmla="*/ 1240155 w 1765935"/>
                  <a:gd name="connsiteY10" fmla="*/ 1841183 h 2198370"/>
                  <a:gd name="connsiteX11" fmla="*/ 1516380 w 1765935"/>
                  <a:gd name="connsiteY11" fmla="*/ 1841183 h 2198370"/>
                  <a:gd name="connsiteX12" fmla="*/ 1703070 w 1765935"/>
                  <a:gd name="connsiteY12" fmla="*/ 1757363 h 2198370"/>
                  <a:gd name="connsiteX13" fmla="*/ 1765935 w 1765935"/>
                  <a:gd name="connsiteY13" fmla="*/ 1591628 h 2198370"/>
                  <a:gd name="connsiteX14" fmla="*/ 1765935 w 1765935"/>
                  <a:gd name="connsiteY14" fmla="*/ 250508 h 2198370"/>
                  <a:gd name="connsiteX15" fmla="*/ 1656398 w 1765935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5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2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>
                <p:custDataLst>
                  <p:tags r:id="rId25"/>
                </p:custDataLst>
              </p:nvPr>
            </p:nvSpPr>
            <p:spPr>
              <a:xfrm>
                <a:off x="9212579" y="3285172"/>
                <a:ext cx="1500187" cy="1692592"/>
              </a:xfrm>
              <a:custGeom>
                <a:avLst/>
                <a:gdLst>
                  <a:gd name="connsiteX0" fmla="*/ 405765 w 1500187"/>
                  <a:gd name="connsiteY0" fmla="*/ 1583055 h 1692592"/>
                  <a:gd name="connsiteX1" fmla="*/ 1095375 w 1500187"/>
                  <a:gd name="connsiteY1" fmla="*/ 1583055 h 1692592"/>
                  <a:gd name="connsiteX2" fmla="*/ 1043940 w 1500187"/>
                  <a:gd name="connsiteY2" fmla="*/ 1692593 h 1692592"/>
                  <a:gd name="connsiteX3" fmla="*/ 456247 w 1500187"/>
                  <a:gd name="connsiteY3" fmla="*/ 1692593 h 1692592"/>
                  <a:gd name="connsiteX4" fmla="*/ 405765 w 1500187"/>
                  <a:gd name="connsiteY4" fmla="*/ 1583055 h 1692592"/>
                  <a:gd name="connsiteX5" fmla="*/ 1443990 w 1500187"/>
                  <a:gd name="connsiteY5" fmla="*/ 0 h 1692592"/>
                  <a:gd name="connsiteX6" fmla="*/ 750570 w 1500187"/>
                  <a:gd name="connsiteY6" fmla="*/ 0 h 1692592"/>
                  <a:gd name="connsiteX7" fmla="*/ 57150 w 1500187"/>
                  <a:gd name="connsiteY7" fmla="*/ 0 h 1692592"/>
                  <a:gd name="connsiteX8" fmla="*/ 0 w 1500187"/>
                  <a:gd name="connsiteY8" fmla="*/ 1459230 h 1692592"/>
                  <a:gd name="connsiteX9" fmla="*/ 116205 w 1500187"/>
                  <a:gd name="connsiteY9" fmla="*/ 1488758 h 1692592"/>
                  <a:gd name="connsiteX10" fmla="*/ 749618 w 1500187"/>
                  <a:gd name="connsiteY10" fmla="*/ 1488758 h 1692592"/>
                  <a:gd name="connsiteX11" fmla="*/ 1383982 w 1500187"/>
                  <a:gd name="connsiteY11" fmla="*/ 1488758 h 1692592"/>
                  <a:gd name="connsiteX12" fmla="*/ 1500188 w 1500187"/>
                  <a:gd name="connsiteY12" fmla="*/ 1460183 h 1692592"/>
                  <a:gd name="connsiteX13" fmla="*/ 1443990 w 1500187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00187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7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982" y="1488758"/>
                    </a:lnTo>
                    <a:cubicBezTo>
                      <a:pt x="1425893" y="1488758"/>
                      <a:pt x="1465897" y="1478280"/>
                      <a:pt x="1500188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9269729" y="3108007"/>
                <a:ext cx="1386839" cy="1840229"/>
              </a:xfrm>
              <a:custGeom>
                <a:avLst/>
                <a:gdLst>
                  <a:gd name="connsiteX0" fmla="*/ 1244918 w 1386839"/>
                  <a:gd name="connsiteY0" fmla="*/ 1840230 h 1840229"/>
                  <a:gd name="connsiteX1" fmla="*/ 141922 w 1386839"/>
                  <a:gd name="connsiteY1" fmla="*/ 1840230 h 1840229"/>
                  <a:gd name="connsiteX2" fmla="*/ 0 w 1386839"/>
                  <a:gd name="connsiteY2" fmla="*/ 1698308 h 1840229"/>
                  <a:gd name="connsiteX3" fmla="*/ 0 w 1386839"/>
                  <a:gd name="connsiteY3" fmla="*/ 141922 h 1840229"/>
                  <a:gd name="connsiteX4" fmla="*/ 141922 w 1386839"/>
                  <a:gd name="connsiteY4" fmla="*/ 0 h 1840229"/>
                  <a:gd name="connsiteX5" fmla="*/ 1244918 w 1386839"/>
                  <a:gd name="connsiteY5" fmla="*/ 0 h 1840229"/>
                  <a:gd name="connsiteX6" fmla="*/ 1386840 w 1386839"/>
                  <a:gd name="connsiteY6" fmla="*/ 141922 h 1840229"/>
                  <a:gd name="connsiteX7" fmla="*/ 1386840 w 1386839"/>
                  <a:gd name="connsiteY7" fmla="*/ 1698308 h 1840229"/>
                  <a:gd name="connsiteX8" fmla="*/ 1244918 w 1386839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39" h="1840229">
                    <a:moveTo>
                      <a:pt x="1244918" y="1840230"/>
                    </a:moveTo>
                    <a:lnTo>
                      <a:pt x="141922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2" y="0"/>
                    </a:cubicBezTo>
                    <a:lnTo>
                      <a:pt x="1244918" y="0"/>
                    </a:lnTo>
                    <a:cubicBezTo>
                      <a:pt x="1323022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2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7"/>
                </p:custDataLst>
              </p:nvPr>
            </p:nvSpPr>
            <p:spPr>
              <a:xfrm>
                <a:off x="9479279" y="447579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8"/>
                </p:custDataLst>
              </p:nvPr>
            </p:nvSpPr>
            <p:spPr>
              <a:xfrm rot="-592155">
                <a:off x="9509800" y="2480698"/>
                <a:ext cx="906778" cy="906778"/>
              </a:xfrm>
              <a:custGeom>
                <a:avLst/>
                <a:gdLst>
                  <a:gd name="connsiteX0" fmla="*/ 906778 w 906778"/>
                  <a:gd name="connsiteY0" fmla="*/ 453389 h 906778"/>
                  <a:gd name="connsiteX1" fmla="*/ 453389 w 906778"/>
                  <a:gd name="connsiteY1" fmla="*/ 906779 h 906778"/>
                  <a:gd name="connsiteX2" fmla="*/ 0 w 906778"/>
                  <a:gd name="connsiteY2" fmla="*/ 453389 h 906778"/>
                  <a:gd name="connsiteX3" fmla="*/ 453389 w 906778"/>
                  <a:gd name="connsiteY3" fmla="*/ 0 h 906778"/>
                  <a:gd name="connsiteX4" fmla="*/ 906778 w 906778"/>
                  <a:gd name="connsiteY4" fmla="*/ 453389 h 906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8" h="906778">
                    <a:moveTo>
                      <a:pt x="906778" y="453389"/>
                    </a:moveTo>
                    <a:cubicBezTo>
                      <a:pt x="906778" y="703789"/>
                      <a:pt x="703789" y="906779"/>
                      <a:pt x="453389" y="906779"/>
                    </a:cubicBezTo>
                    <a:cubicBezTo>
                      <a:pt x="202989" y="906779"/>
                      <a:pt x="0" y="703789"/>
                      <a:pt x="0" y="453389"/>
                    </a:cubicBezTo>
                    <a:cubicBezTo>
                      <a:pt x="0" y="202989"/>
                      <a:pt x="202989" y="0"/>
                      <a:pt x="453389" y="0"/>
                    </a:cubicBezTo>
                    <a:cubicBezTo>
                      <a:pt x="703789" y="0"/>
                      <a:pt x="906778" y="202989"/>
                      <a:pt x="906778" y="45338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29"/>
                </p:custDataLst>
              </p:nvPr>
            </p:nvSpPr>
            <p:spPr>
              <a:xfrm rot="-4221279">
                <a:off x="9614814" y="2584724"/>
                <a:ext cx="697236" cy="697236"/>
              </a:xfrm>
              <a:custGeom>
                <a:avLst/>
                <a:gdLst>
                  <a:gd name="connsiteX0" fmla="*/ 697236 w 697236"/>
                  <a:gd name="connsiteY0" fmla="*/ 348618 h 697236"/>
                  <a:gd name="connsiteX1" fmla="*/ 348618 w 697236"/>
                  <a:gd name="connsiteY1" fmla="*/ 697236 h 697236"/>
                  <a:gd name="connsiteX2" fmla="*/ 0 w 697236"/>
                  <a:gd name="connsiteY2" fmla="*/ 348618 h 697236"/>
                  <a:gd name="connsiteX3" fmla="*/ 348618 w 697236"/>
                  <a:gd name="connsiteY3" fmla="*/ 0 h 697236"/>
                  <a:gd name="connsiteX4" fmla="*/ 697236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6" y="348618"/>
                    </a:moveTo>
                    <a:cubicBezTo>
                      <a:pt x="697236" y="541155"/>
                      <a:pt x="541155" y="697236"/>
                      <a:pt x="348618" y="697236"/>
                    </a:cubicBezTo>
                    <a:cubicBezTo>
                      <a:pt x="156082" y="697236"/>
                      <a:pt x="0" y="541155"/>
                      <a:pt x="0" y="348618"/>
                    </a:cubicBezTo>
                    <a:cubicBezTo>
                      <a:pt x="0" y="156082"/>
                      <a:pt x="156082" y="0"/>
                      <a:pt x="348618" y="0"/>
                    </a:cubicBezTo>
                    <a:cubicBezTo>
                      <a:pt x="541155" y="0"/>
                      <a:pt x="697236" y="156082"/>
                      <a:pt x="697236" y="348618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30"/>
                </p:custDataLst>
              </p:nvPr>
            </p:nvSpPr>
            <p:spPr>
              <a:xfrm>
                <a:off x="9650729" y="262128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9" name="图形 1"/>
            <p:cNvGrpSpPr/>
            <p:nvPr/>
          </p:nvGrpSpPr>
          <p:grpSpPr>
            <a:xfrm>
              <a:off x="1385887" y="2480295"/>
              <a:ext cx="1765950" cy="2650822"/>
              <a:chOff x="1385887" y="2480295"/>
              <a:chExt cx="1765950" cy="2650822"/>
            </a:xfrm>
            <a:solidFill>
              <a:schemeClr val="accent1"/>
            </a:solidFill>
          </p:grpSpPr>
          <p:sp>
            <p:nvSpPr>
              <p:cNvPr id="54" name="任意多边形: 形状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1385887" y="2932747"/>
                <a:ext cx="1765950" cy="2198370"/>
              </a:xfrm>
              <a:custGeom>
                <a:avLst/>
                <a:gdLst>
                  <a:gd name="connsiteX0" fmla="*/ 1656398 w 1765950"/>
                  <a:gd name="connsiteY0" fmla="*/ 42863 h 2198370"/>
                  <a:gd name="connsiteX1" fmla="*/ 1517333 w 1765950"/>
                  <a:gd name="connsiteY1" fmla="*/ 0 h 2198370"/>
                  <a:gd name="connsiteX2" fmla="*/ 249555 w 1765950"/>
                  <a:gd name="connsiteY2" fmla="*/ 0 h 2198370"/>
                  <a:gd name="connsiteX3" fmla="*/ 68580 w 1765950"/>
                  <a:gd name="connsiteY3" fmla="*/ 78105 h 2198370"/>
                  <a:gd name="connsiteX4" fmla="*/ 0 w 1765950"/>
                  <a:gd name="connsiteY4" fmla="*/ 249555 h 2198370"/>
                  <a:gd name="connsiteX5" fmla="*/ 0 w 1765950"/>
                  <a:gd name="connsiteY5" fmla="*/ 1591628 h 2198370"/>
                  <a:gd name="connsiteX6" fmla="*/ 81915 w 1765950"/>
                  <a:gd name="connsiteY6" fmla="*/ 1776413 h 2198370"/>
                  <a:gd name="connsiteX7" fmla="*/ 249555 w 1765950"/>
                  <a:gd name="connsiteY7" fmla="*/ 1841183 h 2198370"/>
                  <a:gd name="connsiteX8" fmla="*/ 525780 w 1765950"/>
                  <a:gd name="connsiteY8" fmla="*/ 1841183 h 2198370"/>
                  <a:gd name="connsiteX9" fmla="*/ 882968 w 1765950"/>
                  <a:gd name="connsiteY9" fmla="*/ 2198370 h 2198370"/>
                  <a:gd name="connsiteX10" fmla="*/ 1240155 w 1765950"/>
                  <a:gd name="connsiteY10" fmla="*/ 1841183 h 2198370"/>
                  <a:gd name="connsiteX11" fmla="*/ 1516380 w 1765950"/>
                  <a:gd name="connsiteY11" fmla="*/ 1841183 h 2198370"/>
                  <a:gd name="connsiteX12" fmla="*/ 1703070 w 1765950"/>
                  <a:gd name="connsiteY12" fmla="*/ 1757363 h 2198370"/>
                  <a:gd name="connsiteX13" fmla="*/ 1765935 w 1765950"/>
                  <a:gd name="connsiteY13" fmla="*/ 1591628 h 2198370"/>
                  <a:gd name="connsiteX14" fmla="*/ 1765935 w 1765950"/>
                  <a:gd name="connsiteY14" fmla="*/ 250508 h 2198370"/>
                  <a:gd name="connsiteX15" fmla="*/ 1656398 w 1765950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3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518284" y="328517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7200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7200" y="1692593"/>
                    </a:lnTo>
                    <a:cubicBezTo>
                      <a:pt x="434340" y="1659255"/>
                      <a:pt x="417195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1575434" y="3108007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2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2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1784984" y="4475797"/>
                <a:ext cx="968692" cy="270509"/>
              </a:xfrm>
              <a:custGeom>
                <a:avLst/>
                <a:gdLst>
                  <a:gd name="connsiteX0" fmla="*/ 833437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7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7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>
                <p:custDataLst>
                  <p:tags r:id="rId35"/>
                </p:custDataLst>
              </p:nvPr>
            </p:nvSpPr>
            <p:spPr>
              <a:xfrm rot="-2700000">
                <a:off x="1815767" y="2480295"/>
                <a:ext cx="906771" cy="906771"/>
              </a:xfrm>
              <a:custGeom>
                <a:avLst/>
                <a:gdLst>
                  <a:gd name="connsiteX0" fmla="*/ 906771 w 906771"/>
                  <a:gd name="connsiteY0" fmla="*/ 453386 h 906771"/>
                  <a:gd name="connsiteX1" fmla="*/ 453386 w 906771"/>
                  <a:gd name="connsiteY1" fmla="*/ 906771 h 906771"/>
                  <a:gd name="connsiteX2" fmla="*/ 0 w 906771"/>
                  <a:gd name="connsiteY2" fmla="*/ 453386 h 906771"/>
                  <a:gd name="connsiteX3" fmla="*/ 453386 w 906771"/>
                  <a:gd name="connsiteY3" fmla="*/ 0 h 906771"/>
                  <a:gd name="connsiteX4" fmla="*/ 906771 w 906771"/>
                  <a:gd name="connsiteY4" fmla="*/ 453386 h 90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1" h="906771">
                    <a:moveTo>
                      <a:pt x="906771" y="453386"/>
                    </a:moveTo>
                    <a:cubicBezTo>
                      <a:pt x="906771" y="703784"/>
                      <a:pt x="703784" y="906771"/>
                      <a:pt x="453386" y="906771"/>
                    </a:cubicBezTo>
                    <a:cubicBezTo>
                      <a:pt x="202988" y="906771"/>
                      <a:pt x="0" y="703784"/>
                      <a:pt x="0" y="453386"/>
                    </a:cubicBezTo>
                    <a:cubicBezTo>
                      <a:pt x="0" y="202988"/>
                      <a:pt x="202988" y="0"/>
                      <a:pt x="453386" y="0"/>
                    </a:cubicBezTo>
                    <a:cubicBezTo>
                      <a:pt x="703784" y="0"/>
                      <a:pt x="906771" y="202988"/>
                      <a:pt x="906771" y="4533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>
                <p:custDataLst>
                  <p:tags r:id="rId36"/>
                </p:custDataLst>
              </p:nvPr>
            </p:nvSpPr>
            <p:spPr>
              <a:xfrm rot="-2700000">
                <a:off x="1920541" y="2585069"/>
                <a:ext cx="697223" cy="697223"/>
              </a:xfrm>
              <a:custGeom>
                <a:avLst/>
                <a:gdLst>
                  <a:gd name="connsiteX0" fmla="*/ 697223 w 697223"/>
                  <a:gd name="connsiteY0" fmla="*/ 348612 h 697223"/>
                  <a:gd name="connsiteX1" fmla="*/ 348612 w 697223"/>
                  <a:gd name="connsiteY1" fmla="*/ 697223 h 697223"/>
                  <a:gd name="connsiteX2" fmla="*/ 0 w 697223"/>
                  <a:gd name="connsiteY2" fmla="*/ 348612 h 697223"/>
                  <a:gd name="connsiteX3" fmla="*/ 348612 w 697223"/>
                  <a:gd name="connsiteY3" fmla="*/ 0 h 697223"/>
                  <a:gd name="connsiteX4" fmla="*/ 697223 w 697223"/>
                  <a:gd name="connsiteY4" fmla="*/ 348612 h 697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23" h="697223">
                    <a:moveTo>
                      <a:pt x="697223" y="348612"/>
                    </a:moveTo>
                    <a:cubicBezTo>
                      <a:pt x="697223" y="541145"/>
                      <a:pt x="541145" y="697223"/>
                      <a:pt x="348612" y="697223"/>
                    </a:cubicBezTo>
                    <a:cubicBezTo>
                      <a:pt x="156079" y="697223"/>
                      <a:pt x="0" y="541145"/>
                      <a:pt x="0" y="348612"/>
                    </a:cubicBezTo>
                    <a:cubicBezTo>
                      <a:pt x="0" y="156079"/>
                      <a:pt x="156079" y="0"/>
                      <a:pt x="348612" y="0"/>
                    </a:cubicBezTo>
                    <a:cubicBezTo>
                      <a:pt x="541145" y="0"/>
                      <a:pt x="697223" y="156079"/>
                      <a:pt x="697223" y="34861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956434" y="2621280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" name="图形 1"/>
            <p:cNvGrpSpPr/>
            <p:nvPr/>
          </p:nvGrpSpPr>
          <p:grpSpPr>
            <a:xfrm>
              <a:off x="3945254" y="4740592"/>
              <a:ext cx="4341495" cy="2117408"/>
              <a:chOff x="3945254" y="4740592"/>
              <a:chExt cx="4341495" cy="2117408"/>
            </a:xfrm>
            <a:solidFill>
              <a:schemeClr val="accent1"/>
            </a:solidFill>
          </p:grpSpPr>
          <p:grpSp>
            <p:nvGrpSpPr>
              <p:cNvPr id="41" name="图形 1"/>
              <p:cNvGrpSpPr/>
              <p:nvPr/>
            </p:nvGrpSpPr>
            <p:grpSpPr>
              <a:xfrm>
                <a:off x="3945254" y="4740592"/>
                <a:ext cx="4341495" cy="2117407"/>
                <a:chOff x="3945254" y="4740592"/>
                <a:chExt cx="4341495" cy="2117407"/>
              </a:xfrm>
              <a:solidFill>
                <a:schemeClr val="accent1"/>
              </a:solidFill>
            </p:grpSpPr>
            <p:sp>
              <p:nvSpPr>
                <p:cNvPr id="49" name="任意多边形: 形状 4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5495924" y="4740592"/>
                  <a:ext cx="1240155" cy="962025"/>
                </a:xfrm>
                <a:custGeom>
                  <a:avLst/>
                  <a:gdLst>
                    <a:gd name="connsiteX0" fmla="*/ 283845 w 1240155"/>
                    <a:gd name="connsiteY0" fmla="*/ 962025 h 962025"/>
                    <a:gd name="connsiteX1" fmla="*/ 620078 w 1240155"/>
                    <a:gd name="connsiteY1" fmla="*/ 916305 h 962025"/>
                    <a:gd name="connsiteX2" fmla="*/ 956310 w 1240155"/>
                    <a:gd name="connsiteY2" fmla="*/ 962025 h 962025"/>
                    <a:gd name="connsiteX3" fmla="*/ 1240155 w 1240155"/>
                    <a:gd name="connsiteY3" fmla="*/ 89535 h 962025"/>
                    <a:gd name="connsiteX4" fmla="*/ 620078 w 1240155"/>
                    <a:gd name="connsiteY4" fmla="*/ 0 h 962025"/>
                    <a:gd name="connsiteX5" fmla="*/ 0 w 1240155"/>
                    <a:gd name="connsiteY5" fmla="*/ 89535 h 962025"/>
                    <a:gd name="connsiteX6" fmla="*/ 283845 w 1240155"/>
                    <a:gd name="connsiteY6" fmla="*/ 962025 h 962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0155" h="962025">
                      <a:moveTo>
                        <a:pt x="283845" y="962025"/>
                      </a:moveTo>
                      <a:cubicBezTo>
                        <a:pt x="390525" y="932497"/>
                        <a:pt x="503872" y="916305"/>
                        <a:pt x="620078" y="916305"/>
                      </a:cubicBezTo>
                      <a:cubicBezTo>
                        <a:pt x="736282" y="916305"/>
                        <a:pt x="849630" y="932497"/>
                        <a:pt x="956310" y="962025"/>
                      </a:cubicBezTo>
                      <a:lnTo>
                        <a:pt x="1240155" y="89535"/>
                      </a:lnTo>
                      <a:cubicBezTo>
                        <a:pt x="1043940" y="31432"/>
                        <a:pt x="835343" y="0"/>
                        <a:pt x="620078" y="0"/>
                      </a:cubicBezTo>
                      <a:cubicBezTo>
                        <a:pt x="404813" y="0"/>
                        <a:pt x="196215" y="31432"/>
                        <a:pt x="0" y="89535"/>
                      </a:cubicBezTo>
                      <a:lnTo>
                        <a:pt x="283845" y="96202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6555104" y="4862512"/>
                  <a:ext cx="1285875" cy="1267777"/>
                </a:xfrm>
                <a:custGeom>
                  <a:avLst/>
                  <a:gdLst>
                    <a:gd name="connsiteX0" fmla="*/ 0 w 1285875"/>
                    <a:gd name="connsiteY0" fmla="*/ 872490 h 1267777"/>
                    <a:gd name="connsiteX1" fmla="*/ 543877 w 1285875"/>
                    <a:gd name="connsiteY1" fmla="*/ 1267777 h 1267777"/>
                    <a:gd name="connsiteX2" fmla="*/ 1285875 w 1285875"/>
                    <a:gd name="connsiteY2" fmla="*/ 728663 h 1267777"/>
                    <a:gd name="connsiteX3" fmla="*/ 282893 w 1285875"/>
                    <a:gd name="connsiteY3" fmla="*/ 0 h 1267777"/>
                    <a:gd name="connsiteX4" fmla="*/ 0 w 1285875"/>
                    <a:gd name="connsiteY4" fmla="*/ 872490 h 1267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875" h="1267777">
                      <a:moveTo>
                        <a:pt x="0" y="872490"/>
                      </a:moveTo>
                      <a:cubicBezTo>
                        <a:pt x="216218" y="953453"/>
                        <a:pt x="403860" y="1091565"/>
                        <a:pt x="543877" y="1267777"/>
                      </a:cubicBezTo>
                      <a:lnTo>
                        <a:pt x="1285875" y="728663"/>
                      </a:lnTo>
                      <a:cubicBezTo>
                        <a:pt x="1031557" y="397193"/>
                        <a:pt x="684847" y="140970"/>
                        <a:pt x="282893" y="0"/>
                      </a:cubicBezTo>
                      <a:lnTo>
                        <a:pt x="0" y="8724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390071" y="4862512"/>
                  <a:ext cx="1286827" cy="1268730"/>
                </a:xfrm>
                <a:custGeom>
                  <a:avLst/>
                  <a:gdLst>
                    <a:gd name="connsiteX0" fmla="*/ 742950 w 1286827"/>
                    <a:gd name="connsiteY0" fmla="*/ 1268730 h 1268730"/>
                    <a:gd name="connsiteX1" fmla="*/ 1286828 w 1286827"/>
                    <a:gd name="connsiteY1" fmla="*/ 872490 h 1268730"/>
                    <a:gd name="connsiteX2" fmla="*/ 1002983 w 1286827"/>
                    <a:gd name="connsiteY2" fmla="*/ 0 h 1268730"/>
                    <a:gd name="connsiteX3" fmla="*/ 0 w 1286827"/>
                    <a:gd name="connsiteY3" fmla="*/ 728663 h 1268730"/>
                    <a:gd name="connsiteX4" fmla="*/ 742950 w 1286827"/>
                    <a:gd name="connsiteY4" fmla="*/ 1268730 h 1268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6827" h="1268730">
                      <a:moveTo>
                        <a:pt x="742950" y="1268730"/>
                      </a:moveTo>
                      <a:cubicBezTo>
                        <a:pt x="883920" y="1091565"/>
                        <a:pt x="1071563" y="953453"/>
                        <a:pt x="1286828" y="872490"/>
                      </a:cubicBezTo>
                      <a:lnTo>
                        <a:pt x="1002983" y="0"/>
                      </a:lnTo>
                      <a:cubicBezTo>
                        <a:pt x="601980" y="141922"/>
                        <a:pt x="254318" y="397193"/>
                        <a:pt x="0" y="728663"/>
                      </a:cubicBezTo>
                      <a:lnTo>
                        <a:pt x="742950" y="126873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7161847" y="5678805"/>
                  <a:ext cx="1124902" cy="1179194"/>
                </a:xfrm>
                <a:custGeom>
                  <a:avLst/>
                  <a:gdLst>
                    <a:gd name="connsiteX0" fmla="*/ 741997 w 1124902"/>
                    <a:gd name="connsiteY0" fmla="*/ 0 h 1179194"/>
                    <a:gd name="connsiteX1" fmla="*/ 0 w 1124902"/>
                    <a:gd name="connsiteY1" fmla="*/ 539115 h 1179194"/>
                    <a:gd name="connsiteX2" fmla="*/ 207645 w 1124902"/>
                    <a:gd name="connsiteY2" fmla="*/ 1179195 h 1179194"/>
                    <a:gd name="connsiteX3" fmla="*/ 1124902 w 1124902"/>
                    <a:gd name="connsiteY3" fmla="*/ 1179195 h 1179194"/>
                    <a:gd name="connsiteX4" fmla="*/ 741997 w 1124902"/>
                    <a:gd name="connsiteY4" fmla="*/ 0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741997" y="0"/>
                      </a:moveTo>
                      <a:lnTo>
                        <a:pt x="0" y="539115"/>
                      </a:lnTo>
                      <a:cubicBezTo>
                        <a:pt x="122872" y="723900"/>
                        <a:pt x="198120" y="942975"/>
                        <a:pt x="207645" y="1179195"/>
                      </a:cubicBezTo>
                      <a:lnTo>
                        <a:pt x="1124902" y="1179195"/>
                      </a:lnTo>
                      <a:cubicBezTo>
                        <a:pt x="1114425" y="741997"/>
                        <a:pt x="974407" y="336232"/>
                        <a:pt x="7419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945254" y="5678805"/>
                  <a:ext cx="1124902" cy="1179194"/>
                </a:xfrm>
                <a:custGeom>
                  <a:avLst/>
                  <a:gdLst>
                    <a:gd name="connsiteX0" fmla="*/ 0 w 1124902"/>
                    <a:gd name="connsiteY0" fmla="*/ 1179195 h 1179194"/>
                    <a:gd name="connsiteX1" fmla="*/ 917257 w 1124902"/>
                    <a:gd name="connsiteY1" fmla="*/ 1179195 h 1179194"/>
                    <a:gd name="connsiteX2" fmla="*/ 1124902 w 1124902"/>
                    <a:gd name="connsiteY2" fmla="*/ 539115 h 1179194"/>
                    <a:gd name="connsiteX3" fmla="*/ 382905 w 1124902"/>
                    <a:gd name="connsiteY3" fmla="*/ 0 h 1179194"/>
                    <a:gd name="connsiteX4" fmla="*/ 0 w 1124902"/>
                    <a:gd name="connsiteY4" fmla="*/ 1179195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0" y="1179195"/>
                      </a:moveTo>
                      <a:lnTo>
                        <a:pt x="917257" y="1179195"/>
                      </a:lnTo>
                      <a:cubicBezTo>
                        <a:pt x="926782" y="942975"/>
                        <a:pt x="1002030" y="723900"/>
                        <a:pt x="1124902" y="539115"/>
                      </a:cubicBezTo>
                      <a:lnTo>
                        <a:pt x="382905" y="0"/>
                      </a:lnTo>
                      <a:cubicBezTo>
                        <a:pt x="150495" y="336232"/>
                        <a:pt x="10477" y="741997"/>
                        <a:pt x="0" y="1179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43"/>
                </p:custDataLst>
              </p:nvPr>
            </p:nvSpPr>
            <p:spPr>
              <a:xfrm>
                <a:off x="5132069" y="5924550"/>
                <a:ext cx="1969769" cy="933450"/>
              </a:xfrm>
              <a:custGeom>
                <a:avLst/>
                <a:gdLst>
                  <a:gd name="connsiteX0" fmla="*/ 1969770 w 1969769"/>
                  <a:gd name="connsiteY0" fmla="*/ 933450 h 933450"/>
                  <a:gd name="connsiteX1" fmla="*/ 984885 w 1969769"/>
                  <a:gd name="connsiteY1" fmla="*/ 0 h 933450"/>
                  <a:gd name="connsiteX2" fmla="*/ 0 w 1969769"/>
                  <a:gd name="connsiteY2" fmla="*/ 933450 h 933450"/>
                  <a:gd name="connsiteX3" fmla="*/ 1969770 w 1969769"/>
                  <a:gd name="connsiteY3" fmla="*/ 933450 h 93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9769" h="933450">
                    <a:moveTo>
                      <a:pt x="1969770" y="933450"/>
                    </a:moveTo>
                    <a:cubicBezTo>
                      <a:pt x="1942148" y="413385"/>
                      <a:pt x="1511618" y="0"/>
                      <a:pt x="984885" y="0"/>
                    </a:cubicBezTo>
                    <a:cubicBezTo>
                      <a:pt x="458153" y="0"/>
                      <a:pt x="27623" y="413385"/>
                      <a:pt x="0" y="933450"/>
                    </a:cubicBezTo>
                    <a:lnTo>
                      <a:pt x="1969770" y="93345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3" name="图形 1"/>
              <p:cNvGrpSpPr/>
              <p:nvPr/>
            </p:nvGrpSpPr>
            <p:grpSpPr>
              <a:xfrm>
                <a:off x="4712969" y="5506402"/>
                <a:ext cx="2807017" cy="1351597"/>
                <a:chOff x="4712969" y="5506402"/>
                <a:chExt cx="2807017" cy="1351597"/>
              </a:xfrm>
              <a:solidFill>
                <a:schemeClr val="accent1"/>
              </a:solidFill>
            </p:grpSpPr>
            <p:sp>
              <p:nvSpPr>
                <p:cNvPr id="44" name="任意多边形: 形状 43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4712969" y="6129337"/>
                  <a:ext cx="357187" cy="728662"/>
                </a:xfrm>
                <a:custGeom>
                  <a:avLst/>
                  <a:gdLst>
                    <a:gd name="connsiteX0" fmla="*/ 0 w 357187"/>
                    <a:gd name="connsiteY0" fmla="*/ 728663 h 728662"/>
                    <a:gd name="connsiteX1" fmla="*/ 149543 w 357187"/>
                    <a:gd name="connsiteY1" fmla="*/ 728663 h 728662"/>
                    <a:gd name="connsiteX2" fmla="*/ 357188 w 357187"/>
                    <a:gd name="connsiteY2" fmla="*/ 88582 h 728662"/>
                    <a:gd name="connsiteX3" fmla="*/ 236220 w 357187"/>
                    <a:gd name="connsiteY3" fmla="*/ 0 h 728662"/>
                    <a:gd name="connsiteX4" fmla="*/ 0 w 357187"/>
                    <a:gd name="connsiteY4" fmla="*/ 728663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0" y="728663"/>
                      </a:moveTo>
                      <a:lnTo>
                        <a:pt x="149543" y="728663"/>
                      </a:lnTo>
                      <a:cubicBezTo>
                        <a:pt x="159068" y="492443"/>
                        <a:pt x="234315" y="273368"/>
                        <a:pt x="357188" y="88582"/>
                      </a:cubicBezTo>
                      <a:lnTo>
                        <a:pt x="236220" y="0"/>
                      </a:lnTo>
                      <a:cubicBezTo>
                        <a:pt x="95250" y="209550"/>
                        <a:pt x="9525" y="459105"/>
                        <a:pt x="0" y="72866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7162799" y="6129337"/>
                  <a:ext cx="357187" cy="728662"/>
                </a:xfrm>
                <a:custGeom>
                  <a:avLst/>
                  <a:gdLst>
                    <a:gd name="connsiteX0" fmla="*/ 120968 w 357187"/>
                    <a:gd name="connsiteY0" fmla="*/ 0 h 728662"/>
                    <a:gd name="connsiteX1" fmla="*/ 0 w 357187"/>
                    <a:gd name="connsiteY1" fmla="*/ 88582 h 728662"/>
                    <a:gd name="connsiteX2" fmla="*/ 207645 w 357187"/>
                    <a:gd name="connsiteY2" fmla="*/ 728663 h 728662"/>
                    <a:gd name="connsiteX3" fmla="*/ 357188 w 357187"/>
                    <a:gd name="connsiteY3" fmla="*/ 728663 h 728662"/>
                    <a:gd name="connsiteX4" fmla="*/ 120968 w 357187"/>
                    <a:gd name="connsiteY4" fmla="*/ 0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120968" y="0"/>
                      </a:moveTo>
                      <a:lnTo>
                        <a:pt x="0" y="88582"/>
                      </a:lnTo>
                      <a:cubicBezTo>
                        <a:pt x="122873" y="273368"/>
                        <a:pt x="198120" y="492443"/>
                        <a:pt x="207645" y="728663"/>
                      </a:cubicBezTo>
                      <a:lnTo>
                        <a:pt x="357188" y="728663"/>
                      </a:lnTo>
                      <a:cubicBezTo>
                        <a:pt x="346710" y="459105"/>
                        <a:pt x="260985" y="209550"/>
                        <a:pt x="120968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5012054" y="5592127"/>
                  <a:ext cx="665797" cy="539115"/>
                </a:xfrm>
                <a:custGeom>
                  <a:avLst/>
                  <a:gdLst>
                    <a:gd name="connsiteX0" fmla="*/ 665797 w 665797"/>
                    <a:gd name="connsiteY0" fmla="*/ 142875 h 539115"/>
                    <a:gd name="connsiteX1" fmla="*/ 619125 w 665797"/>
                    <a:gd name="connsiteY1" fmla="*/ 0 h 539115"/>
                    <a:gd name="connsiteX2" fmla="*/ 0 w 665797"/>
                    <a:gd name="connsiteY2" fmla="*/ 450533 h 539115"/>
                    <a:gd name="connsiteX3" fmla="*/ 121920 w 665797"/>
                    <a:gd name="connsiteY3" fmla="*/ 539115 h 539115"/>
                    <a:gd name="connsiteX4" fmla="*/ 665797 w 665797"/>
                    <a:gd name="connsiteY4" fmla="*/ 142875 h 539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5797" h="539115">
                      <a:moveTo>
                        <a:pt x="665797" y="142875"/>
                      </a:moveTo>
                      <a:lnTo>
                        <a:pt x="619125" y="0"/>
                      </a:lnTo>
                      <a:cubicBezTo>
                        <a:pt x="373380" y="90488"/>
                        <a:pt x="159067" y="247650"/>
                        <a:pt x="0" y="450533"/>
                      </a:cubicBezTo>
                      <a:lnTo>
                        <a:pt x="121920" y="539115"/>
                      </a:lnTo>
                      <a:cubicBezTo>
                        <a:pt x="261938" y="361950"/>
                        <a:pt x="449580" y="223838"/>
                        <a:pt x="665797" y="142875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7" name="任意多边形: 形状 46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6554151" y="5592127"/>
                  <a:ext cx="664845" cy="538162"/>
                </a:xfrm>
                <a:custGeom>
                  <a:avLst/>
                  <a:gdLst>
                    <a:gd name="connsiteX0" fmla="*/ 46673 w 664845"/>
                    <a:gd name="connsiteY0" fmla="*/ 0 h 538162"/>
                    <a:gd name="connsiteX1" fmla="*/ 0 w 664845"/>
                    <a:gd name="connsiteY1" fmla="*/ 142875 h 538162"/>
                    <a:gd name="connsiteX2" fmla="*/ 543878 w 664845"/>
                    <a:gd name="connsiteY2" fmla="*/ 538162 h 538162"/>
                    <a:gd name="connsiteX3" fmla="*/ 664845 w 664845"/>
                    <a:gd name="connsiteY3" fmla="*/ 449580 h 538162"/>
                    <a:gd name="connsiteX4" fmla="*/ 46673 w 664845"/>
                    <a:gd name="connsiteY4" fmla="*/ 0 h 53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845" h="538162">
                      <a:moveTo>
                        <a:pt x="46673" y="0"/>
                      </a:moveTo>
                      <a:lnTo>
                        <a:pt x="0" y="142875"/>
                      </a:lnTo>
                      <a:cubicBezTo>
                        <a:pt x="216218" y="223838"/>
                        <a:pt x="403860" y="361950"/>
                        <a:pt x="543878" y="538162"/>
                      </a:cubicBezTo>
                      <a:lnTo>
                        <a:pt x="664845" y="449580"/>
                      </a:lnTo>
                      <a:cubicBezTo>
                        <a:pt x="506730" y="248603"/>
                        <a:pt x="293370" y="90488"/>
                        <a:pt x="4667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5733096" y="5506402"/>
                  <a:ext cx="765809" cy="196215"/>
                </a:xfrm>
                <a:custGeom>
                  <a:avLst/>
                  <a:gdLst>
                    <a:gd name="connsiteX0" fmla="*/ 719138 w 765809"/>
                    <a:gd name="connsiteY0" fmla="*/ 195263 h 196215"/>
                    <a:gd name="connsiteX1" fmla="*/ 765810 w 765809"/>
                    <a:gd name="connsiteY1" fmla="*/ 52388 h 196215"/>
                    <a:gd name="connsiteX2" fmla="*/ 382905 w 765809"/>
                    <a:gd name="connsiteY2" fmla="*/ 0 h 196215"/>
                    <a:gd name="connsiteX3" fmla="*/ 0 w 765809"/>
                    <a:gd name="connsiteY3" fmla="*/ 53340 h 196215"/>
                    <a:gd name="connsiteX4" fmla="*/ 46672 w 765809"/>
                    <a:gd name="connsiteY4" fmla="*/ 196215 h 196215"/>
                    <a:gd name="connsiteX5" fmla="*/ 382905 w 765809"/>
                    <a:gd name="connsiteY5" fmla="*/ 150495 h 196215"/>
                    <a:gd name="connsiteX6" fmla="*/ 719138 w 765809"/>
                    <a:gd name="connsiteY6" fmla="*/ 195263 h 196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5809" h="196215">
                      <a:moveTo>
                        <a:pt x="719138" y="195263"/>
                      </a:moveTo>
                      <a:lnTo>
                        <a:pt x="765810" y="52388"/>
                      </a:lnTo>
                      <a:cubicBezTo>
                        <a:pt x="643890" y="18097"/>
                        <a:pt x="515303" y="0"/>
                        <a:pt x="382905" y="0"/>
                      </a:cubicBezTo>
                      <a:cubicBezTo>
                        <a:pt x="250508" y="0"/>
                        <a:pt x="121920" y="18097"/>
                        <a:pt x="0" y="53340"/>
                      </a:cubicBezTo>
                      <a:lnTo>
                        <a:pt x="46672" y="196215"/>
                      </a:lnTo>
                      <a:cubicBezTo>
                        <a:pt x="153353" y="166688"/>
                        <a:pt x="266700" y="150495"/>
                        <a:pt x="382905" y="150495"/>
                      </a:cubicBezTo>
                      <a:cubicBezTo>
                        <a:pt x="500063" y="150495"/>
                        <a:pt x="612458" y="165735"/>
                        <a:pt x="719138" y="195263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1" name="组合 10"/>
            <p:cNvGrpSpPr/>
            <p:nvPr/>
          </p:nvGrpSpPr>
          <p:grpSpPr>
            <a:xfrm>
              <a:off x="1479234" y="3569298"/>
              <a:ext cx="1567718" cy="818612"/>
              <a:chOff x="85700" y="1681162"/>
              <a:chExt cx="1567718" cy="818612"/>
            </a:xfrm>
          </p:grpSpPr>
          <p:sp>
            <p:nvSpPr>
              <p:cNvPr id="39" name="文本框 23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研究方法一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基于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 PPO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强化学习的任务卸载决策优化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406991" y="2541020"/>
              <a:ext cx="1567718" cy="818612"/>
              <a:chOff x="85700" y="1681162"/>
              <a:chExt cx="1567718" cy="818612"/>
            </a:xfrm>
          </p:grpSpPr>
          <p:sp>
            <p:nvSpPr>
              <p:cNvPr id="37" name="文本框 23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研究方法二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多终端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 -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边缘节点协同调度模型构建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230426" y="2541020"/>
              <a:ext cx="1567718" cy="818612"/>
              <a:chOff x="85700" y="1681162"/>
              <a:chExt cx="1567718" cy="818612"/>
            </a:xfrm>
          </p:grpSpPr>
          <p:sp>
            <p:nvSpPr>
              <p:cNvPr id="35" name="文本框 23"/>
              <p:cNvSpPr txBox="1"/>
              <p:nvPr>
                <p:custDataLst>
                  <p:tags r:id="rId53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研究方法四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基于任务优先级的分类卸载策略设计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160873" y="3569298"/>
              <a:ext cx="1567718" cy="818612"/>
              <a:chOff x="85700" y="1681162"/>
              <a:chExt cx="1567718" cy="818612"/>
            </a:xfrm>
          </p:grpSpPr>
          <p:sp>
            <p:nvSpPr>
              <p:cNvPr id="33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研究方法五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非合作博弈论的边缘资源分配优化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5312885" y="2157691"/>
              <a:ext cx="1567718" cy="818612"/>
              <a:chOff x="85700" y="1681162"/>
              <a:chExt cx="1567718" cy="818612"/>
            </a:xfrm>
          </p:grpSpPr>
          <p:sp>
            <p:nvSpPr>
              <p:cNvPr id="31" name="文本框 23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研究方法三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融合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 V2X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数据的车辆移动预测校准方法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5970576" y="1409629"/>
              <a:ext cx="288122" cy="258931"/>
              <a:chOff x="6330348" y="5742654"/>
              <a:chExt cx="626646" cy="563155"/>
            </a:xfrm>
            <a:solidFill>
              <a:schemeClr val="accent3"/>
            </a:solidFill>
          </p:grpSpPr>
          <p:sp>
            <p:nvSpPr>
              <p:cNvPr id="29" name="任意多边形: 形状 2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60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图形 3"/>
            <p:cNvGrpSpPr/>
            <p:nvPr/>
          </p:nvGrpSpPr>
          <p:grpSpPr>
            <a:xfrm>
              <a:off x="2124280" y="2762209"/>
              <a:ext cx="282837" cy="335194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7" name="任意多边形: 形状 2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6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8" name="图形 3"/>
            <p:cNvGrpSpPr/>
            <p:nvPr/>
          </p:nvGrpSpPr>
          <p:grpSpPr>
            <a:xfrm>
              <a:off x="9842161" y="2782042"/>
              <a:ext cx="241022" cy="267748"/>
              <a:chOff x="3800744" y="5192543"/>
              <a:chExt cx="445815" cy="495250"/>
            </a:xfrm>
            <a:solidFill>
              <a:schemeClr val="accent5"/>
            </a:solidFill>
          </p:grpSpPr>
          <p:sp>
            <p:nvSpPr>
              <p:cNvPr id="25" name="任意多边形: 形状 2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6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9" name="图形 3"/>
            <p:cNvGrpSpPr/>
            <p:nvPr/>
          </p:nvGrpSpPr>
          <p:grpSpPr>
            <a:xfrm>
              <a:off x="7908939" y="1855405"/>
              <a:ext cx="260317" cy="240669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6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" name="图形 3"/>
            <p:cNvGrpSpPr/>
            <p:nvPr/>
          </p:nvGrpSpPr>
          <p:grpSpPr>
            <a:xfrm>
              <a:off x="4025754" y="1817544"/>
              <a:ext cx="328947" cy="302622"/>
              <a:chOff x="3464954" y="1598078"/>
              <a:chExt cx="615770" cy="566489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6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6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9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453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居家脑卒中康复期患者家庭照护者康复指导依从性研究方法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47015" y="2970785"/>
            <a:ext cx="7876990" cy="2379344"/>
          </a:xfrm>
          <a:prstGeom prst="ellipse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shape">
              <a:fillToRect l="50000" t="50000" r="50000" b="50000"/>
            </a:path>
            <a:tileRect/>
          </a:gradFill>
          <a:ln w="19050">
            <a:gradFill>
              <a:gsLst>
                <a:gs pos="2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圆柱体 2"/>
          <p:cNvSpPr/>
          <p:nvPr/>
        </p:nvSpPr>
        <p:spPr>
          <a:xfrm>
            <a:off x="4046220" y="2587307"/>
            <a:ext cx="3878580" cy="2011680"/>
          </a:xfrm>
          <a:prstGeom prst="can">
            <a:avLst>
              <a:gd name="adj" fmla="val 50000"/>
            </a:avLst>
          </a:prstGeom>
          <a:gradFill>
            <a:gsLst>
              <a:gs pos="100000">
                <a:schemeClr val="accent1">
                  <a:alpha val="9000"/>
                </a:schemeClr>
              </a:gs>
              <a:gs pos="0">
                <a:schemeClr val="accent1">
                  <a:alpha val="4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046220" y="3198812"/>
            <a:ext cx="3878580" cy="117157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370070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559481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748892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user_209046"/>
          <p:cNvSpPr/>
          <p:nvPr/>
        </p:nvSpPr>
        <p:spPr>
          <a:xfrm>
            <a:off x="4617251" y="2337090"/>
            <a:ext cx="351190" cy="316688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0" name="user_209046"/>
          <p:cNvSpPr/>
          <p:nvPr/>
        </p:nvSpPr>
        <p:spPr>
          <a:xfrm>
            <a:off x="5838302" y="2336845"/>
            <a:ext cx="295798" cy="338094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1" name="user_209046"/>
          <p:cNvSpPr/>
          <p:nvPr/>
        </p:nvSpPr>
        <p:spPr>
          <a:xfrm>
            <a:off x="7056372" y="2352148"/>
            <a:ext cx="241106" cy="296928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37246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基础调研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30601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干预实施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20012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效果评价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76603" y="3775194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cs typeface="+mn-ea"/>
                <a:sym typeface="+mn-lt"/>
              </a:rPr>
              <a:t>研究方法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67890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287270" y="4345832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296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59462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997178" y="5171694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2037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630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589545" y="43036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20035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27559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2381475" y="40235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340360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69900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6089650" y="48496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751205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871855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9671050" y="3981396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2710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51832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问卷法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528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访谈法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750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观察法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474301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培训法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61050" y="4612930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指导法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283450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随访法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836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量表法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299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对比法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05247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统计法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2605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中班幼儿绘本阅读语言表达能力提升研究方法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978150" y="1131570"/>
            <a:ext cx="6235065" cy="5531485"/>
            <a:chOff x="2782194" y="576114"/>
            <a:chExt cx="6597837" cy="5852597"/>
          </a:xfrm>
        </p:grpSpPr>
        <p:grpSp>
          <p:nvGrpSpPr>
            <p:cNvPr id="4" name="组合 3"/>
            <p:cNvGrpSpPr/>
            <p:nvPr/>
          </p:nvGrpSpPr>
          <p:grpSpPr>
            <a:xfrm>
              <a:off x="4590801" y="576114"/>
              <a:ext cx="3029200" cy="5852597"/>
              <a:chOff x="4605315" y="561599"/>
              <a:chExt cx="2901843" cy="5606536"/>
            </a:xfrm>
          </p:grpSpPr>
          <p:sp>
            <p:nvSpPr>
              <p:cNvPr id="41" name="任意多边形: 形状 40"/>
              <p:cNvSpPr/>
              <p:nvPr>
                <p:custDataLst>
                  <p:tags r:id="rId2"/>
                </p:custDataLst>
              </p:nvPr>
            </p:nvSpPr>
            <p:spPr>
              <a:xfrm>
                <a:off x="5389126" y="4285515"/>
                <a:ext cx="1175746" cy="1121590"/>
              </a:xfrm>
              <a:custGeom>
                <a:avLst/>
                <a:gdLst>
                  <a:gd name="connsiteX0" fmla="*/ 1175748 w 1175747"/>
                  <a:gd name="connsiteY0" fmla="*/ 159616 h 1121591"/>
                  <a:gd name="connsiteX1" fmla="*/ 909245 w 1175747"/>
                  <a:gd name="connsiteY1" fmla="*/ 159616 h 1121591"/>
                  <a:gd name="connsiteX2" fmla="*/ 632766 w 1175747"/>
                  <a:gd name="connsiteY2" fmla="*/ 0 h 1121591"/>
                  <a:gd name="connsiteX3" fmla="*/ 632766 w 1175747"/>
                  <a:gd name="connsiteY3" fmla="*/ 159616 h 1121591"/>
                  <a:gd name="connsiteX4" fmla="*/ 520179 w 1175747"/>
                  <a:gd name="connsiteY4" fmla="*/ 159616 h 1121591"/>
                  <a:gd name="connsiteX5" fmla="*/ 0 w 1175747"/>
                  <a:gd name="connsiteY5" fmla="*/ 679796 h 1121591"/>
                  <a:gd name="connsiteX6" fmla="*/ 0 w 1175747"/>
                  <a:gd name="connsiteY6" fmla="*/ 1121592 h 1121591"/>
                  <a:gd name="connsiteX7" fmla="*/ 213772 w 1175747"/>
                  <a:gd name="connsiteY7" fmla="*/ 1121592 h 1121591"/>
                  <a:gd name="connsiteX8" fmla="*/ 213772 w 1175747"/>
                  <a:gd name="connsiteY8" fmla="*/ 679796 h 1121591"/>
                  <a:gd name="connsiteX9" fmla="*/ 520179 w 1175747"/>
                  <a:gd name="connsiteY9" fmla="*/ 373389 h 1121591"/>
                  <a:gd name="connsiteX10" fmla="*/ 632766 w 1175747"/>
                  <a:gd name="connsiteY10" fmla="*/ 373389 h 1121591"/>
                  <a:gd name="connsiteX11" fmla="*/ 632766 w 1175747"/>
                  <a:gd name="connsiteY11" fmla="*/ 533006 h 1121591"/>
                  <a:gd name="connsiteX12" fmla="*/ 909245 w 1175747"/>
                  <a:gd name="connsiteY12" fmla="*/ 373389 h 1121591"/>
                  <a:gd name="connsiteX13" fmla="*/ 1175748 w 1175747"/>
                  <a:gd name="connsiteY13" fmla="*/ 373389 h 1121591"/>
                  <a:gd name="connsiteX14" fmla="*/ 1175748 w 1175747"/>
                  <a:gd name="connsiteY14" fmla="*/ 159616 h 11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1">
                    <a:moveTo>
                      <a:pt x="1175748" y="159616"/>
                    </a:moveTo>
                    <a:lnTo>
                      <a:pt x="909245" y="159616"/>
                    </a:lnTo>
                    <a:lnTo>
                      <a:pt x="632766" y="0"/>
                    </a:lnTo>
                    <a:lnTo>
                      <a:pt x="632766" y="159616"/>
                    </a:lnTo>
                    <a:lnTo>
                      <a:pt x="520179" y="159616"/>
                    </a:lnTo>
                    <a:cubicBezTo>
                      <a:pt x="233725" y="159616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3"/>
                </p:custDataLst>
              </p:nvPr>
            </p:nvSpPr>
            <p:spPr>
              <a:xfrm>
                <a:off x="5543042" y="3391946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4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89126" y="2489826"/>
                <a:ext cx="1175746" cy="1121591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5"/>
                </p:custDataLst>
              </p:nvPr>
            </p:nvSpPr>
            <p:spPr>
              <a:xfrm>
                <a:off x="5543042" y="1596258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3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6"/>
                </p:custDataLst>
              </p:nvPr>
            </p:nvSpPr>
            <p:spPr>
              <a:xfrm>
                <a:off x="5389126" y="736893"/>
                <a:ext cx="1175747" cy="1121592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9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7"/>
                </p:custDataLst>
              </p:nvPr>
            </p:nvSpPr>
            <p:spPr>
              <a:xfrm rot="10800000">
                <a:off x="4605316" y="4915430"/>
                <a:ext cx="242275" cy="1252705"/>
              </a:xfrm>
              <a:custGeom>
                <a:avLst/>
                <a:gdLst>
                  <a:gd name="connsiteX0" fmla="*/ 242275 w 242275"/>
                  <a:gd name="connsiteY0" fmla="*/ 367688 h 1252705"/>
                  <a:gd name="connsiteX1" fmla="*/ 142515 w 242275"/>
                  <a:gd name="connsiteY1" fmla="*/ 367688 h 1252705"/>
                  <a:gd name="connsiteX2" fmla="*/ 142515 w 242275"/>
                  <a:gd name="connsiteY2" fmla="*/ 0 h 1252705"/>
                  <a:gd name="connsiteX3" fmla="*/ 0 w 242275"/>
                  <a:gd name="connsiteY3" fmla="*/ 0 h 1252705"/>
                  <a:gd name="connsiteX4" fmla="*/ 0 w 242275"/>
                  <a:gd name="connsiteY4" fmla="*/ 1252706 h 1252705"/>
                  <a:gd name="connsiteX5" fmla="*/ 142515 w 242275"/>
                  <a:gd name="connsiteY5" fmla="*/ 1252706 h 1252705"/>
                  <a:gd name="connsiteX6" fmla="*/ 142515 w 242275"/>
                  <a:gd name="connsiteY6" fmla="*/ 389066 h 1252705"/>
                  <a:gd name="connsiteX7" fmla="*/ 242275 w 242275"/>
                  <a:gd name="connsiteY7" fmla="*/ 38906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6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8"/>
                </p:custDataLst>
              </p:nvPr>
            </p:nvSpPr>
            <p:spPr>
              <a:xfrm rot="10800000">
                <a:off x="4605316" y="314396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9"/>
                </p:custDataLst>
              </p:nvPr>
            </p:nvSpPr>
            <p:spPr>
              <a:xfrm rot="10800000">
                <a:off x="4605315" y="1319778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0"/>
                </p:custDataLst>
              </p:nvPr>
            </p:nvSpPr>
            <p:spPr>
              <a:xfrm rot="10800000">
                <a:off x="7264882" y="56159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7264882" y="2343036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7264883" y="4124473"/>
                <a:ext cx="242275" cy="1252705"/>
              </a:xfrm>
              <a:custGeom>
                <a:avLst/>
                <a:gdLst>
                  <a:gd name="connsiteX0" fmla="*/ 242275 w 242275"/>
                  <a:gd name="connsiteY0" fmla="*/ 0 h 1252705"/>
                  <a:gd name="connsiteX1" fmla="*/ 99760 w 242275"/>
                  <a:gd name="connsiteY1" fmla="*/ 0 h 1252705"/>
                  <a:gd name="connsiteX2" fmla="*/ 99760 w 242275"/>
                  <a:gd name="connsiteY2" fmla="*/ 369114 h 1252705"/>
                  <a:gd name="connsiteX3" fmla="*/ 0 w 242275"/>
                  <a:gd name="connsiteY3" fmla="*/ 369114 h 1252705"/>
                  <a:gd name="connsiteX4" fmla="*/ 0 w 242275"/>
                  <a:gd name="connsiteY4" fmla="*/ 390491 h 1252705"/>
                  <a:gd name="connsiteX5" fmla="*/ 99760 w 242275"/>
                  <a:gd name="connsiteY5" fmla="*/ 390491 h 1252705"/>
                  <a:gd name="connsiteX6" fmla="*/ 99760 w 242275"/>
                  <a:gd name="connsiteY6" fmla="*/ 1252706 h 1252705"/>
                  <a:gd name="connsiteX7" fmla="*/ 242275 w 242275"/>
                  <a:gd name="connsiteY7" fmla="*/ 125270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6306609" y="664210"/>
                <a:ext cx="655568" cy="655568"/>
                <a:chOff x="6291245" y="782446"/>
                <a:chExt cx="655568" cy="655568"/>
              </a:xfrm>
            </p:grpSpPr>
            <p:sp>
              <p:nvSpPr>
                <p:cNvPr id="68" name="任意多边形: 形状 6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01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6306609" y="2442479"/>
                <a:ext cx="655568" cy="655568"/>
                <a:chOff x="6291245" y="782446"/>
                <a:chExt cx="655568" cy="655568"/>
              </a:xfrm>
            </p:grpSpPr>
            <p:sp>
              <p:nvSpPr>
                <p:cNvPr id="66" name="任意多边形: 形状 6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7" name="任意多边形: 形状 6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03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306609" y="4220748"/>
                <a:ext cx="655568" cy="655568"/>
                <a:chOff x="6291245" y="782446"/>
                <a:chExt cx="655568" cy="655568"/>
              </a:xfrm>
            </p:grpSpPr>
            <p:sp>
              <p:nvSpPr>
                <p:cNvPr id="64" name="任意多边形: 形状 63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5" name="任意多边形: 形状 64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05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5151988" y="1559842"/>
                <a:ext cx="655568" cy="655568"/>
                <a:chOff x="6291245" y="782446"/>
                <a:chExt cx="655568" cy="655568"/>
              </a:xfrm>
            </p:grpSpPr>
            <p:sp>
              <p:nvSpPr>
                <p:cNvPr id="62" name="任意多边形: 形状 61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02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5151988" y="3338111"/>
                <a:ext cx="655568" cy="655568"/>
                <a:chOff x="6291245" y="782446"/>
                <a:chExt cx="655568" cy="655568"/>
              </a:xfrm>
            </p:grpSpPr>
            <p:sp>
              <p:nvSpPr>
                <p:cNvPr id="60" name="任意多边形: 形状 5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04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151988" y="5116380"/>
                <a:ext cx="655568" cy="655568"/>
                <a:chOff x="6291245" y="782446"/>
                <a:chExt cx="655568" cy="655568"/>
              </a:xfrm>
            </p:grpSpPr>
            <p:sp>
              <p:nvSpPr>
                <p:cNvPr id="58" name="任意多边形: 形状 57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9" name="任意多边形: 形状 5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06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7812313" y="1152394"/>
              <a:ext cx="1567718" cy="587282"/>
              <a:chOff x="2047350" y="1804117"/>
              <a:chExt cx="1567718" cy="587282"/>
            </a:xfrm>
          </p:grpSpPr>
          <p:sp>
            <p:nvSpPr>
              <p:cNvPr id="39" name="文本框 2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文献研究法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梳理核心理论基础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7812313" y="3003536"/>
              <a:ext cx="1567718" cy="587282"/>
              <a:chOff x="2047350" y="1804117"/>
              <a:chExt cx="1567718" cy="587282"/>
            </a:xfrm>
          </p:grpSpPr>
          <p:sp>
            <p:nvSpPr>
              <p:cNvPr id="37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行动研究法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迭代实践策略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7812313" y="4854678"/>
              <a:ext cx="1567718" cy="587282"/>
              <a:chOff x="2047350" y="1804117"/>
              <a:chExt cx="1567718" cy="587282"/>
            </a:xfrm>
          </p:grpSpPr>
          <p:sp>
            <p:nvSpPr>
              <p:cNvPr id="35" name="文本框 2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案例分析法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深入剖析个体发展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2782194" y="1923130"/>
              <a:ext cx="1567717" cy="587282"/>
              <a:chOff x="2782194" y="1846930"/>
              <a:chExt cx="1567717" cy="587282"/>
            </a:xfrm>
          </p:grpSpPr>
          <p:sp>
            <p:nvSpPr>
              <p:cNvPr id="33" name="文本框 23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782194" y="1846930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观察法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2782194" y="2103655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记录幼儿语言表现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82194" y="3774272"/>
              <a:ext cx="1567717" cy="587282"/>
              <a:chOff x="2782194" y="3698072"/>
              <a:chExt cx="1567717" cy="587282"/>
            </a:xfrm>
          </p:grpSpPr>
          <p:sp>
            <p:nvSpPr>
              <p:cNvPr id="31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782194" y="3698072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访谈法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2782194" y="3954797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收集多方反馈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2782194" y="5625414"/>
              <a:ext cx="1567717" cy="587282"/>
              <a:chOff x="2782194" y="5549214"/>
              <a:chExt cx="1567717" cy="587282"/>
            </a:xfrm>
          </p:grpSpPr>
          <p:sp>
            <p:nvSpPr>
              <p:cNvPr id="29" name="文本框 23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2782194" y="5549214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问卷调查法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0" name="文本框 2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2782194" y="5805939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量化家长认知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7920761" y="4372537"/>
              <a:ext cx="406685" cy="365478"/>
              <a:chOff x="6330348" y="5742654"/>
              <a:chExt cx="626646" cy="563155"/>
            </a:xfrm>
            <a:solidFill>
              <a:schemeClr val="accent5"/>
            </a:solidFill>
          </p:grpSpPr>
          <p:sp>
            <p:nvSpPr>
              <p:cNvPr id="27" name="任意多边形: 形状 26"/>
              <p:cNvSpPr/>
              <p:nvPr>
                <p:custDataLst>
                  <p:tags r:id="rId37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2" name="图形 3"/>
            <p:cNvGrpSpPr/>
            <p:nvPr/>
          </p:nvGrpSpPr>
          <p:grpSpPr>
            <a:xfrm>
              <a:off x="3882514" y="5177843"/>
              <a:ext cx="360721" cy="312666"/>
              <a:chOff x="3127918" y="4707102"/>
              <a:chExt cx="548467" cy="475401"/>
            </a:xfrm>
            <a:solidFill>
              <a:schemeClr val="accent6"/>
            </a:solidFill>
          </p:grpSpPr>
          <p:sp>
            <p:nvSpPr>
              <p:cNvPr id="25" name="任意多边形: 形状 24"/>
              <p:cNvSpPr/>
              <p:nvPr>
                <p:custDataLst>
                  <p:tags r:id="rId39"/>
                </p:custDataLst>
              </p:nvPr>
            </p:nvSpPr>
            <p:spPr>
              <a:xfrm>
                <a:off x="3294843" y="4707102"/>
                <a:ext cx="381542" cy="475401"/>
              </a:xfrm>
              <a:custGeom>
                <a:avLst/>
                <a:gdLst>
                  <a:gd name="connsiteX0" fmla="*/ 349747 w 381542"/>
                  <a:gd name="connsiteY0" fmla="*/ 276681 h 475401"/>
                  <a:gd name="connsiteX1" fmla="*/ 349747 w 381542"/>
                  <a:gd name="connsiteY1" fmla="*/ 278271 h 475401"/>
                  <a:gd name="connsiteX2" fmla="*/ 349747 w 381542"/>
                  <a:gd name="connsiteY2" fmla="*/ 279861 h 475401"/>
                  <a:gd name="connsiteX3" fmla="*/ 349747 w 381542"/>
                  <a:gd name="connsiteY3" fmla="*/ 276681 h 475401"/>
                  <a:gd name="connsiteX4" fmla="*/ 335439 w 381542"/>
                  <a:gd name="connsiteY4" fmla="*/ 155860 h 475401"/>
                  <a:gd name="connsiteX5" fmla="*/ 190771 w 381542"/>
                  <a:gd name="connsiteY5" fmla="*/ 155860 h 475401"/>
                  <a:gd name="connsiteX6" fmla="*/ 158976 w 381542"/>
                  <a:gd name="connsiteY6" fmla="*/ 124065 h 475401"/>
                  <a:gd name="connsiteX7" fmla="*/ 158976 w 381542"/>
                  <a:gd name="connsiteY7" fmla="*/ 63654 h 475401"/>
                  <a:gd name="connsiteX8" fmla="*/ 93796 w 381542"/>
                  <a:gd name="connsiteY8" fmla="*/ 63 h 475401"/>
                  <a:gd name="connsiteX9" fmla="*/ 63590 w 381542"/>
                  <a:gd name="connsiteY9" fmla="*/ 31858 h 475401"/>
                  <a:gd name="connsiteX10" fmla="*/ 63590 w 381542"/>
                  <a:gd name="connsiteY10" fmla="*/ 95449 h 475401"/>
                  <a:gd name="connsiteX11" fmla="*/ 0 w 381542"/>
                  <a:gd name="connsiteY11" fmla="*/ 203553 h 475401"/>
                  <a:gd name="connsiteX12" fmla="*/ 0 w 381542"/>
                  <a:gd name="connsiteY12" fmla="*/ 407042 h 475401"/>
                  <a:gd name="connsiteX13" fmla="*/ 17487 w 381542"/>
                  <a:gd name="connsiteY13" fmla="*/ 435657 h 475401"/>
                  <a:gd name="connsiteX14" fmla="*/ 36564 w 381542"/>
                  <a:gd name="connsiteY14" fmla="*/ 446786 h 475401"/>
                  <a:gd name="connsiteX15" fmla="*/ 149437 w 381542"/>
                  <a:gd name="connsiteY15" fmla="*/ 475401 h 475401"/>
                  <a:gd name="connsiteX16" fmla="*/ 271849 w 381542"/>
                  <a:gd name="connsiteY16" fmla="*/ 475401 h 475401"/>
                  <a:gd name="connsiteX17" fmla="*/ 317952 w 381542"/>
                  <a:gd name="connsiteY17" fmla="*/ 429298 h 475401"/>
                  <a:gd name="connsiteX18" fmla="*/ 317952 w 381542"/>
                  <a:gd name="connsiteY18" fmla="*/ 422939 h 475401"/>
                  <a:gd name="connsiteX19" fmla="*/ 313183 w 381542"/>
                  <a:gd name="connsiteY19" fmla="*/ 402273 h 475401"/>
                  <a:gd name="connsiteX20" fmla="*/ 333850 w 381542"/>
                  <a:gd name="connsiteY20" fmla="*/ 364118 h 475401"/>
                  <a:gd name="connsiteX21" fmla="*/ 333850 w 381542"/>
                  <a:gd name="connsiteY21" fmla="*/ 351400 h 475401"/>
                  <a:gd name="connsiteX22" fmla="*/ 319542 w 381542"/>
                  <a:gd name="connsiteY22" fmla="*/ 318015 h 475401"/>
                  <a:gd name="connsiteX23" fmla="*/ 349747 w 381542"/>
                  <a:gd name="connsiteY23" fmla="*/ 276681 h 475401"/>
                  <a:gd name="connsiteX24" fmla="*/ 338619 w 381542"/>
                  <a:gd name="connsiteY24" fmla="*/ 248066 h 475401"/>
                  <a:gd name="connsiteX25" fmla="*/ 381542 w 381542"/>
                  <a:gd name="connsiteY25" fmla="*/ 201963 h 475401"/>
                  <a:gd name="connsiteX26" fmla="*/ 381542 w 381542"/>
                  <a:gd name="connsiteY26" fmla="*/ 200373 h 475401"/>
                  <a:gd name="connsiteX27" fmla="*/ 335439 w 381542"/>
                  <a:gd name="connsiteY27" fmla="*/ 155860 h 475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1542" h="475401">
                    <a:moveTo>
                      <a:pt x="349747" y="276681"/>
                    </a:moveTo>
                    <a:cubicBezTo>
                      <a:pt x="349747" y="276681"/>
                      <a:pt x="349747" y="278271"/>
                      <a:pt x="349747" y="278271"/>
                    </a:cubicBezTo>
                    <a:cubicBezTo>
                      <a:pt x="349747" y="278271"/>
                      <a:pt x="349747" y="279861"/>
                      <a:pt x="349747" y="279861"/>
                    </a:cubicBezTo>
                    <a:lnTo>
                      <a:pt x="349747" y="276681"/>
                    </a:lnTo>
                    <a:close/>
                    <a:moveTo>
                      <a:pt x="335439" y="155860"/>
                    </a:moveTo>
                    <a:lnTo>
                      <a:pt x="190771" y="155860"/>
                    </a:lnTo>
                    <a:cubicBezTo>
                      <a:pt x="173284" y="155860"/>
                      <a:pt x="158976" y="141552"/>
                      <a:pt x="158976" y="124065"/>
                    </a:cubicBezTo>
                    <a:lnTo>
                      <a:pt x="158976" y="63654"/>
                    </a:lnTo>
                    <a:cubicBezTo>
                      <a:pt x="158976" y="27089"/>
                      <a:pt x="128771" y="-1527"/>
                      <a:pt x="93796" y="63"/>
                    </a:cubicBezTo>
                    <a:cubicBezTo>
                      <a:pt x="76308" y="63"/>
                      <a:pt x="63590" y="14371"/>
                      <a:pt x="63590" y="31858"/>
                    </a:cubicBezTo>
                    <a:lnTo>
                      <a:pt x="63590" y="95449"/>
                    </a:lnTo>
                    <a:cubicBezTo>
                      <a:pt x="63590" y="139962"/>
                      <a:pt x="0" y="171758"/>
                      <a:pt x="0" y="203553"/>
                    </a:cubicBezTo>
                    <a:lnTo>
                      <a:pt x="0" y="407042"/>
                    </a:lnTo>
                    <a:cubicBezTo>
                      <a:pt x="0" y="418170"/>
                      <a:pt x="6359" y="429298"/>
                      <a:pt x="17487" y="435657"/>
                    </a:cubicBezTo>
                    <a:cubicBezTo>
                      <a:pt x="23846" y="438837"/>
                      <a:pt x="30205" y="442017"/>
                      <a:pt x="36564" y="446786"/>
                    </a:cubicBezTo>
                    <a:cubicBezTo>
                      <a:pt x="71539" y="465863"/>
                      <a:pt x="109693" y="475401"/>
                      <a:pt x="149437" y="475401"/>
                    </a:cubicBezTo>
                    <a:lnTo>
                      <a:pt x="271849" y="475401"/>
                    </a:lnTo>
                    <a:cubicBezTo>
                      <a:pt x="297285" y="475401"/>
                      <a:pt x="317952" y="454735"/>
                      <a:pt x="317952" y="429298"/>
                    </a:cubicBezTo>
                    <a:lnTo>
                      <a:pt x="317952" y="422939"/>
                    </a:lnTo>
                    <a:cubicBezTo>
                      <a:pt x="317952" y="414991"/>
                      <a:pt x="316362" y="408632"/>
                      <a:pt x="313183" y="402273"/>
                    </a:cubicBezTo>
                    <a:cubicBezTo>
                      <a:pt x="325901" y="394324"/>
                      <a:pt x="333850" y="380016"/>
                      <a:pt x="333850" y="364118"/>
                    </a:cubicBezTo>
                    <a:lnTo>
                      <a:pt x="333850" y="351400"/>
                    </a:lnTo>
                    <a:cubicBezTo>
                      <a:pt x="333850" y="338682"/>
                      <a:pt x="329080" y="327554"/>
                      <a:pt x="319542" y="318015"/>
                    </a:cubicBezTo>
                    <a:cubicBezTo>
                      <a:pt x="337029" y="311656"/>
                      <a:pt x="348157" y="295759"/>
                      <a:pt x="349747" y="276681"/>
                    </a:cubicBezTo>
                    <a:cubicBezTo>
                      <a:pt x="349747" y="265553"/>
                      <a:pt x="344978" y="256015"/>
                      <a:pt x="338619" y="248066"/>
                    </a:cubicBezTo>
                    <a:cubicBezTo>
                      <a:pt x="362465" y="246476"/>
                      <a:pt x="381542" y="227399"/>
                      <a:pt x="381542" y="201963"/>
                    </a:cubicBezTo>
                    <a:lnTo>
                      <a:pt x="381542" y="200373"/>
                    </a:lnTo>
                    <a:cubicBezTo>
                      <a:pt x="381542" y="176527"/>
                      <a:pt x="360875" y="155860"/>
                      <a:pt x="335439" y="155860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0"/>
                </p:custDataLst>
              </p:nvPr>
            </p:nvSpPr>
            <p:spPr>
              <a:xfrm>
                <a:off x="3127918" y="4878860"/>
                <a:ext cx="127180" cy="270259"/>
              </a:xfrm>
              <a:custGeom>
                <a:avLst/>
                <a:gdLst>
                  <a:gd name="connsiteX0" fmla="*/ 119232 w 127180"/>
                  <a:gd name="connsiteY0" fmla="*/ 0 h 270259"/>
                  <a:gd name="connsiteX1" fmla="*/ 7949 w 127180"/>
                  <a:gd name="connsiteY1" fmla="*/ 0 h 270259"/>
                  <a:gd name="connsiteX2" fmla="*/ 0 w 127180"/>
                  <a:gd name="connsiteY2" fmla="*/ 7949 h 270259"/>
                  <a:gd name="connsiteX3" fmla="*/ 0 w 127180"/>
                  <a:gd name="connsiteY3" fmla="*/ 262310 h 270259"/>
                  <a:gd name="connsiteX4" fmla="*/ 7949 w 127180"/>
                  <a:gd name="connsiteY4" fmla="*/ 270259 h 270259"/>
                  <a:gd name="connsiteX5" fmla="*/ 119232 w 127180"/>
                  <a:gd name="connsiteY5" fmla="*/ 270259 h 270259"/>
                  <a:gd name="connsiteX6" fmla="*/ 127181 w 127180"/>
                  <a:gd name="connsiteY6" fmla="*/ 262310 h 270259"/>
                  <a:gd name="connsiteX7" fmla="*/ 127181 w 127180"/>
                  <a:gd name="connsiteY7" fmla="*/ 7949 h 270259"/>
                  <a:gd name="connsiteX8" fmla="*/ 119232 w 127180"/>
                  <a:gd name="connsiteY8" fmla="*/ 0 h 270259"/>
                  <a:gd name="connsiteX9" fmla="*/ 63590 w 127180"/>
                  <a:gd name="connsiteY9" fmla="*/ 222566 h 270259"/>
                  <a:gd name="connsiteX10" fmla="*/ 39744 w 127180"/>
                  <a:gd name="connsiteY10" fmla="*/ 198720 h 270259"/>
                  <a:gd name="connsiteX11" fmla="*/ 63590 w 127180"/>
                  <a:gd name="connsiteY11" fmla="*/ 174874 h 270259"/>
                  <a:gd name="connsiteX12" fmla="*/ 87437 w 127180"/>
                  <a:gd name="connsiteY12" fmla="*/ 198720 h 270259"/>
                  <a:gd name="connsiteX13" fmla="*/ 63590 w 127180"/>
                  <a:gd name="connsiteY13" fmla="*/ 222566 h 27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180" h="270259">
                    <a:moveTo>
                      <a:pt x="119232" y="0"/>
                    </a:moveTo>
                    <a:lnTo>
                      <a:pt x="7949" y="0"/>
                    </a:lnTo>
                    <a:cubicBezTo>
                      <a:pt x="3180" y="0"/>
                      <a:pt x="0" y="3179"/>
                      <a:pt x="0" y="7949"/>
                    </a:cubicBezTo>
                    <a:lnTo>
                      <a:pt x="0" y="262310"/>
                    </a:lnTo>
                    <a:cubicBezTo>
                      <a:pt x="0" y="267079"/>
                      <a:pt x="3180" y="270259"/>
                      <a:pt x="7949" y="270259"/>
                    </a:cubicBezTo>
                    <a:lnTo>
                      <a:pt x="119232" y="270259"/>
                    </a:lnTo>
                    <a:cubicBezTo>
                      <a:pt x="124001" y="270259"/>
                      <a:pt x="127181" y="267079"/>
                      <a:pt x="127181" y="262310"/>
                    </a:cubicBezTo>
                    <a:lnTo>
                      <a:pt x="127181" y="7949"/>
                    </a:lnTo>
                    <a:cubicBezTo>
                      <a:pt x="127181" y="3179"/>
                      <a:pt x="122411" y="0"/>
                      <a:pt x="119232" y="0"/>
                    </a:cubicBezTo>
                    <a:close/>
                    <a:moveTo>
                      <a:pt x="63590" y="222566"/>
                    </a:moveTo>
                    <a:cubicBezTo>
                      <a:pt x="50872" y="222566"/>
                      <a:pt x="39744" y="211438"/>
                      <a:pt x="39744" y="198720"/>
                    </a:cubicBezTo>
                    <a:cubicBezTo>
                      <a:pt x="39744" y="186002"/>
                      <a:pt x="50872" y="174874"/>
                      <a:pt x="63590" y="174874"/>
                    </a:cubicBezTo>
                    <a:cubicBezTo>
                      <a:pt x="76308" y="174874"/>
                      <a:pt x="87437" y="186002"/>
                      <a:pt x="87437" y="198720"/>
                    </a:cubicBezTo>
                    <a:cubicBezTo>
                      <a:pt x="87437" y="211438"/>
                      <a:pt x="76308" y="222566"/>
                      <a:pt x="63590" y="222566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3" name="图形 3"/>
            <p:cNvGrpSpPr/>
            <p:nvPr/>
          </p:nvGrpSpPr>
          <p:grpSpPr>
            <a:xfrm>
              <a:off x="7913463" y="663796"/>
              <a:ext cx="339523" cy="402375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3" name="任意多边形: 形状 22"/>
              <p:cNvSpPr/>
              <p:nvPr>
                <p:custDataLst>
                  <p:tags r:id="rId4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4" name="图形 3"/>
            <p:cNvGrpSpPr/>
            <p:nvPr/>
          </p:nvGrpSpPr>
          <p:grpSpPr>
            <a:xfrm>
              <a:off x="3952701" y="1466458"/>
              <a:ext cx="289328" cy="321412"/>
              <a:chOff x="3800744" y="5192543"/>
              <a:chExt cx="445815" cy="495250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4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5" name="图形 3"/>
            <p:cNvGrpSpPr/>
            <p:nvPr/>
          </p:nvGrpSpPr>
          <p:grpSpPr>
            <a:xfrm>
              <a:off x="3882514" y="3346310"/>
              <a:ext cx="340695" cy="314982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19" name="任意多边形: 形状 18"/>
              <p:cNvSpPr/>
              <p:nvPr>
                <p:custDataLst>
                  <p:tags r:id="rId4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0" name="任意多边形: 形状 19"/>
              <p:cNvSpPr/>
              <p:nvPr>
                <p:custDataLst>
                  <p:tags r:id="rId4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7913467" y="2522770"/>
              <a:ext cx="399625" cy="367643"/>
              <a:chOff x="3464954" y="1598078"/>
              <a:chExt cx="615770" cy="566489"/>
            </a:xfrm>
            <a:solidFill>
              <a:schemeClr val="accent3"/>
            </a:solidFill>
          </p:grpSpPr>
          <p:sp>
            <p:nvSpPr>
              <p:cNvPr id="17" name="任意多边形: 形状 16"/>
              <p:cNvSpPr/>
              <p:nvPr>
                <p:custDataLst>
                  <p:tags r:id="rId4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>
                <p:custDataLst>
                  <p:tags r:id="rId4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49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62545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Google Shape;835;p27"/>
          <p:cNvGrpSpPr/>
          <p:nvPr>
            <p:custDataLst>
              <p:tags r:id="rId1"/>
            </p:custDataLst>
          </p:nvPr>
        </p:nvGrpSpPr>
        <p:grpSpPr>
          <a:xfrm>
            <a:off x="1162079" y="2492642"/>
            <a:ext cx="9766299" cy="2129045"/>
            <a:chOff x="924250" y="2024639"/>
            <a:chExt cx="7324724" cy="1596784"/>
          </a:xfrm>
        </p:grpSpPr>
        <p:sp>
          <p:nvSpPr>
            <p:cNvPr id="4" name="Google Shape;836;p27"/>
            <p:cNvSpPr/>
            <p:nvPr/>
          </p:nvSpPr>
          <p:spPr>
            <a:xfrm>
              <a:off x="6630098" y="2261166"/>
              <a:ext cx="841945" cy="1123731"/>
            </a:xfrm>
            <a:custGeom>
              <a:avLst/>
              <a:gdLst/>
              <a:ahLst/>
              <a:cxnLst/>
              <a:rect l="l" t="t" r="r" b="b"/>
              <a:pathLst>
                <a:path w="44185" h="58973" extrusionOk="0">
                  <a:moveTo>
                    <a:pt x="22753" y="12395"/>
                  </a:moveTo>
                  <a:cubicBezTo>
                    <a:pt x="26135" y="12395"/>
                    <a:pt x="28885" y="15134"/>
                    <a:pt x="28885" y="18527"/>
                  </a:cubicBezTo>
                  <a:cubicBezTo>
                    <a:pt x="28885" y="21920"/>
                    <a:pt x="26135" y="24659"/>
                    <a:pt x="22753" y="24659"/>
                  </a:cubicBezTo>
                  <a:cubicBezTo>
                    <a:pt x="19360" y="24659"/>
                    <a:pt x="16610" y="21920"/>
                    <a:pt x="16610" y="18527"/>
                  </a:cubicBezTo>
                  <a:cubicBezTo>
                    <a:pt x="16610" y="15134"/>
                    <a:pt x="19360" y="12395"/>
                    <a:pt x="22753" y="12395"/>
                  </a:cubicBezTo>
                  <a:close/>
                  <a:moveTo>
                    <a:pt x="13800" y="1"/>
                  </a:moveTo>
                  <a:cubicBezTo>
                    <a:pt x="13799" y="1"/>
                    <a:pt x="0" y="26814"/>
                    <a:pt x="16610" y="58972"/>
                  </a:cubicBezTo>
                  <a:cubicBezTo>
                    <a:pt x="35493" y="47638"/>
                    <a:pt x="44184" y="34243"/>
                    <a:pt x="44184" y="30314"/>
                  </a:cubicBezTo>
                  <a:lnTo>
                    <a:pt x="44184" y="30278"/>
                  </a:lnTo>
                  <a:cubicBezTo>
                    <a:pt x="44184" y="26147"/>
                    <a:pt x="33945" y="11097"/>
                    <a:pt x="1380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5" name="Google Shape;837;p27"/>
            <p:cNvSpPr/>
            <p:nvPr/>
          </p:nvSpPr>
          <p:spPr>
            <a:xfrm>
              <a:off x="924250" y="2024639"/>
              <a:ext cx="724454" cy="1596784"/>
            </a:xfrm>
            <a:custGeom>
              <a:avLst/>
              <a:gdLst/>
              <a:ahLst/>
              <a:cxnLst/>
              <a:rect l="l" t="t" r="r" b="b"/>
              <a:pathLst>
                <a:path w="37732" h="83155" extrusionOk="0">
                  <a:moveTo>
                    <a:pt x="345" y="1"/>
                  </a:moveTo>
                  <a:cubicBezTo>
                    <a:pt x="117" y="1"/>
                    <a:pt x="0" y="18"/>
                    <a:pt x="0" y="18"/>
                  </a:cubicBezTo>
                  <a:cubicBezTo>
                    <a:pt x="5263" y="1208"/>
                    <a:pt x="13609" y="17877"/>
                    <a:pt x="15788" y="29950"/>
                  </a:cubicBezTo>
                  <a:cubicBezTo>
                    <a:pt x="16705" y="35022"/>
                    <a:pt x="18455" y="38856"/>
                    <a:pt x="20181" y="41594"/>
                  </a:cubicBezTo>
                  <a:cubicBezTo>
                    <a:pt x="18455" y="44345"/>
                    <a:pt x="16705" y="48178"/>
                    <a:pt x="15788" y="53250"/>
                  </a:cubicBezTo>
                  <a:cubicBezTo>
                    <a:pt x="13609" y="65323"/>
                    <a:pt x="6061" y="81944"/>
                    <a:pt x="786" y="83147"/>
                  </a:cubicBezTo>
                  <a:cubicBezTo>
                    <a:pt x="786" y="83147"/>
                    <a:pt x="850" y="83155"/>
                    <a:pt x="976" y="83155"/>
                  </a:cubicBezTo>
                  <a:cubicBezTo>
                    <a:pt x="2137" y="83155"/>
                    <a:pt x="8590" y="82487"/>
                    <a:pt x="19884" y="68907"/>
                  </a:cubicBezTo>
                  <a:cubicBezTo>
                    <a:pt x="24491" y="63359"/>
                    <a:pt x="27289" y="59573"/>
                    <a:pt x="29313" y="57013"/>
                  </a:cubicBezTo>
                  <a:cubicBezTo>
                    <a:pt x="35302" y="49321"/>
                    <a:pt x="37731" y="40677"/>
                    <a:pt x="37731" y="40677"/>
                  </a:cubicBezTo>
                  <a:cubicBezTo>
                    <a:pt x="37172" y="36379"/>
                    <a:pt x="30683" y="27700"/>
                    <a:pt x="29492" y="26140"/>
                  </a:cubicBezTo>
                  <a:cubicBezTo>
                    <a:pt x="29492" y="26140"/>
                    <a:pt x="29492" y="26139"/>
                    <a:pt x="29491" y="26139"/>
                  </a:cubicBezTo>
                  <a:lnTo>
                    <a:pt x="29491" y="26139"/>
                  </a:lnTo>
                  <a:cubicBezTo>
                    <a:pt x="27479" y="23567"/>
                    <a:pt x="24491" y="19543"/>
                    <a:pt x="19884" y="13996"/>
                  </a:cubicBezTo>
                  <a:cubicBezTo>
                    <a:pt x="8934" y="829"/>
                    <a:pt x="1933" y="1"/>
                    <a:pt x="3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Google Shape;838;p27"/>
            <p:cNvSpPr/>
            <p:nvPr>
              <p:custDataLst>
                <p:tags r:id="rId2"/>
              </p:custDataLst>
            </p:nvPr>
          </p:nvSpPr>
          <p:spPr>
            <a:xfrm>
              <a:off x="1499648" y="2790707"/>
              <a:ext cx="5484766" cy="64648"/>
            </a:xfrm>
            <a:custGeom>
              <a:avLst/>
              <a:gdLst/>
              <a:ahLst/>
              <a:cxnLst/>
              <a:rect l="l" t="t" r="r" b="b"/>
              <a:pathLst>
                <a:path w="150484" h="2716" extrusionOk="0">
                  <a:moveTo>
                    <a:pt x="0" y="1"/>
                  </a:moveTo>
                  <a:lnTo>
                    <a:pt x="0" y="2715"/>
                  </a:lnTo>
                  <a:lnTo>
                    <a:pt x="150483" y="2715"/>
                  </a:lnTo>
                  <a:lnTo>
                    <a:pt x="15048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Google Shape;839;p27"/>
            <p:cNvSpPr txBox="1"/>
            <p:nvPr/>
          </p:nvSpPr>
          <p:spPr>
            <a:xfrm>
              <a:off x="7468877" y="2658528"/>
              <a:ext cx="780097" cy="328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65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研究方法</a:t>
              </a:r>
              <a:endParaRPr kumimoji="0" lang="zh-CN" altLang="en-US" sz="22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8" name="Google Shape;841;p27"/>
          <p:cNvGrpSpPr/>
          <p:nvPr>
            <p:custDataLst>
              <p:tags r:id="rId3"/>
            </p:custDataLst>
          </p:nvPr>
        </p:nvGrpSpPr>
        <p:grpSpPr>
          <a:xfrm>
            <a:off x="2322012" y="1966257"/>
            <a:ext cx="2078584" cy="3262333"/>
            <a:chOff x="1794200" y="1566100"/>
            <a:chExt cx="1558938" cy="2446750"/>
          </a:xfrm>
        </p:grpSpPr>
        <p:sp>
          <p:nvSpPr>
            <p:cNvPr id="9" name="Google Shape;842;p27"/>
            <p:cNvSpPr/>
            <p:nvPr>
              <p:custDataLst>
                <p:tags r:id="rId4"/>
              </p:custDataLst>
            </p:nvPr>
          </p:nvSpPr>
          <p:spPr>
            <a:xfrm>
              <a:off x="2775963" y="1805425"/>
              <a:ext cx="352425" cy="1913925"/>
            </a:xfrm>
            <a:custGeom>
              <a:avLst/>
              <a:gdLst/>
              <a:ahLst/>
              <a:cxnLst/>
              <a:rect l="l" t="t" r="r" b="b"/>
              <a:pathLst>
                <a:path w="14097" h="76557" extrusionOk="0">
                  <a:moveTo>
                    <a:pt x="11901" y="1"/>
                  </a:moveTo>
                  <a:cubicBezTo>
                    <a:pt x="11219" y="1"/>
                    <a:pt x="10555" y="363"/>
                    <a:pt x="10204" y="1000"/>
                  </a:cubicBezTo>
                  <a:cubicBezTo>
                    <a:pt x="10001" y="1369"/>
                    <a:pt x="5215" y="10192"/>
                    <a:pt x="2786" y="23800"/>
                  </a:cubicBezTo>
                  <a:cubicBezTo>
                    <a:pt x="536" y="36385"/>
                    <a:pt x="0" y="55554"/>
                    <a:pt x="10180" y="75497"/>
                  </a:cubicBezTo>
                  <a:cubicBezTo>
                    <a:pt x="10513" y="76176"/>
                    <a:pt x="11192" y="76557"/>
                    <a:pt x="11894" y="76557"/>
                  </a:cubicBezTo>
                  <a:cubicBezTo>
                    <a:pt x="12192" y="76557"/>
                    <a:pt x="12490" y="76486"/>
                    <a:pt x="12775" y="76343"/>
                  </a:cubicBezTo>
                  <a:cubicBezTo>
                    <a:pt x="13728" y="75855"/>
                    <a:pt x="14097" y="74700"/>
                    <a:pt x="13621" y="73747"/>
                  </a:cubicBezTo>
                  <a:cubicBezTo>
                    <a:pt x="3953" y="54804"/>
                    <a:pt x="4441" y="36588"/>
                    <a:pt x="6560" y="24622"/>
                  </a:cubicBezTo>
                  <a:cubicBezTo>
                    <a:pt x="8858" y="11644"/>
                    <a:pt x="13502" y="3012"/>
                    <a:pt x="13585" y="2869"/>
                  </a:cubicBezTo>
                  <a:cubicBezTo>
                    <a:pt x="14097" y="1929"/>
                    <a:pt x="13764" y="750"/>
                    <a:pt x="12823" y="238"/>
                  </a:cubicBezTo>
                  <a:cubicBezTo>
                    <a:pt x="12531" y="77"/>
                    <a:pt x="12214" y="1"/>
                    <a:pt x="1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Google Shape;843;p27"/>
            <p:cNvSpPr/>
            <p:nvPr>
              <p:custDataLst>
                <p:tags r:id="rId5"/>
              </p:custDataLst>
            </p:nvPr>
          </p:nvSpPr>
          <p:spPr>
            <a:xfrm>
              <a:off x="2834588" y="1566100"/>
              <a:ext cx="518550" cy="518525"/>
            </a:xfrm>
            <a:custGeom>
              <a:avLst/>
              <a:gdLst/>
              <a:ahLst/>
              <a:cxnLst/>
              <a:rect l="l" t="t" r="r" b="b"/>
              <a:pathLst>
                <a:path w="20742" h="20741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Google Shape;844;p27"/>
            <p:cNvSpPr/>
            <p:nvPr>
              <p:custDataLst>
                <p:tags r:id="rId6"/>
              </p:custDataLst>
            </p:nvPr>
          </p:nvSpPr>
          <p:spPr>
            <a:xfrm>
              <a:off x="2859288" y="159050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192" y="1"/>
                    <a:pt x="1" y="4204"/>
                    <a:pt x="1" y="9395"/>
                  </a:cubicBezTo>
                  <a:cubicBezTo>
                    <a:pt x="1" y="14574"/>
                    <a:pt x="4192" y="18777"/>
                    <a:pt x="9383" y="18777"/>
                  </a:cubicBezTo>
                  <a:cubicBezTo>
                    <a:pt x="14562" y="18777"/>
                    <a:pt x="18765" y="14574"/>
                    <a:pt x="18765" y="9395"/>
                  </a:cubicBezTo>
                  <a:cubicBezTo>
                    <a:pt x="18765" y="4204"/>
                    <a:pt x="14562" y="13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03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Google Shape;845;p27"/>
            <p:cNvSpPr/>
            <p:nvPr>
              <p:custDataLst>
                <p:tags r:id="rId7"/>
              </p:custDataLst>
            </p:nvPr>
          </p:nvSpPr>
          <p:spPr>
            <a:xfrm>
              <a:off x="2834588" y="349430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2"/>
                    <a:pt x="10371" y="20742"/>
                  </a:cubicBezTo>
                  <a:cubicBezTo>
                    <a:pt x="16098" y="20742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Google Shape;846;p27"/>
            <p:cNvSpPr/>
            <p:nvPr>
              <p:custDataLst>
                <p:tags r:id="rId8"/>
              </p:custDataLst>
            </p:nvPr>
          </p:nvSpPr>
          <p:spPr>
            <a:xfrm>
              <a:off x="2859288" y="35190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3" y="0"/>
                  </a:moveTo>
                  <a:cubicBezTo>
                    <a:pt x="4192" y="0"/>
                    <a:pt x="1" y="4203"/>
                    <a:pt x="1" y="9382"/>
                  </a:cubicBezTo>
                  <a:cubicBezTo>
                    <a:pt x="1" y="14573"/>
                    <a:pt x="4192" y="18764"/>
                    <a:pt x="9383" y="18764"/>
                  </a:cubicBezTo>
                  <a:cubicBezTo>
                    <a:pt x="14562" y="18764"/>
                    <a:pt x="18765" y="14573"/>
                    <a:pt x="18765" y="9382"/>
                  </a:cubicBezTo>
                  <a:cubicBezTo>
                    <a:pt x="18765" y="4203"/>
                    <a:pt x="14562" y="0"/>
                    <a:pt x="93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06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Google Shape;847;p27"/>
            <p:cNvSpPr/>
            <p:nvPr>
              <p:custDataLst>
                <p:tags r:id="rId9"/>
              </p:custDataLst>
            </p:nvPr>
          </p:nvSpPr>
          <p:spPr>
            <a:xfrm>
              <a:off x="2590513" y="249835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Google Shape;848;p27"/>
            <p:cNvSpPr/>
            <p:nvPr>
              <p:custDataLst>
                <p:tags r:id="rId10"/>
              </p:custDataLst>
            </p:nvPr>
          </p:nvSpPr>
          <p:spPr>
            <a:xfrm>
              <a:off x="2614913" y="252305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83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83"/>
                  </a:cubicBezTo>
                  <a:cubicBezTo>
                    <a:pt x="18777" y="4204"/>
                    <a:pt x="14574" y="1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6" name="Google Shape;849;p27"/>
            <p:cNvSpPr/>
            <p:nvPr>
              <p:custDataLst>
                <p:tags r:id="rId11"/>
              </p:custDataLst>
            </p:nvPr>
          </p:nvSpPr>
          <p:spPr>
            <a:xfrm>
              <a:off x="2784588" y="2867450"/>
              <a:ext cx="128300" cy="19075"/>
            </a:xfrm>
            <a:custGeom>
              <a:avLst/>
              <a:gdLst/>
              <a:ahLst/>
              <a:cxnLst/>
              <a:rect l="l" t="t" r="r" b="b"/>
              <a:pathLst>
                <a:path w="5132" h="763" extrusionOk="0">
                  <a:moveTo>
                    <a:pt x="0" y="0"/>
                  </a:moveTo>
                  <a:lnTo>
                    <a:pt x="0" y="762"/>
                  </a:lnTo>
                  <a:lnTo>
                    <a:pt x="5132" y="762"/>
                  </a:lnTo>
                  <a:lnTo>
                    <a:pt x="51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7" name="Google Shape;850;p27"/>
            <p:cNvSpPr/>
            <p:nvPr>
              <p:custDataLst>
                <p:tags r:id="rId12"/>
              </p:custDataLst>
            </p:nvPr>
          </p:nvSpPr>
          <p:spPr>
            <a:xfrm>
              <a:off x="2798563" y="2918350"/>
              <a:ext cx="98550" cy="26225"/>
            </a:xfrm>
            <a:custGeom>
              <a:avLst/>
              <a:gdLst/>
              <a:ahLst/>
              <a:cxnLst/>
              <a:rect l="l" t="t" r="r" b="b"/>
              <a:pathLst>
                <a:path w="3942" h="1049" extrusionOk="0">
                  <a:moveTo>
                    <a:pt x="1" y="0"/>
                  </a:moveTo>
                  <a:cubicBezTo>
                    <a:pt x="1" y="0"/>
                    <a:pt x="72" y="1048"/>
                    <a:pt x="2001" y="1048"/>
                  </a:cubicBezTo>
                  <a:cubicBezTo>
                    <a:pt x="3942" y="1048"/>
                    <a:pt x="3942" y="0"/>
                    <a:pt x="39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Google Shape;851;p27"/>
            <p:cNvSpPr/>
            <p:nvPr>
              <p:custDataLst>
                <p:tags r:id="rId13"/>
              </p:custDataLst>
            </p:nvPr>
          </p:nvSpPr>
          <p:spPr>
            <a:xfrm>
              <a:off x="2796788" y="2891550"/>
              <a:ext cx="100325" cy="21750"/>
            </a:xfrm>
            <a:custGeom>
              <a:avLst/>
              <a:gdLst/>
              <a:ahLst/>
              <a:cxnLst/>
              <a:rect l="l" t="t" r="r" b="b"/>
              <a:pathLst>
                <a:path w="4013" h="870" extrusionOk="0">
                  <a:moveTo>
                    <a:pt x="0" y="1"/>
                  </a:moveTo>
                  <a:lnTo>
                    <a:pt x="0" y="870"/>
                  </a:lnTo>
                  <a:lnTo>
                    <a:pt x="4013" y="870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9" name="Google Shape;852;p27"/>
            <p:cNvSpPr/>
            <p:nvPr>
              <p:custDataLst>
                <p:tags r:id="rId14"/>
              </p:custDataLst>
            </p:nvPr>
          </p:nvSpPr>
          <p:spPr>
            <a:xfrm>
              <a:off x="2733988" y="2580200"/>
              <a:ext cx="231300" cy="279225"/>
            </a:xfrm>
            <a:custGeom>
              <a:avLst/>
              <a:gdLst/>
              <a:ahLst/>
              <a:cxnLst/>
              <a:rect l="l" t="t" r="r" b="b"/>
              <a:pathLst>
                <a:path w="9252" h="11169" extrusionOk="0">
                  <a:moveTo>
                    <a:pt x="4632" y="1"/>
                  </a:moveTo>
                  <a:cubicBezTo>
                    <a:pt x="2072" y="1"/>
                    <a:pt x="0" y="2073"/>
                    <a:pt x="0" y="4632"/>
                  </a:cubicBezTo>
                  <a:cubicBezTo>
                    <a:pt x="0" y="5930"/>
                    <a:pt x="548" y="7109"/>
                    <a:pt x="1417" y="7954"/>
                  </a:cubicBezTo>
                  <a:lnTo>
                    <a:pt x="2548" y="11169"/>
                  </a:lnTo>
                  <a:lnTo>
                    <a:pt x="3227" y="11169"/>
                  </a:lnTo>
                  <a:cubicBezTo>
                    <a:pt x="2917" y="9538"/>
                    <a:pt x="2608" y="7895"/>
                    <a:pt x="2298" y="6252"/>
                  </a:cubicBezTo>
                  <a:cubicBezTo>
                    <a:pt x="2239" y="5942"/>
                    <a:pt x="2179" y="5621"/>
                    <a:pt x="2120" y="5299"/>
                  </a:cubicBezTo>
                  <a:cubicBezTo>
                    <a:pt x="2069" y="5013"/>
                    <a:pt x="2255" y="4860"/>
                    <a:pt x="2454" y="4860"/>
                  </a:cubicBezTo>
                  <a:cubicBezTo>
                    <a:pt x="2629" y="4860"/>
                    <a:pt x="2813" y="4978"/>
                    <a:pt x="2858" y="5228"/>
                  </a:cubicBezTo>
                  <a:cubicBezTo>
                    <a:pt x="2893" y="5371"/>
                    <a:pt x="2917" y="5525"/>
                    <a:pt x="2941" y="5668"/>
                  </a:cubicBezTo>
                  <a:cubicBezTo>
                    <a:pt x="3513" y="5495"/>
                    <a:pt x="4111" y="5408"/>
                    <a:pt x="4710" y="5408"/>
                  </a:cubicBezTo>
                  <a:cubicBezTo>
                    <a:pt x="5183" y="5408"/>
                    <a:pt x="5657" y="5463"/>
                    <a:pt x="6120" y="5573"/>
                  </a:cubicBezTo>
                  <a:cubicBezTo>
                    <a:pt x="6144" y="5454"/>
                    <a:pt x="6156" y="5347"/>
                    <a:pt x="6180" y="5228"/>
                  </a:cubicBezTo>
                  <a:cubicBezTo>
                    <a:pt x="6230" y="4978"/>
                    <a:pt x="6417" y="4860"/>
                    <a:pt x="6592" y="4860"/>
                  </a:cubicBezTo>
                  <a:cubicBezTo>
                    <a:pt x="6792" y="4860"/>
                    <a:pt x="6975" y="5013"/>
                    <a:pt x="6918" y="5299"/>
                  </a:cubicBezTo>
                  <a:cubicBezTo>
                    <a:pt x="6549" y="7264"/>
                    <a:pt x="6180" y="9216"/>
                    <a:pt x="5810" y="11169"/>
                  </a:cubicBezTo>
                  <a:lnTo>
                    <a:pt x="6703" y="11169"/>
                  </a:lnTo>
                  <a:lnTo>
                    <a:pt x="7846" y="7954"/>
                  </a:lnTo>
                  <a:cubicBezTo>
                    <a:pt x="8716" y="7109"/>
                    <a:pt x="9251" y="5930"/>
                    <a:pt x="9251" y="4632"/>
                  </a:cubicBezTo>
                  <a:cubicBezTo>
                    <a:pt x="9251" y="2073"/>
                    <a:pt x="7180" y="1"/>
                    <a:pt x="4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0" name="Google Shape;853;p27"/>
            <p:cNvSpPr/>
            <p:nvPr>
              <p:custDataLst>
                <p:tags r:id="rId15"/>
              </p:custDataLst>
            </p:nvPr>
          </p:nvSpPr>
          <p:spPr>
            <a:xfrm>
              <a:off x="2811663" y="2736875"/>
              <a:ext cx="71175" cy="122550"/>
            </a:xfrm>
            <a:custGeom>
              <a:avLst/>
              <a:gdLst/>
              <a:ahLst/>
              <a:cxnLst/>
              <a:rect l="l" t="t" r="r" b="b"/>
              <a:pathLst>
                <a:path w="2847" h="4902" extrusionOk="0">
                  <a:moveTo>
                    <a:pt x="1591" y="1"/>
                  </a:moveTo>
                  <a:cubicBezTo>
                    <a:pt x="1053" y="1"/>
                    <a:pt x="515" y="85"/>
                    <a:pt x="1" y="258"/>
                  </a:cubicBezTo>
                  <a:cubicBezTo>
                    <a:pt x="287" y="1806"/>
                    <a:pt x="584" y="3354"/>
                    <a:pt x="870" y="4902"/>
                  </a:cubicBezTo>
                  <a:lnTo>
                    <a:pt x="1953" y="4902"/>
                  </a:lnTo>
                  <a:cubicBezTo>
                    <a:pt x="2251" y="3318"/>
                    <a:pt x="2549" y="1735"/>
                    <a:pt x="2846" y="151"/>
                  </a:cubicBezTo>
                  <a:cubicBezTo>
                    <a:pt x="2434" y="52"/>
                    <a:pt x="2012" y="1"/>
                    <a:pt x="1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1" name="Google Shape;854;p27"/>
            <p:cNvSpPr txBox="1"/>
            <p:nvPr>
              <p:custDataLst>
                <p:tags r:id="rId16"/>
              </p:custDataLst>
            </p:nvPr>
          </p:nvSpPr>
          <p:spPr>
            <a:xfrm>
              <a:off x="1794200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现场观察法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2" name="Google Shape;855;p27"/>
            <p:cNvSpPr txBox="1"/>
            <p:nvPr>
              <p:custDataLst>
                <p:tags r:id="rId17"/>
              </p:custDataLst>
            </p:nvPr>
          </p:nvSpPr>
          <p:spPr>
            <a:xfrm>
              <a:off x="1794200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定期随访法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3" name="Google Shape;856;p27"/>
          <p:cNvGrpSpPr/>
          <p:nvPr>
            <p:custDataLst>
              <p:tags r:id="rId18"/>
            </p:custDataLst>
          </p:nvPr>
        </p:nvGrpSpPr>
        <p:grpSpPr>
          <a:xfrm>
            <a:off x="4605410" y="1521357"/>
            <a:ext cx="1927186" cy="4152133"/>
            <a:chOff x="3506748" y="1232425"/>
            <a:chExt cx="1445390" cy="3114100"/>
          </a:xfrm>
        </p:grpSpPr>
        <p:sp>
          <p:nvSpPr>
            <p:cNvPr id="24" name="Google Shape;857;p27"/>
            <p:cNvSpPr/>
            <p:nvPr>
              <p:custDataLst>
                <p:tags r:id="rId19"/>
              </p:custDataLst>
            </p:nvPr>
          </p:nvSpPr>
          <p:spPr>
            <a:xfrm>
              <a:off x="4389538" y="1597900"/>
              <a:ext cx="352750" cy="2383100"/>
            </a:xfrm>
            <a:custGeom>
              <a:avLst/>
              <a:gdLst/>
              <a:ahLst/>
              <a:cxnLst/>
              <a:rect l="l" t="t" r="r" b="b"/>
              <a:pathLst>
                <a:path w="14110" h="95324" extrusionOk="0">
                  <a:moveTo>
                    <a:pt x="11899" y="1"/>
                  </a:moveTo>
                  <a:cubicBezTo>
                    <a:pt x="11218" y="1"/>
                    <a:pt x="10555" y="454"/>
                    <a:pt x="10204" y="1252"/>
                  </a:cubicBezTo>
                  <a:cubicBezTo>
                    <a:pt x="10002" y="1717"/>
                    <a:pt x="5216" y="12694"/>
                    <a:pt x="2787" y="29649"/>
                  </a:cubicBezTo>
                  <a:cubicBezTo>
                    <a:pt x="537" y="45294"/>
                    <a:pt x="1" y="69177"/>
                    <a:pt x="10181" y="94014"/>
                  </a:cubicBezTo>
                  <a:cubicBezTo>
                    <a:pt x="10514" y="94847"/>
                    <a:pt x="11193" y="95324"/>
                    <a:pt x="11895" y="95324"/>
                  </a:cubicBezTo>
                  <a:cubicBezTo>
                    <a:pt x="12193" y="95324"/>
                    <a:pt x="12490" y="95240"/>
                    <a:pt x="12776" y="95062"/>
                  </a:cubicBezTo>
                  <a:cubicBezTo>
                    <a:pt x="13729" y="94454"/>
                    <a:pt x="14110" y="93002"/>
                    <a:pt x="13622" y="91823"/>
                  </a:cubicBezTo>
                  <a:cubicBezTo>
                    <a:pt x="3954" y="68249"/>
                    <a:pt x="4442" y="45556"/>
                    <a:pt x="6561" y="30661"/>
                  </a:cubicBezTo>
                  <a:cubicBezTo>
                    <a:pt x="8871" y="14445"/>
                    <a:pt x="13550" y="3669"/>
                    <a:pt x="13598" y="3562"/>
                  </a:cubicBezTo>
                  <a:cubicBezTo>
                    <a:pt x="14110" y="2407"/>
                    <a:pt x="13764" y="943"/>
                    <a:pt x="12824" y="300"/>
                  </a:cubicBezTo>
                  <a:cubicBezTo>
                    <a:pt x="12531" y="97"/>
                    <a:pt x="12213" y="1"/>
                    <a:pt x="118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5" name="Google Shape;858;p27"/>
            <p:cNvSpPr/>
            <p:nvPr>
              <p:custDataLst>
                <p:tags r:id="rId20"/>
              </p:custDataLst>
            </p:nvPr>
          </p:nvSpPr>
          <p:spPr>
            <a:xfrm>
              <a:off x="4433588" y="123242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Google Shape;859;p27"/>
            <p:cNvSpPr/>
            <p:nvPr>
              <p:custDataLst>
                <p:tags r:id="rId21"/>
              </p:custDataLst>
            </p:nvPr>
          </p:nvSpPr>
          <p:spPr>
            <a:xfrm>
              <a:off x="4458313" y="12571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2" y="1"/>
                  </a:moveTo>
                  <a:cubicBezTo>
                    <a:pt x="4203" y="1"/>
                    <a:pt x="0" y="4192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02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7" name="Google Shape;860;p27"/>
            <p:cNvSpPr/>
            <p:nvPr>
              <p:custDataLst>
                <p:tags r:id="rId22"/>
              </p:custDataLst>
            </p:nvPr>
          </p:nvSpPr>
          <p:spPr>
            <a:xfrm>
              <a:off x="4433588" y="382797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8" name="Google Shape;861;p27"/>
            <p:cNvSpPr/>
            <p:nvPr>
              <p:custDataLst>
                <p:tags r:id="rId23"/>
              </p:custDataLst>
            </p:nvPr>
          </p:nvSpPr>
          <p:spPr>
            <a:xfrm>
              <a:off x="4458313" y="3852675"/>
              <a:ext cx="469125" cy="469150"/>
            </a:xfrm>
            <a:custGeom>
              <a:avLst/>
              <a:gdLst/>
              <a:ahLst/>
              <a:cxnLst/>
              <a:rect l="l" t="t" r="r" b="b"/>
              <a:pathLst>
                <a:path w="18765" h="18766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05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Google Shape;862;p27"/>
            <p:cNvSpPr/>
            <p:nvPr>
              <p:custDataLst>
                <p:tags r:id="rId24"/>
              </p:custDataLst>
            </p:nvPr>
          </p:nvSpPr>
          <p:spPr>
            <a:xfrm>
              <a:off x="42166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0" name="Google Shape;863;p27"/>
            <p:cNvSpPr/>
            <p:nvPr>
              <p:custDataLst>
                <p:tags r:id="rId25"/>
              </p:custDataLst>
            </p:nvPr>
          </p:nvSpPr>
          <p:spPr>
            <a:xfrm>
              <a:off x="42413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3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1" name="Google Shape;864;p27"/>
            <p:cNvSpPr/>
            <p:nvPr>
              <p:custDataLst>
                <p:tags r:id="rId26"/>
              </p:custDataLst>
            </p:nvPr>
          </p:nvSpPr>
          <p:spPr>
            <a:xfrm>
              <a:off x="4407988" y="2637950"/>
              <a:ext cx="135775" cy="136050"/>
            </a:xfrm>
            <a:custGeom>
              <a:avLst/>
              <a:gdLst/>
              <a:ahLst/>
              <a:cxnLst/>
              <a:rect l="l" t="t" r="r" b="b"/>
              <a:pathLst>
                <a:path w="5431" h="5442" extrusionOk="0">
                  <a:moveTo>
                    <a:pt x="2716" y="1"/>
                  </a:moveTo>
                  <a:cubicBezTo>
                    <a:pt x="1215" y="1"/>
                    <a:pt x="1" y="1215"/>
                    <a:pt x="1" y="2715"/>
                  </a:cubicBezTo>
                  <a:cubicBezTo>
                    <a:pt x="1" y="3287"/>
                    <a:pt x="168" y="3834"/>
                    <a:pt x="501" y="4299"/>
                  </a:cubicBezTo>
                  <a:cubicBezTo>
                    <a:pt x="1013" y="5013"/>
                    <a:pt x="1835" y="5442"/>
                    <a:pt x="2716" y="5442"/>
                  </a:cubicBezTo>
                  <a:cubicBezTo>
                    <a:pt x="3597" y="5442"/>
                    <a:pt x="4418" y="5013"/>
                    <a:pt x="4930" y="4299"/>
                  </a:cubicBezTo>
                  <a:cubicBezTo>
                    <a:pt x="5264" y="3834"/>
                    <a:pt x="5430" y="3287"/>
                    <a:pt x="5430" y="2715"/>
                  </a:cubicBezTo>
                  <a:cubicBezTo>
                    <a:pt x="5430" y="1215"/>
                    <a:pt x="4216" y="1"/>
                    <a:pt x="27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Google Shape;865;p27"/>
            <p:cNvSpPr/>
            <p:nvPr>
              <p:custDataLst>
                <p:tags r:id="rId27"/>
              </p:custDataLst>
            </p:nvPr>
          </p:nvSpPr>
          <p:spPr>
            <a:xfrm>
              <a:off x="4371388" y="2768925"/>
              <a:ext cx="208675" cy="108675"/>
            </a:xfrm>
            <a:custGeom>
              <a:avLst/>
              <a:gdLst/>
              <a:ahLst/>
              <a:cxnLst/>
              <a:rect l="l" t="t" r="r" b="b"/>
              <a:pathLst>
                <a:path w="8347" h="4347" extrusionOk="0">
                  <a:moveTo>
                    <a:pt x="1608" y="0"/>
                  </a:moveTo>
                  <a:cubicBezTo>
                    <a:pt x="596" y="739"/>
                    <a:pt x="1" y="1893"/>
                    <a:pt x="1" y="3156"/>
                  </a:cubicBezTo>
                  <a:lnTo>
                    <a:pt x="1" y="4346"/>
                  </a:lnTo>
                  <a:lnTo>
                    <a:pt x="8347" y="4346"/>
                  </a:lnTo>
                  <a:lnTo>
                    <a:pt x="8347" y="3156"/>
                  </a:lnTo>
                  <a:cubicBezTo>
                    <a:pt x="8347" y="1893"/>
                    <a:pt x="7751" y="739"/>
                    <a:pt x="6751" y="0"/>
                  </a:cubicBezTo>
                  <a:cubicBezTo>
                    <a:pt x="6478" y="310"/>
                    <a:pt x="6168" y="560"/>
                    <a:pt x="5811" y="750"/>
                  </a:cubicBezTo>
                  <a:cubicBezTo>
                    <a:pt x="5716" y="798"/>
                    <a:pt x="5632" y="846"/>
                    <a:pt x="5537" y="881"/>
                  </a:cubicBezTo>
                  <a:cubicBezTo>
                    <a:pt x="5108" y="1072"/>
                    <a:pt x="4644" y="1167"/>
                    <a:pt x="4180" y="1167"/>
                  </a:cubicBezTo>
                  <a:cubicBezTo>
                    <a:pt x="3191" y="1167"/>
                    <a:pt x="2251" y="739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3" name="Google Shape;866;p27"/>
            <p:cNvSpPr txBox="1"/>
            <p:nvPr>
              <p:custDataLst>
                <p:tags r:id="rId28"/>
              </p:custDataLst>
            </p:nvPr>
          </p:nvSpPr>
          <p:spPr>
            <a:xfrm>
              <a:off x="3506748" y="1895841"/>
              <a:ext cx="851059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半结构化访谈法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4" name="Google Shape;867;p27"/>
            <p:cNvSpPr txBox="1"/>
            <p:nvPr>
              <p:custDataLst>
                <p:tags r:id="rId29"/>
              </p:custDataLst>
            </p:nvPr>
          </p:nvSpPr>
          <p:spPr>
            <a:xfrm>
              <a:off x="3590091" y="3002170"/>
              <a:ext cx="767715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个性化指导法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5" name="Google Shape;868;p27"/>
          <p:cNvGrpSpPr/>
          <p:nvPr>
            <p:custDataLst>
              <p:tags r:id="rId30"/>
            </p:custDataLst>
          </p:nvPr>
        </p:nvGrpSpPr>
        <p:grpSpPr>
          <a:xfrm>
            <a:off x="6643979" y="1966257"/>
            <a:ext cx="2046017" cy="3262333"/>
            <a:chOff x="5035675" y="1566100"/>
            <a:chExt cx="1534513" cy="2446750"/>
          </a:xfrm>
        </p:grpSpPr>
        <p:sp>
          <p:nvSpPr>
            <p:cNvPr id="36" name="Google Shape;869;p27"/>
            <p:cNvSpPr/>
            <p:nvPr>
              <p:custDataLst>
                <p:tags r:id="rId31"/>
              </p:custDataLst>
            </p:nvPr>
          </p:nvSpPr>
          <p:spPr>
            <a:xfrm>
              <a:off x="6015338" y="1805425"/>
              <a:ext cx="352750" cy="1913925"/>
            </a:xfrm>
            <a:custGeom>
              <a:avLst/>
              <a:gdLst/>
              <a:ahLst/>
              <a:cxnLst/>
              <a:rect l="l" t="t" r="r" b="b"/>
              <a:pathLst>
                <a:path w="14110" h="76557" extrusionOk="0">
                  <a:moveTo>
                    <a:pt x="11909" y="1"/>
                  </a:moveTo>
                  <a:cubicBezTo>
                    <a:pt x="11226" y="1"/>
                    <a:pt x="10567" y="363"/>
                    <a:pt x="10216" y="1000"/>
                  </a:cubicBezTo>
                  <a:cubicBezTo>
                    <a:pt x="10014" y="1369"/>
                    <a:pt x="5228" y="10192"/>
                    <a:pt x="2787" y="23800"/>
                  </a:cubicBezTo>
                  <a:cubicBezTo>
                    <a:pt x="548" y="36385"/>
                    <a:pt x="1" y="55554"/>
                    <a:pt x="10181" y="75497"/>
                  </a:cubicBezTo>
                  <a:cubicBezTo>
                    <a:pt x="10526" y="76176"/>
                    <a:pt x="11205" y="76557"/>
                    <a:pt x="11907" y="76557"/>
                  </a:cubicBezTo>
                  <a:cubicBezTo>
                    <a:pt x="12205" y="76557"/>
                    <a:pt x="12502" y="76486"/>
                    <a:pt x="12788" y="76343"/>
                  </a:cubicBezTo>
                  <a:cubicBezTo>
                    <a:pt x="13741" y="75855"/>
                    <a:pt x="14110" y="74700"/>
                    <a:pt x="13621" y="73747"/>
                  </a:cubicBezTo>
                  <a:cubicBezTo>
                    <a:pt x="3966" y="54804"/>
                    <a:pt x="4454" y="36588"/>
                    <a:pt x="6573" y="24622"/>
                  </a:cubicBezTo>
                  <a:cubicBezTo>
                    <a:pt x="8871" y="11644"/>
                    <a:pt x="13514" y="3012"/>
                    <a:pt x="13598" y="2869"/>
                  </a:cubicBezTo>
                  <a:cubicBezTo>
                    <a:pt x="14110" y="1929"/>
                    <a:pt x="13776" y="750"/>
                    <a:pt x="12836" y="238"/>
                  </a:cubicBezTo>
                  <a:cubicBezTo>
                    <a:pt x="12540" y="77"/>
                    <a:pt x="12222" y="1"/>
                    <a:pt x="11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7" name="Google Shape;870;p27"/>
            <p:cNvSpPr/>
            <p:nvPr>
              <p:custDataLst>
                <p:tags r:id="rId32"/>
              </p:custDataLst>
            </p:nvPr>
          </p:nvSpPr>
          <p:spPr>
            <a:xfrm>
              <a:off x="6051363" y="1566100"/>
              <a:ext cx="518825" cy="518525"/>
            </a:xfrm>
            <a:custGeom>
              <a:avLst/>
              <a:gdLst/>
              <a:ahLst/>
              <a:cxnLst/>
              <a:rect l="l" t="t" r="r" b="b"/>
              <a:pathLst>
                <a:path w="20753" h="20741" extrusionOk="0">
                  <a:moveTo>
                    <a:pt x="10383" y="0"/>
                  </a:moveTo>
                  <a:cubicBezTo>
                    <a:pt x="4656" y="0"/>
                    <a:pt x="0" y="4644"/>
                    <a:pt x="0" y="10371"/>
                  </a:cubicBezTo>
                  <a:cubicBezTo>
                    <a:pt x="0" y="16098"/>
                    <a:pt x="4656" y="20741"/>
                    <a:pt x="10383" y="20741"/>
                  </a:cubicBezTo>
                  <a:cubicBezTo>
                    <a:pt x="16110" y="20741"/>
                    <a:pt x="20753" y="16098"/>
                    <a:pt x="20753" y="10371"/>
                  </a:cubicBezTo>
                  <a:cubicBezTo>
                    <a:pt x="20753" y="4644"/>
                    <a:pt x="16110" y="0"/>
                    <a:pt x="10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8" name="Google Shape;871;p27"/>
            <p:cNvSpPr/>
            <p:nvPr>
              <p:custDataLst>
                <p:tags r:id="rId33"/>
              </p:custDataLst>
            </p:nvPr>
          </p:nvSpPr>
          <p:spPr>
            <a:xfrm>
              <a:off x="6076063" y="159050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95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95"/>
                  </a:cubicBezTo>
                  <a:cubicBezTo>
                    <a:pt x="18777" y="4204"/>
                    <a:pt x="14574" y="13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01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9" name="Google Shape;872;p27"/>
            <p:cNvSpPr/>
            <p:nvPr>
              <p:custDataLst>
                <p:tags r:id="rId34"/>
              </p:custDataLst>
            </p:nvPr>
          </p:nvSpPr>
          <p:spPr>
            <a:xfrm>
              <a:off x="6051363" y="3494300"/>
              <a:ext cx="518825" cy="518550"/>
            </a:xfrm>
            <a:custGeom>
              <a:avLst/>
              <a:gdLst/>
              <a:ahLst/>
              <a:cxnLst/>
              <a:rect l="l" t="t" r="r" b="b"/>
              <a:pathLst>
                <a:path w="20753" h="20742" extrusionOk="0">
                  <a:moveTo>
                    <a:pt x="10383" y="1"/>
                  </a:moveTo>
                  <a:cubicBezTo>
                    <a:pt x="4656" y="1"/>
                    <a:pt x="0" y="4644"/>
                    <a:pt x="0" y="10371"/>
                  </a:cubicBezTo>
                  <a:cubicBezTo>
                    <a:pt x="0" y="16098"/>
                    <a:pt x="4656" y="20742"/>
                    <a:pt x="10383" y="20742"/>
                  </a:cubicBezTo>
                  <a:cubicBezTo>
                    <a:pt x="16110" y="20742"/>
                    <a:pt x="20753" y="16098"/>
                    <a:pt x="20753" y="10371"/>
                  </a:cubicBezTo>
                  <a:cubicBezTo>
                    <a:pt x="20753" y="4644"/>
                    <a:pt x="16110" y="1"/>
                    <a:pt x="10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0" name="Google Shape;873;p27"/>
            <p:cNvSpPr/>
            <p:nvPr>
              <p:custDataLst>
                <p:tags r:id="rId35"/>
              </p:custDataLst>
            </p:nvPr>
          </p:nvSpPr>
          <p:spPr>
            <a:xfrm>
              <a:off x="6076063" y="3519025"/>
              <a:ext cx="469425" cy="469125"/>
            </a:xfrm>
            <a:custGeom>
              <a:avLst/>
              <a:gdLst/>
              <a:ahLst/>
              <a:cxnLst/>
              <a:rect l="l" t="t" r="r" b="b"/>
              <a:pathLst>
                <a:path w="18777" h="18765" extrusionOk="0">
                  <a:moveTo>
                    <a:pt x="9395" y="0"/>
                  </a:moveTo>
                  <a:cubicBezTo>
                    <a:pt x="4204" y="0"/>
                    <a:pt x="1" y="4203"/>
                    <a:pt x="1" y="9382"/>
                  </a:cubicBezTo>
                  <a:cubicBezTo>
                    <a:pt x="1" y="14573"/>
                    <a:pt x="4204" y="18764"/>
                    <a:pt x="9395" y="18764"/>
                  </a:cubicBezTo>
                  <a:cubicBezTo>
                    <a:pt x="14574" y="18764"/>
                    <a:pt x="18777" y="14573"/>
                    <a:pt x="18777" y="9382"/>
                  </a:cubicBezTo>
                  <a:cubicBezTo>
                    <a:pt x="18777" y="4203"/>
                    <a:pt x="14574" y="0"/>
                    <a:pt x="9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04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1" name="Google Shape;874;p27"/>
            <p:cNvSpPr/>
            <p:nvPr>
              <p:custDataLst>
                <p:tags r:id="rId36"/>
              </p:custDataLst>
            </p:nvPr>
          </p:nvSpPr>
          <p:spPr>
            <a:xfrm>
              <a:off x="58427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0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0" y="20741"/>
                  </a:cubicBezTo>
                  <a:cubicBezTo>
                    <a:pt x="16097" y="20741"/>
                    <a:pt x="20741" y="16098"/>
                    <a:pt x="20741" y="10371"/>
                  </a:cubicBezTo>
                  <a:cubicBezTo>
                    <a:pt x="20741" y="4644"/>
                    <a:pt x="16097" y="1"/>
                    <a:pt x="10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Google Shape;875;p27"/>
            <p:cNvSpPr/>
            <p:nvPr>
              <p:custDataLst>
                <p:tags r:id="rId37"/>
              </p:custDataLst>
            </p:nvPr>
          </p:nvSpPr>
          <p:spPr>
            <a:xfrm>
              <a:off x="58674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2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Google Shape;876;p27"/>
            <p:cNvSpPr/>
            <p:nvPr>
              <p:custDataLst>
                <p:tags r:id="rId38"/>
              </p:custDataLst>
            </p:nvPr>
          </p:nvSpPr>
          <p:spPr>
            <a:xfrm>
              <a:off x="5983788" y="2603425"/>
              <a:ext cx="236375" cy="328650"/>
            </a:xfrm>
            <a:custGeom>
              <a:avLst/>
              <a:gdLst/>
              <a:ahLst/>
              <a:cxnLst/>
              <a:rect l="l" t="t" r="r" b="b"/>
              <a:pathLst>
                <a:path w="9455" h="13146" extrusionOk="0">
                  <a:moveTo>
                    <a:pt x="4727" y="1167"/>
                  </a:moveTo>
                  <a:lnTo>
                    <a:pt x="5775" y="3287"/>
                  </a:lnTo>
                  <a:lnTo>
                    <a:pt x="8121" y="3632"/>
                  </a:lnTo>
                  <a:lnTo>
                    <a:pt x="6418" y="5275"/>
                  </a:lnTo>
                  <a:lnTo>
                    <a:pt x="6728" y="7025"/>
                  </a:lnTo>
                  <a:lnTo>
                    <a:pt x="6823" y="7609"/>
                  </a:lnTo>
                  <a:lnTo>
                    <a:pt x="5716" y="7025"/>
                  </a:lnTo>
                  <a:lnTo>
                    <a:pt x="4727" y="6513"/>
                  </a:lnTo>
                  <a:lnTo>
                    <a:pt x="3739" y="7025"/>
                  </a:lnTo>
                  <a:lnTo>
                    <a:pt x="2632" y="7609"/>
                  </a:lnTo>
                  <a:lnTo>
                    <a:pt x="2727" y="7025"/>
                  </a:lnTo>
                  <a:lnTo>
                    <a:pt x="3037" y="5275"/>
                  </a:lnTo>
                  <a:lnTo>
                    <a:pt x="1334" y="3632"/>
                  </a:lnTo>
                  <a:lnTo>
                    <a:pt x="3680" y="3287"/>
                  </a:lnTo>
                  <a:lnTo>
                    <a:pt x="4727" y="1167"/>
                  </a:lnTo>
                  <a:close/>
                  <a:moveTo>
                    <a:pt x="4727" y="1"/>
                  </a:moveTo>
                  <a:cubicBezTo>
                    <a:pt x="2525" y="1"/>
                    <a:pt x="667" y="1513"/>
                    <a:pt x="144" y="3549"/>
                  </a:cubicBezTo>
                  <a:cubicBezTo>
                    <a:pt x="48" y="3930"/>
                    <a:pt x="1" y="4323"/>
                    <a:pt x="1" y="4727"/>
                  </a:cubicBezTo>
                  <a:cubicBezTo>
                    <a:pt x="1" y="6382"/>
                    <a:pt x="846" y="7835"/>
                    <a:pt x="2120" y="8668"/>
                  </a:cubicBezTo>
                  <a:lnTo>
                    <a:pt x="1596" y="13145"/>
                  </a:lnTo>
                  <a:lnTo>
                    <a:pt x="4727" y="11645"/>
                  </a:lnTo>
                  <a:lnTo>
                    <a:pt x="7859" y="13145"/>
                  </a:lnTo>
                  <a:lnTo>
                    <a:pt x="7335" y="8668"/>
                  </a:lnTo>
                  <a:cubicBezTo>
                    <a:pt x="8621" y="7823"/>
                    <a:pt x="9454" y="6382"/>
                    <a:pt x="9454" y="4727"/>
                  </a:cubicBezTo>
                  <a:cubicBezTo>
                    <a:pt x="9454" y="4239"/>
                    <a:pt x="9383" y="3763"/>
                    <a:pt x="9240" y="3322"/>
                  </a:cubicBezTo>
                  <a:cubicBezTo>
                    <a:pt x="8645" y="1405"/>
                    <a:pt x="6871" y="12"/>
                    <a:pt x="4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Google Shape;877;p27"/>
            <p:cNvSpPr txBox="1"/>
            <p:nvPr>
              <p:custDataLst>
                <p:tags r:id="rId39"/>
              </p:custDataLst>
            </p:nvPr>
          </p:nvSpPr>
          <p:spPr>
            <a:xfrm>
              <a:off x="5035675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Google Shape;878;p27"/>
            <p:cNvSpPr txBox="1"/>
            <p:nvPr>
              <p:custDataLst>
                <p:tags r:id="rId40"/>
              </p:custDataLst>
            </p:nvPr>
          </p:nvSpPr>
          <p:spPr>
            <a:xfrm>
              <a:off x="5035675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专题培训法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6" name="Google Shape;878;p27"/>
          <p:cNvSpPr txBox="1"/>
          <p:nvPr>
            <p:custDataLst>
              <p:tags r:id="rId41"/>
            </p:custDataLst>
          </p:nvPr>
        </p:nvSpPr>
        <p:spPr>
          <a:xfrm>
            <a:off x="6622389" y="2413121"/>
            <a:ext cx="1285600" cy="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rPr>
              <a:t>问卷调查法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4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9312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幼儿园小班绘本阅读活动中教师提问策略的优化研究方法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778547" y="1836890"/>
            <a:ext cx="10634906" cy="4057981"/>
            <a:chOff x="632741" y="1636394"/>
            <a:chExt cx="10634906" cy="4057981"/>
          </a:xfrm>
        </p:grpSpPr>
        <p:grpSp>
          <p:nvGrpSpPr>
            <p:cNvPr id="4" name="图形 1"/>
            <p:cNvGrpSpPr/>
            <p:nvPr/>
          </p:nvGrpSpPr>
          <p:grpSpPr>
            <a:xfrm>
              <a:off x="632741" y="1636394"/>
              <a:ext cx="4610268" cy="4054834"/>
              <a:chOff x="632741" y="1636394"/>
              <a:chExt cx="4610268" cy="4054834"/>
            </a:xfrm>
            <a:solidFill>
              <a:schemeClr val="accent1"/>
            </a:solidFill>
          </p:grpSpPr>
          <p:sp>
            <p:nvSpPr>
              <p:cNvPr id="67" name="任意多边形: 形状 66"/>
              <p:cNvSpPr/>
              <p:nvPr>
                <p:custDataLst>
                  <p:tags r:id="rId2"/>
                </p:custDataLst>
              </p:nvPr>
            </p:nvSpPr>
            <p:spPr>
              <a:xfrm>
                <a:off x="3291906" y="1636394"/>
                <a:ext cx="1951103" cy="2991168"/>
              </a:xfrm>
              <a:custGeom>
                <a:avLst/>
                <a:gdLst>
                  <a:gd name="connsiteX0" fmla="*/ 1951104 w 1951103"/>
                  <a:gd name="connsiteY0" fmla="*/ 108569 h 2991168"/>
                  <a:gd name="connsiteX1" fmla="*/ 1763861 w 1951103"/>
                  <a:gd name="connsiteY1" fmla="*/ 0 h 2991168"/>
                  <a:gd name="connsiteX2" fmla="*/ 1763861 w 1951103"/>
                  <a:gd name="connsiteY2" fmla="*/ 81820 h 2991168"/>
                  <a:gd name="connsiteX3" fmla="*/ 472041 w 1951103"/>
                  <a:gd name="connsiteY3" fmla="*/ 81820 h 2991168"/>
                  <a:gd name="connsiteX4" fmla="*/ 36190 w 1951103"/>
                  <a:gd name="connsiteY4" fmla="*/ 517672 h 2991168"/>
                  <a:gd name="connsiteX5" fmla="*/ 36190 w 1951103"/>
                  <a:gd name="connsiteY5" fmla="*/ 517672 h 2991168"/>
                  <a:gd name="connsiteX6" fmla="*/ 36190 w 1951103"/>
                  <a:gd name="connsiteY6" fmla="*/ 2682768 h 2991168"/>
                  <a:gd name="connsiteX7" fmla="*/ 0 w 1951103"/>
                  <a:gd name="connsiteY7" fmla="*/ 2991168 h 2991168"/>
                  <a:gd name="connsiteX8" fmla="*/ 51925 w 1951103"/>
                  <a:gd name="connsiteY8" fmla="*/ 2991168 h 2991168"/>
                  <a:gd name="connsiteX9" fmla="*/ 86541 w 1951103"/>
                  <a:gd name="connsiteY9" fmla="*/ 2682768 h 2991168"/>
                  <a:gd name="connsiteX10" fmla="*/ 86541 w 1951103"/>
                  <a:gd name="connsiteY10" fmla="*/ 2682768 h 2991168"/>
                  <a:gd name="connsiteX11" fmla="*/ 86541 w 1951103"/>
                  <a:gd name="connsiteY11" fmla="*/ 2682768 h 2991168"/>
                  <a:gd name="connsiteX12" fmla="*/ 86541 w 1951103"/>
                  <a:gd name="connsiteY12" fmla="*/ 517672 h 2991168"/>
                  <a:gd name="connsiteX13" fmla="*/ 472041 w 1951103"/>
                  <a:gd name="connsiteY13" fmla="*/ 132172 h 2991168"/>
                  <a:gd name="connsiteX14" fmla="*/ 1765434 w 1951103"/>
                  <a:gd name="connsiteY14" fmla="*/ 132172 h 2991168"/>
                  <a:gd name="connsiteX15" fmla="*/ 1765434 w 1951103"/>
                  <a:gd name="connsiteY15" fmla="*/ 215566 h 2991168"/>
                  <a:gd name="connsiteX16" fmla="*/ 1951104 w 195110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1103" h="2991168">
                    <a:moveTo>
                      <a:pt x="1951104" y="108569"/>
                    </a:moveTo>
                    <a:lnTo>
                      <a:pt x="1763861" y="0"/>
                    </a:lnTo>
                    <a:lnTo>
                      <a:pt x="1763861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5" y="2991168"/>
                    </a:lnTo>
                    <a:cubicBezTo>
                      <a:pt x="75527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65434" y="132172"/>
                    </a:lnTo>
                    <a:lnTo>
                      <a:pt x="1765434" y="215566"/>
                    </a:lnTo>
                    <a:lnTo>
                      <a:pt x="1951104" y="108569"/>
                    </a:ln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"/>
                </p:custDataLst>
              </p:nvPr>
            </p:nvSpPr>
            <p:spPr>
              <a:xfrm>
                <a:off x="632741" y="1636394"/>
                <a:ext cx="2709516" cy="4054834"/>
              </a:xfrm>
              <a:custGeom>
                <a:avLst/>
                <a:gdLst>
                  <a:gd name="connsiteX0" fmla="*/ 2421571 w 2709516"/>
                  <a:gd name="connsiteY0" fmla="*/ 3488385 h 4054834"/>
                  <a:gd name="connsiteX1" fmla="*/ 1373640 w 2709516"/>
                  <a:gd name="connsiteY1" fmla="*/ 4006057 h 4054834"/>
                  <a:gd name="connsiteX2" fmla="*/ 325708 w 2709516"/>
                  <a:gd name="connsiteY2" fmla="*/ 3488385 h 4054834"/>
                  <a:gd name="connsiteX3" fmla="*/ 50351 w 2709516"/>
                  <a:gd name="connsiteY3" fmla="*/ 2684342 h 4054834"/>
                  <a:gd name="connsiteX4" fmla="*/ 50351 w 2709516"/>
                  <a:gd name="connsiteY4" fmla="*/ 517672 h 4054834"/>
                  <a:gd name="connsiteX5" fmla="*/ 435851 w 2709516"/>
                  <a:gd name="connsiteY5" fmla="*/ 132172 h 4054834"/>
                  <a:gd name="connsiteX6" fmla="*/ 1729244 w 2709516"/>
                  <a:gd name="connsiteY6" fmla="*/ 132172 h 4054834"/>
                  <a:gd name="connsiteX7" fmla="*/ 1729244 w 2709516"/>
                  <a:gd name="connsiteY7" fmla="*/ 215566 h 4054834"/>
                  <a:gd name="connsiteX8" fmla="*/ 1916487 w 2709516"/>
                  <a:gd name="connsiteY8" fmla="*/ 106996 h 4054834"/>
                  <a:gd name="connsiteX9" fmla="*/ 1729244 w 2709516"/>
                  <a:gd name="connsiteY9" fmla="*/ 0 h 4054834"/>
                  <a:gd name="connsiteX10" fmla="*/ 1729244 w 2709516"/>
                  <a:gd name="connsiteY10" fmla="*/ 81820 h 4054834"/>
                  <a:gd name="connsiteX11" fmla="*/ 435851 w 2709516"/>
                  <a:gd name="connsiteY11" fmla="*/ 81820 h 4054834"/>
                  <a:gd name="connsiteX12" fmla="*/ 0 w 2709516"/>
                  <a:gd name="connsiteY12" fmla="*/ 517672 h 4054834"/>
                  <a:gd name="connsiteX13" fmla="*/ 0 w 2709516"/>
                  <a:gd name="connsiteY13" fmla="*/ 2682768 h 4054834"/>
                  <a:gd name="connsiteX14" fmla="*/ 283225 w 2709516"/>
                  <a:gd name="connsiteY14" fmla="*/ 3518281 h 4054834"/>
                  <a:gd name="connsiteX15" fmla="*/ 1372066 w 2709516"/>
                  <a:gd name="connsiteY15" fmla="*/ 4054835 h 4054834"/>
                  <a:gd name="connsiteX16" fmla="*/ 2460908 w 2709516"/>
                  <a:gd name="connsiteY16" fmla="*/ 3518281 h 4054834"/>
                  <a:gd name="connsiteX17" fmla="*/ 2709517 w 2709516"/>
                  <a:gd name="connsiteY17" fmla="*/ 2991168 h 4054834"/>
                  <a:gd name="connsiteX18" fmla="*/ 2657592 w 2709516"/>
                  <a:gd name="connsiteY18" fmla="*/ 2991168 h 4054834"/>
                  <a:gd name="connsiteX19" fmla="*/ 2421571 w 2709516"/>
                  <a:gd name="connsiteY19" fmla="*/ 3488385 h 405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09516" h="4054834">
                    <a:moveTo>
                      <a:pt x="2421571" y="3488385"/>
                    </a:moveTo>
                    <a:cubicBezTo>
                      <a:pt x="2169816" y="3817241"/>
                      <a:pt x="1787463" y="4006057"/>
                      <a:pt x="1373640" y="4006057"/>
                    </a:cubicBezTo>
                    <a:cubicBezTo>
                      <a:pt x="959817" y="4006057"/>
                      <a:pt x="577464" y="3817241"/>
                      <a:pt x="325708" y="3488385"/>
                    </a:cubicBezTo>
                    <a:cubicBezTo>
                      <a:pt x="146333" y="3255511"/>
                      <a:pt x="50351" y="2977007"/>
                      <a:pt x="50351" y="2684342"/>
                    </a:cubicBezTo>
                    <a:lnTo>
                      <a:pt x="50351" y="517672"/>
                    </a:lnTo>
                    <a:cubicBezTo>
                      <a:pt x="50351" y="305253"/>
                      <a:pt x="223433" y="132172"/>
                      <a:pt x="435851" y="132172"/>
                    </a:cubicBezTo>
                    <a:lnTo>
                      <a:pt x="1729244" y="132172"/>
                    </a:lnTo>
                    <a:lnTo>
                      <a:pt x="1729244" y="215566"/>
                    </a:lnTo>
                    <a:lnTo>
                      <a:pt x="1916487" y="106996"/>
                    </a:lnTo>
                    <a:lnTo>
                      <a:pt x="1729244" y="0"/>
                    </a:lnTo>
                    <a:lnTo>
                      <a:pt x="1729244" y="81820"/>
                    </a:lnTo>
                    <a:lnTo>
                      <a:pt x="435851" y="81820"/>
                    </a:lnTo>
                    <a:cubicBezTo>
                      <a:pt x="195110" y="81820"/>
                      <a:pt x="0" y="276931"/>
                      <a:pt x="0" y="517672"/>
                    </a:cubicBezTo>
                    <a:lnTo>
                      <a:pt x="0" y="2682768"/>
                    </a:lnTo>
                    <a:cubicBezTo>
                      <a:pt x="0" y="2988021"/>
                      <a:pt x="97555" y="3275967"/>
                      <a:pt x="283225" y="3518281"/>
                    </a:cubicBezTo>
                    <a:cubicBezTo>
                      <a:pt x="545994" y="3859724"/>
                      <a:pt x="942509" y="4054835"/>
                      <a:pt x="1372066" y="4054835"/>
                    </a:cubicBezTo>
                    <a:cubicBezTo>
                      <a:pt x="1801624" y="4054835"/>
                      <a:pt x="2198139" y="3859724"/>
                      <a:pt x="2460908" y="3518281"/>
                    </a:cubicBezTo>
                    <a:cubicBezTo>
                      <a:pt x="2582066" y="3359361"/>
                      <a:pt x="2667033" y="3181558"/>
                      <a:pt x="2709517" y="2991168"/>
                    </a:cubicBezTo>
                    <a:lnTo>
                      <a:pt x="2657592" y="2991168"/>
                    </a:lnTo>
                    <a:cubicBezTo>
                      <a:pt x="2615108" y="3170544"/>
                      <a:pt x="2536435" y="3338905"/>
                      <a:pt x="2421571" y="3488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5" name="图形 1"/>
            <p:cNvGrpSpPr/>
            <p:nvPr/>
          </p:nvGrpSpPr>
          <p:grpSpPr>
            <a:xfrm>
              <a:off x="3831606" y="1636394"/>
              <a:ext cx="4111479" cy="4056407"/>
              <a:chOff x="3831606" y="1636394"/>
              <a:chExt cx="4111479" cy="4056407"/>
            </a:xfrm>
            <a:solidFill>
              <a:schemeClr val="accent3"/>
            </a:solidFill>
          </p:grpSpPr>
          <p:sp>
            <p:nvSpPr>
              <p:cNvPr id="65" name="任意多边形: 形状 64"/>
              <p:cNvSpPr/>
              <p:nvPr>
                <p:custDataLst>
                  <p:tags r:id="rId4"/>
                </p:custDataLst>
              </p:nvPr>
            </p:nvSpPr>
            <p:spPr>
              <a:xfrm>
                <a:off x="3831606" y="4629135"/>
                <a:ext cx="2206005" cy="1063666"/>
              </a:xfrm>
              <a:custGeom>
                <a:avLst/>
                <a:gdLst>
                  <a:gd name="connsiteX0" fmla="*/ 1916487 w 2206005"/>
                  <a:gd name="connsiteY0" fmla="*/ 495643 h 1063666"/>
                  <a:gd name="connsiteX1" fmla="*/ 868556 w 2206005"/>
                  <a:gd name="connsiteY1" fmla="*/ 1013315 h 1063666"/>
                  <a:gd name="connsiteX2" fmla="*/ 180949 w 2206005"/>
                  <a:gd name="connsiteY2" fmla="*/ 821352 h 1063666"/>
                  <a:gd name="connsiteX3" fmla="*/ 215565 w 2206005"/>
                  <a:gd name="connsiteY3" fmla="*/ 750546 h 1063666"/>
                  <a:gd name="connsiteX4" fmla="*/ 0 w 2206005"/>
                  <a:gd name="connsiteY4" fmla="*/ 766280 h 1063666"/>
                  <a:gd name="connsiteX5" fmla="*/ 121157 w 2206005"/>
                  <a:gd name="connsiteY5" fmla="*/ 945656 h 1063666"/>
                  <a:gd name="connsiteX6" fmla="*/ 158920 w 2206005"/>
                  <a:gd name="connsiteY6" fmla="*/ 866983 h 1063666"/>
                  <a:gd name="connsiteX7" fmla="*/ 868556 w 2206005"/>
                  <a:gd name="connsiteY7" fmla="*/ 1063666 h 1063666"/>
                  <a:gd name="connsiteX8" fmla="*/ 1957398 w 2206005"/>
                  <a:gd name="connsiteY8" fmla="*/ 527113 h 1063666"/>
                  <a:gd name="connsiteX9" fmla="*/ 2206006 w 2206005"/>
                  <a:gd name="connsiteY9" fmla="*/ 0 h 1063666"/>
                  <a:gd name="connsiteX10" fmla="*/ 2154082 w 2206005"/>
                  <a:gd name="connsiteY10" fmla="*/ 0 h 1063666"/>
                  <a:gd name="connsiteX11" fmla="*/ 1916487 w 2206005"/>
                  <a:gd name="connsiteY11" fmla="*/ 495643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06005" h="1063666">
                    <a:moveTo>
                      <a:pt x="1916487" y="495643"/>
                    </a:moveTo>
                    <a:cubicBezTo>
                      <a:pt x="1664732" y="824499"/>
                      <a:pt x="1282378" y="1013315"/>
                      <a:pt x="868556" y="1013315"/>
                    </a:cubicBezTo>
                    <a:cubicBezTo>
                      <a:pt x="623094" y="1013315"/>
                      <a:pt x="387074" y="947229"/>
                      <a:pt x="180949" y="821352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8920" y="866983"/>
                    </a:lnTo>
                    <a:cubicBezTo>
                      <a:pt x="371339" y="996007"/>
                      <a:pt x="616800" y="1063666"/>
                      <a:pt x="868556" y="1063666"/>
                    </a:cubicBezTo>
                    <a:cubicBezTo>
                      <a:pt x="1298113" y="1063666"/>
                      <a:pt x="1694628" y="868556"/>
                      <a:pt x="1957398" y="527113"/>
                    </a:cubicBezTo>
                    <a:cubicBezTo>
                      <a:pt x="2078555" y="368192"/>
                      <a:pt x="2163522" y="190390"/>
                      <a:pt x="2206006" y="0"/>
                    </a:cubicBezTo>
                    <a:lnTo>
                      <a:pt x="2154082" y="0"/>
                    </a:lnTo>
                    <a:cubicBezTo>
                      <a:pt x="2111598" y="177802"/>
                      <a:pt x="2031351" y="346164"/>
                      <a:pt x="1916487" y="495643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5"/>
                </p:custDataLst>
              </p:nvPr>
            </p:nvSpPr>
            <p:spPr>
              <a:xfrm>
                <a:off x="5985688" y="1636394"/>
                <a:ext cx="1957397" cy="2991168"/>
              </a:xfrm>
              <a:custGeom>
                <a:avLst/>
                <a:gdLst>
                  <a:gd name="connsiteX0" fmla="*/ 1957397 w 1957397"/>
                  <a:gd name="connsiteY0" fmla="*/ 108569 h 2991168"/>
                  <a:gd name="connsiteX1" fmla="*/ 1770155 w 1957397"/>
                  <a:gd name="connsiteY1" fmla="*/ 0 h 2991168"/>
                  <a:gd name="connsiteX2" fmla="*/ 1770155 w 1957397"/>
                  <a:gd name="connsiteY2" fmla="*/ 81820 h 2991168"/>
                  <a:gd name="connsiteX3" fmla="*/ 472041 w 1957397"/>
                  <a:gd name="connsiteY3" fmla="*/ 81820 h 2991168"/>
                  <a:gd name="connsiteX4" fmla="*/ 36190 w 1957397"/>
                  <a:gd name="connsiteY4" fmla="*/ 517672 h 2991168"/>
                  <a:gd name="connsiteX5" fmla="*/ 36190 w 1957397"/>
                  <a:gd name="connsiteY5" fmla="*/ 517672 h 2991168"/>
                  <a:gd name="connsiteX6" fmla="*/ 36190 w 1957397"/>
                  <a:gd name="connsiteY6" fmla="*/ 2682768 h 2991168"/>
                  <a:gd name="connsiteX7" fmla="*/ 36190 w 1957397"/>
                  <a:gd name="connsiteY7" fmla="*/ 2682768 h 2991168"/>
                  <a:gd name="connsiteX8" fmla="*/ 0 w 1957397"/>
                  <a:gd name="connsiteY8" fmla="*/ 2991168 h 2991168"/>
                  <a:gd name="connsiteX9" fmla="*/ 51924 w 1957397"/>
                  <a:gd name="connsiteY9" fmla="*/ 2991168 h 2991168"/>
                  <a:gd name="connsiteX10" fmla="*/ 86541 w 1957397"/>
                  <a:gd name="connsiteY10" fmla="*/ 2682768 h 2991168"/>
                  <a:gd name="connsiteX11" fmla="*/ 86541 w 1957397"/>
                  <a:gd name="connsiteY11" fmla="*/ 2682768 h 2991168"/>
                  <a:gd name="connsiteX12" fmla="*/ 86541 w 1957397"/>
                  <a:gd name="connsiteY12" fmla="*/ 517672 h 2991168"/>
                  <a:gd name="connsiteX13" fmla="*/ 472041 w 1957397"/>
                  <a:gd name="connsiteY13" fmla="*/ 132172 h 2991168"/>
                  <a:gd name="connsiteX14" fmla="*/ 1770155 w 1957397"/>
                  <a:gd name="connsiteY14" fmla="*/ 132172 h 2991168"/>
                  <a:gd name="connsiteX15" fmla="*/ 1770155 w 1957397"/>
                  <a:gd name="connsiteY15" fmla="*/ 215566 h 2991168"/>
                  <a:gd name="connsiteX16" fmla="*/ 1957397 w 1957397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7397" h="2991168">
                    <a:moveTo>
                      <a:pt x="1957397" y="108569"/>
                    </a:moveTo>
                    <a:lnTo>
                      <a:pt x="1770155" y="0"/>
                    </a:lnTo>
                    <a:lnTo>
                      <a:pt x="1770155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70155" y="132172"/>
                    </a:lnTo>
                    <a:lnTo>
                      <a:pt x="1770155" y="215566"/>
                    </a:lnTo>
                    <a:lnTo>
                      <a:pt x="1957397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6534829" y="1636394"/>
              <a:ext cx="4089450" cy="4057981"/>
              <a:chOff x="6534829" y="1636394"/>
              <a:chExt cx="4089450" cy="4057981"/>
            </a:xfrm>
            <a:solidFill>
              <a:schemeClr val="accent4"/>
            </a:solidFill>
          </p:grpSpPr>
          <p:sp>
            <p:nvSpPr>
              <p:cNvPr id="63" name="任意多边形: 形状 62"/>
              <p:cNvSpPr/>
              <p:nvPr>
                <p:custDataLst>
                  <p:tags r:id="rId6"/>
                </p:custDataLst>
              </p:nvPr>
            </p:nvSpPr>
            <p:spPr>
              <a:xfrm>
                <a:off x="6534829" y="4630709"/>
                <a:ext cx="2198138" cy="1063666"/>
              </a:xfrm>
              <a:custGeom>
                <a:avLst/>
                <a:gdLst>
                  <a:gd name="connsiteX0" fmla="*/ 1907046 w 2198138"/>
                  <a:gd name="connsiteY0" fmla="*/ 494070 h 1063666"/>
                  <a:gd name="connsiteX1" fmla="*/ 859115 w 2198138"/>
                  <a:gd name="connsiteY1" fmla="*/ 1011742 h 1063666"/>
                  <a:gd name="connsiteX2" fmla="*/ 179376 w 2198138"/>
                  <a:gd name="connsiteY2" fmla="*/ 824499 h 1063666"/>
                  <a:gd name="connsiteX3" fmla="*/ 215565 w 2198138"/>
                  <a:gd name="connsiteY3" fmla="*/ 750546 h 1063666"/>
                  <a:gd name="connsiteX4" fmla="*/ 0 w 2198138"/>
                  <a:gd name="connsiteY4" fmla="*/ 766280 h 1063666"/>
                  <a:gd name="connsiteX5" fmla="*/ 121157 w 2198138"/>
                  <a:gd name="connsiteY5" fmla="*/ 945656 h 1063666"/>
                  <a:gd name="connsiteX6" fmla="*/ 157347 w 2198138"/>
                  <a:gd name="connsiteY6" fmla="*/ 871703 h 1063666"/>
                  <a:gd name="connsiteX7" fmla="*/ 860688 w 2198138"/>
                  <a:gd name="connsiteY7" fmla="*/ 1063666 h 1063666"/>
                  <a:gd name="connsiteX8" fmla="*/ 1949530 w 2198138"/>
                  <a:gd name="connsiteY8" fmla="*/ 527113 h 1063666"/>
                  <a:gd name="connsiteX9" fmla="*/ 2198138 w 2198138"/>
                  <a:gd name="connsiteY9" fmla="*/ 0 h 1063666"/>
                  <a:gd name="connsiteX10" fmla="*/ 2146214 w 2198138"/>
                  <a:gd name="connsiteY10" fmla="*/ 0 h 1063666"/>
                  <a:gd name="connsiteX11" fmla="*/ 1907046 w 2198138"/>
                  <a:gd name="connsiteY11" fmla="*/ 494070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98138" h="1063666">
                    <a:moveTo>
                      <a:pt x="1907046" y="494070"/>
                    </a:moveTo>
                    <a:cubicBezTo>
                      <a:pt x="1655291" y="822925"/>
                      <a:pt x="1272938" y="1011742"/>
                      <a:pt x="859115" y="1011742"/>
                    </a:cubicBezTo>
                    <a:cubicBezTo>
                      <a:pt x="616800" y="1011742"/>
                      <a:pt x="382353" y="947229"/>
                      <a:pt x="179376" y="824499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7347" y="871703"/>
                    </a:lnTo>
                    <a:cubicBezTo>
                      <a:pt x="368192" y="997581"/>
                      <a:pt x="610506" y="1063666"/>
                      <a:pt x="860688" y="1063666"/>
                    </a:cubicBezTo>
                    <a:cubicBezTo>
                      <a:pt x="1290246" y="1063666"/>
                      <a:pt x="1686760" y="868556"/>
                      <a:pt x="1949530" y="527113"/>
                    </a:cubicBezTo>
                    <a:cubicBezTo>
                      <a:pt x="2070688" y="368192"/>
                      <a:pt x="2155654" y="190390"/>
                      <a:pt x="2198138" y="0"/>
                    </a:cubicBezTo>
                    <a:lnTo>
                      <a:pt x="2146214" y="0"/>
                    </a:lnTo>
                    <a:cubicBezTo>
                      <a:pt x="2100583" y="176229"/>
                      <a:pt x="2021910" y="344590"/>
                      <a:pt x="1907046" y="494070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7"/>
                </p:custDataLst>
              </p:nvPr>
            </p:nvSpPr>
            <p:spPr>
              <a:xfrm>
                <a:off x="8677896" y="1636394"/>
                <a:ext cx="1946383" cy="2991168"/>
              </a:xfrm>
              <a:custGeom>
                <a:avLst/>
                <a:gdLst>
                  <a:gd name="connsiteX0" fmla="*/ 1946383 w 1946383"/>
                  <a:gd name="connsiteY0" fmla="*/ 108569 h 2991168"/>
                  <a:gd name="connsiteX1" fmla="*/ 1759140 w 1946383"/>
                  <a:gd name="connsiteY1" fmla="*/ 0 h 2991168"/>
                  <a:gd name="connsiteX2" fmla="*/ 1759140 w 1946383"/>
                  <a:gd name="connsiteY2" fmla="*/ 81820 h 2991168"/>
                  <a:gd name="connsiteX3" fmla="*/ 472041 w 1946383"/>
                  <a:gd name="connsiteY3" fmla="*/ 81820 h 2991168"/>
                  <a:gd name="connsiteX4" fmla="*/ 36190 w 1946383"/>
                  <a:gd name="connsiteY4" fmla="*/ 517672 h 2991168"/>
                  <a:gd name="connsiteX5" fmla="*/ 36190 w 1946383"/>
                  <a:gd name="connsiteY5" fmla="*/ 517672 h 2991168"/>
                  <a:gd name="connsiteX6" fmla="*/ 36190 w 1946383"/>
                  <a:gd name="connsiteY6" fmla="*/ 2682768 h 2991168"/>
                  <a:gd name="connsiteX7" fmla="*/ 36190 w 1946383"/>
                  <a:gd name="connsiteY7" fmla="*/ 2682768 h 2991168"/>
                  <a:gd name="connsiteX8" fmla="*/ 0 w 1946383"/>
                  <a:gd name="connsiteY8" fmla="*/ 2991168 h 2991168"/>
                  <a:gd name="connsiteX9" fmla="*/ 51924 w 1946383"/>
                  <a:gd name="connsiteY9" fmla="*/ 2991168 h 2991168"/>
                  <a:gd name="connsiteX10" fmla="*/ 86541 w 1946383"/>
                  <a:gd name="connsiteY10" fmla="*/ 2682768 h 2991168"/>
                  <a:gd name="connsiteX11" fmla="*/ 86541 w 1946383"/>
                  <a:gd name="connsiteY11" fmla="*/ 2682768 h 2991168"/>
                  <a:gd name="connsiteX12" fmla="*/ 86541 w 1946383"/>
                  <a:gd name="connsiteY12" fmla="*/ 517672 h 2991168"/>
                  <a:gd name="connsiteX13" fmla="*/ 472041 w 1946383"/>
                  <a:gd name="connsiteY13" fmla="*/ 132172 h 2991168"/>
                  <a:gd name="connsiteX14" fmla="*/ 1759140 w 1946383"/>
                  <a:gd name="connsiteY14" fmla="*/ 132172 h 2991168"/>
                  <a:gd name="connsiteX15" fmla="*/ 1759140 w 1946383"/>
                  <a:gd name="connsiteY15" fmla="*/ 215566 h 2991168"/>
                  <a:gd name="connsiteX16" fmla="*/ 1946383 w 194638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46383" h="2991168">
                    <a:moveTo>
                      <a:pt x="1946383" y="108569"/>
                    </a:moveTo>
                    <a:lnTo>
                      <a:pt x="1759140" y="0"/>
                    </a:lnTo>
                    <a:lnTo>
                      <a:pt x="1759140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59140" y="132172"/>
                    </a:lnTo>
                    <a:lnTo>
                      <a:pt x="1759140" y="215566"/>
                    </a:lnTo>
                    <a:lnTo>
                      <a:pt x="1946383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89216" y="1962102"/>
              <a:ext cx="2232754" cy="3500972"/>
              <a:chOff x="889216" y="1962102"/>
              <a:chExt cx="2232754" cy="3500972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889216" y="1962102"/>
                <a:ext cx="2232754" cy="3500972"/>
                <a:chOff x="889216" y="1962102"/>
                <a:chExt cx="2232754" cy="3500972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59" name="图形 1"/>
                <p:cNvGrpSpPr/>
                <p:nvPr/>
              </p:nvGrpSpPr>
              <p:grpSpPr>
                <a:xfrm>
                  <a:off x="889216" y="1962102"/>
                  <a:ext cx="2232754" cy="3066695"/>
                  <a:chOff x="889216" y="1962102"/>
                  <a:chExt cx="2232754" cy="3066695"/>
                </a:xfrm>
                <a:solidFill>
                  <a:schemeClr val="accent1"/>
                </a:solidFill>
              </p:grpSpPr>
              <p:sp>
                <p:nvSpPr>
                  <p:cNvPr id="61" name="任意多边形: 形状 60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2365132" y="1962102"/>
                    <a:ext cx="755266" cy="753692"/>
                  </a:xfrm>
                  <a:custGeom>
                    <a:avLst/>
                    <a:gdLst>
                      <a:gd name="connsiteX0" fmla="*/ 325709 w 755266"/>
                      <a:gd name="connsiteY0" fmla="*/ 621521 h 753692"/>
                      <a:gd name="connsiteX1" fmla="*/ 344590 w 755266"/>
                      <a:gd name="connsiteY1" fmla="*/ 634109 h 753692"/>
                      <a:gd name="connsiteX2" fmla="*/ 412249 w 755266"/>
                      <a:gd name="connsiteY2" fmla="*/ 673446 h 753692"/>
                      <a:gd name="connsiteX3" fmla="*/ 495643 w 755266"/>
                      <a:gd name="connsiteY3" fmla="*/ 709635 h 753692"/>
                      <a:gd name="connsiteX4" fmla="*/ 602639 w 755266"/>
                      <a:gd name="connsiteY4" fmla="*/ 739531 h 753692"/>
                      <a:gd name="connsiteX5" fmla="*/ 678166 w 755266"/>
                      <a:gd name="connsiteY5" fmla="*/ 750546 h 753692"/>
                      <a:gd name="connsiteX6" fmla="*/ 755266 w 755266"/>
                      <a:gd name="connsiteY6" fmla="*/ 753693 h 753692"/>
                      <a:gd name="connsiteX7" fmla="*/ 755266 w 755266"/>
                      <a:gd name="connsiteY7" fmla="*/ 151053 h 753692"/>
                      <a:gd name="connsiteX8" fmla="*/ 604213 w 755266"/>
                      <a:gd name="connsiteY8" fmla="*/ 0 h 753692"/>
                      <a:gd name="connsiteX9" fmla="*/ 0 w 755266"/>
                      <a:gd name="connsiteY9" fmla="*/ 0 h 753692"/>
                      <a:gd name="connsiteX10" fmla="*/ 221859 w 755266"/>
                      <a:gd name="connsiteY10" fmla="*/ 534980 h 753692"/>
                      <a:gd name="connsiteX11" fmla="*/ 275357 w 755266"/>
                      <a:gd name="connsiteY11" fmla="*/ 583758 h 753692"/>
                      <a:gd name="connsiteX12" fmla="*/ 325709 w 755266"/>
                      <a:gd name="connsiteY12" fmla="*/ 621521 h 753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55266" h="753692">
                        <a:moveTo>
                          <a:pt x="325709" y="621521"/>
                        </a:moveTo>
                        <a:cubicBezTo>
                          <a:pt x="332002" y="626241"/>
                          <a:pt x="338296" y="630962"/>
                          <a:pt x="344590" y="634109"/>
                        </a:cubicBezTo>
                        <a:cubicBezTo>
                          <a:pt x="366619" y="648270"/>
                          <a:pt x="388647" y="660858"/>
                          <a:pt x="412249" y="673446"/>
                        </a:cubicBezTo>
                        <a:cubicBezTo>
                          <a:pt x="438998" y="687607"/>
                          <a:pt x="467321" y="700195"/>
                          <a:pt x="495643" y="709635"/>
                        </a:cubicBezTo>
                        <a:cubicBezTo>
                          <a:pt x="530260" y="722223"/>
                          <a:pt x="566450" y="733238"/>
                          <a:pt x="602639" y="739531"/>
                        </a:cubicBezTo>
                        <a:cubicBezTo>
                          <a:pt x="627815" y="744252"/>
                          <a:pt x="652990" y="748972"/>
                          <a:pt x="678166" y="750546"/>
                        </a:cubicBezTo>
                        <a:cubicBezTo>
                          <a:pt x="703341" y="753693"/>
                          <a:pt x="730090" y="753693"/>
                          <a:pt x="755266" y="753693"/>
                        </a:cubicBezTo>
                        <a:lnTo>
                          <a:pt x="755266" y="151053"/>
                        </a:lnTo>
                        <a:cubicBezTo>
                          <a:pt x="755266" y="67659"/>
                          <a:pt x="687607" y="0"/>
                          <a:pt x="604213" y="0"/>
                        </a:cubicBezTo>
                        <a:lnTo>
                          <a:pt x="0" y="0"/>
                        </a:lnTo>
                        <a:cubicBezTo>
                          <a:pt x="0" y="209272"/>
                          <a:pt x="84967" y="398088"/>
                          <a:pt x="221859" y="534980"/>
                        </a:cubicBezTo>
                        <a:cubicBezTo>
                          <a:pt x="239168" y="552288"/>
                          <a:pt x="256476" y="568023"/>
                          <a:pt x="275357" y="583758"/>
                        </a:cubicBezTo>
                        <a:cubicBezTo>
                          <a:pt x="292666" y="596345"/>
                          <a:pt x="308400" y="608933"/>
                          <a:pt x="325709" y="62152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5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889216" y="1965249"/>
                    <a:ext cx="2232754" cy="3063548"/>
                  </a:xfrm>
                  <a:custGeom>
                    <a:avLst/>
                    <a:gdLst>
                      <a:gd name="connsiteX0" fmla="*/ 1115591 w 2232754"/>
                      <a:gd name="connsiteY0" fmla="*/ 2663886 h 3063548"/>
                      <a:gd name="connsiteX1" fmla="*/ 2001455 w 2232754"/>
                      <a:gd name="connsiteY1" fmla="*/ 3061975 h 3063548"/>
                      <a:gd name="connsiteX2" fmla="*/ 2232755 w 2232754"/>
                      <a:gd name="connsiteY2" fmla="*/ 2382235 h 3063548"/>
                      <a:gd name="connsiteX3" fmla="*/ 2232755 w 2232754"/>
                      <a:gd name="connsiteY3" fmla="*/ 753693 h 3063548"/>
                      <a:gd name="connsiteX4" fmla="*/ 2155655 w 2232754"/>
                      <a:gd name="connsiteY4" fmla="*/ 750546 h 3063548"/>
                      <a:gd name="connsiteX5" fmla="*/ 2080128 w 2232754"/>
                      <a:gd name="connsiteY5" fmla="*/ 739531 h 3063548"/>
                      <a:gd name="connsiteX6" fmla="*/ 1973132 w 2232754"/>
                      <a:gd name="connsiteY6" fmla="*/ 709635 h 3063548"/>
                      <a:gd name="connsiteX7" fmla="*/ 1889738 w 2232754"/>
                      <a:gd name="connsiteY7" fmla="*/ 673446 h 3063548"/>
                      <a:gd name="connsiteX8" fmla="*/ 1822079 w 2232754"/>
                      <a:gd name="connsiteY8" fmla="*/ 634109 h 3063548"/>
                      <a:gd name="connsiteX9" fmla="*/ 1803197 w 2232754"/>
                      <a:gd name="connsiteY9" fmla="*/ 621521 h 3063548"/>
                      <a:gd name="connsiteX10" fmla="*/ 1752846 w 2232754"/>
                      <a:gd name="connsiteY10" fmla="*/ 583758 h 3063548"/>
                      <a:gd name="connsiteX11" fmla="*/ 1699348 w 2232754"/>
                      <a:gd name="connsiteY11" fmla="*/ 534980 h 3063548"/>
                      <a:gd name="connsiteX12" fmla="*/ 1477489 w 2232754"/>
                      <a:gd name="connsiteY12" fmla="*/ 0 h 3063548"/>
                      <a:gd name="connsiteX13" fmla="*/ 151053 w 2232754"/>
                      <a:gd name="connsiteY13" fmla="*/ 0 h 3063548"/>
                      <a:gd name="connsiteX14" fmla="*/ 0 w 2232754"/>
                      <a:gd name="connsiteY14" fmla="*/ 151053 h 3063548"/>
                      <a:gd name="connsiteX15" fmla="*/ 0 w 2232754"/>
                      <a:gd name="connsiteY15" fmla="*/ 2383808 h 3063548"/>
                      <a:gd name="connsiteX16" fmla="*/ 231300 w 2232754"/>
                      <a:gd name="connsiteY16" fmla="*/ 3063548 h 3063548"/>
                      <a:gd name="connsiteX17" fmla="*/ 1115591 w 2232754"/>
                      <a:gd name="connsiteY17" fmla="*/ 2663886 h 3063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32754" h="3063548">
                        <a:moveTo>
                          <a:pt x="1115591" y="2663886"/>
                        </a:moveTo>
                        <a:cubicBezTo>
                          <a:pt x="1468048" y="2663886"/>
                          <a:pt x="1784316" y="2818087"/>
                          <a:pt x="2001455" y="3061975"/>
                        </a:cubicBezTo>
                        <a:cubicBezTo>
                          <a:pt x="2146214" y="2873158"/>
                          <a:pt x="2232755" y="2638711"/>
                          <a:pt x="2232755" y="2382235"/>
                        </a:cubicBezTo>
                        <a:lnTo>
                          <a:pt x="2232755" y="753693"/>
                        </a:lnTo>
                        <a:cubicBezTo>
                          <a:pt x="2206006" y="753693"/>
                          <a:pt x="2180830" y="752119"/>
                          <a:pt x="2155655" y="750546"/>
                        </a:cubicBezTo>
                        <a:cubicBezTo>
                          <a:pt x="2130479" y="747399"/>
                          <a:pt x="2105304" y="744252"/>
                          <a:pt x="2080128" y="739531"/>
                        </a:cubicBezTo>
                        <a:cubicBezTo>
                          <a:pt x="2043938" y="731664"/>
                          <a:pt x="2007749" y="722223"/>
                          <a:pt x="1973132" y="709635"/>
                        </a:cubicBezTo>
                        <a:cubicBezTo>
                          <a:pt x="1944810" y="698621"/>
                          <a:pt x="1916487" y="686033"/>
                          <a:pt x="1889738" y="673446"/>
                        </a:cubicBezTo>
                        <a:cubicBezTo>
                          <a:pt x="1866136" y="660858"/>
                          <a:pt x="1844108" y="648270"/>
                          <a:pt x="1822079" y="634109"/>
                        </a:cubicBezTo>
                        <a:cubicBezTo>
                          <a:pt x="1815785" y="629388"/>
                          <a:pt x="1809491" y="626241"/>
                          <a:pt x="1803197" y="621521"/>
                        </a:cubicBezTo>
                        <a:cubicBezTo>
                          <a:pt x="1785889" y="608933"/>
                          <a:pt x="1770155" y="597919"/>
                          <a:pt x="1752846" y="583758"/>
                        </a:cubicBezTo>
                        <a:cubicBezTo>
                          <a:pt x="1733965" y="568023"/>
                          <a:pt x="1716657" y="552288"/>
                          <a:pt x="1699348" y="534980"/>
                        </a:cubicBezTo>
                        <a:cubicBezTo>
                          <a:pt x="1562456" y="398088"/>
                          <a:pt x="1477489" y="209272"/>
                          <a:pt x="1477489" y="0"/>
                        </a:cubicBezTo>
                        <a:lnTo>
                          <a:pt x="151053" y="0"/>
                        </a:lnTo>
                        <a:cubicBezTo>
                          <a:pt x="67659" y="0"/>
                          <a:pt x="0" y="67659"/>
                          <a:pt x="0" y="151053"/>
                        </a:cubicBezTo>
                        <a:lnTo>
                          <a:pt x="0" y="2383808"/>
                        </a:lnTo>
                        <a:cubicBezTo>
                          <a:pt x="0" y="2640284"/>
                          <a:pt x="86541" y="2874732"/>
                          <a:pt x="231300" y="3063548"/>
                        </a:cubicBezTo>
                        <a:cubicBezTo>
                          <a:pt x="448439" y="2816513"/>
                          <a:pt x="764707" y="2663886"/>
                          <a:pt x="1115591" y="26638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733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</p:grpSp>
            <p:sp>
              <p:nvSpPr>
                <p:cNvPr id="60" name="任意多边形: 形状 5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118943" y="4627562"/>
                  <a:ext cx="1771727" cy="835512"/>
                </a:xfrm>
                <a:custGeom>
                  <a:avLst/>
                  <a:gdLst>
                    <a:gd name="connsiteX0" fmla="*/ 885864 w 1771727"/>
                    <a:gd name="connsiteY0" fmla="*/ 835513 h 835512"/>
                    <a:gd name="connsiteX1" fmla="*/ 885864 w 1771727"/>
                    <a:gd name="connsiteY1" fmla="*/ 835513 h 835512"/>
                    <a:gd name="connsiteX2" fmla="*/ 1771728 w 1771727"/>
                    <a:gd name="connsiteY2" fmla="*/ 398088 h 835512"/>
                    <a:gd name="connsiteX3" fmla="*/ 885864 w 1771727"/>
                    <a:gd name="connsiteY3" fmla="*/ 0 h 835512"/>
                    <a:gd name="connsiteX4" fmla="*/ 0 w 1771727"/>
                    <a:gd name="connsiteY4" fmla="*/ 398088 h 835512"/>
                    <a:gd name="connsiteX5" fmla="*/ 885864 w 1771727"/>
                    <a:gd name="connsiteY5" fmla="*/ 835513 h 835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71727" h="835512">
                      <a:moveTo>
                        <a:pt x="885864" y="835513"/>
                      </a:moveTo>
                      <a:lnTo>
                        <a:pt x="885864" y="835513"/>
                      </a:lnTo>
                      <a:cubicBezTo>
                        <a:pt x="1246189" y="835513"/>
                        <a:pt x="1567177" y="664005"/>
                        <a:pt x="1771728" y="398088"/>
                      </a:cubicBezTo>
                      <a:cubicBezTo>
                        <a:pt x="1554589" y="154200"/>
                        <a:pt x="1238321" y="0"/>
                        <a:pt x="885864" y="0"/>
                      </a:cubicBezTo>
                      <a:cubicBezTo>
                        <a:pt x="533407" y="0"/>
                        <a:pt x="217139" y="154200"/>
                        <a:pt x="0" y="398088"/>
                      </a:cubicBezTo>
                      <a:cubicBezTo>
                        <a:pt x="204551" y="664005"/>
                        <a:pt x="525539" y="835513"/>
                        <a:pt x="885864" y="8355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889216" y="3021753"/>
                <a:ext cx="2142926" cy="1410106"/>
                <a:chOff x="856059" y="4379104"/>
                <a:chExt cx="1683470" cy="1410106"/>
              </a:xfrm>
            </p:grpSpPr>
            <p:sp>
              <p:nvSpPr>
                <p:cNvPr id="57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902407" y="4379104"/>
                  <a:ext cx="1590774" cy="398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课堂观察法</a:t>
                  </a:r>
                  <a:endPara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  <p:sp>
              <p:nvSpPr>
                <p:cNvPr id="58" name="文本框 24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856059" y="4797975"/>
                  <a:ext cx="1683470" cy="9912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/>
                  </a:lvl1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15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</a:rPr>
                    <a:t>记录小班教师绘本阅读时的提问类型、频次及幼儿回应情况</a:t>
                  </a:r>
                  <a:endPara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52" name="文本框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557095" y="2071873"/>
                <a:ext cx="546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endParaRPr>
              </a:p>
            </p:txBody>
          </p:sp>
          <p:sp>
            <p:nvSpPr>
              <p:cNvPr id="53" name="文本框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427117" y="4679757"/>
                <a:ext cx="1104578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200" b="1">
                    <a:solidFill>
                      <a:schemeClr val="bg1"/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观察法</a:t>
                </a:r>
                <a:endPara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grpSp>
            <p:nvGrpSpPr>
              <p:cNvPr id="54" name="图形 4"/>
              <p:cNvGrpSpPr/>
              <p:nvPr/>
            </p:nvGrpSpPr>
            <p:grpSpPr>
              <a:xfrm>
                <a:off x="1233173" y="2379170"/>
                <a:ext cx="486109" cy="486108"/>
                <a:chOff x="4661364" y="4173400"/>
                <a:chExt cx="435962" cy="435962"/>
              </a:xfrm>
              <a:solidFill>
                <a:schemeClr val="accent1"/>
              </a:solidFill>
            </p:grpSpPr>
            <p:sp>
              <p:nvSpPr>
                <p:cNvPr id="55" name="任意多边形: 形状 5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749460" y="4261490"/>
                  <a:ext cx="259161" cy="259166"/>
                </a:xfrm>
                <a:custGeom>
                  <a:avLst/>
                  <a:gdLst>
                    <a:gd name="connsiteX0" fmla="*/ 0 w 259161"/>
                    <a:gd name="connsiteY0" fmla="*/ 129586 h 259166"/>
                    <a:gd name="connsiteX1" fmla="*/ 129581 w 259161"/>
                    <a:gd name="connsiteY1" fmla="*/ 259166 h 259166"/>
                    <a:gd name="connsiteX2" fmla="*/ 259161 w 259161"/>
                    <a:gd name="connsiteY2" fmla="*/ 129586 h 259166"/>
                    <a:gd name="connsiteX3" fmla="*/ 129581 w 259161"/>
                    <a:gd name="connsiteY3" fmla="*/ 5 h 259166"/>
                    <a:gd name="connsiteX4" fmla="*/ 0 w 259161"/>
                    <a:gd name="connsiteY4" fmla="*/ 129586 h 259166"/>
                    <a:gd name="connsiteX5" fmla="*/ 220043 w 259161"/>
                    <a:gd name="connsiteY5" fmla="*/ 121639 h 259166"/>
                    <a:gd name="connsiteX6" fmla="*/ 137527 w 259161"/>
                    <a:gd name="connsiteY6" fmla="*/ 220048 h 259166"/>
                    <a:gd name="connsiteX7" fmla="*/ 39119 w 259161"/>
                    <a:gd name="connsiteY7" fmla="*/ 137531 h 259166"/>
                    <a:gd name="connsiteX8" fmla="*/ 121635 w 259161"/>
                    <a:gd name="connsiteY8" fmla="*/ 39123 h 259166"/>
                    <a:gd name="connsiteX9" fmla="*/ 220043 w 259161"/>
                    <a:gd name="connsiteY9" fmla="*/ 121639 h 259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9161" h="259166">
                      <a:moveTo>
                        <a:pt x="0" y="129586"/>
                      </a:moveTo>
                      <a:cubicBezTo>
                        <a:pt x="0" y="201099"/>
                        <a:pt x="58067" y="259166"/>
                        <a:pt x="129581" y="259166"/>
                      </a:cubicBezTo>
                      <a:cubicBezTo>
                        <a:pt x="201095" y="259166"/>
                        <a:pt x="259161" y="201099"/>
                        <a:pt x="259161" y="129586"/>
                      </a:cubicBezTo>
                      <a:cubicBezTo>
                        <a:pt x="259161" y="58072"/>
                        <a:pt x="201095" y="5"/>
                        <a:pt x="129581" y="5"/>
                      </a:cubicBezTo>
                      <a:cubicBezTo>
                        <a:pt x="58067" y="-607"/>
                        <a:pt x="0" y="58072"/>
                        <a:pt x="0" y="129586"/>
                      </a:cubicBezTo>
                      <a:close/>
                      <a:moveTo>
                        <a:pt x="220043" y="121639"/>
                      </a:moveTo>
                      <a:cubicBezTo>
                        <a:pt x="224321" y="171760"/>
                        <a:pt x="187647" y="215769"/>
                        <a:pt x="137527" y="220048"/>
                      </a:cubicBezTo>
                      <a:cubicBezTo>
                        <a:pt x="87406" y="224326"/>
                        <a:pt x="43397" y="187652"/>
                        <a:pt x="39119" y="137531"/>
                      </a:cubicBezTo>
                      <a:cubicBezTo>
                        <a:pt x="34840" y="87411"/>
                        <a:pt x="71514" y="43402"/>
                        <a:pt x="121635" y="39123"/>
                      </a:cubicBezTo>
                      <a:cubicBezTo>
                        <a:pt x="171755" y="34845"/>
                        <a:pt x="215764" y="71519"/>
                        <a:pt x="220043" y="121639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56" name="任意多边形: 形状 5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661364" y="4173400"/>
                  <a:ext cx="435962" cy="435962"/>
                </a:xfrm>
                <a:custGeom>
                  <a:avLst/>
                  <a:gdLst>
                    <a:gd name="connsiteX0" fmla="*/ 395544 w 435962"/>
                    <a:gd name="connsiteY0" fmla="*/ 289190 h 435962"/>
                    <a:gd name="connsiteX1" fmla="*/ 416937 w 435962"/>
                    <a:gd name="connsiteY1" fmla="*/ 288578 h 435962"/>
                    <a:gd name="connsiteX2" fmla="*/ 428550 w 435962"/>
                    <a:gd name="connsiteY2" fmla="*/ 279410 h 435962"/>
                    <a:gd name="connsiteX3" fmla="*/ 435885 w 435962"/>
                    <a:gd name="connsiteY3" fmla="*/ 245181 h 435962"/>
                    <a:gd name="connsiteX4" fmla="*/ 429161 w 435962"/>
                    <a:gd name="connsiteY4" fmla="*/ 232345 h 435962"/>
                    <a:gd name="connsiteX5" fmla="*/ 409602 w 435962"/>
                    <a:gd name="connsiteY5" fmla="*/ 223177 h 435962"/>
                    <a:gd name="connsiteX6" fmla="*/ 401045 w 435962"/>
                    <a:gd name="connsiteY6" fmla="*/ 210341 h 435962"/>
                    <a:gd name="connsiteX7" fmla="*/ 400433 w 435962"/>
                    <a:gd name="connsiteY7" fmla="*/ 201784 h 435962"/>
                    <a:gd name="connsiteX8" fmla="*/ 400433 w 435962"/>
                    <a:gd name="connsiteY8" fmla="*/ 199950 h 435962"/>
                    <a:gd name="connsiteX9" fmla="*/ 407768 w 435962"/>
                    <a:gd name="connsiteY9" fmla="*/ 191393 h 435962"/>
                    <a:gd name="connsiteX10" fmla="*/ 426105 w 435962"/>
                    <a:gd name="connsiteY10" fmla="*/ 179780 h 435962"/>
                    <a:gd name="connsiteX11" fmla="*/ 431606 w 435962"/>
                    <a:gd name="connsiteY11" fmla="*/ 166332 h 435962"/>
                    <a:gd name="connsiteX12" fmla="*/ 420604 w 435962"/>
                    <a:gd name="connsiteY12" fmla="*/ 133326 h 435962"/>
                    <a:gd name="connsiteX13" fmla="*/ 408379 w 435962"/>
                    <a:gd name="connsiteY13" fmla="*/ 125380 h 435962"/>
                    <a:gd name="connsiteX14" fmla="*/ 386987 w 435962"/>
                    <a:gd name="connsiteY14" fmla="*/ 127214 h 435962"/>
                    <a:gd name="connsiteX15" fmla="*/ 373539 w 435962"/>
                    <a:gd name="connsiteY15" fmla="*/ 121101 h 435962"/>
                    <a:gd name="connsiteX16" fmla="*/ 369261 w 435962"/>
                    <a:gd name="connsiteY16" fmla="*/ 100320 h 435962"/>
                    <a:gd name="connsiteX17" fmla="*/ 379040 w 435962"/>
                    <a:gd name="connsiteY17" fmla="*/ 81371 h 435962"/>
                    <a:gd name="connsiteX18" fmla="*/ 376596 w 435962"/>
                    <a:gd name="connsiteY18" fmla="*/ 66702 h 435962"/>
                    <a:gd name="connsiteX19" fmla="*/ 350924 w 435962"/>
                    <a:gd name="connsiteY19" fmla="*/ 43475 h 435962"/>
                    <a:gd name="connsiteX20" fmla="*/ 336254 w 435962"/>
                    <a:gd name="connsiteY20" fmla="*/ 42864 h 435962"/>
                    <a:gd name="connsiteX21" fmla="*/ 318529 w 435962"/>
                    <a:gd name="connsiteY21" fmla="*/ 55089 h 435962"/>
                    <a:gd name="connsiteX22" fmla="*/ 303859 w 435962"/>
                    <a:gd name="connsiteY22" fmla="*/ 56311 h 435962"/>
                    <a:gd name="connsiteX23" fmla="*/ 289190 w 435962"/>
                    <a:gd name="connsiteY23" fmla="*/ 40419 h 435962"/>
                    <a:gd name="connsiteX24" fmla="*/ 288578 w 435962"/>
                    <a:gd name="connsiteY24" fmla="*/ 19026 h 435962"/>
                    <a:gd name="connsiteX25" fmla="*/ 279410 w 435962"/>
                    <a:gd name="connsiteY25" fmla="*/ 7413 h 435962"/>
                    <a:gd name="connsiteX26" fmla="*/ 245181 w 435962"/>
                    <a:gd name="connsiteY26" fmla="*/ 78 h 435962"/>
                    <a:gd name="connsiteX27" fmla="*/ 232345 w 435962"/>
                    <a:gd name="connsiteY27" fmla="*/ 6802 h 435962"/>
                    <a:gd name="connsiteX28" fmla="*/ 223177 w 435962"/>
                    <a:gd name="connsiteY28" fmla="*/ 26361 h 435962"/>
                    <a:gd name="connsiteX29" fmla="*/ 210341 w 435962"/>
                    <a:gd name="connsiteY29" fmla="*/ 34918 h 435962"/>
                    <a:gd name="connsiteX30" fmla="*/ 201784 w 435962"/>
                    <a:gd name="connsiteY30" fmla="*/ 35529 h 435962"/>
                    <a:gd name="connsiteX31" fmla="*/ 199950 w 435962"/>
                    <a:gd name="connsiteY31" fmla="*/ 35529 h 435962"/>
                    <a:gd name="connsiteX32" fmla="*/ 191393 w 435962"/>
                    <a:gd name="connsiteY32" fmla="*/ 28195 h 435962"/>
                    <a:gd name="connsiteX33" fmla="*/ 179780 w 435962"/>
                    <a:gd name="connsiteY33" fmla="*/ 9858 h 435962"/>
                    <a:gd name="connsiteX34" fmla="*/ 166332 w 435962"/>
                    <a:gd name="connsiteY34" fmla="*/ 4357 h 435962"/>
                    <a:gd name="connsiteX35" fmla="*/ 133326 w 435962"/>
                    <a:gd name="connsiteY35" fmla="*/ 15359 h 435962"/>
                    <a:gd name="connsiteX36" fmla="*/ 125380 w 435962"/>
                    <a:gd name="connsiteY36" fmla="*/ 27583 h 435962"/>
                    <a:gd name="connsiteX37" fmla="*/ 127214 w 435962"/>
                    <a:gd name="connsiteY37" fmla="*/ 48976 h 435962"/>
                    <a:gd name="connsiteX38" fmla="*/ 121101 w 435962"/>
                    <a:gd name="connsiteY38" fmla="*/ 62423 h 435962"/>
                    <a:gd name="connsiteX39" fmla="*/ 100320 w 435962"/>
                    <a:gd name="connsiteY39" fmla="*/ 66702 h 435962"/>
                    <a:gd name="connsiteX40" fmla="*/ 81372 w 435962"/>
                    <a:gd name="connsiteY40" fmla="*/ 56922 h 435962"/>
                    <a:gd name="connsiteX41" fmla="*/ 66702 w 435962"/>
                    <a:gd name="connsiteY41" fmla="*/ 59367 h 435962"/>
                    <a:gd name="connsiteX42" fmla="*/ 43475 w 435962"/>
                    <a:gd name="connsiteY42" fmla="*/ 85039 h 435962"/>
                    <a:gd name="connsiteX43" fmla="*/ 42864 w 435962"/>
                    <a:gd name="connsiteY43" fmla="*/ 99708 h 435962"/>
                    <a:gd name="connsiteX44" fmla="*/ 55089 w 435962"/>
                    <a:gd name="connsiteY44" fmla="*/ 117434 h 435962"/>
                    <a:gd name="connsiteX45" fmla="*/ 56311 w 435962"/>
                    <a:gd name="connsiteY45" fmla="*/ 132104 h 435962"/>
                    <a:gd name="connsiteX46" fmla="*/ 40419 w 435962"/>
                    <a:gd name="connsiteY46" fmla="*/ 146773 h 435962"/>
                    <a:gd name="connsiteX47" fmla="*/ 19026 w 435962"/>
                    <a:gd name="connsiteY47" fmla="*/ 147384 h 435962"/>
                    <a:gd name="connsiteX48" fmla="*/ 7413 w 435962"/>
                    <a:gd name="connsiteY48" fmla="*/ 156553 h 435962"/>
                    <a:gd name="connsiteX49" fmla="*/ 78 w 435962"/>
                    <a:gd name="connsiteY49" fmla="*/ 190782 h 435962"/>
                    <a:gd name="connsiteX50" fmla="*/ 6801 w 435962"/>
                    <a:gd name="connsiteY50" fmla="*/ 203617 h 435962"/>
                    <a:gd name="connsiteX51" fmla="*/ 26361 w 435962"/>
                    <a:gd name="connsiteY51" fmla="*/ 212786 h 435962"/>
                    <a:gd name="connsiteX52" fmla="*/ 34918 w 435962"/>
                    <a:gd name="connsiteY52" fmla="*/ 225622 h 435962"/>
                    <a:gd name="connsiteX53" fmla="*/ 35529 w 435962"/>
                    <a:gd name="connsiteY53" fmla="*/ 234179 h 435962"/>
                    <a:gd name="connsiteX54" fmla="*/ 35529 w 435962"/>
                    <a:gd name="connsiteY54" fmla="*/ 236013 h 435962"/>
                    <a:gd name="connsiteX55" fmla="*/ 28194 w 435962"/>
                    <a:gd name="connsiteY55" fmla="*/ 244570 h 435962"/>
                    <a:gd name="connsiteX56" fmla="*/ 9858 w 435962"/>
                    <a:gd name="connsiteY56" fmla="*/ 256183 h 435962"/>
                    <a:gd name="connsiteX57" fmla="*/ 4357 w 435962"/>
                    <a:gd name="connsiteY57" fmla="*/ 269630 h 435962"/>
                    <a:gd name="connsiteX58" fmla="*/ 15359 w 435962"/>
                    <a:gd name="connsiteY58" fmla="*/ 302637 h 435962"/>
                    <a:gd name="connsiteX59" fmla="*/ 27583 w 435962"/>
                    <a:gd name="connsiteY59" fmla="*/ 310583 h 435962"/>
                    <a:gd name="connsiteX60" fmla="*/ 48976 w 435962"/>
                    <a:gd name="connsiteY60" fmla="*/ 308749 h 435962"/>
                    <a:gd name="connsiteX61" fmla="*/ 62423 w 435962"/>
                    <a:gd name="connsiteY61" fmla="*/ 314861 h 435962"/>
                    <a:gd name="connsiteX62" fmla="*/ 66702 w 435962"/>
                    <a:gd name="connsiteY62" fmla="*/ 335643 h 435962"/>
                    <a:gd name="connsiteX63" fmla="*/ 56922 w 435962"/>
                    <a:gd name="connsiteY63" fmla="*/ 354591 h 435962"/>
                    <a:gd name="connsiteX64" fmla="*/ 59367 w 435962"/>
                    <a:gd name="connsiteY64" fmla="*/ 369261 h 435962"/>
                    <a:gd name="connsiteX65" fmla="*/ 85039 w 435962"/>
                    <a:gd name="connsiteY65" fmla="*/ 392488 h 435962"/>
                    <a:gd name="connsiteX66" fmla="*/ 99708 w 435962"/>
                    <a:gd name="connsiteY66" fmla="*/ 393099 h 435962"/>
                    <a:gd name="connsiteX67" fmla="*/ 117434 w 435962"/>
                    <a:gd name="connsiteY67" fmla="*/ 380874 h 435962"/>
                    <a:gd name="connsiteX68" fmla="*/ 132104 w 435962"/>
                    <a:gd name="connsiteY68" fmla="*/ 379652 h 435962"/>
                    <a:gd name="connsiteX69" fmla="*/ 146773 w 435962"/>
                    <a:gd name="connsiteY69" fmla="*/ 395544 h 435962"/>
                    <a:gd name="connsiteX70" fmla="*/ 147384 w 435962"/>
                    <a:gd name="connsiteY70" fmla="*/ 416937 h 435962"/>
                    <a:gd name="connsiteX71" fmla="*/ 156553 w 435962"/>
                    <a:gd name="connsiteY71" fmla="*/ 428550 h 435962"/>
                    <a:gd name="connsiteX72" fmla="*/ 190782 w 435962"/>
                    <a:gd name="connsiteY72" fmla="*/ 435885 h 435962"/>
                    <a:gd name="connsiteX73" fmla="*/ 203618 w 435962"/>
                    <a:gd name="connsiteY73" fmla="*/ 429161 h 435962"/>
                    <a:gd name="connsiteX74" fmla="*/ 212786 w 435962"/>
                    <a:gd name="connsiteY74" fmla="*/ 409602 h 435962"/>
                    <a:gd name="connsiteX75" fmla="*/ 225622 w 435962"/>
                    <a:gd name="connsiteY75" fmla="*/ 401045 h 435962"/>
                    <a:gd name="connsiteX76" fmla="*/ 234179 w 435962"/>
                    <a:gd name="connsiteY76" fmla="*/ 400433 h 435962"/>
                    <a:gd name="connsiteX77" fmla="*/ 236013 w 435962"/>
                    <a:gd name="connsiteY77" fmla="*/ 400433 h 435962"/>
                    <a:gd name="connsiteX78" fmla="*/ 244570 w 435962"/>
                    <a:gd name="connsiteY78" fmla="*/ 407768 h 435962"/>
                    <a:gd name="connsiteX79" fmla="*/ 256183 w 435962"/>
                    <a:gd name="connsiteY79" fmla="*/ 426105 h 435962"/>
                    <a:gd name="connsiteX80" fmla="*/ 269630 w 435962"/>
                    <a:gd name="connsiteY80" fmla="*/ 431606 h 435962"/>
                    <a:gd name="connsiteX81" fmla="*/ 302637 w 435962"/>
                    <a:gd name="connsiteY81" fmla="*/ 420604 h 435962"/>
                    <a:gd name="connsiteX82" fmla="*/ 310583 w 435962"/>
                    <a:gd name="connsiteY82" fmla="*/ 408379 h 435962"/>
                    <a:gd name="connsiteX83" fmla="*/ 308749 w 435962"/>
                    <a:gd name="connsiteY83" fmla="*/ 386986 h 435962"/>
                    <a:gd name="connsiteX84" fmla="*/ 314861 w 435962"/>
                    <a:gd name="connsiteY84" fmla="*/ 373540 h 435962"/>
                    <a:gd name="connsiteX85" fmla="*/ 335643 w 435962"/>
                    <a:gd name="connsiteY85" fmla="*/ 369261 h 435962"/>
                    <a:gd name="connsiteX86" fmla="*/ 354591 w 435962"/>
                    <a:gd name="connsiteY86" fmla="*/ 379040 h 435962"/>
                    <a:gd name="connsiteX87" fmla="*/ 369261 w 435962"/>
                    <a:gd name="connsiteY87" fmla="*/ 376596 h 435962"/>
                    <a:gd name="connsiteX88" fmla="*/ 392488 w 435962"/>
                    <a:gd name="connsiteY88" fmla="*/ 350924 h 435962"/>
                    <a:gd name="connsiteX89" fmla="*/ 393099 w 435962"/>
                    <a:gd name="connsiteY89" fmla="*/ 336254 h 435962"/>
                    <a:gd name="connsiteX90" fmla="*/ 380874 w 435962"/>
                    <a:gd name="connsiteY90" fmla="*/ 318529 h 435962"/>
                    <a:gd name="connsiteX91" fmla="*/ 379652 w 435962"/>
                    <a:gd name="connsiteY91" fmla="*/ 303859 h 435962"/>
                    <a:gd name="connsiteX92" fmla="*/ 395544 w 435962"/>
                    <a:gd name="connsiteY92" fmla="*/ 289190 h 435962"/>
                    <a:gd name="connsiteX93" fmla="*/ 217676 w 435962"/>
                    <a:gd name="connsiteY93" fmla="*/ 365593 h 435962"/>
                    <a:gd name="connsiteX94" fmla="*/ 69758 w 435962"/>
                    <a:gd name="connsiteY94" fmla="*/ 217676 h 435962"/>
                    <a:gd name="connsiteX95" fmla="*/ 217676 w 435962"/>
                    <a:gd name="connsiteY95" fmla="*/ 69758 h 435962"/>
                    <a:gd name="connsiteX96" fmla="*/ 365593 w 435962"/>
                    <a:gd name="connsiteY96" fmla="*/ 217676 h 435962"/>
                    <a:gd name="connsiteX97" fmla="*/ 217676 w 435962"/>
                    <a:gd name="connsiteY97" fmla="*/ 365593 h 435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</a:cxnLst>
                  <a:rect l="l" t="t" r="r" b="b"/>
                  <a:pathLst>
                    <a:path w="435962" h="435962">
                      <a:moveTo>
                        <a:pt x="395544" y="289190"/>
                      </a:moveTo>
                      <a:lnTo>
                        <a:pt x="416937" y="288578"/>
                      </a:lnTo>
                      <a:cubicBezTo>
                        <a:pt x="421827" y="288578"/>
                        <a:pt x="427328" y="284300"/>
                        <a:pt x="428550" y="279410"/>
                      </a:cubicBezTo>
                      <a:lnTo>
                        <a:pt x="435885" y="245181"/>
                      </a:lnTo>
                      <a:cubicBezTo>
                        <a:pt x="436496" y="240291"/>
                        <a:pt x="433440" y="234179"/>
                        <a:pt x="429161" y="232345"/>
                      </a:cubicBezTo>
                      <a:lnTo>
                        <a:pt x="409602" y="223177"/>
                      </a:lnTo>
                      <a:cubicBezTo>
                        <a:pt x="405323" y="220732"/>
                        <a:pt x="401656" y="215231"/>
                        <a:pt x="401045" y="210341"/>
                      </a:cubicBezTo>
                      <a:cubicBezTo>
                        <a:pt x="401045" y="210341"/>
                        <a:pt x="401045" y="207896"/>
                        <a:pt x="400433" y="201784"/>
                      </a:cubicBezTo>
                      <a:cubicBezTo>
                        <a:pt x="400433" y="199950"/>
                        <a:pt x="400433" y="199950"/>
                        <a:pt x="400433" y="199950"/>
                      </a:cubicBezTo>
                      <a:cubicBezTo>
                        <a:pt x="400433" y="197505"/>
                        <a:pt x="403490" y="193838"/>
                        <a:pt x="407768" y="191393"/>
                      </a:cubicBezTo>
                      <a:lnTo>
                        <a:pt x="426105" y="179780"/>
                      </a:lnTo>
                      <a:cubicBezTo>
                        <a:pt x="430384" y="177335"/>
                        <a:pt x="432829" y="171222"/>
                        <a:pt x="431606" y="166332"/>
                      </a:cubicBezTo>
                      <a:lnTo>
                        <a:pt x="420604" y="133326"/>
                      </a:lnTo>
                      <a:cubicBezTo>
                        <a:pt x="418770" y="128436"/>
                        <a:pt x="413270" y="125380"/>
                        <a:pt x="408379" y="125380"/>
                      </a:cubicBezTo>
                      <a:lnTo>
                        <a:pt x="386987" y="127214"/>
                      </a:lnTo>
                      <a:cubicBezTo>
                        <a:pt x="382097" y="127825"/>
                        <a:pt x="375984" y="124769"/>
                        <a:pt x="373539" y="121101"/>
                      </a:cubicBezTo>
                      <a:cubicBezTo>
                        <a:pt x="371095" y="117434"/>
                        <a:pt x="366816" y="104598"/>
                        <a:pt x="369261" y="100320"/>
                      </a:cubicBezTo>
                      <a:lnTo>
                        <a:pt x="379040" y="81371"/>
                      </a:lnTo>
                      <a:cubicBezTo>
                        <a:pt x="381485" y="77093"/>
                        <a:pt x="380263" y="70369"/>
                        <a:pt x="376596" y="66702"/>
                      </a:cubicBezTo>
                      <a:lnTo>
                        <a:pt x="350924" y="43475"/>
                      </a:lnTo>
                      <a:cubicBezTo>
                        <a:pt x="347257" y="40419"/>
                        <a:pt x="340533" y="40419"/>
                        <a:pt x="336254" y="42864"/>
                      </a:cubicBezTo>
                      <a:lnTo>
                        <a:pt x="318529" y="55089"/>
                      </a:lnTo>
                      <a:cubicBezTo>
                        <a:pt x="314250" y="58145"/>
                        <a:pt x="308138" y="58756"/>
                        <a:pt x="303859" y="56311"/>
                      </a:cubicBezTo>
                      <a:cubicBezTo>
                        <a:pt x="300192" y="54477"/>
                        <a:pt x="289801" y="45309"/>
                        <a:pt x="289190" y="40419"/>
                      </a:cubicBezTo>
                      <a:lnTo>
                        <a:pt x="288578" y="19026"/>
                      </a:lnTo>
                      <a:cubicBezTo>
                        <a:pt x="288578" y="14136"/>
                        <a:pt x="284300" y="8635"/>
                        <a:pt x="279410" y="7413"/>
                      </a:cubicBezTo>
                      <a:lnTo>
                        <a:pt x="245181" y="78"/>
                      </a:lnTo>
                      <a:cubicBezTo>
                        <a:pt x="240291" y="-533"/>
                        <a:pt x="234179" y="2523"/>
                        <a:pt x="232345" y="6802"/>
                      </a:cubicBezTo>
                      <a:lnTo>
                        <a:pt x="223177" y="26361"/>
                      </a:lnTo>
                      <a:cubicBezTo>
                        <a:pt x="220732" y="30639"/>
                        <a:pt x="215231" y="34307"/>
                        <a:pt x="210341" y="34918"/>
                      </a:cubicBezTo>
                      <a:cubicBezTo>
                        <a:pt x="210341" y="34918"/>
                        <a:pt x="207896" y="34918"/>
                        <a:pt x="201784" y="35529"/>
                      </a:cubicBezTo>
                      <a:cubicBezTo>
                        <a:pt x="199950" y="35529"/>
                        <a:pt x="199950" y="35529"/>
                        <a:pt x="199950" y="35529"/>
                      </a:cubicBezTo>
                      <a:cubicBezTo>
                        <a:pt x="197505" y="35529"/>
                        <a:pt x="193838" y="32473"/>
                        <a:pt x="191393" y="28195"/>
                      </a:cubicBezTo>
                      <a:lnTo>
                        <a:pt x="179780" y="9858"/>
                      </a:lnTo>
                      <a:cubicBezTo>
                        <a:pt x="177335" y="5579"/>
                        <a:pt x="171222" y="3134"/>
                        <a:pt x="166332" y="4357"/>
                      </a:cubicBezTo>
                      <a:lnTo>
                        <a:pt x="133326" y="15359"/>
                      </a:lnTo>
                      <a:cubicBezTo>
                        <a:pt x="128436" y="17192"/>
                        <a:pt x="125380" y="22693"/>
                        <a:pt x="125380" y="27583"/>
                      </a:cubicBezTo>
                      <a:lnTo>
                        <a:pt x="127214" y="48976"/>
                      </a:lnTo>
                      <a:cubicBezTo>
                        <a:pt x="127825" y="53866"/>
                        <a:pt x="124769" y="59978"/>
                        <a:pt x="121101" y="62423"/>
                      </a:cubicBezTo>
                      <a:cubicBezTo>
                        <a:pt x="117434" y="64868"/>
                        <a:pt x="104598" y="69147"/>
                        <a:pt x="100320" y="66702"/>
                      </a:cubicBezTo>
                      <a:lnTo>
                        <a:pt x="81372" y="56922"/>
                      </a:lnTo>
                      <a:cubicBezTo>
                        <a:pt x="77093" y="54477"/>
                        <a:pt x="70369" y="55700"/>
                        <a:pt x="66702" y="59367"/>
                      </a:cubicBezTo>
                      <a:lnTo>
                        <a:pt x="43475" y="85039"/>
                      </a:lnTo>
                      <a:cubicBezTo>
                        <a:pt x="40419" y="88706"/>
                        <a:pt x="40419" y="95430"/>
                        <a:pt x="42864" y="99708"/>
                      </a:cubicBezTo>
                      <a:lnTo>
                        <a:pt x="55089" y="117434"/>
                      </a:lnTo>
                      <a:cubicBezTo>
                        <a:pt x="58145" y="121713"/>
                        <a:pt x="58756" y="127825"/>
                        <a:pt x="56311" y="132104"/>
                      </a:cubicBezTo>
                      <a:cubicBezTo>
                        <a:pt x="54477" y="135771"/>
                        <a:pt x="45309" y="146162"/>
                        <a:pt x="40419" y="146773"/>
                      </a:cubicBezTo>
                      <a:lnTo>
                        <a:pt x="19026" y="147384"/>
                      </a:lnTo>
                      <a:cubicBezTo>
                        <a:pt x="14136" y="147384"/>
                        <a:pt x="8635" y="151663"/>
                        <a:pt x="7413" y="156553"/>
                      </a:cubicBezTo>
                      <a:lnTo>
                        <a:pt x="78" y="190782"/>
                      </a:lnTo>
                      <a:cubicBezTo>
                        <a:pt x="-533" y="195671"/>
                        <a:pt x="2523" y="201784"/>
                        <a:pt x="6801" y="203617"/>
                      </a:cubicBezTo>
                      <a:lnTo>
                        <a:pt x="26361" y="212786"/>
                      </a:lnTo>
                      <a:cubicBezTo>
                        <a:pt x="30639" y="215231"/>
                        <a:pt x="34307" y="220732"/>
                        <a:pt x="34918" y="225622"/>
                      </a:cubicBezTo>
                      <a:cubicBezTo>
                        <a:pt x="34918" y="225622"/>
                        <a:pt x="34918" y="228067"/>
                        <a:pt x="35529" y="234179"/>
                      </a:cubicBezTo>
                      <a:cubicBezTo>
                        <a:pt x="35529" y="236013"/>
                        <a:pt x="35529" y="236013"/>
                        <a:pt x="35529" y="236013"/>
                      </a:cubicBezTo>
                      <a:cubicBezTo>
                        <a:pt x="35529" y="238458"/>
                        <a:pt x="32473" y="242125"/>
                        <a:pt x="28194" y="244570"/>
                      </a:cubicBezTo>
                      <a:lnTo>
                        <a:pt x="9858" y="256183"/>
                      </a:lnTo>
                      <a:cubicBezTo>
                        <a:pt x="5579" y="258628"/>
                        <a:pt x="3134" y="264740"/>
                        <a:pt x="4357" y="269630"/>
                      </a:cubicBezTo>
                      <a:lnTo>
                        <a:pt x="15359" y="302637"/>
                      </a:lnTo>
                      <a:cubicBezTo>
                        <a:pt x="17192" y="307526"/>
                        <a:pt x="22693" y="310583"/>
                        <a:pt x="27583" y="310583"/>
                      </a:cubicBezTo>
                      <a:lnTo>
                        <a:pt x="48976" y="308749"/>
                      </a:lnTo>
                      <a:cubicBezTo>
                        <a:pt x="53866" y="308138"/>
                        <a:pt x="59978" y="311194"/>
                        <a:pt x="62423" y="314861"/>
                      </a:cubicBezTo>
                      <a:cubicBezTo>
                        <a:pt x="64868" y="318529"/>
                        <a:pt x="69147" y="331365"/>
                        <a:pt x="66702" y="335643"/>
                      </a:cubicBezTo>
                      <a:lnTo>
                        <a:pt x="56922" y="354591"/>
                      </a:lnTo>
                      <a:cubicBezTo>
                        <a:pt x="54477" y="358870"/>
                        <a:pt x="55700" y="365593"/>
                        <a:pt x="59367" y="369261"/>
                      </a:cubicBezTo>
                      <a:lnTo>
                        <a:pt x="85039" y="392488"/>
                      </a:lnTo>
                      <a:cubicBezTo>
                        <a:pt x="88706" y="395544"/>
                        <a:pt x="95430" y="395544"/>
                        <a:pt x="99708" y="393099"/>
                      </a:cubicBezTo>
                      <a:lnTo>
                        <a:pt x="117434" y="380874"/>
                      </a:lnTo>
                      <a:cubicBezTo>
                        <a:pt x="121713" y="377818"/>
                        <a:pt x="127825" y="377207"/>
                        <a:pt x="132104" y="379652"/>
                      </a:cubicBezTo>
                      <a:cubicBezTo>
                        <a:pt x="135771" y="381485"/>
                        <a:pt x="146162" y="390654"/>
                        <a:pt x="146773" y="395544"/>
                      </a:cubicBezTo>
                      <a:lnTo>
                        <a:pt x="147384" y="416937"/>
                      </a:lnTo>
                      <a:cubicBezTo>
                        <a:pt x="147384" y="421827"/>
                        <a:pt x="151663" y="427328"/>
                        <a:pt x="156553" y="428550"/>
                      </a:cubicBezTo>
                      <a:lnTo>
                        <a:pt x="190782" y="435885"/>
                      </a:lnTo>
                      <a:cubicBezTo>
                        <a:pt x="195671" y="436496"/>
                        <a:pt x="201784" y="433440"/>
                        <a:pt x="203618" y="429161"/>
                      </a:cubicBezTo>
                      <a:lnTo>
                        <a:pt x="212786" y="409602"/>
                      </a:lnTo>
                      <a:cubicBezTo>
                        <a:pt x="215231" y="405323"/>
                        <a:pt x="220732" y="401656"/>
                        <a:pt x="225622" y="401045"/>
                      </a:cubicBezTo>
                      <a:cubicBezTo>
                        <a:pt x="225622" y="401045"/>
                        <a:pt x="228067" y="401045"/>
                        <a:pt x="234179" y="400433"/>
                      </a:cubicBezTo>
                      <a:cubicBezTo>
                        <a:pt x="236013" y="400433"/>
                        <a:pt x="236013" y="400433"/>
                        <a:pt x="236013" y="400433"/>
                      </a:cubicBezTo>
                      <a:cubicBezTo>
                        <a:pt x="238458" y="400433"/>
                        <a:pt x="242125" y="403490"/>
                        <a:pt x="244570" y="407768"/>
                      </a:cubicBezTo>
                      <a:lnTo>
                        <a:pt x="256183" y="426105"/>
                      </a:lnTo>
                      <a:cubicBezTo>
                        <a:pt x="258628" y="430384"/>
                        <a:pt x="264741" y="432829"/>
                        <a:pt x="269630" y="431606"/>
                      </a:cubicBezTo>
                      <a:lnTo>
                        <a:pt x="302637" y="420604"/>
                      </a:lnTo>
                      <a:cubicBezTo>
                        <a:pt x="307527" y="418770"/>
                        <a:pt x="310583" y="413270"/>
                        <a:pt x="310583" y="408379"/>
                      </a:cubicBezTo>
                      <a:lnTo>
                        <a:pt x="308749" y="386986"/>
                      </a:lnTo>
                      <a:cubicBezTo>
                        <a:pt x="308138" y="382097"/>
                        <a:pt x="311194" y="375984"/>
                        <a:pt x="314861" y="373540"/>
                      </a:cubicBezTo>
                      <a:cubicBezTo>
                        <a:pt x="318529" y="371095"/>
                        <a:pt x="331365" y="366816"/>
                        <a:pt x="335643" y="369261"/>
                      </a:cubicBezTo>
                      <a:lnTo>
                        <a:pt x="354591" y="379040"/>
                      </a:lnTo>
                      <a:cubicBezTo>
                        <a:pt x="358870" y="381485"/>
                        <a:pt x="365593" y="380263"/>
                        <a:pt x="369261" y="376596"/>
                      </a:cubicBezTo>
                      <a:lnTo>
                        <a:pt x="392488" y="350924"/>
                      </a:lnTo>
                      <a:cubicBezTo>
                        <a:pt x="395544" y="347256"/>
                        <a:pt x="395544" y="340533"/>
                        <a:pt x="393099" y="336254"/>
                      </a:cubicBezTo>
                      <a:lnTo>
                        <a:pt x="380874" y="318529"/>
                      </a:lnTo>
                      <a:cubicBezTo>
                        <a:pt x="377818" y="314250"/>
                        <a:pt x="377207" y="308138"/>
                        <a:pt x="379652" y="303859"/>
                      </a:cubicBezTo>
                      <a:cubicBezTo>
                        <a:pt x="381485" y="300192"/>
                        <a:pt x="390654" y="289190"/>
                        <a:pt x="395544" y="289190"/>
                      </a:cubicBezTo>
                      <a:close/>
                      <a:moveTo>
                        <a:pt x="217676" y="365593"/>
                      </a:moveTo>
                      <a:cubicBezTo>
                        <a:pt x="136382" y="365593"/>
                        <a:pt x="69758" y="298969"/>
                        <a:pt x="69758" y="217676"/>
                      </a:cubicBezTo>
                      <a:cubicBezTo>
                        <a:pt x="69758" y="136382"/>
                        <a:pt x="136382" y="69758"/>
                        <a:pt x="217676" y="69758"/>
                      </a:cubicBezTo>
                      <a:cubicBezTo>
                        <a:pt x="298969" y="69758"/>
                        <a:pt x="365593" y="136382"/>
                        <a:pt x="365593" y="217676"/>
                      </a:cubicBezTo>
                      <a:cubicBezTo>
                        <a:pt x="365593" y="298969"/>
                        <a:pt x="298969" y="365593"/>
                        <a:pt x="217676" y="365593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3608738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6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8" name="任意多边形: 形状 4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7" name="任意多边形: 形状 46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608738" y="3021753"/>
              <a:ext cx="2142926" cy="1410106"/>
              <a:chOff x="856059" y="4379104"/>
              <a:chExt cx="1683470" cy="1410106"/>
            </a:xfrm>
          </p:grpSpPr>
          <p:sp>
            <p:nvSpPr>
              <p:cNvPr id="4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半结构化访谈法</a:t>
                </a:r>
                <a:endParaRPr lang="zh-CN" altLang="en-US" sz="2000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45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访谈小班教师，了解其提问设计难点与现有策略困境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0" name="文本框 23"/>
            <p:cNvSpPr txBox="1"/>
            <p:nvPr>
              <p:custDataLst>
                <p:tags r:id="rId22"/>
              </p:custDataLst>
            </p:nvPr>
          </p:nvSpPr>
          <p:spPr>
            <a:xfrm>
              <a:off x="5276617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1" name="文本框 23"/>
            <p:cNvSpPr txBox="1"/>
            <p:nvPr>
              <p:custDataLst>
                <p:tags r:id="rId23"/>
              </p:custDataLst>
            </p:nvPr>
          </p:nvSpPr>
          <p:spPr>
            <a:xfrm>
              <a:off x="4146639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访谈法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332020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0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2" name="任意多边形: 形状 4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3" name="任意多边形: 形状 42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1" name="任意多边形: 形状 4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6332020" y="3021753"/>
              <a:ext cx="2142926" cy="1410106"/>
              <a:chOff x="856059" y="4379104"/>
              <a:chExt cx="1683470" cy="1410106"/>
            </a:xfrm>
          </p:grpSpPr>
          <p:sp>
            <p:nvSpPr>
              <p:cNvPr id="38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行动研究法</a:t>
                </a:r>
                <a:endParaRPr lang="zh-CN" altLang="en-US" sz="2000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9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针对</a:t>
                </a:r>
                <a:r>
                  <a:rPr lang="en-US" altLang="zh-CN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 1-2 </a:t>
                </a: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个小班班级，分阶段优化提问策略并验证效果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4" name="文本框 23"/>
            <p:cNvSpPr txBox="1"/>
            <p:nvPr>
              <p:custDataLst>
                <p:tags r:id="rId29"/>
              </p:custDataLst>
            </p:nvPr>
          </p:nvSpPr>
          <p:spPr>
            <a:xfrm>
              <a:off x="7999899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5" name="文本框 23"/>
            <p:cNvSpPr txBox="1"/>
            <p:nvPr>
              <p:custDataLst>
                <p:tags r:id="rId30"/>
              </p:custDataLst>
            </p:nvPr>
          </p:nvSpPr>
          <p:spPr>
            <a:xfrm>
              <a:off x="6869921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行动法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034893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34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36" name="任意多边形: 形状 35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33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9034893" y="3021753"/>
              <a:ext cx="2142926" cy="1410106"/>
              <a:chOff x="856059" y="4379104"/>
              <a:chExt cx="1683470" cy="1410106"/>
            </a:xfrm>
          </p:grpSpPr>
          <p:sp>
            <p:nvSpPr>
              <p:cNvPr id="32" name="文本框 2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案例分析法</a:t>
                </a:r>
                <a:endParaRPr lang="zh-CN" altLang="en-US" sz="2000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3" name="文本框 2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选取典型教师提问案例，剖析优化前后的行为差异与幼儿反馈变化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8" name="文本框 23"/>
            <p:cNvSpPr txBox="1"/>
            <p:nvPr>
              <p:custDataLst>
                <p:tags r:id="rId36"/>
              </p:custDataLst>
            </p:nvPr>
          </p:nvSpPr>
          <p:spPr>
            <a:xfrm>
              <a:off x="10702772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9" name="文本框 23"/>
            <p:cNvSpPr txBox="1"/>
            <p:nvPr>
              <p:custDataLst>
                <p:tags r:id="rId37"/>
              </p:custDataLst>
            </p:nvPr>
          </p:nvSpPr>
          <p:spPr>
            <a:xfrm>
              <a:off x="9572794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分析法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8"/>
              </p:custDataLst>
            </p:nvPr>
          </p:nvSpPr>
          <p:spPr>
            <a:xfrm>
              <a:off x="3905468" y="2368963"/>
              <a:ext cx="482342" cy="423063"/>
            </a:xfrm>
            <a:custGeom>
              <a:avLst/>
              <a:gdLst>
                <a:gd name="connsiteX0" fmla="*/ 357403 w 432584"/>
                <a:gd name="connsiteY0" fmla="*/ 379421 h 379420"/>
                <a:gd name="connsiteX1" fmla="*/ 371461 w 432584"/>
                <a:gd name="connsiteY1" fmla="*/ 365363 h 379420"/>
                <a:gd name="connsiteX2" fmla="*/ 371461 w 432584"/>
                <a:gd name="connsiteY2" fmla="*/ 215611 h 379420"/>
                <a:gd name="connsiteX3" fmla="*/ 408135 w 432584"/>
                <a:gd name="connsiteY3" fmla="*/ 215611 h 379420"/>
                <a:gd name="connsiteX4" fmla="*/ 408135 w 432584"/>
                <a:gd name="connsiteY4" fmla="*/ 215611 h 379420"/>
                <a:gd name="connsiteX5" fmla="*/ 432584 w 432584"/>
                <a:gd name="connsiteY5" fmla="*/ 191162 h 379420"/>
                <a:gd name="connsiteX6" fmla="*/ 423416 w 432584"/>
                <a:gd name="connsiteY6" fmla="*/ 172214 h 379420"/>
                <a:gd name="connsiteX7" fmla="*/ 375740 w 432584"/>
                <a:gd name="connsiteY7" fmla="*/ 130650 h 379420"/>
                <a:gd name="connsiteX8" fmla="*/ 375740 w 432584"/>
                <a:gd name="connsiteY8" fmla="*/ 62193 h 379420"/>
                <a:gd name="connsiteX9" fmla="*/ 361071 w 432584"/>
                <a:gd name="connsiteY9" fmla="*/ 47523 h 379420"/>
                <a:gd name="connsiteX10" fmla="*/ 331120 w 432584"/>
                <a:gd name="connsiteY10" fmla="*/ 47523 h 379420"/>
                <a:gd name="connsiteX11" fmla="*/ 316451 w 432584"/>
                <a:gd name="connsiteY11" fmla="*/ 62193 h 379420"/>
                <a:gd name="connsiteX12" fmla="*/ 316451 w 432584"/>
                <a:gd name="connsiteY12" fmla="*/ 79307 h 379420"/>
                <a:gd name="connsiteX13" fmla="*/ 232101 w 432584"/>
                <a:gd name="connsiteY13" fmla="*/ 5959 h 379420"/>
                <a:gd name="connsiteX14" fmla="*/ 200317 w 432584"/>
                <a:gd name="connsiteY14" fmla="*/ 5959 h 379420"/>
                <a:gd name="connsiteX15" fmla="*/ 8390 w 432584"/>
                <a:gd name="connsiteY15" fmla="*/ 172825 h 379420"/>
                <a:gd name="connsiteX16" fmla="*/ 1667 w 432584"/>
                <a:gd name="connsiteY16" fmla="*/ 199719 h 379420"/>
                <a:gd name="connsiteX17" fmla="*/ 24283 w 432584"/>
                <a:gd name="connsiteY17" fmla="*/ 215611 h 379420"/>
                <a:gd name="connsiteX18" fmla="*/ 60957 w 432584"/>
                <a:gd name="connsiteY18" fmla="*/ 215611 h 379420"/>
                <a:gd name="connsiteX19" fmla="*/ 60957 w 432584"/>
                <a:gd name="connsiteY19" fmla="*/ 365363 h 379420"/>
                <a:gd name="connsiteX20" fmla="*/ 75015 w 432584"/>
                <a:gd name="connsiteY20" fmla="*/ 379421 h 379420"/>
                <a:gd name="connsiteX21" fmla="*/ 157531 w 432584"/>
                <a:gd name="connsiteY21" fmla="*/ 379421 h 379420"/>
                <a:gd name="connsiteX22" fmla="*/ 157531 w 432584"/>
                <a:gd name="connsiteY22" fmla="*/ 270622 h 379420"/>
                <a:gd name="connsiteX23" fmla="*/ 185647 w 432584"/>
                <a:gd name="connsiteY23" fmla="*/ 242506 h 379420"/>
                <a:gd name="connsiteX24" fmla="*/ 246770 w 432584"/>
                <a:gd name="connsiteY24" fmla="*/ 242506 h 379420"/>
                <a:gd name="connsiteX25" fmla="*/ 274887 w 432584"/>
                <a:gd name="connsiteY25" fmla="*/ 270622 h 379420"/>
                <a:gd name="connsiteX26" fmla="*/ 274887 w 432584"/>
                <a:gd name="connsiteY26" fmla="*/ 379421 h 379420"/>
                <a:gd name="connsiteX27" fmla="*/ 357403 w 432584"/>
                <a:gd name="connsiteY27" fmla="*/ 379421 h 37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32584" h="379420">
                  <a:moveTo>
                    <a:pt x="357403" y="379421"/>
                  </a:moveTo>
                  <a:cubicBezTo>
                    <a:pt x="365349" y="379421"/>
                    <a:pt x="371461" y="373309"/>
                    <a:pt x="371461" y="365363"/>
                  </a:cubicBezTo>
                  <a:lnTo>
                    <a:pt x="371461" y="215611"/>
                  </a:lnTo>
                  <a:lnTo>
                    <a:pt x="408135" y="215611"/>
                  </a:lnTo>
                  <a:lnTo>
                    <a:pt x="408135" y="215611"/>
                  </a:lnTo>
                  <a:cubicBezTo>
                    <a:pt x="421583" y="215611"/>
                    <a:pt x="432584" y="204609"/>
                    <a:pt x="432584" y="191162"/>
                  </a:cubicBezTo>
                  <a:cubicBezTo>
                    <a:pt x="432584" y="183216"/>
                    <a:pt x="428917" y="176493"/>
                    <a:pt x="423416" y="172214"/>
                  </a:cubicBezTo>
                  <a:lnTo>
                    <a:pt x="375740" y="130650"/>
                  </a:lnTo>
                  <a:lnTo>
                    <a:pt x="375740" y="62193"/>
                  </a:lnTo>
                  <a:cubicBezTo>
                    <a:pt x="375740" y="54247"/>
                    <a:pt x="369016" y="47523"/>
                    <a:pt x="361071" y="47523"/>
                  </a:cubicBezTo>
                  <a:lnTo>
                    <a:pt x="331120" y="47523"/>
                  </a:lnTo>
                  <a:cubicBezTo>
                    <a:pt x="323174" y="47523"/>
                    <a:pt x="316451" y="54247"/>
                    <a:pt x="316451" y="62193"/>
                  </a:cubicBezTo>
                  <a:lnTo>
                    <a:pt x="316451" y="79307"/>
                  </a:lnTo>
                  <a:lnTo>
                    <a:pt x="232101" y="5959"/>
                  </a:lnTo>
                  <a:cubicBezTo>
                    <a:pt x="222933" y="-1986"/>
                    <a:pt x="209485" y="-1986"/>
                    <a:pt x="200317" y="5959"/>
                  </a:cubicBezTo>
                  <a:lnTo>
                    <a:pt x="8390" y="172825"/>
                  </a:lnTo>
                  <a:cubicBezTo>
                    <a:pt x="445" y="179549"/>
                    <a:pt x="-2000" y="189940"/>
                    <a:pt x="1667" y="199719"/>
                  </a:cubicBezTo>
                  <a:cubicBezTo>
                    <a:pt x="5334" y="209499"/>
                    <a:pt x="14503" y="215611"/>
                    <a:pt x="24283" y="215611"/>
                  </a:cubicBezTo>
                  <a:lnTo>
                    <a:pt x="60957" y="215611"/>
                  </a:lnTo>
                  <a:lnTo>
                    <a:pt x="60957" y="365363"/>
                  </a:lnTo>
                  <a:cubicBezTo>
                    <a:pt x="60957" y="373309"/>
                    <a:pt x="67069" y="379421"/>
                    <a:pt x="75015" y="379421"/>
                  </a:cubicBezTo>
                  <a:lnTo>
                    <a:pt x="157531" y="379421"/>
                  </a:lnTo>
                  <a:lnTo>
                    <a:pt x="157531" y="270622"/>
                  </a:lnTo>
                  <a:cubicBezTo>
                    <a:pt x="157531" y="255341"/>
                    <a:pt x="169755" y="242506"/>
                    <a:pt x="185647" y="242506"/>
                  </a:cubicBezTo>
                  <a:lnTo>
                    <a:pt x="246770" y="242506"/>
                  </a:lnTo>
                  <a:cubicBezTo>
                    <a:pt x="262051" y="242506"/>
                    <a:pt x="274887" y="254730"/>
                    <a:pt x="274887" y="270622"/>
                  </a:cubicBezTo>
                  <a:lnTo>
                    <a:pt x="274887" y="379421"/>
                  </a:lnTo>
                  <a:lnTo>
                    <a:pt x="357403" y="379421"/>
                  </a:lnTo>
                  <a:close/>
                </a:path>
              </a:pathLst>
            </a:custGeom>
            <a:solidFill>
              <a:schemeClr val="accent2"/>
            </a:solidFill>
            <a:ln w="61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21" name="图形 4"/>
            <p:cNvGrpSpPr/>
            <p:nvPr/>
          </p:nvGrpSpPr>
          <p:grpSpPr>
            <a:xfrm>
              <a:off x="6623674" y="2373460"/>
              <a:ext cx="492494" cy="489450"/>
              <a:chOff x="7059283" y="416247"/>
              <a:chExt cx="441689" cy="438959"/>
            </a:xfrm>
            <a:solidFill>
              <a:schemeClr val="accent1"/>
            </a:solidFill>
          </p:grpSpPr>
          <p:grpSp>
            <p:nvGrpSpPr>
              <p:cNvPr id="28" name="图形 4"/>
              <p:cNvGrpSpPr/>
              <p:nvPr/>
            </p:nvGrpSpPr>
            <p:grpSpPr>
              <a:xfrm>
                <a:off x="7059283" y="416247"/>
                <a:ext cx="441689" cy="438959"/>
                <a:chOff x="7059283" y="416247"/>
                <a:chExt cx="441689" cy="438959"/>
              </a:xfrm>
              <a:grpFill/>
            </p:grpSpPr>
            <p:sp>
              <p:nvSpPr>
                <p:cNvPr id="30" name="任意多边形: 形状 2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438260" y="792154"/>
                  <a:ext cx="62712" cy="63052"/>
                </a:xfrm>
                <a:custGeom>
                  <a:avLst/>
                  <a:gdLst>
                    <a:gd name="connsiteX0" fmla="*/ 50121 w 62712"/>
                    <a:gd name="connsiteY0" fmla="*/ 50732 h 63052"/>
                    <a:gd name="connsiteX1" fmla="*/ 14059 w 62712"/>
                    <a:gd name="connsiteY1" fmla="*/ 59289 h 63052"/>
                    <a:gd name="connsiteX2" fmla="*/ 0 w 62712"/>
                    <a:gd name="connsiteY2" fmla="*/ 45231 h 63052"/>
                    <a:gd name="connsiteX3" fmla="*/ 44009 w 62712"/>
                    <a:gd name="connsiteY3" fmla="*/ 0 h 63052"/>
                    <a:gd name="connsiteX4" fmla="*/ 58678 w 62712"/>
                    <a:gd name="connsiteY4" fmla="*/ 14669 h 63052"/>
                    <a:gd name="connsiteX5" fmla="*/ 50121 w 62712"/>
                    <a:gd name="connsiteY5" fmla="*/ 50732 h 6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712" h="63052">
                      <a:moveTo>
                        <a:pt x="50121" y="50732"/>
                      </a:moveTo>
                      <a:cubicBezTo>
                        <a:pt x="37896" y="62957"/>
                        <a:pt x="21393" y="66624"/>
                        <a:pt x="14059" y="59289"/>
                      </a:cubicBezTo>
                      <a:lnTo>
                        <a:pt x="0" y="45231"/>
                      </a:lnTo>
                      <a:lnTo>
                        <a:pt x="44009" y="0"/>
                      </a:lnTo>
                      <a:lnTo>
                        <a:pt x="58678" y="14669"/>
                      </a:lnTo>
                      <a:cubicBezTo>
                        <a:pt x="66624" y="22615"/>
                        <a:pt x="62346" y="38507"/>
                        <a:pt x="50121" y="50732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1" name="任意多边形: 形状 3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7059283" y="416247"/>
                  <a:ext cx="410760" cy="407690"/>
                </a:xfrm>
                <a:custGeom>
                  <a:avLst/>
                  <a:gdLst>
                    <a:gd name="connsiteX0" fmla="*/ 410761 w 410760"/>
                    <a:gd name="connsiteY0" fmla="*/ 361848 h 407690"/>
                    <a:gd name="connsiteX1" fmla="*/ 319076 w 410760"/>
                    <a:gd name="connsiteY1" fmla="*/ 270164 h 407690"/>
                    <a:gd name="connsiteX2" fmla="*/ 348415 w 410760"/>
                    <a:gd name="connsiteY2" fmla="*/ 174201 h 407690"/>
                    <a:gd name="connsiteX3" fmla="*/ 174214 w 410760"/>
                    <a:gd name="connsiteY3" fmla="*/ 0 h 407690"/>
                    <a:gd name="connsiteX4" fmla="*/ 14 w 410760"/>
                    <a:gd name="connsiteY4" fmla="*/ 174201 h 407690"/>
                    <a:gd name="connsiteX5" fmla="*/ 174214 w 410760"/>
                    <a:gd name="connsiteY5" fmla="*/ 348401 h 407690"/>
                    <a:gd name="connsiteX6" fmla="*/ 275067 w 410760"/>
                    <a:gd name="connsiteY6" fmla="*/ 316006 h 407690"/>
                    <a:gd name="connsiteX7" fmla="*/ 366752 w 410760"/>
                    <a:gd name="connsiteY7" fmla="*/ 407690 h 407690"/>
                    <a:gd name="connsiteX8" fmla="*/ 410761 w 410760"/>
                    <a:gd name="connsiteY8" fmla="*/ 361848 h 407690"/>
                    <a:gd name="connsiteX9" fmla="*/ 296460 w 410760"/>
                    <a:gd name="connsiteY9" fmla="*/ 176645 h 407690"/>
                    <a:gd name="connsiteX10" fmla="*/ 174214 w 410760"/>
                    <a:gd name="connsiteY10" fmla="*/ 298891 h 407690"/>
                    <a:gd name="connsiteX11" fmla="*/ 51968 w 410760"/>
                    <a:gd name="connsiteY11" fmla="*/ 176645 h 407690"/>
                    <a:gd name="connsiteX12" fmla="*/ 174214 w 410760"/>
                    <a:gd name="connsiteY12" fmla="*/ 54399 h 407690"/>
                    <a:gd name="connsiteX13" fmla="*/ 296460 w 410760"/>
                    <a:gd name="connsiteY13" fmla="*/ 176645 h 407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0760" h="407690">
                      <a:moveTo>
                        <a:pt x="410761" y="361848"/>
                      </a:moveTo>
                      <a:lnTo>
                        <a:pt x="319076" y="270164"/>
                      </a:lnTo>
                      <a:cubicBezTo>
                        <a:pt x="337413" y="242658"/>
                        <a:pt x="348415" y="209652"/>
                        <a:pt x="348415" y="174201"/>
                      </a:cubicBezTo>
                      <a:cubicBezTo>
                        <a:pt x="348415" y="78237"/>
                        <a:pt x="270789" y="0"/>
                        <a:pt x="174214" y="0"/>
                      </a:cubicBezTo>
                      <a:cubicBezTo>
                        <a:pt x="78252" y="0"/>
                        <a:pt x="-1208" y="77626"/>
                        <a:pt x="14" y="174201"/>
                      </a:cubicBezTo>
                      <a:cubicBezTo>
                        <a:pt x="1236" y="271997"/>
                        <a:pt x="78863" y="349624"/>
                        <a:pt x="174214" y="348401"/>
                      </a:cubicBezTo>
                      <a:cubicBezTo>
                        <a:pt x="212111" y="347790"/>
                        <a:pt x="246340" y="336176"/>
                        <a:pt x="275067" y="316006"/>
                      </a:cubicBezTo>
                      <a:lnTo>
                        <a:pt x="366752" y="407690"/>
                      </a:lnTo>
                      <a:lnTo>
                        <a:pt x="410761" y="361848"/>
                      </a:lnTo>
                      <a:close/>
                      <a:moveTo>
                        <a:pt x="296460" y="176645"/>
                      </a:moveTo>
                      <a:cubicBezTo>
                        <a:pt x="296460" y="244492"/>
                        <a:pt x="241450" y="298891"/>
                        <a:pt x="174214" y="298891"/>
                      </a:cubicBezTo>
                      <a:cubicBezTo>
                        <a:pt x="106368" y="298891"/>
                        <a:pt x="51968" y="243881"/>
                        <a:pt x="51968" y="176645"/>
                      </a:cubicBezTo>
                      <a:cubicBezTo>
                        <a:pt x="51968" y="108799"/>
                        <a:pt x="106979" y="54399"/>
                        <a:pt x="174214" y="54399"/>
                      </a:cubicBezTo>
                      <a:cubicBezTo>
                        <a:pt x="242061" y="54399"/>
                        <a:pt x="296460" y="108799"/>
                        <a:pt x="296460" y="176645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29" name="任意多边形: 形状 28"/>
              <p:cNvSpPr/>
              <p:nvPr>
                <p:custDataLst>
                  <p:tags r:id="rId41"/>
                </p:custDataLst>
              </p:nvPr>
            </p:nvSpPr>
            <p:spPr>
              <a:xfrm>
                <a:off x="7121032" y="479815"/>
                <a:ext cx="226160" cy="226155"/>
              </a:xfrm>
              <a:custGeom>
                <a:avLst/>
                <a:gdLst>
                  <a:gd name="connsiteX0" fmla="*/ 113078 w 226160"/>
                  <a:gd name="connsiteY0" fmla="*/ 226155 h 226155"/>
                  <a:gd name="connsiteX1" fmla="*/ 0 w 226160"/>
                  <a:gd name="connsiteY1" fmla="*/ 113078 h 226155"/>
                  <a:gd name="connsiteX2" fmla="*/ 113078 w 226160"/>
                  <a:gd name="connsiteY2" fmla="*/ 0 h 226155"/>
                  <a:gd name="connsiteX3" fmla="*/ 226155 w 226160"/>
                  <a:gd name="connsiteY3" fmla="*/ 113078 h 226155"/>
                  <a:gd name="connsiteX4" fmla="*/ 113078 w 226160"/>
                  <a:gd name="connsiteY4" fmla="*/ 226155 h 226155"/>
                  <a:gd name="connsiteX5" fmla="*/ 113078 w 226160"/>
                  <a:gd name="connsiteY5" fmla="*/ 6112 h 226155"/>
                  <a:gd name="connsiteX6" fmla="*/ 6112 w 226160"/>
                  <a:gd name="connsiteY6" fmla="*/ 113078 h 226155"/>
                  <a:gd name="connsiteX7" fmla="*/ 113078 w 226160"/>
                  <a:gd name="connsiteY7" fmla="*/ 220043 h 226155"/>
                  <a:gd name="connsiteX8" fmla="*/ 220043 w 226160"/>
                  <a:gd name="connsiteY8" fmla="*/ 113078 h 226155"/>
                  <a:gd name="connsiteX9" fmla="*/ 113078 w 226160"/>
                  <a:gd name="connsiteY9" fmla="*/ 6112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6160" h="226155">
                    <a:moveTo>
                      <a:pt x="113078" y="226155"/>
                    </a:moveTo>
                    <a:cubicBezTo>
                      <a:pt x="50732" y="226155"/>
                      <a:pt x="0" y="175423"/>
                      <a:pt x="0" y="113078"/>
                    </a:cubicBezTo>
                    <a:cubicBezTo>
                      <a:pt x="0" y="50732"/>
                      <a:pt x="50732" y="0"/>
                      <a:pt x="113078" y="0"/>
                    </a:cubicBezTo>
                    <a:cubicBezTo>
                      <a:pt x="175423" y="0"/>
                      <a:pt x="226155" y="50732"/>
                      <a:pt x="226155" y="113078"/>
                    </a:cubicBezTo>
                    <a:cubicBezTo>
                      <a:pt x="226766" y="175423"/>
                      <a:pt x="176034" y="226155"/>
                      <a:pt x="113078" y="226155"/>
                    </a:cubicBezTo>
                    <a:close/>
                    <a:moveTo>
                      <a:pt x="113078" y="6112"/>
                    </a:moveTo>
                    <a:cubicBezTo>
                      <a:pt x="54399" y="6112"/>
                      <a:pt x="6112" y="53788"/>
                      <a:pt x="6112" y="113078"/>
                    </a:cubicBezTo>
                    <a:cubicBezTo>
                      <a:pt x="6112" y="171756"/>
                      <a:pt x="53788" y="220043"/>
                      <a:pt x="113078" y="220043"/>
                    </a:cubicBezTo>
                    <a:cubicBezTo>
                      <a:pt x="171755" y="220043"/>
                      <a:pt x="220043" y="172367"/>
                      <a:pt x="220043" y="113078"/>
                    </a:cubicBezTo>
                    <a:cubicBezTo>
                      <a:pt x="220043" y="53788"/>
                      <a:pt x="172367" y="6112"/>
                      <a:pt x="113078" y="6112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22" name="图形 4"/>
            <p:cNvGrpSpPr/>
            <p:nvPr/>
          </p:nvGrpSpPr>
          <p:grpSpPr>
            <a:xfrm>
              <a:off x="9365607" y="2348626"/>
              <a:ext cx="414373" cy="479118"/>
              <a:chOff x="7094749" y="5109882"/>
              <a:chExt cx="371627" cy="429694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42"/>
                </p:custDataLst>
              </p:nvPr>
            </p:nvSpPr>
            <p:spPr>
              <a:xfrm>
                <a:off x="7345964" y="5280415"/>
                <a:ext cx="98408" cy="226155"/>
              </a:xfrm>
              <a:custGeom>
                <a:avLst/>
                <a:gdLst>
                  <a:gd name="connsiteX0" fmla="*/ 0 w 98408"/>
                  <a:gd name="connsiteY0" fmla="*/ 0 h 226155"/>
                  <a:gd name="connsiteX1" fmla="*/ 98408 w 98408"/>
                  <a:gd name="connsiteY1" fmla="*/ 0 h 226155"/>
                  <a:gd name="connsiteX2" fmla="*/ 98408 w 98408"/>
                  <a:gd name="connsiteY2" fmla="*/ 226155 h 226155"/>
                  <a:gd name="connsiteX3" fmla="*/ 0 w 98408"/>
                  <a:gd name="connsiteY3" fmla="*/ 226155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226155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226155"/>
                    </a:lnTo>
                    <a:lnTo>
                      <a:pt x="0" y="22615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3"/>
                </p:custDataLst>
              </p:nvPr>
            </p:nvSpPr>
            <p:spPr>
              <a:xfrm>
                <a:off x="7229831" y="5345205"/>
                <a:ext cx="98408" cy="161364"/>
              </a:xfrm>
              <a:custGeom>
                <a:avLst/>
                <a:gdLst>
                  <a:gd name="connsiteX0" fmla="*/ 0 w 98408"/>
                  <a:gd name="connsiteY0" fmla="*/ 0 h 161364"/>
                  <a:gd name="connsiteX1" fmla="*/ 98408 w 98408"/>
                  <a:gd name="connsiteY1" fmla="*/ 0 h 161364"/>
                  <a:gd name="connsiteX2" fmla="*/ 98408 w 98408"/>
                  <a:gd name="connsiteY2" fmla="*/ 161365 h 161364"/>
                  <a:gd name="connsiteX3" fmla="*/ 0 w 98408"/>
                  <a:gd name="connsiteY3" fmla="*/ 161365 h 161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61364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61365"/>
                    </a:lnTo>
                    <a:lnTo>
                      <a:pt x="0" y="16136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5" name="任意多边形: 形状 24"/>
              <p:cNvSpPr/>
              <p:nvPr>
                <p:custDataLst>
                  <p:tags r:id="rId44"/>
                </p:custDataLst>
              </p:nvPr>
            </p:nvSpPr>
            <p:spPr>
              <a:xfrm>
                <a:off x="7114308" y="5398994"/>
                <a:ext cx="98408" cy="107576"/>
              </a:xfrm>
              <a:custGeom>
                <a:avLst/>
                <a:gdLst>
                  <a:gd name="connsiteX0" fmla="*/ 0 w 98408"/>
                  <a:gd name="connsiteY0" fmla="*/ 0 h 107576"/>
                  <a:gd name="connsiteX1" fmla="*/ 98408 w 98408"/>
                  <a:gd name="connsiteY1" fmla="*/ 0 h 107576"/>
                  <a:gd name="connsiteX2" fmla="*/ 98408 w 98408"/>
                  <a:gd name="connsiteY2" fmla="*/ 107576 h 107576"/>
                  <a:gd name="connsiteX3" fmla="*/ 0 w 98408"/>
                  <a:gd name="connsiteY3" fmla="*/ 107576 h 107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07576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07576"/>
                    </a:lnTo>
                    <a:lnTo>
                      <a:pt x="0" y="10757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5"/>
                </p:custDataLst>
              </p:nvPr>
            </p:nvSpPr>
            <p:spPr>
              <a:xfrm>
                <a:off x="7116753" y="5109882"/>
                <a:ext cx="311727" cy="206808"/>
              </a:xfrm>
              <a:custGeom>
                <a:avLst/>
                <a:gdLst>
                  <a:gd name="connsiteX0" fmla="*/ 212708 w 311727"/>
                  <a:gd name="connsiteY0" fmla="*/ 34840 h 206808"/>
                  <a:gd name="connsiteX1" fmla="*/ 244492 w 311727"/>
                  <a:gd name="connsiteY1" fmla="*/ 50121 h 206808"/>
                  <a:gd name="connsiteX2" fmla="*/ 0 w 311727"/>
                  <a:gd name="connsiteY2" fmla="*/ 198039 h 206808"/>
                  <a:gd name="connsiteX3" fmla="*/ 280555 w 311727"/>
                  <a:gd name="connsiteY3" fmla="*/ 73959 h 206808"/>
                  <a:gd name="connsiteX4" fmla="*/ 311727 w 311727"/>
                  <a:gd name="connsiteY4" fmla="*/ 92907 h 206808"/>
                  <a:gd name="connsiteX5" fmla="*/ 295835 w 311727"/>
                  <a:gd name="connsiteY5" fmla="*/ 0 h 206808"/>
                  <a:gd name="connsiteX6" fmla="*/ 212708 w 311727"/>
                  <a:gd name="connsiteY6" fmla="*/ 34840 h 20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727" h="206808">
                    <a:moveTo>
                      <a:pt x="212708" y="34840"/>
                    </a:moveTo>
                    <a:lnTo>
                      <a:pt x="244492" y="50121"/>
                    </a:lnTo>
                    <a:cubicBezTo>
                      <a:pt x="176034" y="212097"/>
                      <a:pt x="0" y="198039"/>
                      <a:pt x="0" y="198039"/>
                    </a:cubicBezTo>
                    <a:cubicBezTo>
                      <a:pt x="171144" y="235324"/>
                      <a:pt x="238380" y="146084"/>
                      <a:pt x="280555" y="73959"/>
                    </a:cubicBezTo>
                    <a:lnTo>
                      <a:pt x="311727" y="92907"/>
                    </a:lnTo>
                    <a:lnTo>
                      <a:pt x="295835" y="0"/>
                    </a:lnTo>
                    <a:lnTo>
                      <a:pt x="212708" y="34840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7" name="任意多边形: 形状 26"/>
              <p:cNvSpPr/>
              <p:nvPr>
                <p:custDataLst>
                  <p:tags r:id="rId46"/>
                </p:custDataLst>
              </p:nvPr>
            </p:nvSpPr>
            <p:spPr>
              <a:xfrm>
                <a:off x="7094749" y="5521851"/>
                <a:ext cx="371627" cy="17725"/>
              </a:xfrm>
              <a:custGeom>
                <a:avLst/>
                <a:gdLst>
                  <a:gd name="connsiteX0" fmla="*/ 0 w 371627"/>
                  <a:gd name="connsiteY0" fmla="*/ 0 h 17725"/>
                  <a:gd name="connsiteX1" fmla="*/ 371628 w 371627"/>
                  <a:gd name="connsiteY1" fmla="*/ 0 h 17725"/>
                  <a:gd name="connsiteX2" fmla="*/ 371628 w 371627"/>
                  <a:gd name="connsiteY2" fmla="*/ 17726 h 17725"/>
                  <a:gd name="connsiteX3" fmla="*/ 0 w 371627"/>
                  <a:gd name="connsiteY3" fmla="*/ 17726 h 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627" h="17725">
                    <a:moveTo>
                      <a:pt x="0" y="0"/>
                    </a:moveTo>
                    <a:lnTo>
                      <a:pt x="371628" y="0"/>
                    </a:lnTo>
                    <a:lnTo>
                      <a:pt x="371628" y="17726"/>
                    </a:lnTo>
                    <a:lnTo>
                      <a:pt x="0" y="1772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</p:grpSp>
    </p:spTree>
    <p:custDataLst>
      <p:tags r:id="rId47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59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智慧社区电梯故障预警的边缘数据处理研究方法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3" name="Freeform 16"/>
          <p:cNvSpPr/>
          <p:nvPr/>
        </p:nvSpPr>
        <p:spPr>
          <a:xfrm rot="16200000">
            <a:off x="3068560" y="-198592"/>
            <a:ext cx="5997296" cy="7661583"/>
          </a:xfrm>
          <a:custGeom>
            <a:avLst/>
            <a:gdLst>
              <a:gd name="connsiteX0" fmla="*/ 1822730 w 1822730"/>
              <a:gd name="connsiteY0" fmla="*/ 5842285 h 5842285"/>
              <a:gd name="connsiteX1" fmla="*/ 0 w 1822730"/>
              <a:gd name="connsiteY1" fmla="*/ 5842285 h 5842285"/>
              <a:gd name="connsiteX2" fmla="*/ 40761 w 1822730"/>
              <a:gd name="connsiteY2" fmla="*/ 5733067 h 5842285"/>
              <a:gd name="connsiteX3" fmla="*/ 584081 w 1822730"/>
              <a:gd name="connsiteY3" fmla="*/ 2989406 h 5842285"/>
              <a:gd name="connsiteX4" fmla="*/ 623504 w 1822730"/>
              <a:gd name="connsiteY4" fmla="*/ 192744 h 5842285"/>
              <a:gd name="connsiteX5" fmla="*/ 594845 w 1822730"/>
              <a:gd name="connsiteY5" fmla="*/ 0 h 5842285"/>
              <a:gd name="connsiteX6" fmla="*/ 1227885 w 1822730"/>
              <a:gd name="connsiteY6" fmla="*/ 0 h 5842285"/>
              <a:gd name="connsiteX7" fmla="*/ 1199226 w 1822730"/>
              <a:gd name="connsiteY7" fmla="*/ 192745 h 5842285"/>
              <a:gd name="connsiteX8" fmla="*/ 1238649 w 1822730"/>
              <a:gd name="connsiteY8" fmla="*/ 2989407 h 5842285"/>
              <a:gd name="connsiteX9" fmla="*/ 1781969 w 1822730"/>
              <a:gd name="connsiteY9" fmla="*/ 5733067 h 584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2730" h="5842285">
                <a:moveTo>
                  <a:pt x="1822730" y="5842285"/>
                </a:moveTo>
                <a:lnTo>
                  <a:pt x="0" y="5842285"/>
                </a:lnTo>
                <a:lnTo>
                  <a:pt x="40761" y="5733067"/>
                </a:lnTo>
                <a:cubicBezTo>
                  <a:pt x="263889" y="5090807"/>
                  <a:pt x="466777" y="4104653"/>
                  <a:pt x="584081" y="2989406"/>
                </a:cubicBezTo>
                <a:cubicBezTo>
                  <a:pt x="701385" y="1874159"/>
                  <a:pt x="708119" y="867374"/>
                  <a:pt x="623504" y="192744"/>
                </a:cubicBezTo>
                <a:lnTo>
                  <a:pt x="594845" y="0"/>
                </a:lnTo>
                <a:lnTo>
                  <a:pt x="1227885" y="0"/>
                </a:lnTo>
                <a:lnTo>
                  <a:pt x="1199226" y="192745"/>
                </a:lnTo>
                <a:cubicBezTo>
                  <a:pt x="1114611" y="867375"/>
                  <a:pt x="1121345" y="1874159"/>
                  <a:pt x="1238649" y="2989407"/>
                </a:cubicBezTo>
                <a:cubicBezTo>
                  <a:pt x="1355953" y="4104653"/>
                  <a:pt x="1558841" y="5090807"/>
                  <a:pt x="1781969" y="57330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2241">
                <a:schemeClr val="accent1">
                  <a:alpha val="11000"/>
                </a:schemeClr>
              </a:gs>
              <a:gs pos="39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11430">
            <a:gradFill>
              <a:gsLst>
                <a:gs pos="0">
                  <a:schemeClr val="accent2">
                    <a:alpha val="0"/>
                  </a:schemeClr>
                </a:gs>
                <a:gs pos="57000">
                  <a:schemeClr val="accent2">
                    <a:alpha val="1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20">
              <a:cs typeface="+mn-ea"/>
              <a:sym typeface="+mn-lt"/>
            </a:endParaRPr>
          </a:p>
        </p:txBody>
      </p:sp>
      <p:sp>
        <p:nvSpPr>
          <p:cNvPr id="24" name="TextBox 56"/>
          <p:cNvSpPr txBox="1"/>
          <p:nvPr/>
        </p:nvSpPr>
        <p:spPr>
          <a:xfrm>
            <a:off x="4707501" y="3348212"/>
            <a:ext cx="281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推演出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85272" y="1734962"/>
            <a:ext cx="4337817" cy="3898966"/>
            <a:chOff x="785272" y="1734962"/>
            <a:chExt cx="4337817" cy="3898966"/>
          </a:xfrm>
        </p:grpSpPr>
        <p:grpSp>
          <p:nvGrpSpPr>
            <p:cNvPr id="26" name="组合 25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35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采数据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清噪声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建模型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选特征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轻优化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测性能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7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核心流程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TextBox 81"/>
          <p:cNvSpPr txBox="1"/>
          <p:nvPr/>
        </p:nvSpPr>
        <p:spPr>
          <a:xfrm>
            <a:off x="6800331" y="3526874"/>
            <a:ext cx="1439647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44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绿色机房</a:t>
            </a: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900081" y="1734962"/>
            <a:ext cx="4337817" cy="3898966"/>
            <a:chOff x="785272" y="1734962"/>
            <a:chExt cx="4337817" cy="3898966"/>
          </a:xfrm>
        </p:grpSpPr>
        <p:grpSp>
          <p:nvGrpSpPr>
            <p:cNvPr id="51" name="组合 50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60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多源采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自适应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边缘嵌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关键提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8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剪参量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实场验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52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深化落地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>
            <a:off x="5446951" y="3896507"/>
            <a:ext cx="1404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.xml><?xml version="1.0" encoding="utf-8"?>
<p:tagLst xmlns:p="http://schemas.openxmlformats.org/presentationml/2006/main">
  <p:tag name="KSO_WM_SLIDE_NOBEATY" val="1"/>
</p:tagLst>
</file>

<file path=ppt/tags/tag106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07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8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9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0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1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2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3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4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5.xml><?xml version="1.0" encoding="utf-8"?>
<p:tagLst xmlns:p="http://schemas.openxmlformats.org/presentationml/2006/main">
  <p:tag name="KSO_WM_SLIDE_NOBEATY" val="1"/>
</p:tagLst>
</file>

<file path=ppt/tags/tag116.xml><?xml version="1.0" encoding="utf-8"?>
<p:tagLst xmlns:p="http://schemas.openxmlformats.org/presentationml/2006/main">
  <p:tag name="KSO_WM_SLIDE_NOBEATY" val="1"/>
</p:tagLst>
</file>

<file path=ppt/tags/tag117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5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6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7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5.xml><?xml version="1.0" encoding="utf-8"?>
<p:tagLst xmlns:p="http://schemas.openxmlformats.org/presentationml/2006/main">
  <p:tag name="KSO_WM_SLIDE_NOBEATY" val="1"/>
</p:tagLst>
</file>

<file path=ppt/tags/tag13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2.xml><?xml version="1.0" encoding="utf-8"?>
<p:tagLst xmlns:p="http://schemas.openxmlformats.org/presentationml/2006/main">
  <p:tag name="KSO_WM_SLIDE_NOBEATY" val="1"/>
</p:tagLst>
</file>

<file path=ppt/tags/tag183.xml><?xml version="1.0" encoding="utf-8"?>
<p:tagLst xmlns:p="http://schemas.openxmlformats.org/presentationml/2006/main">
  <p:tag name="KSO_WM_SLIDE_NOBEATY" val="1"/>
</p:tagLst>
</file>

<file path=ppt/tags/tag18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6.xml><?xml version="1.0" encoding="utf-8"?>
<p:tagLst xmlns:p="http://schemas.openxmlformats.org/presentationml/2006/main">
  <p:tag name="KSO_WM_SLIDE_NOBEATY" val="1"/>
</p:tagLst>
</file>

<file path=ppt/tags/tag227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8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9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0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1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2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3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4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5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6.xml><?xml version="1.0" encoding="utf-8"?>
<p:tagLst xmlns:p="http://schemas.openxmlformats.org/presentationml/2006/main">
  <p:tag name="KSO_WM_SLIDE_NOBEATY" val="1"/>
</p:tagLst>
</file>

<file path=ppt/tags/tag23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9.xml><?xml version="1.0" encoding="utf-8"?>
<p:tagLst xmlns:p="http://schemas.openxmlformats.org/presentationml/2006/main">
  <p:tag name="KSO_WM_SLIDE_NOBEATY" val="1"/>
</p:tagLst>
</file>

<file path=ppt/tags/tag26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1.xml><?xml version="1.0" encoding="utf-8"?>
<p:tagLst xmlns:p="http://schemas.openxmlformats.org/presentationml/2006/main">
  <p:tag name="KSO_WM_DIAGRAM_VIRTUALLY_FRAME" val="{&quot;height&quot;:339.0409837424011,&quot;left&quot;:78.18787401574805,&quot;top&quot;:139.10901625759888,&quot;width&quot;:793.8621259842519}"/>
</p:tagLst>
</file>

<file path=ppt/tags/tag26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4.xml><?xml version="1.0" encoding="utf-8"?>
<p:tagLst xmlns:p="http://schemas.openxmlformats.org/presentationml/2006/main">
  <p:tag name="KSO_WM_SLIDE_NOBEATY" val="1"/>
</p:tagLst>
</file>

<file path=ppt/tags/tag285.xml><?xml version="1.0" encoding="utf-8"?>
<p:tagLst xmlns:p="http://schemas.openxmlformats.org/presentationml/2006/main">
  <p:tag name="KSO_WM_SLIDE_NOBEATY" val="1"/>
</p:tagLst>
</file>

<file path=ppt/tags/tag28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10.xml><?xml version="1.0" encoding="utf-8"?>
<p:tagLst xmlns:p="http://schemas.openxmlformats.org/presentationml/2006/main">
  <p:tag name="KSO_WM_SLIDE_NOBEATY" val="1"/>
</p:tagLst>
</file>

<file path=ppt/tags/tag311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2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3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4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5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6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7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8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9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20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21.xml><?xml version="1.0" encoding="utf-8"?>
<p:tagLst xmlns:p="http://schemas.openxmlformats.org/presentationml/2006/main">
  <p:tag name="KSO_WM_SLIDE_NOBEATY" val="1"/>
</p:tagLst>
</file>

<file path=ppt/tags/tag32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2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8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9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0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1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8.xml><?xml version="1.0" encoding="utf-8"?>
<p:tagLst xmlns:p="http://schemas.openxmlformats.org/presentationml/2006/main">
  <p:tag name="KSO_WM_SLIDE_NOBEATY" val="1"/>
</p:tagLst>
</file>

<file path=ppt/tags/tag339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0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1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2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3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4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5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6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7.xml><?xml version="1.0" encoding="utf-8"?>
<p:tagLst xmlns:p="http://schemas.openxmlformats.org/presentationml/2006/main">
  <p:tag name="KSO_WM_SLIDE_NOBEATY" val="1"/>
</p:tagLst>
</file>

<file path=ppt/tags/tag348.xml><?xml version="1.0" encoding="utf-8"?>
<p:tagLst xmlns:p="http://schemas.openxmlformats.org/presentationml/2006/main">
  <p:tag name="wpp_generatetext" val="1"/>
</p:tagLst>
</file>

<file path=ppt/tags/tag349.xml><?xml version="1.0" encoding="utf-8"?>
<p:tagLst xmlns:p="http://schemas.openxmlformats.org/presentationml/2006/main">
  <p:tag name="KSO_WM_SLIDE_NOBEATY" val="1"/>
</p:tagLst>
</file>

<file path=ppt/tags/tag35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6.xml><?xml version="1.0" encoding="utf-8"?>
<p:tagLst xmlns:p="http://schemas.openxmlformats.org/presentationml/2006/main">
  <p:tag name="KSO_WM_SLIDE_NOBEATY" val="1"/>
</p:tagLst>
</file>

<file path=ppt/tags/tag37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3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5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3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5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7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9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400.xml><?xml version="1.0" encoding="utf-8"?>
<p:tagLst xmlns:p="http://schemas.openxmlformats.org/presentationml/2006/main">
  <p:tag name="KSO_WM_SLIDE_NOBEATY" val="1"/>
</p:tagLst>
</file>

<file path=ppt/tags/tag401.xml><?xml version="1.0" encoding="utf-8"?>
<p:tagLst xmlns:p="http://schemas.openxmlformats.org/presentationml/2006/main">
  <p:tag name="wpp_generatetext" val="1"/>
</p:tagLst>
</file>

<file path=ppt/tags/tag402.xml><?xml version="1.0" encoding="utf-8"?>
<p:tagLst xmlns:p="http://schemas.openxmlformats.org/presentationml/2006/main">
  <p:tag name="KSO_WM_SLIDE_NOBEATY" val="1"/>
</p:tagLst>
</file>

<file path=ppt/tags/tag40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  <p:tag name="wpp_generatetext" val="1"/>
</p:tagLst>
</file>

<file path=ppt/tags/tag41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70.xml><?xml version="1.0" encoding="utf-8"?>
<p:tagLst xmlns:p="http://schemas.openxmlformats.org/presentationml/2006/main">
  <p:tag name="KSO_WM_SLIDE_NOBEATY" val="1"/>
</p:tagLst>
</file>

<file path=ppt/tags/tag471.xml><?xml version="1.0" encoding="utf-8"?>
<p:tagLst xmlns:p="http://schemas.openxmlformats.org/presentationml/2006/main">
  <p:tag name="KSO_WM_SLIDE_NOBEATY" val="1"/>
</p:tagLst>
</file>

<file path=ppt/tags/tag47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8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47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0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50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3.xml><?xml version="1.0" encoding="utf-8"?>
<p:tagLst xmlns:p="http://schemas.openxmlformats.org/presentationml/2006/main">
  <p:tag name="KSO_WM_SLIDE_NOBEATY" val="1"/>
</p:tagLst>
</file>

<file path=ppt/tags/tag504.xml><?xml version="1.0" encoding="utf-8"?>
<p:tagLst xmlns:p="http://schemas.openxmlformats.org/presentationml/2006/main">
  <p:tag name="KSO_WM_SLIDE_NOBEATY" val="1"/>
</p:tagLst>
</file>

<file path=ppt/tags/tag50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1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2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3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4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  <p:tag name="wpp_generatetext" val="1"/>
</p:tagLst>
</file>

<file path=ppt/tags/tag52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21.xml><?xml version="1.0" encoding="utf-8"?>
<p:tagLst xmlns:p="http://schemas.openxmlformats.org/presentationml/2006/main">
  <p:tag name="KSO_WM_SLIDE_NOBEATY" val="1"/>
</p:tagLst>
</file>

<file path=ppt/tags/tag522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3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4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5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6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7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8.xml><?xml version="1.0" encoding="utf-8"?>
<p:tagLst xmlns:p="http://schemas.openxmlformats.org/presentationml/2006/main">
  <p:tag name="KSO_WM_SLIDE_NOBEATY" val="1"/>
</p:tagLst>
</file>

<file path=ppt/tags/tag529.xml><?xml version="1.0" encoding="utf-8"?>
<p:tagLst xmlns:p="http://schemas.openxmlformats.org/presentationml/2006/main">
  <p:tag name="ADJUSTMENTS" val="14.44175"/>
  <p:tag name="SHADOWSIZE" val="100"/>
</p:tagLst>
</file>

<file path=ppt/tags/tag53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35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6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7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8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9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5.xml><?xml version="1.0" encoding="utf-8"?>
<p:tagLst xmlns:p="http://schemas.openxmlformats.org/presentationml/2006/main">
  <p:tag name="KSO_WM_SLIDE_NOBEATY" val="1"/>
</p:tagLst>
</file>

<file path=ppt/tags/tag54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4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5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4.xml><?xml version="1.0" encoding="utf-8"?>
<p:tagLst xmlns:p="http://schemas.openxmlformats.org/presentationml/2006/main">
  <p:tag name="KSO_WM_SLIDE_NOBEATY" val="1"/>
</p:tagLst>
</file>

<file path=ppt/tags/tag59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9.xml><?xml version="1.0" encoding="utf-8"?>
<p:tagLst xmlns:p="http://schemas.openxmlformats.org/presentationml/2006/main">
  <p:tag name="KSO_WM_SLIDE_NOBEATY" val="1"/>
</p:tagLst>
</file>

<file path=ppt/tags/tag620.xml><?xml version="1.0" encoding="utf-8"?>
<p:tagLst xmlns:p="http://schemas.openxmlformats.org/presentationml/2006/main">
  <p:tag name="wpp_generatetext" val="1"/>
</p:tagLst>
</file>

<file path=ppt/tags/tag621.xml><?xml version="1.0" encoding="utf-8"?>
<p:tagLst xmlns:p="http://schemas.openxmlformats.org/presentationml/2006/main">
  <p:tag name="wpp_generatetext" val="1"/>
</p:tagLst>
</file>

<file path=ppt/tags/tag622.xml><?xml version="1.0" encoding="utf-8"?>
<p:tagLst xmlns:p="http://schemas.openxmlformats.org/presentationml/2006/main">
  <p:tag name="wpp_generatetext" val="1"/>
</p:tagLst>
</file>

<file path=ppt/tags/tag623.xml><?xml version="1.0" encoding="utf-8"?>
<p:tagLst xmlns:p="http://schemas.openxmlformats.org/presentationml/2006/main">
  <p:tag name="wpp_generatetext" val="1"/>
</p:tagLst>
</file>

<file path=ppt/tags/tag624.xml><?xml version="1.0" encoding="utf-8"?>
<p:tagLst xmlns:p="http://schemas.openxmlformats.org/presentationml/2006/main">
  <p:tag name="KSO_WM_SLIDE_NOBEATY" val="1"/>
</p:tagLst>
</file>

<file path=ppt/tags/tag625.xml><?xml version="1.0" encoding="utf-8"?>
<p:tagLst xmlns:p="http://schemas.openxmlformats.org/presentationml/2006/main">
  <p:tag name="KSO_WM_SLIDE_NOBEATY" val="1"/>
</p:tagLst>
</file>

<file path=ppt/tags/tag62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5.xml><?xml version="1.0" encoding="utf-8"?>
<p:tagLst xmlns:p="http://schemas.openxmlformats.org/presentationml/2006/main">
  <p:tag name="KSO_WM_SLIDE_NOBEATY" val="1"/>
</p:tagLst>
</file>

<file path=ppt/tags/tag67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6.xml><?xml version="1.0" encoding="utf-8"?>
<p:tagLst xmlns:p="http://schemas.openxmlformats.org/presentationml/2006/main">
  <p:tag name="KSO_WM_SLIDE_NOBEATY" val="1"/>
</p:tagLst>
</file>

<file path=ppt/tags/tag69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5.xml><?xml version="1.0" encoding="utf-8"?>
<p:tagLst xmlns:p="http://schemas.openxmlformats.org/presentationml/2006/main">
  <p:tag name="KSO_WM_SLIDE_NOBEATY" val="1"/>
</p:tagLst>
</file>

<file path=ppt/tags/tag766.xml><?xml version="1.0" encoding="utf-8"?>
<p:tagLst xmlns:p="http://schemas.openxmlformats.org/presentationml/2006/main">
  <p:tag name="KSO_WM_SLIDE_NOBEATY" val="1"/>
</p:tagLst>
</file>

<file path=ppt/tags/tag76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5.xml><?xml version="1.0" encoding="utf-8"?>
<p:tagLst xmlns:p="http://schemas.openxmlformats.org/presentationml/2006/main">
  <p:tag name="KSO_WM_SLIDE_NOBEATY" val="1"/>
</p:tagLst>
</file>

<file path=ppt/tags/tag81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7.xml><?xml version="1.0" encoding="utf-8"?>
<p:tagLst xmlns:p="http://schemas.openxmlformats.org/presentationml/2006/main">
  <p:tag name="KSO_WM_SLIDE_NOBEATY" val="1"/>
</p:tagLst>
</file>

<file path=ppt/tags/tag85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5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4.xml><?xml version="1.0" encoding="utf-8"?>
<p:tagLst xmlns:p="http://schemas.openxmlformats.org/presentationml/2006/main">
  <p:tag name="KSO_WM_SLIDE_NOBEATY" val="1"/>
</p:tagLst>
</file>

<file path=ppt/tags/tag905.xml><?xml version="1.0" encoding="utf-8"?>
<p:tagLst xmlns:p="http://schemas.openxmlformats.org/presentationml/2006/main">
  <p:tag name="KSO_WM_SLIDE_NOBEATY" val="1"/>
</p:tagLst>
</file>

<file path=ppt/tags/tag906.xml><?xml version="1.0" encoding="utf-8"?>
<p:tagLst xmlns:p="http://schemas.openxmlformats.org/presentationml/2006/main">
  <p:tag name="resource_record_key" val="{&quot;10&quot;:[21572489,20202316,20278731],&quot;65&quot;:[20205081],&quot;71&quot;:[76235680099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73E2A"/>
      </a:dk2>
      <a:lt2>
        <a:srgbClr val="FDFAF4"/>
      </a:lt2>
      <a:accent1>
        <a:srgbClr val="173C7A"/>
      </a:accent1>
      <a:accent2>
        <a:srgbClr val="D4BA54"/>
      </a:accent2>
      <a:accent3>
        <a:srgbClr val="7C4E2C"/>
      </a:accent3>
      <a:accent4>
        <a:srgbClr val="A78D5B"/>
      </a:accent4>
      <a:accent5>
        <a:srgbClr val="616953"/>
      </a:accent5>
      <a:accent6>
        <a:srgbClr val="1F4F97"/>
      </a:accent6>
      <a:hlink>
        <a:srgbClr val="0026E5"/>
      </a:hlink>
      <a:folHlink>
        <a:srgbClr val="7E1FAD"/>
      </a:folHlink>
    </a:clrScheme>
    <a:fontScheme name="">
      <a:majorFont>
        <a:latin typeface="思源黑体 CN Bold"/>
        <a:ea typeface="思源黑体 CN Bold"/>
        <a:cs typeface=""/>
      </a:majorFont>
      <a:minorFont>
        <a:latin typeface="思源黑体 CN Medium"/>
        <a:ea typeface="思源黑体 CN Mediu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7956</Words>
  <Application>WPS 演示</Application>
  <PresentationFormat>宽屏</PresentationFormat>
  <Paragraphs>856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宋体</vt:lpstr>
      <vt:lpstr>Wingdings</vt:lpstr>
      <vt:lpstr>Wingdings</vt:lpstr>
      <vt:lpstr>Calibri</vt:lpstr>
      <vt:lpstr>微软雅黑</vt:lpstr>
      <vt:lpstr>思源黑体 CN Bold</vt:lpstr>
      <vt:lpstr>标准粗黑</vt:lpstr>
      <vt:lpstr>思源黑体 CN Medium</vt:lpstr>
      <vt:lpstr>思源黑体 CN Regular</vt:lpstr>
      <vt:lpstr>方正宝黑体 简 Medium</vt:lpstr>
      <vt:lpstr>思源黑体 CN Normal</vt:lpstr>
      <vt:lpstr>Arial Unicode MS</vt:lpstr>
      <vt:lpstr>汉仪雅酷黑 95W</vt:lpstr>
      <vt:lpstr>汉仪润圆-65简</vt:lpstr>
      <vt:lpstr>方正仿宋_GB2312</vt:lpstr>
      <vt:lpstr>华文仿宋</vt:lpstr>
      <vt:lpstr>禹卫书法行书简体</vt:lpstr>
      <vt:lpstr>微软雅黑 Light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185</cp:revision>
  <dcterms:created xsi:type="dcterms:W3CDTF">2019-06-19T02:08:00Z</dcterms:created>
  <dcterms:modified xsi:type="dcterms:W3CDTF">2025-10-29T06:52:17Z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2052-11.1.0.11176</vt:lpwstr>
  </property>
  <property fmtid="{D5CDD505-2E9C-101B-9397-08002B2CF9AE}" pid="3" name="ICV">
    <vt:lpwstr>EDA5DC3D04FD45BD87195E53AEDBB455_13</vt:lpwstr>
  </property>
  <property fmtid="{D5CDD505-2E9C-101B-9397-08002B2CF9AE}" pid="4" name="KSOTemplateUUID">
    <vt:lpwstr>v1.0_mb_+L+N5W3GnUDHJqEFj/f4qw==</vt:lpwstr>
  </property>
</Properties>
</file>